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8" r:id="rId3"/>
    <p:sldId id="278" r:id="rId4"/>
    <p:sldId id="389" r:id="rId5"/>
    <p:sldId id="387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3" r:id="rId19"/>
    <p:sldId id="402" r:id="rId20"/>
    <p:sldId id="404" r:id="rId21"/>
    <p:sldId id="405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84" autoAdjust="0"/>
  </p:normalViewPr>
  <p:slideViewPr>
    <p:cSldViewPr snapToGrid="0">
      <p:cViewPr varScale="1">
        <p:scale>
          <a:sx n="82" d="100"/>
          <a:sy n="82" d="100"/>
        </p:scale>
        <p:origin x="6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8C1E49-346C-23D8-8560-72E1840BF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B602E3-228C-2BD9-A4C5-A3CA39948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94A90A-48D4-5A83-7537-AE7545FE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54A6B8-A08D-BB57-9549-DC61339B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10FA59-B3BB-BFDC-98A2-61BFD116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81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E6D8E3-26EE-118E-9F01-2354E7B1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9FAF00-C30E-AC48-AD8C-1520D3815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C1A78B-306C-F4E0-AFFD-F86F8584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04FADB-C4B2-5297-412E-F763080F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4A420A-0B67-2FC1-765A-7C7671CE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19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A2B21-5C32-7391-32B0-CDA2E993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77F08E-678B-9895-A1DC-8E7F36769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9FB856-373A-DF4F-486F-B8D3DF0D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EC8611-F66D-2660-7746-47DEEA9C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C3523-374E-3B78-A9F7-CB1BCDF0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164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E15CC-FF8E-C43A-5ADA-2FF84F740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A0C7B0-0641-9489-1771-7C25E7589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2133B8E-9FFC-95BA-4F0D-92C5EB396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2DD395-0BE1-9E19-F071-CD2F84A7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1E29AC-A59D-D3CC-80F5-F82AACAE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2F3034-B5E6-E929-B219-941B1631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7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8C0822-E99B-6C87-83FB-B301EFE2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A83C52-E56F-5A87-7DB6-2362582C8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706B4C-A784-5ED1-95CD-10803B224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FF41AD-C93C-0701-0FEC-FE88154D8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3BD4639-25F2-E9EE-4E29-03466DC20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60E593D-F2C5-489F-B6C2-73472FB3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0D39A68-4176-4762-1218-F009AA2A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F0B064-4AC2-2E72-8EE3-3F2515E9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09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8D697-16AF-FD50-AD48-2EC81FBE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A24745-F7D6-A3EB-CEED-505CA2FA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891CBCB-E1AE-A582-AC73-7200D1CF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7A1FC8B-5CF6-1B21-DBA2-3CFC1FC0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94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D32F64-C55A-6995-0588-D5A4DC7A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4A8A7DE-10AF-1FC4-9307-39D53AFF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175DB3-3284-4CE1-0290-0BFC754A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606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4206D7-B721-4845-8025-2538BBB9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FB10DA-0FB7-03E5-3D45-9ABB034CC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7D0BEA-615B-752E-04A1-5801ACC1F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9651DB-C5A2-C839-602D-2BDFA13F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7CED17-D624-0D14-042E-3F96277E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330C02-C502-1B5A-9E40-389691DC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6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32D607-568F-B665-8DDF-C08CBDBB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697B728-ECE8-83BE-EE11-41DEC0BDD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0615F-8F57-C602-9651-72711C4C8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673B73-531D-D10C-499E-19114265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B9634D-A4E8-A802-89B1-A0934FE5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1A9026-387D-0391-B028-0DF5CCEE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415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01306-49CD-70E6-680C-00550373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485331F-E233-64A8-15EE-BC4D77C32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7FFDF2-13CB-5964-375C-3057729A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7BD9C0-DEDA-F267-3B68-67FB583B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92F14B-2F04-7C2E-03BF-62EC681F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4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6C9F24C-8EC4-1154-04C1-867B4D5AF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FE5037-9BBC-11B2-2D92-AD204F424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4115CA-881F-BC04-B164-3AE28CED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D7E462-66CF-A930-EA89-6A9CA5F1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EEBBE5-D651-9F5C-40E1-2B391EBC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82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04E636-CC23-7BF1-D59C-276CEFFB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AA4370-DAF6-C5CA-8282-199BFF4B0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F31E70-7DED-425B-5ACE-EB0441F44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D8970-2F0F-4F19-9427-F451CC43E670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036ADF-5EE9-DEB5-79A8-49538AD30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BC7D65-6BE5-3335-F57D-D26562010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0312E-B8B2-48F7-BA77-29A3FEEF63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98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F64F72-E69C-A729-4AD8-945A2E357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38F144-C19D-E19B-176C-BFAF102533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87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54D2-B531-219A-32DB-FF934EC7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36574AD-80D6-D825-95EA-0F73273E9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312" y="2024062"/>
            <a:ext cx="4143375" cy="280987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C03DA82-430E-673B-4B5E-A6FA028BAEDB}"/>
              </a:ext>
            </a:extLst>
          </p:cNvPr>
          <p:cNvSpPr/>
          <p:nvPr/>
        </p:nvSpPr>
        <p:spPr>
          <a:xfrm flipV="1">
            <a:off x="4417754" y="2024062"/>
            <a:ext cx="770066" cy="289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E0DEAEF-0742-68F1-5441-EF75EE8BEA1A}"/>
              </a:ext>
            </a:extLst>
          </p:cNvPr>
          <p:cNvSpPr/>
          <p:nvPr/>
        </p:nvSpPr>
        <p:spPr>
          <a:xfrm flipV="1">
            <a:off x="4336889" y="3930617"/>
            <a:ext cx="3752752" cy="289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131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3AC8-7F53-B3EC-8C78-F629F063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8117B30-F733-C62E-07AA-A6FFF3EFA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275" y="1738312"/>
            <a:ext cx="39814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41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08FD9-169C-7006-EC7F-D6B6257C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52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37F5D-32B2-3253-6EEF-98538C757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F0F877D-5EA5-EB14-1111-8255D00F8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275" y="1738312"/>
            <a:ext cx="3981450" cy="33813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8500032-391D-DFD1-F491-42AF2B605746}"/>
              </a:ext>
            </a:extLst>
          </p:cNvPr>
          <p:cNvSpPr/>
          <p:nvPr/>
        </p:nvSpPr>
        <p:spPr>
          <a:xfrm flipV="1">
            <a:off x="4119175" y="2913423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739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FE789-3CAA-93B0-6629-C340DC43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CF59CCC-D713-8D9A-9B53-45722E4BD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423987"/>
            <a:ext cx="3962400" cy="40100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5710374-5463-AF87-5F16-6BF8B8E92920}"/>
              </a:ext>
            </a:extLst>
          </p:cNvPr>
          <p:cNvSpPr/>
          <p:nvPr/>
        </p:nvSpPr>
        <p:spPr>
          <a:xfrm flipV="1">
            <a:off x="4842588" y="2764133"/>
            <a:ext cx="3074727" cy="286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98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26B42-809D-36DB-2C35-8FF93E92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6EF96BB-A074-69F5-DE76-640545CD6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325" y="1081087"/>
            <a:ext cx="3943350" cy="46958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D4AD41C-CD14-DA59-A813-377525FCA2B5}"/>
              </a:ext>
            </a:extLst>
          </p:cNvPr>
          <p:cNvSpPr/>
          <p:nvPr/>
        </p:nvSpPr>
        <p:spPr>
          <a:xfrm flipV="1">
            <a:off x="4749282" y="2565918"/>
            <a:ext cx="3318393" cy="32109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15EAD38-A3AD-0314-B71B-AD08A63F4DCC}"/>
              </a:ext>
            </a:extLst>
          </p:cNvPr>
          <p:cNvSpPr/>
          <p:nvPr/>
        </p:nvSpPr>
        <p:spPr>
          <a:xfrm flipV="1">
            <a:off x="4119175" y="2306928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46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941E9-3DA6-ED73-1D9A-0836B6626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920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EA1F8-1FB4-9399-94A5-FB3053C0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8C0FC1E-265B-2D59-D3E8-8272C3F62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275" y="1738312"/>
            <a:ext cx="3981450" cy="33813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1A5F22-E3E2-DB0C-5E99-95962FC695B6}"/>
              </a:ext>
            </a:extLst>
          </p:cNvPr>
          <p:cNvSpPr/>
          <p:nvPr/>
        </p:nvSpPr>
        <p:spPr>
          <a:xfrm flipV="1">
            <a:off x="4119175" y="2913423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22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D26B-A95F-AE24-3A84-2C0403C85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5687AAB-D3E2-B7C8-6AED-36C105847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325" y="1081087"/>
            <a:ext cx="3943350" cy="46958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68BB28-EBA8-9DF0-F688-793623C7DFA9}"/>
              </a:ext>
            </a:extLst>
          </p:cNvPr>
          <p:cNvSpPr/>
          <p:nvPr/>
        </p:nvSpPr>
        <p:spPr>
          <a:xfrm flipV="1">
            <a:off x="4749282" y="2565918"/>
            <a:ext cx="3318393" cy="32109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A3B39E-8033-76AE-CC18-127C97ADA27A}"/>
              </a:ext>
            </a:extLst>
          </p:cNvPr>
          <p:cNvSpPr/>
          <p:nvPr/>
        </p:nvSpPr>
        <p:spPr>
          <a:xfrm flipV="1">
            <a:off x="4119175" y="2306928"/>
            <a:ext cx="432000" cy="43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844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7A001-596E-F039-3FDB-269BC8C3A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9B34972-BFA1-CB5E-B828-3729B4823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75" y="1095375"/>
            <a:ext cx="9315450" cy="466725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4A99FB9-A8BC-D392-FF9E-F284F52849B0}"/>
              </a:ext>
            </a:extLst>
          </p:cNvPr>
          <p:cNvSpPr/>
          <p:nvPr/>
        </p:nvSpPr>
        <p:spPr>
          <a:xfrm flipV="1">
            <a:off x="5691672" y="1744823"/>
            <a:ext cx="4973217" cy="3946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2A567A3-1A4A-F493-0AA0-F879526D8F70}"/>
              </a:ext>
            </a:extLst>
          </p:cNvPr>
          <p:cNvSpPr/>
          <p:nvPr/>
        </p:nvSpPr>
        <p:spPr>
          <a:xfrm flipV="1">
            <a:off x="1875224" y="3109360"/>
            <a:ext cx="3555191" cy="249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378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EF62-DD98-5597-8548-865BFA0A4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864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59B0-4085-BB3D-BAB8-6464811E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9330FF0-ED6B-CF24-FAF7-72096D36E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512" y="1095375"/>
            <a:ext cx="3990975" cy="46672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DAE150-964C-3FB9-93CD-51FF73BE1B30}"/>
              </a:ext>
            </a:extLst>
          </p:cNvPr>
          <p:cNvSpPr/>
          <p:nvPr/>
        </p:nvSpPr>
        <p:spPr>
          <a:xfrm flipV="1">
            <a:off x="4749282" y="2565918"/>
            <a:ext cx="3318393" cy="32109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897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2D6A-4C57-A355-7F1F-94157C22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52D649B-D918-6CB1-14A0-F2E8B3B80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087" y="1133475"/>
            <a:ext cx="3933825" cy="45910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CA426DF-5A5B-5130-BEAA-0037E2867AFF}"/>
              </a:ext>
            </a:extLst>
          </p:cNvPr>
          <p:cNvSpPr/>
          <p:nvPr/>
        </p:nvSpPr>
        <p:spPr>
          <a:xfrm flipV="1">
            <a:off x="7602918" y="3109361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D93474E-5FA6-912A-FEF3-954BBB790858}"/>
              </a:ext>
            </a:extLst>
          </p:cNvPr>
          <p:cNvSpPr/>
          <p:nvPr/>
        </p:nvSpPr>
        <p:spPr>
          <a:xfrm flipV="1">
            <a:off x="7467587" y="2561966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672F40-B211-0A0B-64BF-2341ABC57587}"/>
              </a:ext>
            </a:extLst>
          </p:cNvPr>
          <p:cNvSpPr txBox="1"/>
          <p:nvPr/>
        </p:nvSpPr>
        <p:spPr>
          <a:xfrm>
            <a:off x="8681626" y="253955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全体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676A302-F70E-7C96-08E2-4D2FFB48121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076731" y="2693448"/>
            <a:ext cx="6048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6D9CEBB-668E-4DB5-C638-06217C9CC81A}"/>
              </a:ext>
            </a:extLst>
          </p:cNvPr>
          <p:cNvSpPr txBox="1"/>
          <p:nvPr/>
        </p:nvSpPr>
        <p:spPr>
          <a:xfrm>
            <a:off x="8667807" y="306441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個別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33C886D-4DBA-2C70-0A64-AEAF5CED5D78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062912" y="3218303"/>
            <a:ext cx="60489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175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F02A-0333-F7B1-6416-CE565198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BA43896-71A5-5A83-24B6-8E870C62E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87" y="814387"/>
            <a:ext cx="4010025" cy="52292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308416-6EBA-AB4F-EE1D-910D692DBFBB}"/>
              </a:ext>
            </a:extLst>
          </p:cNvPr>
          <p:cNvSpPr/>
          <p:nvPr/>
        </p:nvSpPr>
        <p:spPr>
          <a:xfrm flipV="1">
            <a:off x="4735964" y="2276668"/>
            <a:ext cx="3318393" cy="3396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651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8E10-C553-D299-2431-042998AB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733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937B-0610-22EC-DAB6-9A01BF83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147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E7CB-361B-871F-E4FB-522D6CD8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ED52DA5-0086-AC59-59C6-43B2F4F3E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87" y="814387"/>
            <a:ext cx="4010025" cy="522922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7223FDB-3DD8-74F8-29D2-2AAB2CE13205}"/>
              </a:ext>
            </a:extLst>
          </p:cNvPr>
          <p:cNvSpPr/>
          <p:nvPr/>
        </p:nvSpPr>
        <p:spPr>
          <a:xfrm flipV="1">
            <a:off x="4735964" y="2276668"/>
            <a:ext cx="3318393" cy="3396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22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36B52-47F3-3240-4442-4D47C445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E8F49D8-F34D-F22A-27AF-75C436271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037" y="819150"/>
            <a:ext cx="3971925" cy="52197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FCAB83-BE1A-0350-791B-DB0CEE4CD646}"/>
              </a:ext>
            </a:extLst>
          </p:cNvPr>
          <p:cNvSpPr/>
          <p:nvPr/>
        </p:nvSpPr>
        <p:spPr>
          <a:xfrm flipV="1">
            <a:off x="4805265" y="1530217"/>
            <a:ext cx="3249092" cy="2892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959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F470-3BE2-7A9E-5D5B-1FFF6FFA6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9BC7485-EA7C-28A0-28BE-48A1FB2B0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037" y="819150"/>
            <a:ext cx="3971925" cy="52197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E27608-7DEC-6A58-E77C-2EBED3F44071}"/>
              </a:ext>
            </a:extLst>
          </p:cNvPr>
          <p:cNvSpPr/>
          <p:nvPr/>
        </p:nvSpPr>
        <p:spPr>
          <a:xfrm flipV="1">
            <a:off x="4805265" y="1940764"/>
            <a:ext cx="3181739" cy="3079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498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0947B-9DC2-3479-3ABA-462B7CB07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9CF08DE-2E97-1B4B-DF45-11EF0DCCD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" y="647700"/>
            <a:ext cx="11306175" cy="55626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8B2DD5D-EF05-0413-1CE7-624AE9706B98}"/>
              </a:ext>
            </a:extLst>
          </p:cNvPr>
          <p:cNvSpPr/>
          <p:nvPr/>
        </p:nvSpPr>
        <p:spPr>
          <a:xfrm flipV="1">
            <a:off x="3965510" y="1054359"/>
            <a:ext cx="7688425" cy="5066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871319A-C47E-CABE-9C6B-B40B0B4C5172}"/>
              </a:ext>
            </a:extLst>
          </p:cNvPr>
          <p:cNvSpPr/>
          <p:nvPr/>
        </p:nvSpPr>
        <p:spPr>
          <a:xfrm flipV="1">
            <a:off x="5736795" y="715699"/>
            <a:ext cx="252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45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2448</TotalTime>
  <Words>2</Words>
  <Application>Microsoft Office PowerPoint</Application>
  <PresentationFormat>ワイド画面</PresentationFormat>
  <Paragraphs>2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121</cp:revision>
  <dcterms:created xsi:type="dcterms:W3CDTF">2026-06-19T00:38:07Z</dcterms:created>
  <dcterms:modified xsi:type="dcterms:W3CDTF">2026-06-22T08:10:28Z</dcterms:modified>
</cp:coreProperties>
</file>