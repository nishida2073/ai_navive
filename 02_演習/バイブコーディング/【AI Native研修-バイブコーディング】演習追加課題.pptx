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4"/>
    <p:sldMasterId id="2147484027" r:id="rId5"/>
    <p:sldMasterId id="2147484085" r:id="rId6"/>
    <p:sldMasterId id="2147484102" r:id="rId7"/>
  </p:sldMasterIdLst>
  <p:notesMasterIdLst>
    <p:notesMasterId r:id="rId14"/>
  </p:notesMasterIdLst>
  <p:handoutMasterIdLst>
    <p:handoutMasterId r:id="rId15"/>
  </p:handoutMasterIdLst>
  <p:sldIdLst>
    <p:sldId id="288" r:id="rId8"/>
    <p:sldId id="2147483542" r:id="rId9"/>
    <p:sldId id="2147483544" r:id="rId10"/>
    <p:sldId id="2147483543" r:id="rId11"/>
    <p:sldId id="2147483537" r:id="rId12"/>
    <p:sldId id="28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追加課題" id="{8FCB8184-C3FF-4AD7-A678-E0B3F63B9446}">
          <p14:sldIdLst>
            <p14:sldId id="288"/>
            <p14:sldId id="2147483542"/>
            <p14:sldId id="2147483544"/>
            <p14:sldId id="2147483543"/>
            <p14:sldId id="2147483537"/>
            <p14:sldId id="28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D1"/>
    <a:srgbClr val="F9F9F9"/>
    <a:srgbClr val="F3F6FB"/>
    <a:srgbClr val="CCCCCD"/>
    <a:srgbClr val="F4C2EE"/>
    <a:srgbClr val="637CEF"/>
    <a:srgbClr val="E3008C"/>
    <a:srgbClr val="FF8F79"/>
    <a:srgbClr val="6B6B6B"/>
    <a:srgbClr val="050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85E85-4AE3-468A-9BD2-67D23F8BC408}" v="4" dt="2026-06-04T04:21:10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3 石川 星/Ishikawa, Sho (NTT DATA)" userId="02c132a7-2049-4e7b-a292-e2101025765b" providerId="ADAL" clId="{5963EF00-8023-431A-B5E3-7791A55D19A7}"/>
    <pc:docChg chg="undo custSel addSld delSld modSld sldOrd delMainMaster modMainMaster addSection delSection modSection">
      <pc:chgData name="PS3 石川 星/Ishikawa, Sho (NTT DATA)" userId="02c132a7-2049-4e7b-a292-e2101025765b" providerId="ADAL" clId="{5963EF00-8023-431A-B5E3-7791A55D19A7}" dt="2026-06-04T04:21:10.171" v="19954" actId="113"/>
      <pc:docMkLst>
        <pc:docMk/>
      </pc:docMkLst>
      <pc:sldChg chg="add">
        <pc:chgData name="PS3 石川 星/Ishikawa, Sho (NTT DATA)" userId="02c132a7-2049-4e7b-a292-e2101025765b" providerId="ADAL" clId="{5963EF00-8023-431A-B5E3-7791A55D19A7}" dt="2026-05-13T09:40:06.457" v="18489"/>
        <pc:sldMkLst>
          <pc:docMk/>
          <pc:sldMk cId="3891599651" sldId="282"/>
        </pc:sldMkLst>
      </pc:sldChg>
      <pc:sldChg chg="addSp delSp modSp add mod ord">
        <pc:chgData name="PS3 石川 星/Ishikawa, Sho (NTT DATA)" userId="02c132a7-2049-4e7b-a292-e2101025765b" providerId="ADAL" clId="{5963EF00-8023-431A-B5E3-7791A55D19A7}" dt="2026-06-02T08:43:10.779" v="19950" actId="20577"/>
        <pc:sldMkLst>
          <pc:docMk/>
          <pc:sldMk cId="1121628382" sldId="288"/>
        </pc:sldMkLst>
        <pc:spChg chg="mod">
          <ac:chgData name="PS3 石川 星/Ishikawa, Sho (NTT DATA)" userId="02c132a7-2049-4e7b-a292-e2101025765b" providerId="ADAL" clId="{5963EF00-8023-431A-B5E3-7791A55D19A7}" dt="2026-05-29T02:06:39.120" v="19853" actId="20577"/>
          <ac:spMkLst>
            <pc:docMk/>
            <pc:sldMk cId="1121628382" sldId="288"/>
            <ac:spMk id="2" creationId="{F23590E3-C1A1-6EE5-33A3-1BA188D38A25}"/>
          </ac:spMkLst>
        </pc:spChg>
        <pc:spChg chg="mod">
          <ac:chgData name="PS3 石川 星/Ishikawa, Sho (NTT DATA)" userId="02c132a7-2049-4e7b-a292-e2101025765b" providerId="ADAL" clId="{5963EF00-8023-431A-B5E3-7791A55D19A7}" dt="2026-05-29T02:02:34.151" v="19846" actId="20577"/>
          <ac:spMkLst>
            <pc:docMk/>
            <pc:sldMk cId="1121628382" sldId="288"/>
            <ac:spMk id="3" creationId="{364265A2-61B5-45D8-6463-6418F44F076D}"/>
          </ac:spMkLst>
        </pc:spChg>
        <pc:spChg chg="mod">
          <ac:chgData name="PS3 石川 星/Ishikawa, Sho (NTT DATA)" userId="02c132a7-2049-4e7b-a292-e2101025765b" providerId="ADAL" clId="{5963EF00-8023-431A-B5E3-7791A55D19A7}" dt="2026-06-02T08:43:10.779" v="19950" actId="20577"/>
          <ac:spMkLst>
            <pc:docMk/>
            <pc:sldMk cId="1121628382" sldId="288"/>
            <ac:spMk id="4" creationId="{DCF65AA0-1FFF-132D-52B8-6DB3C5784AF4}"/>
          </ac:spMkLst>
        </pc:spChg>
        <pc:spChg chg="add mod">
          <ac:chgData name="PS3 石川 星/Ishikawa, Sho (NTT DATA)" userId="02c132a7-2049-4e7b-a292-e2101025765b" providerId="ADAL" clId="{5963EF00-8023-431A-B5E3-7791A55D19A7}" dt="2026-05-28T05:53:59.424" v="19009"/>
          <ac:spMkLst>
            <pc:docMk/>
            <pc:sldMk cId="1121628382" sldId="288"/>
            <ac:spMk id="6" creationId="{F60631F3-5D6E-4F19-A7B6-C29507585885}"/>
          </ac:spMkLst>
        </pc:spChg>
      </pc:sldChg>
      <pc:sldChg chg="addSp delSp modSp add mod ord modNotesTx">
        <pc:chgData name="PS3 石川 星/Ishikawa, Sho (NTT DATA)" userId="02c132a7-2049-4e7b-a292-e2101025765b" providerId="ADAL" clId="{5963EF00-8023-431A-B5E3-7791A55D19A7}" dt="2026-06-04T04:21:10.171" v="19954" actId="113"/>
        <pc:sldMkLst>
          <pc:docMk/>
          <pc:sldMk cId="3306773094" sldId="2147483537"/>
        </pc:sldMkLst>
        <pc:spChg chg="mod">
          <ac:chgData name="PS3 石川 星/Ishikawa, Sho (NTT DATA)" userId="02c132a7-2049-4e7b-a292-e2101025765b" providerId="ADAL" clId="{5963EF00-8023-431A-B5E3-7791A55D19A7}" dt="2026-05-13T04:44:33.636" v="18025"/>
          <ac:spMkLst>
            <pc:docMk/>
            <pc:sldMk cId="3306773094" sldId="2147483537"/>
            <ac:spMk id="2" creationId="{644619C3-F0D6-C90D-AAFC-033A9DAC0FE4}"/>
          </ac:spMkLst>
        </pc:spChg>
        <pc:spChg chg="mod">
          <ac:chgData name="PS3 石川 星/Ishikawa, Sho (NTT DATA)" userId="02c132a7-2049-4e7b-a292-e2101025765b" providerId="ADAL" clId="{5963EF00-8023-431A-B5E3-7791A55D19A7}" dt="2026-06-04T04:21:10.171" v="19954" actId="113"/>
          <ac:spMkLst>
            <pc:docMk/>
            <pc:sldMk cId="3306773094" sldId="2147483537"/>
            <ac:spMk id="3" creationId="{6731E390-974D-50CF-6689-FEFA769B102D}"/>
          </ac:spMkLst>
        </pc:spChg>
        <pc:spChg chg="add mod">
          <ac:chgData name="PS3 石川 星/Ishikawa, Sho (NTT DATA)" userId="02c132a7-2049-4e7b-a292-e2101025765b" providerId="ADAL" clId="{5963EF00-8023-431A-B5E3-7791A55D19A7}" dt="2026-05-29T02:12:19.757" v="19944" actId="1076"/>
          <ac:spMkLst>
            <pc:docMk/>
            <pc:sldMk cId="3306773094" sldId="2147483537"/>
            <ac:spMk id="4" creationId="{937E6CDE-9406-8627-04AE-DE3E12F21D17}"/>
          </ac:spMkLst>
        </pc:spChg>
        <pc:spChg chg="add mod ord">
          <ac:chgData name="PS3 石川 星/Ishikawa, Sho (NTT DATA)" userId="02c132a7-2049-4e7b-a292-e2101025765b" providerId="ADAL" clId="{5963EF00-8023-431A-B5E3-7791A55D19A7}" dt="2026-05-29T02:12:38.543" v="19948" actId="14100"/>
          <ac:spMkLst>
            <pc:docMk/>
            <pc:sldMk cId="3306773094" sldId="2147483537"/>
            <ac:spMk id="5" creationId="{0A380F9A-B778-59AE-FA13-2F3496A60DCA}"/>
          </ac:spMkLst>
        </pc:spChg>
        <pc:picChg chg="add mod">
          <ac:chgData name="PS3 石川 星/Ishikawa, Sho (NTT DATA)" userId="02c132a7-2049-4e7b-a292-e2101025765b" providerId="ADAL" clId="{5963EF00-8023-431A-B5E3-7791A55D19A7}" dt="2026-05-29T02:12:29.962" v="19946" actId="1076"/>
          <ac:picMkLst>
            <pc:docMk/>
            <pc:sldMk cId="3306773094" sldId="2147483537"/>
            <ac:picMk id="7" creationId="{22D6E48B-ABCB-0CD2-08A7-E6088F36BC32}"/>
          </ac:picMkLst>
        </pc:picChg>
      </pc:sldChg>
      <pc:sldChg chg="addSp delSp modSp add mod ord">
        <pc:chgData name="PS3 石川 星/Ishikawa, Sho (NTT DATA)" userId="02c132a7-2049-4e7b-a292-e2101025765b" providerId="ADAL" clId="{5963EF00-8023-431A-B5E3-7791A55D19A7}" dt="2026-06-04T04:20:36.582" v="19951" actId="113"/>
        <pc:sldMkLst>
          <pc:docMk/>
          <pc:sldMk cId="2980543380" sldId="2147483542"/>
        </pc:sldMkLst>
        <pc:spChg chg="mod">
          <ac:chgData name="PS3 石川 星/Ishikawa, Sho (NTT DATA)" userId="02c132a7-2049-4e7b-a292-e2101025765b" providerId="ADAL" clId="{5963EF00-8023-431A-B5E3-7791A55D19A7}" dt="2026-05-13T04:41:21.895" v="17799"/>
          <ac:spMkLst>
            <pc:docMk/>
            <pc:sldMk cId="2980543380" sldId="2147483542"/>
            <ac:spMk id="2" creationId="{C73C3E41-98AC-4A44-7F3B-22E94A72DA50}"/>
          </ac:spMkLst>
        </pc:spChg>
        <pc:spChg chg="mod">
          <ac:chgData name="PS3 石川 星/Ishikawa, Sho (NTT DATA)" userId="02c132a7-2049-4e7b-a292-e2101025765b" providerId="ADAL" clId="{5963EF00-8023-431A-B5E3-7791A55D19A7}" dt="2026-06-04T04:20:36.582" v="19951" actId="113"/>
          <ac:spMkLst>
            <pc:docMk/>
            <pc:sldMk cId="2980543380" sldId="2147483542"/>
            <ac:spMk id="3" creationId="{4BD50B71-1C4B-755E-B6D9-7C8E178B4D21}"/>
          </ac:spMkLst>
        </pc:spChg>
        <pc:spChg chg="add mod">
          <ac:chgData name="PS3 石川 星/Ishikawa, Sho (NTT DATA)" userId="02c132a7-2049-4e7b-a292-e2101025765b" providerId="ADAL" clId="{5963EF00-8023-431A-B5E3-7791A55D19A7}" dt="2026-05-29T02:08:07.236" v="19866" actId="1037"/>
          <ac:spMkLst>
            <pc:docMk/>
            <pc:sldMk cId="2980543380" sldId="2147483542"/>
            <ac:spMk id="5" creationId="{49E6223E-07B9-F02C-EE07-D8D88D9627B2}"/>
          </ac:spMkLst>
        </pc:spChg>
        <pc:spChg chg="add mod">
          <ac:chgData name="PS3 石川 星/Ishikawa, Sho (NTT DATA)" userId="02c132a7-2049-4e7b-a292-e2101025765b" providerId="ADAL" clId="{5963EF00-8023-431A-B5E3-7791A55D19A7}" dt="2026-05-29T02:08:07.236" v="19866" actId="1037"/>
          <ac:spMkLst>
            <pc:docMk/>
            <pc:sldMk cId="2980543380" sldId="2147483542"/>
            <ac:spMk id="7" creationId="{0B023D2D-414F-3570-6021-E0F2DC2352A2}"/>
          </ac:spMkLst>
        </pc:spChg>
        <pc:spChg chg="add mod ord">
          <ac:chgData name="PS3 石川 星/Ishikawa, Sho (NTT DATA)" userId="02c132a7-2049-4e7b-a292-e2101025765b" providerId="ADAL" clId="{5963EF00-8023-431A-B5E3-7791A55D19A7}" dt="2026-05-29T02:08:07.236" v="19866" actId="1037"/>
          <ac:spMkLst>
            <pc:docMk/>
            <pc:sldMk cId="2980543380" sldId="2147483542"/>
            <ac:spMk id="10" creationId="{54DC2F38-B0A2-CEEB-082A-A9D39DE85381}"/>
          </ac:spMkLst>
        </pc:spChg>
        <pc:spChg chg="add mod">
          <ac:chgData name="PS3 石川 星/Ishikawa, Sho (NTT DATA)" userId="02c132a7-2049-4e7b-a292-e2101025765b" providerId="ADAL" clId="{5963EF00-8023-431A-B5E3-7791A55D19A7}" dt="2026-05-29T02:08:07.236" v="19866" actId="1037"/>
          <ac:spMkLst>
            <pc:docMk/>
            <pc:sldMk cId="2980543380" sldId="2147483542"/>
            <ac:spMk id="11" creationId="{377BA619-C11C-349A-5119-ED581DB21A7B}"/>
          </ac:spMkLst>
        </pc:spChg>
        <pc:picChg chg="add mod">
          <ac:chgData name="PS3 石川 星/Ishikawa, Sho (NTT DATA)" userId="02c132a7-2049-4e7b-a292-e2101025765b" providerId="ADAL" clId="{5963EF00-8023-431A-B5E3-7791A55D19A7}" dt="2026-05-29T02:08:07.236" v="19866" actId="1037"/>
          <ac:picMkLst>
            <pc:docMk/>
            <pc:sldMk cId="2980543380" sldId="2147483542"/>
            <ac:picMk id="6" creationId="{57E1C5DD-36FC-D0C4-6BFE-E76DA540A0F6}"/>
          </ac:picMkLst>
        </pc:picChg>
        <pc:picChg chg="add mod">
          <ac:chgData name="PS3 石川 星/Ishikawa, Sho (NTT DATA)" userId="02c132a7-2049-4e7b-a292-e2101025765b" providerId="ADAL" clId="{5963EF00-8023-431A-B5E3-7791A55D19A7}" dt="2026-05-29T02:08:07.236" v="19866" actId="1037"/>
          <ac:picMkLst>
            <pc:docMk/>
            <pc:sldMk cId="2980543380" sldId="2147483542"/>
            <ac:picMk id="9" creationId="{FD374575-B69F-63F0-6397-924F36A63A52}"/>
          </ac:picMkLst>
        </pc:picChg>
      </pc:sldChg>
      <pc:sldChg chg="addSp modSp add mod ord">
        <pc:chgData name="PS3 石川 星/Ishikawa, Sho (NTT DATA)" userId="02c132a7-2049-4e7b-a292-e2101025765b" providerId="ADAL" clId="{5963EF00-8023-431A-B5E3-7791A55D19A7}" dt="2026-06-04T04:21:03.972" v="19953" actId="113"/>
        <pc:sldMkLst>
          <pc:docMk/>
          <pc:sldMk cId="2052264915" sldId="2147483543"/>
        </pc:sldMkLst>
        <pc:spChg chg="mod">
          <ac:chgData name="PS3 石川 星/Ishikawa, Sho (NTT DATA)" userId="02c132a7-2049-4e7b-a292-e2101025765b" providerId="ADAL" clId="{5963EF00-8023-431A-B5E3-7791A55D19A7}" dt="2026-05-13T04:43:59.542" v="17970"/>
          <ac:spMkLst>
            <pc:docMk/>
            <pc:sldMk cId="2052264915" sldId="2147483543"/>
            <ac:spMk id="2" creationId="{55DB9805-B958-44C3-C7F8-F56928382488}"/>
          </ac:spMkLst>
        </pc:spChg>
        <pc:spChg chg="mod">
          <ac:chgData name="PS3 石川 星/Ishikawa, Sho (NTT DATA)" userId="02c132a7-2049-4e7b-a292-e2101025765b" providerId="ADAL" clId="{5963EF00-8023-431A-B5E3-7791A55D19A7}" dt="2026-06-04T04:21:03.972" v="19953" actId="113"/>
          <ac:spMkLst>
            <pc:docMk/>
            <pc:sldMk cId="2052264915" sldId="2147483543"/>
            <ac:spMk id="3" creationId="{67557440-F832-ACAE-0B8D-601B8B3ECB5C}"/>
          </ac:spMkLst>
        </pc:spChg>
        <pc:spChg chg="add mod">
          <ac:chgData name="PS3 石川 星/Ishikawa, Sho (NTT DATA)" userId="02c132a7-2049-4e7b-a292-e2101025765b" providerId="ADAL" clId="{5963EF00-8023-431A-B5E3-7791A55D19A7}" dt="2026-05-29T02:10:55.367" v="19931" actId="1037"/>
          <ac:spMkLst>
            <pc:docMk/>
            <pc:sldMk cId="2052264915" sldId="2147483543"/>
            <ac:spMk id="4" creationId="{E5079A93-A842-9E29-4ED6-0CD02E8D4037}"/>
          </ac:spMkLst>
        </pc:spChg>
        <pc:spChg chg="add mod ord">
          <ac:chgData name="PS3 石川 星/Ishikawa, Sho (NTT DATA)" userId="02c132a7-2049-4e7b-a292-e2101025765b" providerId="ADAL" clId="{5963EF00-8023-431A-B5E3-7791A55D19A7}" dt="2026-05-29T02:11:47.582" v="19937" actId="14100"/>
          <ac:spMkLst>
            <pc:docMk/>
            <pc:sldMk cId="2052264915" sldId="2147483543"/>
            <ac:spMk id="6" creationId="{C653A925-2DBF-CB3F-11ED-F53A8C5A6151}"/>
          </ac:spMkLst>
        </pc:spChg>
        <pc:picChg chg="add mod">
          <ac:chgData name="PS3 石川 星/Ishikawa, Sho (NTT DATA)" userId="02c132a7-2049-4e7b-a292-e2101025765b" providerId="ADAL" clId="{5963EF00-8023-431A-B5E3-7791A55D19A7}" dt="2026-05-29T02:11:51.879" v="19939" actId="1035"/>
          <ac:picMkLst>
            <pc:docMk/>
            <pc:sldMk cId="2052264915" sldId="2147483543"/>
            <ac:picMk id="5" creationId="{13918721-BA55-6193-430B-E7044E721ED8}"/>
          </ac:picMkLst>
        </pc:picChg>
      </pc:sldChg>
      <pc:sldChg chg="addSp modSp add mod">
        <pc:chgData name="PS3 石川 星/Ishikawa, Sho (NTT DATA)" userId="02c132a7-2049-4e7b-a292-e2101025765b" providerId="ADAL" clId="{5963EF00-8023-431A-B5E3-7791A55D19A7}" dt="2026-06-04T04:20:52.166" v="19952" actId="113"/>
        <pc:sldMkLst>
          <pc:docMk/>
          <pc:sldMk cId="1444895198" sldId="2147483544"/>
        </pc:sldMkLst>
        <pc:spChg chg="mod">
          <ac:chgData name="PS3 石川 星/Ishikawa, Sho (NTT DATA)" userId="02c132a7-2049-4e7b-a292-e2101025765b" providerId="ADAL" clId="{5963EF00-8023-431A-B5E3-7791A55D19A7}" dt="2026-05-13T04:43:37.609" v="17935"/>
          <ac:spMkLst>
            <pc:docMk/>
            <pc:sldMk cId="1444895198" sldId="2147483544"/>
            <ac:spMk id="2" creationId="{6B43FE0D-E018-9A89-8964-D751CF38AAFE}"/>
          </ac:spMkLst>
        </pc:spChg>
        <pc:spChg chg="mod">
          <ac:chgData name="PS3 石川 星/Ishikawa, Sho (NTT DATA)" userId="02c132a7-2049-4e7b-a292-e2101025765b" providerId="ADAL" clId="{5963EF00-8023-431A-B5E3-7791A55D19A7}" dt="2026-06-04T04:20:52.166" v="19952" actId="113"/>
          <ac:spMkLst>
            <pc:docMk/>
            <pc:sldMk cId="1444895198" sldId="2147483544"/>
            <ac:spMk id="3" creationId="{BA18F03A-92FE-93A4-1584-2F3AD436E375}"/>
          </ac:spMkLst>
        </pc:spChg>
        <pc:spChg chg="add mod">
          <ac:chgData name="PS3 石川 星/Ishikawa, Sho (NTT DATA)" userId="02c132a7-2049-4e7b-a292-e2101025765b" providerId="ADAL" clId="{5963EF00-8023-431A-B5E3-7791A55D19A7}" dt="2026-05-21T02:34:51.651" v="18989" actId="1036"/>
          <ac:spMkLst>
            <pc:docMk/>
            <pc:sldMk cId="1444895198" sldId="2147483544"/>
            <ac:spMk id="4" creationId="{B7BCB613-796A-A712-9875-98A33D875407}"/>
          </ac:spMkLst>
        </pc:spChg>
        <pc:spChg chg="add mod ord">
          <ac:chgData name="PS3 石川 星/Ishikawa, Sho (NTT DATA)" userId="02c132a7-2049-4e7b-a292-e2101025765b" providerId="ADAL" clId="{5963EF00-8023-431A-B5E3-7791A55D19A7}" dt="2026-05-29T02:09:38.447" v="19875" actId="14100"/>
          <ac:spMkLst>
            <pc:docMk/>
            <pc:sldMk cId="1444895198" sldId="2147483544"/>
            <ac:spMk id="6" creationId="{EACD0DA7-802C-9F75-5B77-4D2F3059C80F}"/>
          </ac:spMkLst>
        </pc:spChg>
        <pc:picChg chg="mod">
          <ac:chgData name="PS3 石川 星/Ishikawa, Sho (NTT DATA)" userId="02c132a7-2049-4e7b-a292-e2101025765b" providerId="ADAL" clId="{5963EF00-8023-431A-B5E3-7791A55D19A7}" dt="2026-05-21T02:34:47.038" v="18984" actId="1036"/>
          <ac:picMkLst>
            <pc:docMk/>
            <pc:sldMk cId="1444895198" sldId="2147483544"/>
            <ac:picMk id="7" creationId="{EF1C2D3C-D145-1B89-5E09-7FA926C9C01E}"/>
          </ac:picMkLst>
        </pc:picChg>
      </pc:sldChg>
      <pc:sldMasterChg chg="modSp mod">
        <pc:chgData name="PS3 石川 星/Ishikawa, Sho (NTT DATA)" userId="02c132a7-2049-4e7b-a292-e2101025765b" providerId="ADAL" clId="{5963EF00-8023-431A-B5E3-7791A55D19A7}" dt="2026-05-12T10:16:39.070" v="16704" actId="20577"/>
        <pc:sldMasterMkLst>
          <pc:docMk/>
          <pc:sldMasterMk cId="2903117392" sldId="2147483899"/>
        </pc:sldMasterMkLst>
        <pc:spChg chg="mod">
          <ac:chgData name="PS3 石川 星/Ishikawa, Sho (NTT DATA)" userId="02c132a7-2049-4e7b-a292-e2101025765b" providerId="ADAL" clId="{5963EF00-8023-431A-B5E3-7791A55D19A7}" dt="2026-05-12T10:16:39.070" v="16704" actId="20577"/>
          <ac:spMkLst>
            <pc:docMk/>
            <pc:sldMasterMk cId="2903117392" sldId="2147483899"/>
            <ac:spMk id="12" creationId="{8E0B27DF-CFBE-A4A8-9EB1-3609B2C2EB77}"/>
          </ac:spMkLst>
        </pc:spChg>
      </pc:sldMasterChg>
      <pc:sldMasterChg chg="modSp mod delSldLayout">
        <pc:chgData name="PS3 石川 星/Ishikawa, Sho (NTT DATA)" userId="02c132a7-2049-4e7b-a292-e2101025765b" providerId="ADAL" clId="{5963EF00-8023-431A-B5E3-7791A55D19A7}" dt="2026-05-12T10:17:57.599" v="16726" actId="20577"/>
        <pc:sldMasterMkLst>
          <pc:docMk/>
          <pc:sldMasterMk cId="1330119830" sldId="2147484027"/>
        </pc:sldMasterMkLst>
        <pc:spChg chg="mod">
          <ac:chgData name="PS3 石川 星/Ishikawa, Sho (NTT DATA)" userId="02c132a7-2049-4e7b-a292-e2101025765b" providerId="ADAL" clId="{5963EF00-8023-431A-B5E3-7791A55D19A7}" dt="2026-05-12T10:17:57.599" v="16726" actId="20577"/>
          <ac:spMkLst>
            <pc:docMk/>
            <pc:sldMasterMk cId="1330119830" sldId="2147484027"/>
            <ac:spMk id="9" creationId="{1D1D4E16-E062-D856-6161-F5C259925C14}"/>
          </ac:spMkLst>
        </pc:spChg>
      </pc:sldMasterChg>
      <pc:sldMasterChg chg="modSp mod delSldLayout">
        <pc:chgData name="PS3 石川 星/Ishikawa, Sho (NTT DATA)" userId="02c132a7-2049-4e7b-a292-e2101025765b" providerId="ADAL" clId="{5963EF00-8023-431A-B5E3-7791A55D19A7}" dt="2026-05-13T05:50:28.207" v="18481" actId="2696"/>
        <pc:sldMasterMkLst>
          <pc:docMk/>
          <pc:sldMasterMk cId="3466074678" sldId="2147484085"/>
        </pc:sldMasterMkLst>
        <pc:spChg chg="mod">
          <ac:chgData name="PS3 石川 星/Ishikawa, Sho (NTT DATA)" userId="02c132a7-2049-4e7b-a292-e2101025765b" providerId="ADAL" clId="{5963EF00-8023-431A-B5E3-7791A55D19A7}" dt="2026-05-12T10:17:46.247" v="16724" actId="20577"/>
          <ac:spMkLst>
            <pc:docMk/>
            <pc:sldMasterMk cId="3466074678" sldId="2147484085"/>
            <ac:spMk id="9" creationId="{1D1D4E16-E062-D856-6161-F5C259925C14}"/>
          </ac:spMkLst>
        </pc:spChg>
      </pc:sldMasterChg>
      <pc:sldMasterChg chg="modSp mod modSldLayout">
        <pc:chgData name="PS3 石川 星/Ishikawa, Sho (NTT DATA)" userId="02c132a7-2049-4e7b-a292-e2101025765b" providerId="ADAL" clId="{5963EF00-8023-431A-B5E3-7791A55D19A7}" dt="2026-05-12T10:17:37.521" v="16722" actId="20577"/>
        <pc:sldMasterMkLst>
          <pc:docMk/>
          <pc:sldMasterMk cId="191568983" sldId="2147484102"/>
        </pc:sldMasterMkLst>
        <pc:spChg chg="mod">
          <ac:chgData name="PS3 石川 星/Ishikawa, Sho (NTT DATA)" userId="02c132a7-2049-4e7b-a292-e2101025765b" providerId="ADAL" clId="{5963EF00-8023-431A-B5E3-7791A55D19A7}" dt="2026-05-12T10:16:48.827" v="16706" actId="20577"/>
          <ac:spMkLst>
            <pc:docMk/>
            <pc:sldMasterMk cId="191568983" sldId="2147484102"/>
            <ac:spMk id="6" creationId="{B01BF0E7-CA3F-2C26-0703-F0CB01EA9A9E}"/>
          </ac:spMkLst>
        </pc:spChg>
        <pc:sldLayoutChg chg="modSp mod">
          <pc:chgData name="PS3 石川 星/Ishikawa, Sho (NTT DATA)" userId="02c132a7-2049-4e7b-a292-e2101025765b" providerId="ADAL" clId="{5963EF00-8023-431A-B5E3-7791A55D19A7}" dt="2026-05-12T10:17:14.988" v="16710" actId="20577"/>
          <pc:sldLayoutMkLst>
            <pc:docMk/>
            <pc:sldMasterMk cId="191568983" sldId="2147484102"/>
            <pc:sldLayoutMk cId="813908368" sldId="2147484103"/>
          </pc:sldLayoutMkLst>
          <pc:spChg chg="mod">
            <ac:chgData name="PS3 石川 星/Ishikawa, Sho (NTT DATA)" userId="02c132a7-2049-4e7b-a292-e2101025765b" providerId="ADAL" clId="{5963EF00-8023-431A-B5E3-7791A55D19A7}" dt="2026-05-12T10:17:14.988" v="16710" actId="20577"/>
            <ac:spMkLst>
              <pc:docMk/>
              <pc:sldMasterMk cId="191568983" sldId="2147484102"/>
              <pc:sldLayoutMk cId="813908368" sldId="2147484103"/>
              <ac:spMk id="10" creationId="{C902823D-1000-9AD4-A5D1-BC7E7F7ABDBA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12.040" v="16708" actId="20577"/>
            <ac:spMkLst>
              <pc:docMk/>
              <pc:sldMasterMk cId="191568983" sldId="2147484102"/>
              <pc:sldLayoutMk cId="813908368" sldId="2147484103"/>
              <ac:spMk id="17" creationId="{638584A2-F12B-7FC9-C3A1-97D2EFB00B41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21.905" v="16714" actId="20577"/>
          <pc:sldLayoutMkLst>
            <pc:docMk/>
            <pc:sldMasterMk cId="191568983" sldId="2147484102"/>
            <pc:sldLayoutMk cId="1610185873" sldId="2147484104"/>
          </pc:sldLayoutMkLst>
          <pc:spChg chg="mod">
            <ac:chgData name="PS3 石川 星/Ishikawa, Sho (NTT DATA)" userId="02c132a7-2049-4e7b-a292-e2101025765b" providerId="ADAL" clId="{5963EF00-8023-431A-B5E3-7791A55D19A7}" dt="2026-05-12T10:17:21.905" v="16714" actId="20577"/>
            <ac:spMkLst>
              <pc:docMk/>
              <pc:sldMasterMk cId="191568983" sldId="2147484102"/>
              <pc:sldLayoutMk cId="1610185873" sldId="2147484104"/>
              <ac:spMk id="10" creationId="{253D2BDA-26EA-370D-2084-F7F1C3809C6A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18.712" v="16712" actId="20577"/>
            <ac:spMkLst>
              <pc:docMk/>
              <pc:sldMasterMk cId="191568983" sldId="2147484102"/>
              <pc:sldLayoutMk cId="1610185873" sldId="2147484104"/>
              <ac:spMk id="13" creationId="{FF2F9E31-F480-6E30-B7CC-0D2A360E0E4D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29.966" v="16718" actId="20577"/>
          <pc:sldLayoutMkLst>
            <pc:docMk/>
            <pc:sldMasterMk cId="191568983" sldId="2147484102"/>
            <pc:sldLayoutMk cId="2172341424" sldId="2147484105"/>
          </pc:sldLayoutMkLst>
          <pc:spChg chg="mod">
            <ac:chgData name="PS3 石川 星/Ishikawa, Sho (NTT DATA)" userId="02c132a7-2049-4e7b-a292-e2101025765b" providerId="ADAL" clId="{5963EF00-8023-431A-B5E3-7791A55D19A7}" dt="2026-05-12T10:17:29.966" v="16718" actId="20577"/>
            <ac:spMkLst>
              <pc:docMk/>
              <pc:sldMasterMk cId="191568983" sldId="2147484102"/>
              <pc:sldLayoutMk cId="2172341424" sldId="2147484105"/>
              <ac:spMk id="6" creationId="{E6AA3F11-2310-C251-1D68-4B8F48D50146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27.402" v="16716" actId="20577"/>
            <ac:spMkLst>
              <pc:docMk/>
              <pc:sldMasterMk cId="191568983" sldId="2147484102"/>
              <pc:sldLayoutMk cId="2172341424" sldId="2147484105"/>
              <ac:spMk id="12" creationId="{07CC41DA-AB1D-B096-5118-CDEB9ED3AACC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37.521" v="16722" actId="20577"/>
          <pc:sldLayoutMkLst>
            <pc:docMk/>
            <pc:sldMasterMk cId="191568983" sldId="2147484102"/>
            <pc:sldLayoutMk cId="853230401" sldId="2147484106"/>
          </pc:sldLayoutMkLst>
          <pc:spChg chg="mod">
            <ac:chgData name="PS3 石川 星/Ishikawa, Sho (NTT DATA)" userId="02c132a7-2049-4e7b-a292-e2101025765b" providerId="ADAL" clId="{5963EF00-8023-431A-B5E3-7791A55D19A7}" dt="2026-05-12T10:17:34.637" v="16720" actId="20577"/>
            <ac:spMkLst>
              <pc:docMk/>
              <pc:sldMasterMk cId="191568983" sldId="2147484102"/>
              <pc:sldLayoutMk cId="853230401" sldId="2147484106"/>
              <ac:spMk id="4" creationId="{8ADA0CC1-B34F-2866-9154-43C9EABF8BF5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37.521" v="16722" actId="20577"/>
            <ac:spMkLst>
              <pc:docMk/>
              <pc:sldMasterMk cId="191568983" sldId="2147484102"/>
              <pc:sldLayoutMk cId="853230401" sldId="2147484106"/>
              <ac:spMk id="12" creationId="{CC6F50BD-6D4E-93A3-94F5-CD0A6C075F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2026/6/3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95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gi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novation Curve">
            <a:extLst>
              <a:ext uri="{FF2B5EF4-FFF2-40B4-BE49-F238E27FC236}">
                <a16:creationId xmlns:a16="http://schemas.microsoft.com/office/drawing/2014/main" id="{C7D758E2-2981-8964-2DBD-5E4C29B76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000" y="0"/>
            <a:ext cx="6876000" cy="6876000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28E88A40-63CF-7644-EB56-0F82D8E1B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F1A176CE-1C9E-473C-DA2D-5CF9AA7285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93FE156B-F772-D01E-4372-4120E52784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2024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67654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>
            <a:extLst>
              <a:ext uri="{FF2B5EF4-FFF2-40B4-BE49-F238E27FC236}">
                <a16:creationId xmlns:a16="http://schemas.microsoft.com/office/drawing/2014/main" id="{A3D5047C-C1BE-4A97-3D30-4818BC078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180CAA48-C9FC-9FB9-00D4-FB6ED53D8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68E6879D-7AAE-B9F3-790D-BB85BE746E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2024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66590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1EA45-BF6A-8E89-F9CE-BFA62AF363CC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583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384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２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EF021ACE-2CF5-4B31-D043-4FF4199CE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800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0132AB-F8CC-E986-3454-C51AAC0E95E8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35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３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58228A74-29BB-7D83-4FBF-D4C78D0E82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6000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B772862-BD3C-7869-DB09-5C7C67173F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2929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38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468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32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（フッター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C562A-25AB-8415-C9E5-F862FADD5F0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520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面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F524A762-DD3D-0F30-6F39-0BAD647C7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3F105C-816B-C4B5-FF44-9C78401DC345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A7D226-AA1D-4565-296E-260FC63988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F7EA9B-E085-E004-36B4-F14995B0339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3FB7A8-16FC-BD93-A0B4-62A3FCF37C5A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61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BA8380C3-23D1-332E-5763-4E45DE28D8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815340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74808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A853D6E-6D9F-5F51-58ED-3ED1FABFD06D}"/>
              </a:ext>
            </a:extLst>
          </p:cNvPr>
          <p:cNvSpPr/>
          <p:nvPr userDrawn="1"/>
        </p:nvSpPr>
        <p:spPr>
          <a:xfrm>
            <a:off x="8152800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31878D8-FF4D-F5B8-7D51-A27150395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5398C-909F-71D0-49CD-60754A59BD4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418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12BB1B84-3873-592B-346A-382DA695B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6400" y="334800"/>
            <a:ext cx="72324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A10DC3-739F-B3F0-BA1B-B970F3916583}"/>
              </a:ext>
            </a:extLst>
          </p:cNvPr>
          <p:cNvSpPr txBox="1"/>
          <p:nvPr userDrawn="1"/>
        </p:nvSpPr>
        <p:spPr>
          <a:xfrm>
            <a:off x="77760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909204-40F4-08DA-5F77-8CD9CC767A5B}"/>
              </a:ext>
            </a:extLst>
          </p:cNvPr>
          <p:cNvSpPr/>
          <p:nvPr userDrawn="1"/>
        </p:nvSpPr>
        <p:spPr>
          <a:xfrm>
            <a:off x="-1201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1F4A7B-797E-8774-7A15-00748447B4EA}"/>
              </a:ext>
            </a:extLst>
          </p:cNvPr>
          <p:cNvSpPr txBox="1"/>
          <p:nvPr userDrawn="1"/>
        </p:nvSpPr>
        <p:spPr>
          <a:xfrm>
            <a:off x="4496400" y="6562800"/>
            <a:ext cx="32040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22009A-DED3-7073-83CB-04DBCF9C572B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0943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1">
            <a:extLst>
              <a:ext uri="{FF2B5EF4-FFF2-40B4-BE49-F238E27FC236}">
                <a16:creationId xmlns:a16="http://schemas.microsoft.com/office/drawing/2014/main" id="{C2044BA7-36F7-9477-3C85-FA967B223B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412" b="2441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900E81-5532-6F3F-3DCC-003C90BA5ECB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17DA24-7E4F-696A-F536-1C16C913B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90F45524-EB8E-A1DF-361B-8D78281B5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05FF2A-BCBB-15AB-3787-FE03495E6FCB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BC1440-FAD9-794A-1B15-7B7A1614395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655178-DE12-7246-7FDA-793D4F72C04F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4928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3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D8BF745-92BD-988C-34D0-74B4D7534C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49F5F7A-6BC4-C06C-9C1E-4B267B2B2F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9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67C5164-A259-C81F-D67B-6539C0BBF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5820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AF36B133-36B0-B253-B7D4-C28F41A6105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0800" y="334800"/>
            <a:ext cx="4420800" cy="3546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0F00A5-A022-0540-F2CC-D4AA03AB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2422800"/>
            <a:ext cx="4420800" cy="1458000"/>
          </a:xfrm>
        </p:spPr>
        <p:txBody>
          <a:bodyPr>
            <a:noAutofit/>
          </a:bodyPr>
          <a:lstStyle>
            <a:lvl1pPr algn="ctr">
              <a:defRPr sz="213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86AAEE8-9706-2A45-5CC0-A6743ACE4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800" y="3988800"/>
            <a:ext cx="3420000" cy="2250000"/>
          </a:xfrm>
          <a:solidFill>
            <a:schemeClr val="accent6"/>
          </a:solidFill>
        </p:spPr>
        <p:txBody>
          <a:bodyPr anchor="ctr"/>
          <a:lstStyle>
            <a:lvl1pPr algn="l">
              <a:defRPr sz="267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7250683-2213-51C3-F47C-D3BB0C13B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200" y="334800"/>
            <a:ext cx="4348800" cy="3556800"/>
          </a:xfrm>
          <a:solidFill>
            <a:schemeClr val="accent1"/>
          </a:solidFill>
        </p:spPr>
        <p:txBody>
          <a:bodyPr anchor="ctr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図プレースホルダー 10">
            <a:extLst>
              <a:ext uri="{FF2B5EF4-FFF2-40B4-BE49-F238E27FC236}">
                <a16:creationId xmlns:a16="http://schemas.microsoft.com/office/drawing/2014/main" id="{D127BBDB-D025-FD8A-C85D-A801D42BD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77200" y="3988800"/>
            <a:ext cx="5371200" cy="2249487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7430A91-EF7E-38AA-26AE-08F2AE0177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7200" y="5400000"/>
            <a:ext cx="5371200" cy="838800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E3F89E9-9AFA-9CD7-A1FE-3F17B72269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60000" y="334800"/>
            <a:ext cx="2473200" cy="1699200"/>
          </a:xfrm>
          <a:solidFill>
            <a:schemeClr val="accent6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36D62073-F3ED-902D-ABDD-53B579CEBC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49200" y="2138400"/>
            <a:ext cx="2484000" cy="2682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4A8E1685-4EC8-2142-116E-6C7F07537E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60000" y="3744000"/>
            <a:ext cx="2473200" cy="1076400"/>
          </a:xfrm>
        </p:spPr>
        <p:txBody>
          <a:bodyPr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A9A8FCD4-EB65-F684-B13F-80CED75EC5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49200" y="4928400"/>
            <a:ext cx="2469600" cy="1310400"/>
          </a:xfrm>
          <a:solidFill>
            <a:schemeClr val="accent2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6A7A10-7575-DD29-07D8-321ECD75E9AA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843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1EA45-BF6A-8E89-F9CE-BFA62AF363CC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5490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103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２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EF021ACE-2CF5-4B31-D043-4FF4199CE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800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0132AB-F8CC-E986-3454-C51AAC0E95E8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4498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３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58228A74-29BB-7D83-4FBF-D4C78D0E82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6000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B772862-BD3C-7869-DB09-5C7C67173F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2929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3875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910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82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（フッター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C562A-25AB-8415-C9E5-F862FADD5F0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269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面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F524A762-DD3D-0F30-6F39-0BAD647C7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3F105C-816B-C4B5-FF44-9C78401DC345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A7D226-AA1D-4565-296E-260FC63988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F7EA9B-E085-E004-36B4-F14995B0339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3FB7A8-16FC-BD93-A0B4-62A3FCF37C5A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5970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BA8380C3-23D1-332E-5763-4E45DE28D8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815340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74808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A853D6E-6D9F-5F51-58ED-3ED1FABFD06D}"/>
              </a:ext>
            </a:extLst>
          </p:cNvPr>
          <p:cNvSpPr/>
          <p:nvPr userDrawn="1"/>
        </p:nvSpPr>
        <p:spPr>
          <a:xfrm>
            <a:off x="8152800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31878D8-FF4D-F5B8-7D51-A27150395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5398C-909F-71D0-49CD-60754A59BD4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0205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12BB1B84-3873-592B-346A-382DA695B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6400" y="334800"/>
            <a:ext cx="72324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A10DC3-739F-B3F0-BA1B-B970F3916583}"/>
              </a:ext>
            </a:extLst>
          </p:cNvPr>
          <p:cNvSpPr txBox="1"/>
          <p:nvPr userDrawn="1"/>
        </p:nvSpPr>
        <p:spPr>
          <a:xfrm>
            <a:off x="77760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909204-40F4-08DA-5F77-8CD9CC767A5B}"/>
              </a:ext>
            </a:extLst>
          </p:cNvPr>
          <p:cNvSpPr/>
          <p:nvPr userDrawn="1"/>
        </p:nvSpPr>
        <p:spPr>
          <a:xfrm>
            <a:off x="-1201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1F4A7B-797E-8774-7A15-00748447B4EA}"/>
              </a:ext>
            </a:extLst>
          </p:cNvPr>
          <p:cNvSpPr txBox="1"/>
          <p:nvPr userDrawn="1"/>
        </p:nvSpPr>
        <p:spPr>
          <a:xfrm>
            <a:off x="4496400" y="6562800"/>
            <a:ext cx="32040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22009A-DED3-7073-83CB-04DBCF9C572B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9185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1">
            <a:extLst>
              <a:ext uri="{FF2B5EF4-FFF2-40B4-BE49-F238E27FC236}">
                <a16:creationId xmlns:a16="http://schemas.microsoft.com/office/drawing/2014/main" id="{C2044BA7-36F7-9477-3C85-FA967B223B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412" b="2441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900E81-5532-6F3F-3DCC-003C90BA5ECB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17DA24-7E4F-696A-F536-1C16C913B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90F45524-EB8E-A1DF-361B-8D78281B5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05FF2A-BCBB-15AB-3787-FE03495E6FCB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BC1440-FAD9-794A-1B15-7B7A1614395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655178-DE12-7246-7FDA-793D4F72C04F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4788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3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D8BF745-92BD-988C-34D0-74B4D7534C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49F5F7A-6BC4-C06C-9C1E-4B267B2B2F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9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67C5164-A259-C81F-D67B-6539C0BBF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8055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AF36B133-36B0-B253-B7D4-C28F41A6105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0800" y="334800"/>
            <a:ext cx="4420800" cy="3546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0F00A5-A022-0540-F2CC-D4AA03AB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2422800"/>
            <a:ext cx="4420800" cy="1458000"/>
          </a:xfrm>
        </p:spPr>
        <p:txBody>
          <a:bodyPr>
            <a:noAutofit/>
          </a:bodyPr>
          <a:lstStyle>
            <a:lvl1pPr algn="ctr">
              <a:defRPr sz="213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86AAEE8-9706-2A45-5CC0-A6743ACE4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800" y="3988800"/>
            <a:ext cx="3420000" cy="2250000"/>
          </a:xfrm>
          <a:solidFill>
            <a:schemeClr val="accent6"/>
          </a:solidFill>
        </p:spPr>
        <p:txBody>
          <a:bodyPr anchor="ctr"/>
          <a:lstStyle>
            <a:lvl1pPr algn="l">
              <a:defRPr sz="267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7250683-2213-51C3-F47C-D3BB0C13B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200" y="334800"/>
            <a:ext cx="4348800" cy="3556800"/>
          </a:xfrm>
          <a:solidFill>
            <a:schemeClr val="accent1"/>
          </a:solidFill>
        </p:spPr>
        <p:txBody>
          <a:bodyPr anchor="ctr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図プレースホルダー 10">
            <a:extLst>
              <a:ext uri="{FF2B5EF4-FFF2-40B4-BE49-F238E27FC236}">
                <a16:creationId xmlns:a16="http://schemas.microsoft.com/office/drawing/2014/main" id="{D127BBDB-D025-FD8A-C85D-A801D42BD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77200" y="3988800"/>
            <a:ext cx="5371200" cy="2249487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7430A91-EF7E-38AA-26AE-08F2AE0177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7200" y="5400000"/>
            <a:ext cx="5371200" cy="838800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E3F89E9-9AFA-9CD7-A1FE-3F17B72269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60000" y="334800"/>
            <a:ext cx="2473200" cy="1699200"/>
          </a:xfrm>
          <a:solidFill>
            <a:schemeClr val="accent6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36D62073-F3ED-902D-ABDD-53B579CEBC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49200" y="2138400"/>
            <a:ext cx="2484000" cy="2682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4A8E1685-4EC8-2142-116E-6C7F07537E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60000" y="3744000"/>
            <a:ext cx="2473200" cy="1076400"/>
          </a:xfrm>
        </p:spPr>
        <p:txBody>
          <a:bodyPr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A9A8FCD4-EB65-F684-B13F-80CED75EC5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49200" y="4928400"/>
            <a:ext cx="2469600" cy="1310400"/>
          </a:xfrm>
          <a:solidFill>
            <a:schemeClr val="accent2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6A7A10-7575-DD29-07D8-321ECD75E9AA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69949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写真背景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2BAA3C9-E6D9-AE11-A16C-34CC9C76E6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B59AC5-1B60-A021-8B7D-DF59CBAD3A75}"/>
              </a:ext>
            </a:extLst>
          </p:cNvPr>
          <p:cNvSpPr/>
          <p:nvPr userDrawn="1"/>
        </p:nvSpPr>
        <p:spPr>
          <a:xfrm>
            <a:off x="0" y="-1"/>
            <a:ext cx="12192000" cy="6857998"/>
          </a:xfrm>
          <a:prstGeom prst="rect">
            <a:avLst/>
          </a:prstGeom>
          <a:solidFill>
            <a:srgbClr val="050D24">
              <a:alpha val="58367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B41749C-507D-C7F2-AA9C-DC270B029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85475" y="2865911"/>
            <a:ext cx="4421049" cy="112617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BDF2C6-C064-BC40-82E9-4D1BAEA155C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65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914A62E0-557E-B957-9899-5EBF45E3E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1D845A-6F22-B3AA-CB2B-CE570ECB54DA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93D96B2-6F5E-EE7E-9F24-93B0B654C8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54200" y="0"/>
            <a:ext cx="6837800" cy="6876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06268F2-28E0-79B7-DA6F-57A7B640AE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8584A2-F12B-7FC9-C3A1-97D2EFB00B41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A56B1-D141-A67A-825B-D1E94545EC0A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9FFE2739-2E04-47EE-56DD-BB294EDAFE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F837CDFA-F63F-E633-A624-CDB5B06CAF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C902823D-1000-9AD4-A5D1-BC7E7F7ABD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8139083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一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135D64F4-1CA0-56CF-8C07-767DED8AAB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7923DD-A187-436F-BFDF-933B5E40DE59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0B3FE2-7046-025F-1030-28927CDF79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26356CC-4A55-00B4-4C29-4C4FF9AC3E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28966" y="0"/>
            <a:ext cx="4558534" cy="6876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53D2BDA-26EA-370D-2084-F7F1C3809C6A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97F027-0343-7668-5879-F7126DF1758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FDC3CA59-45BD-B018-FE26-B50D09901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71856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2" name="テキスト プレースホルダー 6">
            <a:extLst>
              <a:ext uri="{FF2B5EF4-FFF2-40B4-BE49-F238E27FC236}">
                <a16:creationId xmlns:a16="http://schemas.microsoft.com/office/drawing/2014/main" id="{2704D472-D7F1-5C17-D2C9-89CA9C7E6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399"/>
            <a:ext cx="7185600" cy="2346865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FF2F9E31-F480-6E30-B7CC-0D2A360E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71856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61018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10AAF6A0-9426-1792-5BF0-ADD6394971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0D6933-50FC-7553-7845-69CEDA1C00C5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FF15F3-493A-8C15-9F64-F07669616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AA3F11-2310-C251-1D68-4B8F48D5014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C1596D-A3C7-4FF6-6DFA-9626A8F8401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8D564593-F08C-BEC6-7F51-ED1F5CE12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0B4BDF00-A209-76C8-BB25-F0D0D8A5CF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07CC41DA-AB1D-B096-5118-CDEB9ED3AA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1723414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プレースホルダー 11">
            <a:extLst>
              <a:ext uri="{FF2B5EF4-FFF2-40B4-BE49-F238E27FC236}">
                <a16:creationId xmlns:a16="http://schemas.microsoft.com/office/drawing/2014/main" id="{A3393BEA-233F-245F-0129-ADDB81581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608" t="8744" r="2060" b="5219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E76937A-BEA1-17BD-51FF-75828A8946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8400" y="3733200"/>
            <a:ext cx="2743200" cy="27432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6F50BD-6D4E-93A3-94F5-CD0A6C075F68}"/>
              </a:ext>
            </a:extLst>
          </p:cNvPr>
          <p:cNvSpPr txBox="1"/>
          <p:nvPr userDrawn="1"/>
        </p:nvSpPr>
        <p:spPr>
          <a:xfrm>
            <a:off x="370800" y="31464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FAB0DC-12F1-0A0D-5E05-98EABE352010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F5B93878-EB0F-DF28-452A-99587B3CF9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5893501C-E04B-3D7E-860E-2A66FEF8D7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8ADA0CC1-B34F-2866-9154-43C9EABF8B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85323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.gi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AA029A-FBBF-0DA2-B8D6-BC87BC147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7967" y="191534"/>
            <a:ext cx="2244917" cy="56986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FFB214-AC1C-6625-D288-FF1B7FC90CA1}"/>
              </a:ext>
            </a:extLst>
          </p:cNvPr>
          <p:cNvSpPr txBox="1"/>
          <p:nvPr userDrawn="1"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0B27DF-CFBE-A4A8-9EB1-3609B2C2EB77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290311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3932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chemeClr val="accent1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FF17374-619F-B03A-AF33-23643D9990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741025" y="6425921"/>
            <a:ext cx="1152894" cy="292657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13301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FF17374-619F-B03A-AF33-23643D9990F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741025" y="6425921"/>
            <a:ext cx="1152894" cy="292657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346607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89" r:id="rId4"/>
    <p:sldLayoutId id="2147484090" r:id="rId5"/>
    <p:sldLayoutId id="2147484091" r:id="rId6"/>
    <p:sldLayoutId id="2147484092" r:id="rId7"/>
    <p:sldLayoutId id="2147484093" r:id="rId8"/>
    <p:sldLayoutId id="2147484094" r:id="rId9"/>
    <p:sldLayoutId id="2147484095" r:id="rId10"/>
    <p:sldLayoutId id="2147484096" r:id="rId11"/>
    <p:sldLayoutId id="2147484097" r:id="rId12"/>
    <p:sldLayoutId id="2147484098" r:id="rId13"/>
    <p:sldLayoutId id="2147484107" r:id="rId14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AA029A-FBBF-0DA2-B8D6-BC87BC147E6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1BF0E7-CA3F-2C26-0703-F0CB01EA9A9E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B9C5D-DBB2-F3AC-7527-30B13EFFFBF0}"/>
              </a:ext>
            </a:extLst>
          </p:cNvPr>
          <p:cNvSpPr txBox="1"/>
          <p:nvPr userDrawn="1"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56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rgbClr val="F8F8F8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3840">
          <p15:clr>
            <a:srgbClr val="F26B43"/>
          </p15:clr>
        </p15:guide>
        <p15:guide id="4" pos="7446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590E3-C1A1-6EE5-33A3-1BA188D3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FY26 </a:t>
            </a:r>
            <a:r>
              <a:rPr lang="ja-JP" altLang="en-US"/>
              <a:t>新入社員向け </a:t>
            </a:r>
            <a:r>
              <a:rPr lang="en-US" altLang="ja-JP"/>
              <a:t>AI</a:t>
            </a:r>
            <a:r>
              <a:rPr lang="ja-JP" altLang="en-US"/>
              <a:t> </a:t>
            </a:r>
            <a:r>
              <a:rPr lang="en-US" altLang="ja-JP"/>
              <a:t>Native</a:t>
            </a:r>
            <a:r>
              <a:rPr lang="ja-JP" altLang="en-US"/>
              <a:t>開発研修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4265A2-61B5-45D8-6463-6418F44F07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2188800"/>
            <a:ext cx="11978566" cy="2412000"/>
          </a:xfrm>
        </p:spPr>
        <p:txBody>
          <a:bodyPr/>
          <a:lstStyle/>
          <a:p>
            <a:r>
              <a:rPr lang="en-US" altLang="ja-JP"/>
              <a:t>【AI</a:t>
            </a:r>
            <a:r>
              <a:rPr lang="ja-JP" altLang="en-US"/>
              <a:t> </a:t>
            </a:r>
            <a:r>
              <a:rPr lang="en-US" altLang="ja-JP"/>
              <a:t>Native</a:t>
            </a:r>
            <a:r>
              <a:rPr lang="ja-JP" altLang="en-US"/>
              <a:t>研修</a:t>
            </a:r>
            <a:r>
              <a:rPr lang="en-US" altLang="ja-JP"/>
              <a:t>-</a:t>
            </a:r>
            <a:r>
              <a:rPr lang="ja-JP" altLang="en-US"/>
              <a:t>バイブコーディング</a:t>
            </a:r>
            <a:r>
              <a:rPr lang="en-US" altLang="ja-JP"/>
              <a:t>】</a:t>
            </a:r>
          </a:p>
          <a:p>
            <a:r>
              <a:rPr lang="ja-JP" altLang="en-US"/>
              <a:t>演習追加課題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F65AA0-1FFF-132D-52B8-6DB3C5784A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ja-JP"/>
              <a:t>2026</a:t>
            </a:r>
            <a:r>
              <a:rPr lang="ja-JP" altLang="en-US"/>
              <a:t>年</a:t>
            </a:r>
            <a:r>
              <a:rPr lang="en-US" altLang="ja-JP"/>
              <a:t>6</a:t>
            </a:r>
            <a:r>
              <a:rPr lang="ja-JP" altLang="en-US"/>
              <a:t>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0631F3-5D6E-4F19-A7B6-C29507585885}"/>
              </a:ext>
            </a:extLst>
          </p:cNvPr>
          <p:cNvSpPr txBox="1"/>
          <p:nvPr/>
        </p:nvSpPr>
        <p:spPr>
          <a:xfrm>
            <a:off x="9649098" y="85135"/>
            <a:ext cx="2360022" cy="483211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lIns="90000" rIns="90000" rtlCol="0" anchor="ctr" anchorCtr="0">
            <a:noAutofit/>
          </a:bodyPr>
          <a:lstStyle/>
          <a:p>
            <a: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情 報 種 別 ： </a:t>
            </a:r>
            <a:r>
              <a:rPr lang="en-US" altLang="ja-JP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G</a:t>
            </a:r>
            <a: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外秘</a:t>
            </a:r>
            <a:r>
              <a:rPr lang="en-US" altLang="ja-JP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社員限り</a:t>
            </a:r>
            <a:r>
              <a:rPr lang="en-US" altLang="ja-JP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b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会　 社　 名 ： </a:t>
            </a:r>
            <a:r>
              <a:rPr lang="en-US" altLang="ja-JP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NTT DATA JAPAN CORP.</a:t>
            </a:r>
            <a:b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ja-JP" altLang="en-US" sz="700">
                <a:solidFill>
                  <a:schemeClr val="accent6">
                    <a:lumMod val="40000"/>
                    <a:lumOff val="60000"/>
                  </a:schemeClr>
                </a:solidFill>
              </a:rPr>
              <a:t>情報所有者 ：第三公共事業本部 デジタルソサエティ事業部</a:t>
            </a:r>
            <a:endParaRPr lang="en-US" altLang="ja-JP" sz="7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62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145E-3F39-DDC1-8968-55B0EF0E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4DC2F38-B0A2-CEEB-082A-A9D39DE85381}"/>
              </a:ext>
            </a:extLst>
          </p:cNvPr>
          <p:cNvSpPr/>
          <p:nvPr/>
        </p:nvSpPr>
        <p:spPr>
          <a:xfrm>
            <a:off x="4924337" y="2164360"/>
            <a:ext cx="6880168" cy="3489820"/>
          </a:xfrm>
          <a:prstGeom prst="roundRect">
            <a:avLst>
              <a:gd name="adj" fmla="val 288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3C3E41-98AC-4A44-7F3B-22E94A72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2"/>
                </a:solidFill>
              </a:rPr>
              <a:t>課題の概要</a:t>
            </a:r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D50B71-1C4B-755E-B6D9-7C8E178B4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800" y="842723"/>
            <a:ext cx="11448000" cy="4282950"/>
          </a:xfrm>
        </p:spPr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1, 2</a:t>
            </a:r>
            <a:r>
              <a:rPr kumimoji="1" lang="ja-JP" altLang="en-US"/>
              <a:t>を早めに完了した受講者は本追加課題に取り組みます。</a:t>
            </a:r>
            <a:endParaRPr lang="en-US" altLang="ja-JP"/>
          </a:p>
          <a:p>
            <a:r>
              <a:rPr lang="en-US" altLang="ja-JP"/>
              <a:t>※</a:t>
            </a:r>
            <a:r>
              <a:rPr lang="ja-JP" altLang="en-US" b="1"/>
              <a:t>本課題の実施は必須ではありません。</a:t>
            </a:r>
            <a:endParaRPr lang="en-US" altLang="ja-JP" b="1"/>
          </a:p>
          <a:p>
            <a:r>
              <a:rPr lang="en-US" altLang="ja-JP"/>
              <a:t>※</a:t>
            </a:r>
            <a:r>
              <a:rPr lang="ja-JP" altLang="en-US"/>
              <a:t>追加課題による資材改修の影響で、「これまで動作していた</a:t>
            </a:r>
            <a:r>
              <a:rPr lang="en-US" altLang="ja-JP"/>
              <a:t>AP</a:t>
            </a:r>
            <a:r>
              <a:rPr lang="ja-JP" altLang="en-US"/>
              <a:t>が動作しなくなる」「課題</a:t>
            </a:r>
            <a:r>
              <a:rPr lang="en-US" altLang="ja-JP"/>
              <a:t>2</a:t>
            </a:r>
            <a:r>
              <a:rPr lang="ja-JP" altLang="en-US"/>
              <a:t>で講師が配布したテストプログラムに成功しなくなる」といった問題が発生した場合に備え、</a:t>
            </a:r>
            <a:r>
              <a:rPr lang="ja-JP" altLang="en-US" b="1"/>
              <a:t>追加課題に着手する前に作成済み</a:t>
            </a:r>
            <a:r>
              <a:rPr lang="en-US" altLang="ja-JP" b="1"/>
              <a:t>AP</a:t>
            </a:r>
            <a:r>
              <a:rPr lang="ja-JP" altLang="en-US" b="1"/>
              <a:t>資材のバックアップを取得してください</a:t>
            </a:r>
            <a:r>
              <a:rPr lang="ja-JP" altLang="en-US"/>
              <a:t>。</a:t>
            </a:r>
            <a:endParaRPr lang="en-US" altLang="ja-JP"/>
          </a:p>
          <a:p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追加課題①：送料の表示</a:t>
            </a:r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追加課題②：クーポン機能</a:t>
            </a:r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追加課題③：ユーザーアカウント機能</a:t>
            </a:r>
          </a:p>
        </p:txBody>
      </p:sp>
      <p:sp>
        <p:nvSpPr>
          <p:cNvPr id="5" name="AutoShape 4" descr="注文確認と完了画面のUI">
            <a:extLst>
              <a:ext uri="{FF2B5EF4-FFF2-40B4-BE49-F238E27FC236}">
                <a16:creationId xmlns:a16="http://schemas.microsoft.com/office/drawing/2014/main" id="{49E6223E-07B9-F02C-EE07-D8D88D9627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54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7E1C5DD-36FC-D0C4-6BFE-E76DA540A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715" y="2507848"/>
            <a:ext cx="2752143" cy="2952445"/>
          </a:xfrm>
          <a:prstGeom prst="rect">
            <a:avLst/>
          </a:prstGeom>
        </p:spPr>
      </p:pic>
      <p:sp>
        <p:nvSpPr>
          <p:cNvPr id="7" name="右矢印 7">
            <a:extLst>
              <a:ext uri="{FF2B5EF4-FFF2-40B4-BE49-F238E27FC236}">
                <a16:creationId xmlns:a16="http://schemas.microsoft.com/office/drawing/2014/main" id="{0B023D2D-414F-3570-6021-E0F2DC2352A2}"/>
              </a:ext>
            </a:extLst>
          </p:cNvPr>
          <p:cNvSpPr/>
          <p:nvPr/>
        </p:nvSpPr>
        <p:spPr>
          <a:xfrm>
            <a:off x="8033524" y="3653870"/>
            <a:ext cx="702734" cy="660400"/>
          </a:xfrm>
          <a:prstGeom prst="rightArrow">
            <a:avLst/>
          </a:prstGeom>
          <a:solidFill>
            <a:srgbClr val="0072BC"/>
          </a:solidFill>
          <a:ln w="3175">
            <a:solidFill>
              <a:schemeClr val="tx1"/>
            </a:solidFill>
          </a:ln>
        </p:spPr>
        <p:txBody>
          <a:bodyPr rtlCol="0" anchor="ctr">
            <a:no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endParaRPr kumimoji="1" lang="ja-JP" altLang="en-US" sz="4000">
              <a:solidFill>
                <a:srgbClr val="1F497D"/>
              </a:solidFill>
              <a:latin typeface="Meiryo UI" panose="020B0604030504040204" pitchFamily="50" charset="-128"/>
              <a:ea typeface="Meiryo UI" panose="020B0604030504040204" pitchFamily="50" charset="-128"/>
              <a:cs typeface="ＭＳ Ｐゴシック" panose="020B060007020508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D374575-B69F-63F0-6397-924F36A63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32" y="2507847"/>
            <a:ext cx="2783042" cy="2952445"/>
          </a:xfrm>
          <a:prstGeom prst="rect">
            <a:avLst/>
          </a:prstGeom>
        </p:spPr>
      </p:pic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77BA619-C11C-349A-5119-ED581DB21A7B}"/>
              </a:ext>
            </a:extLst>
          </p:cNvPr>
          <p:cNvSpPr txBox="1">
            <a:spLocks/>
          </p:cNvSpPr>
          <p:nvPr/>
        </p:nvSpPr>
        <p:spPr>
          <a:xfrm>
            <a:off x="5122715" y="2211694"/>
            <a:ext cx="4457512" cy="232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/>
              <a:t>▼作成済み</a:t>
            </a:r>
            <a:r>
              <a:rPr lang="en-US" altLang="ja-JP" sz="1400"/>
              <a:t>AP</a:t>
            </a:r>
            <a:r>
              <a:rPr lang="ja-JP" altLang="en-US" sz="1400"/>
              <a:t>資材をコピーしてバックアップを取得する。</a:t>
            </a:r>
            <a:endParaRPr lang="en-US" altLang="ja-JP" sz="1400"/>
          </a:p>
        </p:txBody>
      </p:sp>
    </p:spTree>
    <p:extLst>
      <p:ext uri="{BB962C8B-B14F-4D97-AF65-F5344CB8AC3E}">
        <p14:creationId xmlns:p14="http://schemas.microsoft.com/office/powerpoint/2010/main" val="298054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E268-30FF-E80F-3CB4-F672FE61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ACD0DA7-802C-9F75-5B77-4D2F3059C80F}"/>
              </a:ext>
            </a:extLst>
          </p:cNvPr>
          <p:cNvSpPr/>
          <p:nvPr/>
        </p:nvSpPr>
        <p:spPr>
          <a:xfrm>
            <a:off x="6384022" y="2959531"/>
            <a:ext cx="5434778" cy="3502858"/>
          </a:xfrm>
          <a:prstGeom prst="roundRect">
            <a:avLst>
              <a:gd name="adj" fmla="val 288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B43FE0D-E018-9A89-8964-D751CF38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2"/>
                </a:solidFill>
              </a:rPr>
              <a:t>追加課題①：送料の表示</a:t>
            </a:r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18F03A-92FE-93A4-1584-2F3AD436E3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800" y="767222"/>
            <a:ext cx="11448000" cy="5616800"/>
          </a:xfrm>
        </p:spPr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 b="1"/>
              <a:t>本課題の実施は必須ではありません。</a:t>
            </a:r>
            <a:endParaRPr kumimoji="1" lang="en-US" altLang="ja-JP" b="1"/>
          </a:p>
          <a:p>
            <a:endParaRPr lang="en-US" altLang="ja-JP"/>
          </a:p>
          <a:p>
            <a:r>
              <a:rPr kumimoji="1" lang="ja-JP" altLang="en-US"/>
              <a:t>お客様から以下の追加要望がありました。</a:t>
            </a:r>
            <a:endParaRPr lang="en-US" altLang="ja-JP"/>
          </a:p>
          <a:p>
            <a:r>
              <a:rPr kumimoji="1" lang="ja-JP" altLang="en-US"/>
              <a:t>「購入時の最終金額に、送料も含めた合計金額を表示してほしいです。</a:t>
            </a:r>
            <a:br>
              <a:rPr lang="en-US" altLang="ja-JP"/>
            </a:br>
            <a:r>
              <a:rPr lang="ja-JP" altLang="en-US"/>
              <a:t>送料は</a:t>
            </a:r>
            <a:r>
              <a:rPr kumimoji="1" lang="ja-JP" altLang="en-US"/>
              <a:t>、商品の合計金額が</a:t>
            </a:r>
            <a:r>
              <a:rPr kumimoji="1" lang="en-US" altLang="ja-JP"/>
              <a:t>5,000</a:t>
            </a:r>
            <a:r>
              <a:rPr kumimoji="1" lang="ja-JP" altLang="en-US"/>
              <a:t>円未満の場合は</a:t>
            </a:r>
            <a:r>
              <a:rPr kumimoji="1" lang="en-US" altLang="ja-JP"/>
              <a:t>500</a:t>
            </a:r>
            <a:r>
              <a:rPr kumimoji="1" lang="ja-JP" altLang="en-US"/>
              <a:t>円、</a:t>
            </a:r>
            <a:r>
              <a:rPr kumimoji="1" lang="en-US" altLang="ja-JP"/>
              <a:t>5,000</a:t>
            </a:r>
            <a:r>
              <a:rPr kumimoji="1" lang="ja-JP" altLang="en-US"/>
              <a:t>円以上の場合は無料としてください。」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注文確認画面および注文完了画面において、以下を表示するようにしてください。</a:t>
            </a:r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送料</a:t>
            </a:r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送料を含めた最終請求金額</a:t>
            </a:r>
            <a:endParaRPr kumimoji="1" lang="en-US" altLang="ja-JP"/>
          </a:p>
          <a:p>
            <a:endParaRPr kumimoji="1" lang="en-US" altLang="ja-JP"/>
          </a:p>
          <a:p>
            <a:r>
              <a:rPr lang="ja-JP" altLang="en-US"/>
              <a:t>既存システムを改修し、</a:t>
            </a:r>
            <a:r>
              <a:rPr kumimoji="1" lang="ja-JP" altLang="en-US"/>
              <a:t>上記の要望を反映してください。</a:t>
            </a:r>
          </a:p>
        </p:txBody>
      </p:sp>
      <p:sp>
        <p:nvSpPr>
          <p:cNvPr id="5" name="AutoShape 4" descr="注文確認と完了画面のUI">
            <a:extLst>
              <a:ext uri="{FF2B5EF4-FFF2-40B4-BE49-F238E27FC236}">
                <a16:creationId xmlns:a16="http://schemas.microsoft.com/office/drawing/2014/main" id="{1C6E2FBC-3A16-C950-C90D-2E65F6A4EE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F1C2D3C-D145-1B89-5E09-7FA926C9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078" y="3149670"/>
            <a:ext cx="4969079" cy="3312719"/>
          </a:xfrm>
          <a:prstGeom prst="rect">
            <a:avLst/>
          </a:prstGeom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7BCB613-796A-A712-9875-98A33D875407}"/>
              </a:ext>
            </a:extLst>
          </p:cNvPr>
          <p:cNvSpPr txBox="1">
            <a:spLocks/>
          </p:cNvSpPr>
          <p:nvPr/>
        </p:nvSpPr>
        <p:spPr>
          <a:xfrm>
            <a:off x="6493078" y="2959531"/>
            <a:ext cx="4372956" cy="232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200"/>
              <a:t>▼作成イメージ。</a:t>
            </a:r>
            <a:endParaRPr lang="en-US" altLang="ja-JP" sz="1200"/>
          </a:p>
        </p:txBody>
      </p:sp>
    </p:spTree>
    <p:extLst>
      <p:ext uri="{BB962C8B-B14F-4D97-AF65-F5344CB8AC3E}">
        <p14:creationId xmlns:p14="http://schemas.microsoft.com/office/powerpoint/2010/main" val="144489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55F0-FB31-BBCD-21AE-402A87FE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653A925-2DBF-CB3F-11ED-F53A8C5A6151}"/>
              </a:ext>
            </a:extLst>
          </p:cNvPr>
          <p:cNvSpPr/>
          <p:nvPr/>
        </p:nvSpPr>
        <p:spPr>
          <a:xfrm>
            <a:off x="5805182" y="2315361"/>
            <a:ext cx="6013619" cy="4156044"/>
          </a:xfrm>
          <a:prstGeom prst="roundRect">
            <a:avLst>
              <a:gd name="adj" fmla="val 288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DB9805-B958-44C3-C7F8-F5692838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2"/>
                </a:solidFill>
              </a:rPr>
              <a:t>追加課題②：クーポン機能</a:t>
            </a:r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557440-F832-ACAE-0B8D-601B8B3ECB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800" y="767222"/>
            <a:ext cx="11448000" cy="5616800"/>
          </a:xfrm>
        </p:spPr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 b="1"/>
              <a:t>本課題の実施は必須ではありません。</a:t>
            </a:r>
            <a:endParaRPr kumimoji="1" lang="en-US" altLang="ja-JP" b="1"/>
          </a:p>
          <a:p>
            <a:endParaRPr lang="en-US" altLang="ja-JP"/>
          </a:p>
          <a:p>
            <a:r>
              <a:rPr kumimoji="1" lang="ja-JP" altLang="en-US"/>
              <a:t>お客様から以下の追加要望がありました。</a:t>
            </a:r>
            <a:endParaRPr lang="en-US" altLang="ja-JP"/>
          </a:p>
          <a:p>
            <a:r>
              <a:rPr kumimoji="1" lang="ja-JP" altLang="en-US"/>
              <a:t>「キャンペーン施策として、クーポンを使えるようにしたいです。</a:t>
            </a:r>
            <a:br>
              <a:rPr lang="en-US" altLang="ja-JP"/>
            </a:br>
            <a:r>
              <a:rPr lang="ja-JP" altLang="en-US"/>
              <a:t>購入時にクーポンコードを入力すると割引が適用されるようにしてほしいです。</a:t>
            </a:r>
            <a:r>
              <a:rPr kumimoji="1" lang="ja-JP" altLang="en-US"/>
              <a:t>」</a:t>
            </a:r>
            <a:endParaRPr kumimoji="1" lang="en-US" altLang="ja-JP"/>
          </a:p>
          <a:p>
            <a:endParaRPr lang="en-US" altLang="ja-JP"/>
          </a:p>
          <a:p>
            <a:r>
              <a:rPr lang="ja-JP" altLang="en-US"/>
              <a:t>以下の機能を追加してください。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クーポンコード入力機能（注文確認画面）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クーポン適用による割引金額の計算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割引後の最終金額の表示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クーポンの仕様は以下とします。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クーポンコードが一致した場合のみ適用される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割引金額は「</a:t>
            </a:r>
            <a:r>
              <a:rPr lang="en-US" altLang="ja-JP"/>
              <a:t>500</a:t>
            </a:r>
            <a:r>
              <a:rPr lang="ja-JP" altLang="en-US"/>
              <a:t>円引き」とする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不正なコードの場合はエラーメッセージを表示する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既存システムを改修し、上記の要望を反映してください。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3918721-BA55-6193-430B-E7044E721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88" y="2518717"/>
            <a:ext cx="5903865" cy="3935910"/>
          </a:xfrm>
          <a:prstGeom prst="rect">
            <a:avLst/>
          </a:prstGeom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E5079A93-A842-9E29-4ED6-0CD02E8D4037}"/>
              </a:ext>
            </a:extLst>
          </p:cNvPr>
          <p:cNvSpPr txBox="1">
            <a:spLocks/>
          </p:cNvSpPr>
          <p:nvPr/>
        </p:nvSpPr>
        <p:spPr>
          <a:xfrm>
            <a:off x="5935409" y="2332697"/>
            <a:ext cx="2021748" cy="232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200"/>
              <a:t>▼作成イメージ。</a:t>
            </a:r>
            <a:endParaRPr lang="en-US" altLang="ja-JP" sz="1200"/>
          </a:p>
        </p:txBody>
      </p:sp>
    </p:spTree>
    <p:extLst>
      <p:ext uri="{BB962C8B-B14F-4D97-AF65-F5344CB8AC3E}">
        <p14:creationId xmlns:p14="http://schemas.microsoft.com/office/powerpoint/2010/main" val="205226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5FFE-88D8-5420-6FD3-66A12F54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A380F9A-B778-59AE-FA13-2F3496A60DCA}"/>
              </a:ext>
            </a:extLst>
          </p:cNvPr>
          <p:cNvSpPr/>
          <p:nvPr/>
        </p:nvSpPr>
        <p:spPr>
          <a:xfrm>
            <a:off x="7527274" y="3020037"/>
            <a:ext cx="4568362" cy="3400407"/>
          </a:xfrm>
          <a:prstGeom prst="roundRect">
            <a:avLst>
              <a:gd name="adj" fmla="val 288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4619C3-F0D6-C90D-AAFC-033A9DAC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2"/>
                </a:solidFill>
              </a:rPr>
              <a:t>追加課題③：ユーザーアカウント機能</a:t>
            </a:r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31E390-974D-50CF-6689-FEFA769B10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800" y="767222"/>
            <a:ext cx="11448000" cy="5616800"/>
          </a:xfrm>
        </p:spPr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 b="1"/>
              <a:t>本課題の実施は必須ではありません。</a:t>
            </a:r>
            <a:endParaRPr kumimoji="1" lang="en-US" altLang="ja-JP" b="1"/>
          </a:p>
          <a:p>
            <a:endParaRPr lang="en-US" altLang="ja-JP"/>
          </a:p>
          <a:p>
            <a:r>
              <a:rPr kumimoji="1" lang="ja-JP" altLang="en-US"/>
              <a:t>お客様から以下の追加要望がありました。</a:t>
            </a:r>
            <a:endParaRPr lang="en-US" altLang="ja-JP"/>
          </a:p>
          <a:p>
            <a:r>
              <a:rPr kumimoji="1" lang="ja-JP" altLang="en-US"/>
              <a:t>「リピーターのお客様から</a:t>
            </a:r>
            <a:r>
              <a:rPr kumimoji="1" lang="en-US" altLang="ja-JP"/>
              <a:t>『</a:t>
            </a:r>
            <a:r>
              <a:rPr kumimoji="1" lang="ja-JP" altLang="en-US"/>
              <a:t>毎回情報を入力するのが手間</a:t>
            </a:r>
            <a:r>
              <a:rPr kumimoji="1" lang="en-US" altLang="ja-JP"/>
              <a:t>』</a:t>
            </a:r>
            <a:r>
              <a:rPr kumimoji="1" lang="ja-JP" altLang="en-US"/>
              <a:t>という意見が出ています。</a:t>
            </a:r>
            <a:br>
              <a:rPr lang="en-US" altLang="ja-JP"/>
            </a:br>
            <a:r>
              <a:rPr kumimoji="1" lang="ja-JP" altLang="en-US"/>
              <a:t>ユーザーアカウントを作成し、次回以降の購入をスムーズに行えるようにしてほしいです。</a:t>
            </a:r>
            <a:br>
              <a:rPr kumimoji="1" lang="en-US" altLang="ja-JP"/>
            </a:br>
            <a:r>
              <a:rPr lang="ja-JP" altLang="en-US"/>
              <a:t>ただし、外部の認証サービスは利用せず、</a:t>
            </a:r>
            <a:r>
              <a:rPr lang="en-US" altLang="ja-JP"/>
              <a:t>ID/Password</a:t>
            </a:r>
            <a:r>
              <a:rPr lang="ja-JP" altLang="en-US"/>
              <a:t>でログインできるようにしてください。</a:t>
            </a:r>
            <a:br>
              <a:rPr lang="en-US" altLang="ja-JP"/>
            </a:br>
            <a:r>
              <a:rPr lang="ja-JP" altLang="en-US"/>
              <a:t>また、決済情報の登録はしないようにしてください。</a:t>
            </a:r>
            <a:r>
              <a:rPr kumimoji="1" lang="ja-JP" altLang="en-US"/>
              <a:t>」</a:t>
            </a:r>
            <a:endParaRPr kumimoji="1" lang="en-US" altLang="ja-JP"/>
          </a:p>
          <a:p>
            <a:endParaRPr lang="en-US" altLang="ja-JP"/>
          </a:p>
          <a:p>
            <a:r>
              <a:rPr lang="ja-JP" altLang="en-US"/>
              <a:t>以下の機能を追加してください。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ユーザー登録機能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ログイン／ログアウト機能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ログイン状態で注文できる仕組み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また、ログインユーザーについては購入時の入力を簡略化できるようにしてください。</a:t>
            </a:r>
            <a:endParaRPr lang="en-US" altLang="ja-JP"/>
          </a:p>
          <a:p>
            <a:r>
              <a:rPr lang="ja-JP" altLang="en-US"/>
              <a:t>セキュリティ（パスワードの扱いなど）についても基本的な配慮を行ってください。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既存システムを改修し、上記の要望を反映してください。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2D6E48B-ABCB-0CD2-08A7-E6088F36B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591" y="3311554"/>
            <a:ext cx="4513728" cy="3009152"/>
          </a:xfrm>
          <a:prstGeom prst="rect">
            <a:avLst/>
          </a:prstGeom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937E6CDE-9406-8627-04AE-DE3E12F21D17}"/>
              </a:ext>
            </a:extLst>
          </p:cNvPr>
          <p:cNvSpPr txBox="1">
            <a:spLocks/>
          </p:cNvSpPr>
          <p:nvPr/>
        </p:nvSpPr>
        <p:spPr>
          <a:xfrm>
            <a:off x="7527273" y="3079470"/>
            <a:ext cx="2021748" cy="232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1pPr>
            <a:lvl2pPr marL="36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2pPr>
            <a:lvl3pPr marL="54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3pPr>
            <a:lvl4pPr marL="72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4pPr>
            <a:lvl5pPr marL="900000" indent="-180000" algn="l" defTabSz="2880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kumimoji="1" sz="1800" kern="1200">
                <a:solidFill>
                  <a:schemeClr val="accent1"/>
                </a:solidFill>
                <a:latin typeface="+mn-ea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200"/>
              <a:t>▼作成イメージ。</a:t>
            </a:r>
            <a:endParaRPr lang="en-US" altLang="ja-JP" sz="1200"/>
          </a:p>
        </p:txBody>
      </p:sp>
    </p:spTree>
    <p:extLst>
      <p:ext uri="{BB962C8B-B14F-4D97-AF65-F5344CB8AC3E}">
        <p14:creationId xmlns:p14="http://schemas.microsoft.com/office/powerpoint/2010/main" val="330677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99651"/>
      </p:ext>
    </p:extLst>
  </p:cSld>
  <p:clrMapOvr>
    <a:masterClrMapping/>
  </p:clrMapOvr>
</p:sld>
</file>

<file path=ppt/theme/theme1.xml><?xml version="1.0" encoding="utf-8"?>
<a:theme xmlns:a="http://schemas.openxmlformats.org/drawingml/2006/main" name="表紙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1BC"/>
      </a:accent2>
      <a:accent3>
        <a:srgbClr val="005B95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1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C17DAC3C-3B6A-4F7C-B6AE-649D134EDE8C}" vid="{82D63627-ABDC-4DAD-AFD9-43B6057B663C}"/>
    </a:ext>
  </a:extLst>
</a:theme>
</file>

<file path=ppt/theme/theme2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FY25デジタルブートキャンプ_受講生用ガイドブック.potx" id="{8FDAF180-069F-456D-A5EF-F95A072FF7CF}" vid="{75B7210C-09B5-47B0-A5E1-C99827A57B28}"/>
    </a:ext>
  </a:extLst>
</a:theme>
</file>

<file path=ppt/theme/theme3.xml><?xml version="1.0" encoding="utf-8"?>
<a:theme xmlns:a="http://schemas.openxmlformats.org/drawingml/2006/main" name="4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D6C1FB68-3CCA-4342-AEB0-C0D0D42D7617}" vid="{E1B7EFED-FF62-4F58-A91E-0D2C1D8AB2B6}"/>
    </a:ext>
  </a:extLst>
</a:theme>
</file>

<file path=ppt/theme/theme4.xml><?xml version="1.0" encoding="utf-8"?>
<a:theme xmlns:a="http://schemas.openxmlformats.org/drawingml/2006/main" name="表紙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D6C1FB68-3CCA-4342-AEB0-C0D0D42D7617}" vid="{E1C1217F-E6D8-4E50-B83A-0BB2972E93DC}"/>
    </a:ext>
  </a:extLst>
</a:theme>
</file>

<file path=ppt/theme/theme5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30b0__x30eb__x30fc__x30d7_ xmlns="11d8c85d-1826-47fa-a5d0-9526e53fc34b" xsi:nil="true"/>
    <_x6c0f__x540d_ xmlns="11d8c85d-1826-47fa-a5d0-9526e53fc34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57F87D80BC18745B0A2F78E3C2CA320" ma:contentTypeVersion="5" ma:contentTypeDescription="新しいドキュメントを作成します。" ma:contentTypeScope="" ma:versionID="734a0ddae43633f81809977fc1e95460">
  <xsd:schema xmlns:xsd="http://www.w3.org/2001/XMLSchema" xmlns:xs="http://www.w3.org/2001/XMLSchema" xmlns:p="http://schemas.microsoft.com/office/2006/metadata/properties" xmlns:ns2="11d8c85d-1826-47fa-a5d0-9526e53fc34b" targetNamespace="http://schemas.microsoft.com/office/2006/metadata/properties" ma:root="true" ma:fieldsID="b4b37303f987e88c1cbf265fbf704f98" ns2:_="">
    <xsd:import namespace="11d8c85d-1826-47fa-a5d0-9526e53fc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x30b0__x30eb__x30fc__x30d7_" minOccurs="0"/>
                <xsd:element ref="ns2:_x6c0f__x540d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8c85d-1826-47fa-a5d0-9526e53fc3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b0__x30eb__x30fc__x30d7_" ma:index="11" nillable="true" ma:displayName="グループ" ma:format="Dropdown" ma:internalName="_x30b0__x30eb__x30fc__x30d7_">
      <xsd:simpleType>
        <xsd:restriction base="dms:Text">
          <xsd:maxLength value="255"/>
        </xsd:restriction>
      </xsd:simpleType>
    </xsd:element>
    <xsd:element name="_x6c0f__x540d_" ma:index="12" nillable="true" ma:displayName="氏名" ma:internalName="_x6c0f__x540d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419E40-F43F-4E87-9667-C0579279BEA3}">
  <ds:schemaRefs>
    <ds:schemaRef ds:uri="76c3601a-363f-43d4-a036-3992c2f72613"/>
    <ds:schemaRef ds:uri="e78bdc00-a74b-48b7-906b-ce2f11e16a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4CD9E7-5162-4697-B75A-699340120DD2}"/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FY25DBC実施報告_0624対面月次用</Template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表紙_Light</vt:lpstr>
      <vt:lpstr>1_コンテンツ_Light</vt:lpstr>
      <vt:lpstr>4_コンテンツ_Light</vt:lpstr>
      <vt:lpstr>表紙_Dark</vt:lpstr>
      <vt:lpstr>FY26 新入社員向け AI Native開発研修</vt:lpstr>
      <vt:lpstr>課題の概要</vt:lpstr>
      <vt:lpstr>追加課題①：送料の表示</vt:lpstr>
      <vt:lpstr>追加課題②：クーポン機能</vt:lpstr>
      <vt:lpstr>追加課題③：ユーザーアカウント機能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PS3 真弓 愛理/Mayumi, Airi (NTT DATA)</dc:creator>
  <cp:revision>1</cp:revision>
  <dcterms:created xsi:type="dcterms:W3CDTF">2025-06-20T05:30:54Z</dcterms:created>
  <dcterms:modified xsi:type="dcterms:W3CDTF">2026-06-04T04:21:25Z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0x010100B57F87D80BC18745B0A2F78E3C2CA320</vt:lpwstr>
  </property>
  <property fmtid="{D5CDD505-2E9C-101B-9397-08002B2CF9AE}" pid="3" name="MediaServiceImageTags">
    <vt:lpwstr/>
  </property>
</Properties>
</file>