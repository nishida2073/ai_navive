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4"/>
    <p:sldMasterId id="2147484027" r:id="rId5"/>
    <p:sldMasterId id="2147484085" r:id="rId6"/>
    <p:sldMasterId id="2147484102" r:id="rId7"/>
  </p:sldMasterIdLst>
  <p:notesMasterIdLst>
    <p:notesMasterId r:id="rId11"/>
  </p:notesMasterIdLst>
  <p:handoutMasterIdLst>
    <p:handoutMasterId r:id="rId12"/>
  </p:handoutMasterIdLst>
  <p:sldIdLst>
    <p:sldId id="288" r:id="rId8"/>
    <p:sldId id="2147483545" r:id="rId9"/>
    <p:sldId id="282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振り返り" id="{8FCB8184-C3FF-4AD7-A678-E0B3F63B9446}">
          <p14:sldIdLst>
            <p14:sldId id="288"/>
            <p14:sldId id="2147483545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D1"/>
    <a:srgbClr val="F9F9F9"/>
    <a:srgbClr val="F3F6FB"/>
    <a:srgbClr val="CCCCCD"/>
    <a:srgbClr val="F4C2EE"/>
    <a:srgbClr val="637CEF"/>
    <a:srgbClr val="E3008C"/>
    <a:srgbClr val="FF8F79"/>
    <a:srgbClr val="6B6B6B"/>
    <a:srgbClr val="050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634EEE-FD1D-4257-B075-56E514777998}" v="147" dt="2026-06-05T01:24:36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S3 石川 星/Ishikawa, Sho (NTT DATA)" userId="02c132a7-2049-4e7b-a292-e2101025765b" providerId="ADAL" clId="{5963EF00-8023-431A-B5E3-7791A55D19A7}"/>
    <pc:docChg chg="undo custSel addSld delSld modSld sldOrd delMainMaster modMainMaster addSection delSection modSection">
      <pc:chgData name="PS3 石川 星/Ishikawa, Sho (NTT DATA)" userId="02c132a7-2049-4e7b-a292-e2101025765b" providerId="ADAL" clId="{5963EF00-8023-431A-B5E3-7791A55D19A7}" dt="2026-06-05T01:25:07.194" v="19788" actId="20577"/>
      <pc:docMkLst>
        <pc:docMk/>
      </pc:docMkLst>
      <pc:sldChg chg="add">
        <pc:chgData name="PS3 石川 星/Ishikawa, Sho (NTT DATA)" userId="02c132a7-2049-4e7b-a292-e2101025765b" providerId="ADAL" clId="{5963EF00-8023-431A-B5E3-7791A55D19A7}" dt="2026-05-13T09:32:38.272" v="18505"/>
        <pc:sldMkLst>
          <pc:docMk/>
          <pc:sldMk cId="3891599651" sldId="282"/>
        </pc:sldMkLst>
      </pc:sldChg>
      <pc:sldChg chg="addSp delSp modSp add mod ord">
        <pc:chgData name="PS3 石川 星/Ishikawa, Sho (NTT DATA)" userId="02c132a7-2049-4e7b-a292-e2101025765b" providerId="ADAL" clId="{5963EF00-8023-431A-B5E3-7791A55D19A7}" dt="2026-05-29T02:07:36.949" v="19039" actId="20577"/>
        <pc:sldMkLst>
          <pc:docMk/>
          <pc:sldMk cId="1121628382" sldId="288"/>
        </pc:sldMkLst>
        <pc:spChg chg="mod">
          <ac:chgData name="PS3 石川 星/Ishikawa, Sho (NTT DATA)" userId="02c132a7-2049-4e7b-a292-e2101025765b" providerId="ADAL" clId="{5963EF00-8023-431A-B5E3-7791A55D19A7}" dt="2026-05-29T02:07:31.172" v="19032" actId="20577"/>
          <ac:spMkLst>
            <pc:docMk/>
            <pc:sldMk cId="1121628382" sldId="288"/>
            <ac:spMk id="2" creationId="{F23590E3-C1A1-6EE5-33A3-1BA188D38A25}"/>
          </ac:spMkLst>
        </pc:spChg>
        <pc:spChg chg="mod">
          <ac:chgData name="PS3 石川 星/Ishikawa, Sho (NTT DATA)" userId="02c132a7-2049-4e7b-a292-e2101025765b" providerId="ADAL" clId="{5963EF00-8023-431A-B5E3-7791A55D19A7}" dt="2026-05-29T02:07:36.949" v="19039" actId="20577"/>
          <ac:spMkLst>
            <pc:docMk/>
            <pc:sldMk cId="1121628382" sldId="288"/>
            <ac:spMk id="3" creationId="{364265A2-61B5-45D8-6463-6418F44F076D}"/>
          </ac:spMkLst>
        </pc:spChg>
        <pc:spChg chg="mod">
          <ac:chgData name="PS3 石川 星/Ishikawa, Sho (NTT DATA)" userId="02c132a7-2049-4e7b-a292-e2101025765b" providerId="ADAL" clId="{5963EF00-8023-431A-B5E3-7791A55D19A7}" dt="2026-05-13T09:32:57.473" v="18535"/>
          <ac:spMkLst>
            <pc:docMk/>
            <pc:sldMk cId="1121628382" sldId="288"/>
            <ac:spMk id="4" creationId="{DCF65AA0-1FFF-132D-52B8-6DB3C5784AF4}"/>
          </ac:spMkLst>
        </pc:spChg>
        <pc:spChg chg="add mod">
          <ac:chgData name="PS3 石川 星/Ishikawa, Sho (NTT DATA)" userId="02c132a7-2049-4e7b-a292-e2101025765b" providerId="ADAL" clId="{5963EF00-8023-431A-B5E3-7791A55D19A7}" dt="2026-05-28T05:52:38.591" v="19012"/>
          <ac:spMkLst>
            <pc:docMk/>
            <pc:sldMk cId="1121628382" sldId="288"/>
            <ac:spMk id="6" creationId="{7A40BC4F-5A15-BFC5-9284-19B2C0155A8C}"/>
          </ac:spMkLst>
        </pc:spChg>
      </pc:sldChg>
      <pc:sldChg chg="addSp delSp modSp add mod ord modNotesTx">
        <pc:chgData name="PS3 石川 星/Ishikawa, Sho (NTT DATA)" userId="02c132a7-2049-4e7b-a292-e2101025765b" providerId="ADAL" clId="{5963EF00-8023-431A-B5E3-7791A55D19A7}" dt="2026-06-05T01:25:07.194" v="19788" actId="20577"/>
        <pc:sldMkLst>
          <pc:docMk/>
          <pc:sldMk cId="3726330916" sldId="2147483545"/>
        </pc:sldMkLst>
        <pc:spChg chg="mod">
          <ac:chgData name="PS3 石川 星/Ishikawa, Sho (NTT DATA)" userId="02c132a7-2049-4e7b-a292-e2101025765b" providerId="ADAL" clId="{5963EF00-8023-431A-B5E3-7791A55D19A7}" dt="2026-05-11T11:37:55.716" v="16201" actId="20577"/>
          <ac:spMkLst>
            <pc:docMk/>
            <pc:sldMk cId="3726330916" sldId="2147483545"/>
            <ac:spMk id="2" creationId="{719E8366-F7B0-79C7-D5AD-AF1646AE7535}"/>
          </ac:spMkLst>
        </pc:spChg>
        <pc:spChg chg="mod">
          <ac:chgData name="PS3 石川 星/Ishikawa, Sho (NTT DATA)" userId="02c132a7-2049-4e7b-a292-e2101025765b" providerId="ADAL" clId="{5963EF00-8023-431A-B5E3-7791A55D19A7}" dt="2026-06-05T01:25:07.194" v="19788" actId="20577"/>
          <ac:spMkLst>
            <pc:docMk/>
            <pc:sldMk cId="3726330916" sldId="2147483545"/>
            <ac:spMk id="3" creationId="{E1DEBDB1-D9BA-79C4-83B1-AD12F9C4B235}"/>
          </ac:spMkLst>
        </pc:spChg>
      </pc:sldChg>
      <pc:sldMasterChg chg="modSp mod">
        <pc:chgData name="PS3 石川 星/Ishikawa, Sho (NTT DATA)" userId="02c132a7-2049-4e7b-a292-e2101025765b" providerId="ADAL" clId="{5963EF00-8023-431A-B5E3-7791A55D19A7}" dt="2026-05-12T10:16:39.070" v="16704" actId="20577"/>
        <pc:sldMasterMkLst>
          <pc:docMk/>
          <pc:sldMasterMk cId="2903117392" sldId="2147483899"/>
        </pc:sldMasterMkLst>
        <pc:spChg chg="mod">
          <ac:chgData name="PS3 石川 星/Ishikawa, Sho (NTT DATA)" userId="02c132a7-2049-4e7b-a292-e2101025765b" providerId="ADAL" clId="{5963EF00-8023-431A-B5E3-7791A55D19A7}" dt="2026-05-12T10:16:39.070" v="16704" actId="20577"/>
          <ac:spMkLst>
            <pc:docMk/>
            <pc:sldMasterMk cId="2903117392" sldId="2147483899"/>
            <ac:spMk id="12" creationId="{8E0B27DF-CFBE-A4A8-9EB1-3609B2C2EB77}"/>
          </ac:spMkLst>
        </pc:spChg>
      </pc:sldMasterChg>
      <pc:sldMasterChg chg="modSp mod delSldLayout">
        <pc:chgData name="PS3 石川 星/Ishikawa, Sho (NTT DATA)" userId="02c132a7-2049-4e7b-a292-e2101025765b" providerId="ADAL" clId="{5963EF00-8023-431A-B5E3-7791A55D19A7}" dt="2026-05-12T10:17:57.599" v="16726" actId="20577"/>
        <pc:sldMasterMkLst>
          <pc:docMk/>
          <pc:sldMasterMk cId="1330119830" sldId="2147484027"/>
        </pc:sldMasterMkLst>
        <pc:spChg chg="mod">
          <ac:chgData name="PS3 石川 星/Ishikawa, Sho (NTT DATA)" userId="02c132a7-2049-4e7b-a292-e2101025765b" providerId="ADAL" clId="{5963EF00-8023-431A-B5E3-7791A55D19A7}" dt="2026-05-12T10:17:57.599" v="16726" actId="20577"/>
          <ac:spMkLst>
            <pc:docMk/>
            <pc:sldMasterMk cId="1330119830" sldId="2147484027"/>
            <ac:spMk id="9" creationId="{1D1D4E16-E062-D856-6161-F5C259925C14}"/>
          </ac:spMkLst>
        </pc:spChg>
      </pc:sldMasterChg>
      <pc:sldMasterChg chg="modSp mod delSldLayout">
        <pc:chgData name="PS3 石川 星/Ishikawa, Sho (NTT DATA)" userId="02c132a7-2049-4e7b-a292-e2101025765b" providerId="ADAL" clId="{5963EF00-8023-431A-B5E3-7791A55D19A7}" dt="2026-05-13T05:50:28.207" v="18481" actId="2696"/>
        <pc:sldMasterMkLst>
          <pc:docMk/>
          <pc:sldMasterMk cId="3466074678" sldId="2147484085"/>
        </pc:sldMasterMkLst>
        <pc:spChg chg="mod">
          <ac:chgData name="PS3 石川 星/Ishikawa, Sho (NTT DATA)" userId="02c132a7-2049-4e7b-a292-e2101025765b" providerId="ADAL" clId="{5963EF00-8023-431A-B5E3-7791A55D19A7}" dt="2026-05-12T10:17:46.247" v="16724" actId="20577"/>
          <ac:spMkLst>
            <pc:docMk/>
            <pc:sldMasterMk cId="3466074678" sldId="2147484085"/>
            <ac:spMk id="9" creationId="{1D1D4E16-E062-D856-6161-F5C259925C14}"/>
          </ac:spMkLst>
        </pc:spChg>
      </pc:sldMasterChg>
      <pc:sldMasterChg chg="modSp mod modSldLayout">
        <pc:chgData name="PS3 石川 星/Ishikawa, Sho (NTT DATA)" userId="02c132a7-2049-4e7b-a292-e2101025765b" providerId="ADAL" clId="{5963EF00-8023-431A-B5E3-7791A55D19A7}" dt="2026-05-12T10:17:37.521" v="16722" actId="20577"/>
        <pc:sldMasterMkLst>
          <pc:docMk/>
          <pc:sldMasterMk cId="191568983" sldId="2147484102"/>
        </pc:sldMasterMkLst>
        <pc:spChg chg="mod">
          <ac:chgData name="PS3 石川 星/Ishikawa, Sho (NTT DATA)" userId="02c132a7-2049-4e7b-a292-e2101025765b" providerId="ADAL" clId="{5963EF00-8023-431A-B5E3-7791A55D19A7}" dt="2026-05-12T10:16:48.827" v="16706" actId="20577"/>
          <ac:spMkLst>
            <pc:docMk/>
            <pc:sldMasterMk cId="191568983" sldId="2147484102"/>
            <ac:spMk id="6" creationId="{B01BF0E7-CA3F-2C26-0703-F0CB01EA9A9E}"/>
          </ac:spMkLst>
        </pc:spChg>
        <pc:sldLayoutChg chg="modSp mod">
          <pc:chgData name="PS3 石川 星/Ishikawa, Sho (NTT DATA)" userId="02c132a7-2049-4e7b-a292-e2101025765b" providerId="ADAL" clId="{5963EF00-8023-431A-B5E3-7791A55D19A7}" dt="2026-05-12T10:17:14.988" v="16710" actId="20577"/>
          <pc:sldLayoutMkLst>
            <pc:docMk/>
            <pc:sldMasterMk cId="191568983" sldId="2147484102"/>
            <pc:sldLayoutMk cId="813908368" sldId="2147484103"/>
          </pc:sldLayoutMkLst>
          <pc:spChg chg="mod">
            <ac:chgData name="PS3 石川 星/Ishikawa, Sho (NTT DATA)" userId="02c132a7-2049-4e7b-a292-e2101025765b" providerId="ADAL" clId="{5963EF00-8023-431A-B5E3-7791A55D19A7}" dt="2026-05-12T10:17:14.988" v="16710" actId="20577"/>
            <ac:spMkLst>
              <pc:docMk/>
              <pc:sldMasterMk cId="191568983" sldId="2147484102"/>
              <pc:sldLayoutMk cId="813908368" sldId="2147484103"/>
              <ac:spMk id="10" creationId="{C902823D-1000-9AD4-A5D1-BC7E7F7ABDBA}"/>
            </ac:spMkLst>
          </pc:spChg>
          <pc:spChg chg="mod">
            <ac:chgData name="PS3 石川 星/Ishikawa, Sho (NTT DATA)" userId="02c132a7-2049-4e7b-a292-e2101025765b" providerId="ADAL" clId="{5963EF00-8023-431A-B5E3-7791A55D19A7}" dt="2026-05-12T10:17:12.040" v="16708" actId="20577"/>
            <ac:spMkLst>
              <pc:docMk/>
              <pc:sldMasterMk cId="191568983" sldId="2147484102"/>
              <pc:sldLayoutMk cId="813908368" sldId="2147484103"/>
              <ac:spMk id="17" creationId="{638584A2-F12B-7FC9-C3A1-97D2EFB00B41}"/>
            </ac:spMkLst>
          </pc:spChg>
        </pc:sldLayoutChg>
        <pc:sldLayoutChg chg="modSp mod">
          <pc:chgData name="PS3 石川 星/Ishikawa, Sho (NTT DATA)" userId="02c132a7-2049-4e7b-a292-e2101025765b" providerId="ADAL" clId="{5963EF00-8023-431A-B5E3-7791A55D19A7}" dt="2026-05-12T10:17:21.905" v="16714" actId="20577"/>
          <pc:sldLayoutMkLst>
            <pc:docMk/>
            <pc:sldMasterMk cId="191568983" sldId="2147484102"/>
            <pc:sldLayoutMk cId="1610185873" sldId="2147484104"/>
          </pc:sldLayoutMkLst>
          <pc:spChg chg="mod">
            <ac:chgData name="PS3 石川 星/Ishikawa, Sho (NTT DATA)" userId="02c132a7-2049-4e7b-a292-e2101025765b" providerId="ADAL" clId="{5963EF00-8023-431A-B5E3-7791A55D19A7}" dt="2026-05-12T10:17:21.905" v="16714" actId="20577"/>
            <ac:spMkLst>
              <pc:docMk/>
              <pc:sldMasterMk cId="191568983" sldId="2147484102"/>
              <pc:sldLayoutMk cId="1610185873" sldId="2147484104"/>
              <ac:spMk id="10" creationId="{253D2BDA-26EA-370D-2084-F7F1C3809C6A}"/>
            </ac:spMkLst>
          </pc:spChg>
          <pc:spChg chg="mod">
            <ac:chgData name="PS3 石川 星/Ishikawa, Sho (NTT DATA)" userId="02c132a7-2049-4e7b-a292-e2101025765b" providerId="ADAL" clId="{5963EF00-8023-431A-B5E3-7791A55D19A7}" dt="2026-05-12T10:17:18.712" v="16712" actId="20577"/>
            <ac:spMkLst>
              <pc:docMk/>
              <pc:sldMasterMk cId="191568983" sldId="2147484102"/>
              <pc:sldLayoutMk cId="1610185873" sldId="2147484104"/>
              <ac:spMk id="13" creationId="{FF2F9E31-F480-6E30-B7CC-0D2A360E0E4D}"/>
            </ac:spMkLst>
          </pc:spChg>
        </pc:sldLayoutChg>
        <pc:sldLayoutChg chg="modSp mod">
          <pc:chgData name="PS3 石川 星/Ishikawa, Sho (NTT DATA)" userId="02c132a7-2049-4e7b-a292-e2101025765b" providerId="ADAL" clId="{5963EF00-8023-431A-B5E3-7791A55D19A7}" dt="2026-05-12T10:17:29.966" v="16718" actId="20577"/>
          <pc:sldLayoutMkLst>
            <pc:docMk/>
            <pc:sldMasterMk cId="191568983" sldId="2147484102"/>
            <pc:sldLayoutMk cId="2172341424" sldId="2147484105"/>
          </pc:sldLayoutMkLst>
          <pc:spChg chg="mod">
            <ac:chgData name="PS3 石川 星/Ishikawa, Sho (NTT DATA)" userId="02c132a7-2049-4e7b-a292-e2101025765b" providerId="ADAL" clId="{5963EF00-8023-431A-B5E3-7791A55D19A7}" dt="2026-05-12T10:17:29.966" v="16718" actId="20577"/>
            <ac:spMkLst>
              <pc:docMk/>
              <pc:sldMasterMk cId="191568983" sldId="2147484102"/>
              <pc:sldLayoutMk cId="2172341424" sldId="2147484105"/>
              <ac:spMk id="6" creationId="{E6AA3F11-2310-C251-1D68-4B8F48D50146}"/>
            </ac:spMkLst>
          </pc:spChg>
          <pc:spChg chg="mod">
            <ac:chgData name="PS3 石川 星/Ishikawa, Sho (NTT DATA)" userId="02c132a7-2049-4e7b-a292-e2101025765b" providerId="ADAL" clId="{5963EF00-8023-431A-B5E3-7791A55D19A7}" dt="2026-05-12T10:17:27.402" v="16716" actId="20577"/>
            <ac:spMkLst>
              <pc:docMk/>
              <pc:sldMasterMk cId="191568983" sldId="2147484102"/>
              <pc:sldLayoutMk cId="2172341424" sldId="2147484105"/>
              <ac:spMk id="12" creationId="{07CC41DA-AB1D-B096-5118-CDEB9ED3AACC}"/>
            </ac:spMkLst>
          </pc:spChg>
        </pc:sldLayoutChg>
        <pc:sldLayoutChg chg="modSp mod">
          <pc:chgData name="PS3 石川 星/Ishikawa, Sho (NTT DATA)" userId="02c132a7-2049-4e7b-a292-e2101025765b" providerId="ADAL" clId="{5963EF00-8023-431A-B5E3-7791A55D19A7}" dt="2026-05-12T10:17:37.521" v="16722" actId="20577"/>
          <pc:sldLayoutMkLst>
            <pc:docMk/>
            <pc:sldMasterMk cId="191568983" sldId="2147484102"/>
            <pc:sldLayoutMk cId="853230401" sldId="2147484106"/>
          </pc:sldLayoutMkLst>
          <pc:spChg chg="mod">
            <ac:chgData name="PS3 石川 星/Ishikawa, Sho (NTT DATA)" userId="02c132a7-2049-4e7b-a292-e2101025765b" providerId="ADAL" clId="{5963EF00-8023-431A-B5E3-7791A55D19A7}" dt="2026-05-12T10:17:34.637" v="16720" actId="20577"/>
            <ac:spMkLst>
              <pc:docMk/>
              <pc:sldMasterMk cId="191568983" sldId="2147484102"/>
              <pc:sldLayoutMk cId="853230401" sldId="2147484106"/>
              <ac:spMk id="4" creationId="{8ADA0CC1-B34F-2866-9154-43C9EABF8BF5}"/>
            </ac:spMkLst>
          </pc:spChg>
          <pc:spChg chg="mod">
            <ac:chgData name="PS3 石川 星/Ishikawa, Sho (NTT DATA)" userId="02c132a7-2049-4e7b-a292-e2101025765b" providerId="ADAL" clId="{5963EF00-8023-431A-B5E3-7791A55D19A7}" dt="2026-05-12T10:17:37.521" v="16722" actId="20577"/>
            <ac:spMkLst>
              <pc:docMk/>
              <pc:sldMasterMk cId="191568983" sldId="2147484102"/>
              <pc:sldLayoutMk cId="853230401" sldId="2147484106"/>
              <ac:spMk id="12" creationId="{CC6F50BD-6D4E-93A3-94F5-CD0A6C075F6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2026/6/5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019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gi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novation Curve">
            <a:extLst>
              <a:ext uri="{FF2B5EF4-FFF2-40B4-BE49-F238E27FC236}">
                <a16:creationId xmlns:a16="http://schemas.microsoft.com/office/drawing/2014/main" id="{C7D758E2-2981-8964-2DBD-5E4C29B76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6000" y="0"/>
            <a:ext cx="6876000" cy="6876000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28E88A40-63CF-7644-EB56-0F82D8E1B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864000"/>
            <a:ext cx="4842000" cy="7956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6" name="テキスト プレースホルダー 6">
            <a:extLst>
              <a:ext uri="{FF2B5EF4-FFF2-40B4-BE49-F238E27FC236}">
                <a16:creationId xmlns:a16="http://schemas.microsoft.com/office/drawing/2014/main" id="{F1A176CE-1C9E-473C-DA2D-5CF9AA7285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00" y="2188800"/>
            <a:ext cx="4842000" cy="24120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8" name="テキスト プレースホルダー 10">
            <a:extLst>
              <a:ext uri="{FF2B5EF4-FFF2-40B4-BE49-F238E27FC236}">
                <a16:creationId xmlns:a16="http://schemas.microsoft.com/office/drawing/2014/main" id="{93FE156B-F772-D01E-4372-4120E52784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600" y="5191200"/>
            <a:ext cx="48420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accent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2024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67654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2">
            <a:extLst>
              <a:ext uri="{FF2B5EF4-FFF2-40B4-BE49-F238E27FC236}">
                <a16:creationId xmlns:a16="http://schemas.microsoft.com/office/drawing/2014/main" id="{A3D5047C-C1BE-4A97-3D30-4818BC078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11440800" cy="7956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4" name="テキスト プレースホルダー 6">
            <a:extLst>
              <a:ext uri="{FF2B5EF4-FFF2-40B4-BE49-F238E27FC236}">
                <a16:creationId xmlns:a16="http://schemas.microsoft.com/office/drawing/2014/main" id="{180CAA48-C9FC-9FB9-00D4-FB6ED53D8D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400"/>
            <a:ext cx="11440800" cy="15624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68E6879D-7AAE-B9F3-790D-BB85BE746E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114408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accent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2024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66590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A1EA45-BF6A-8E89-F9CE-BFA62AF363CC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583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3840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２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3" y="1038386"/>
            <a:ext cx="550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コンテンツ プレースホルダー 4">
            <a:extLst>
              <a:ext uri="{FF2B5EF4-FFF2-40B4-BE49-F238E27FC236}">
                <a16:creationId xmlns:a16="http://schemas.microsoft.com/office/drawing/2014/main" id="{EF021ACE-2CF5-4B31-D043-4FF4199CE0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0800" y="1038386"/>
            <a:ext cx="550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0132AB-F8CC-E986-3454-C51AAC0E95E8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352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３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3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58228A74-29BB-7D83-4FBF-D4C78D0E82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6000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1B772862-BD3C-7869-DB09-5C7C67173F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62929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38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ブタイトル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00110"/>
          </a:xfrm>
        </p:spPr>
        <p:txBody>
          <a:bodyPr tIns="0" bIns="0">
            <a:sp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FFA65-3599-E725-9F45-9CF39BF99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727200"/>
            <a:ext cx="11448000" cy="288000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ja-JP" altLang="en-US"/>
              <a:t>［サブタイトル］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FE40B33C-3077-F325-8EA7-EEDBA1AD5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1474" y="1411200"/>
            <a:ext cx="11448000" cy="4824000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A7CDA-C0AA-A8AC-8808-09E8B9AA91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4686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32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（フッター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1C562A-25AB-8415-C9E5-F862FADD5F01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520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面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F524A762-DD3D-0F30-6F39-0BAD647C7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3F105C-816B-C4B5-FF44-9C78401DC345}"/>
              </a:ext>
            </a:extLst>
          </p:cNvPr>
          <p:cNvSpPr/>
          <p:nvPr userDrawn="1"/>
        </p:nvSpPr>
        <p:spPr>
          <a:xfrm>
            <a:off x="0" y="5202000"/>
            <a:ext cx="121920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6A7D226-AA1D-4565-296E-260FC63988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F7EA9B-E085-E004-36B4-F14995B03396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3FB7A8-16FC-BD93-A0B4-62A3FCF37C5A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861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BA8380C3-23D1-332E-5763-4E45DE28D8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440" r="8440"/>
          <a:stretch/>
        </p:blipFill>
        <p:spPr>
          <a:xfrm>
            <a:off x="8153400" y="-1"/>
            <a:ext cx="4037999" cy="6857999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74808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A853D6E-6D9F-5F51-58ED-3ED1FABFD06D}"/>
              </a:ext>
            </a:extLst>
          </p:cNvPr>
          <p:cNvSpPr/>
          <p:nvPr userDrawn="1"/>
        </p:nvSpPr>
        <p:spPr>
          <a:xfrm>
            <a:off x="8152800" y="5202000"/>
            <a:ext cx="40392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31878D8-FF4D-F5B8-7D51-A27150395E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55398C-909F-71D0-49CD-60754A59BD48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418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12BB1B84-3873-592B-346A-382DA695B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440" r="8440"/>
          <a:stretch/>
        </p:blipFill>
        <p:spPr>
          <a:xfrm>
            <a:off x="0" y="-1"/>
            <a:ext cx="4037999" cy="6857999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6400" y="334800"/>
            <a:ext cx="72324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A10DC3-739F-B3F0-BA1B-B970F3916583}"/>
              </a:ext>
            </a:extLst>
          </p:cNvPr>
          <p:cNvSpPr txBox="1"/>
          <p:nvPr userDrawn="1"/>
        </p:nvSpPr>
        <p:spPr>
          <a:xfrm>
            <a:off x="77760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909204-40F4-08DA-5F77-8CD9CC767A5B}"/>
              </a:ext>
            </a:extLst>
          </p:cNvPr>
          <p:cNvSpPr/>
          <p:nvPr userDrawn="1"/>
        </p:nvSpPr>
        <p:spPr>
          <a:xfrm>
            <a:off x="-1201" y="5202000"/>
            <a:ext cx="40392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F1F4A7B-797E-8774-7A15-00748447B4EA}"/>
              </a:ext>
            </a:extLst>
          </p:cNvPr>
          <p:cNvSpPr txBox="1"/>
          <p:nvPr userDrawn="1"/>
        </p:nvSpPr>
        <p:spPr>
          <a:xfrm>
            <a:off x="4496400" y="6562800"/>
            <a:ext cx="32040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2025 NTT DATA Japan Corporation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22009A-DED3-7073-83CB-04DBCF9C572B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0943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11">
            <a:extLst>
              <a:ext uri="{FF2B5EF4-FFF2-40B4-BE49-F238E27FC236}">
                <a16:creationId xmlns:a16="http://schemas.microsoft.com/office/drawing/2014/main" id="{C2044BA7-36F7-9477-3C85-FA967B223B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412" b="24412"/>
          <a:stretch/>
        </p:blipFill>
        <p:spPr>
          <a:xfrm>
            <a:off x="0" y="3351600"/>
            <a:ext cx="12193200" cy="3510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900E81-5532-6F3F-3DCC-003C90BA5ECB}"/>
              </a:ext>
            </a:extLst>
          </p:cNvPr>
          <p:cNvSpPr/>
          <p:nvPr userDrawn="1"/>
        </p:nvSpPr>
        <p:spPr>
          <a:xfrm>
            <a:off x="0" y="5202000"/>
            <a:ext cx="121920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E17DA24-7E4F-696A-F536-1C16C913B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90F45524-EB8E-A1DF-361B-8D78281B5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A05FF2A-BCBB-15AB-3787-FE03495E6FCB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BBC1440-FAD9-794A-1B15-7B7A16143951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655178-DE12-7246-7FDA-793D4F72C04F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4928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画像3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D8BF745-92BD-988C-34D0-74B4D7534C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49F5F7A-6BC4-C06C-9C1E-4B267B2B2F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960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67C5164-A259-C81F-D67B-6539C0BBF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60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85820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写真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AF36B133-36B0-B253-B7D4-C28F41A6105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70800" y="334800"/>
            <a:ext cx="4420800" cy="3546000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60F00A5-A022-0540-F2CC-D4AA03AB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2422800"/>
            <a:ext cx="4420800" cy="1458000"/>
          </a:xfrm>
        </p:spPr>
        <p:txBody>
          <a:bodyPr>
            <a:noAutofit/>
          </a:bodyPr>
          <a:lstStyle>
            <a:lvl1pPr algn="ctr">
              <a:defRPr sz="2130" b="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86AAEE8-9706-2A45-5CC0-A6743ACE48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800" y="3988800"/>
            <a:ext cx="3420000" cy="2250000"/>
          </a:xfrm>
          <a:solidFill>
            <a:schemeClr val="accent6"/>
          </a:solidFill>
        </p:spPr>
        <p:txBody>
          <a:bodyPr anchor="ctr"/>
          <a:lstStyle>
            <a:lvl1pPr algn="l">
              <a:defRPr sz="267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47250683-2213-51C3-F47C-D3BB0C13BF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3200" y="334800"/>
            <a:ext cx="4348800" cy="3556800"/>
          </a:xfrm>
          <a:solidFill>
            <a:schemeClr val="accent1"/>
          </a:solidFill>
        </p:spPr>
        <p:txBody>
          <a:bodyPr anchor="ctr"/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図プレースホルダー 10">
            <a:extLst>
              <a:ext uri="{FF2B5EF4-FFF2-40B4-BE49-F238E27FC236}">
                <a16:creationId xmlns:a16="http://schemas.microsoft.com/office/drawing/2014/main" id="{D127BBDB-D025-FD8A-C85D-A801D42BD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77200" y="3988800"/>
            <a:ext cx="5371200" cy="2249487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A7430A91-EF7E-38AA-26AE-08F2AE0177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7200" y="5400000"/>
            <a:ext cx="5371200" cy="838800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E3F89E9-9AFA-9CD7-A1FE-3F17B72269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60000" y="334800"/>
            <a:ext cx="2473200" cy="1699200"/>
          </a:xfrm>
          <a:solidFill>
            <a:schemeClr val="accent6"/>
          </a:solidFill>
        </p:spPr>
        <p:txBody>
          <a:bodyPr anchor="ctr"/>
          <a:lstStyle>
            <a:lvl1pPr algn="ctr">
              <a:defRPr sz="2130">
                <a:solidFill>
                  <a:schemeClr val="bg1"/>
                </a:solidFill>
              </a:defRPr>
            </a:lvl1pPr>
            <a:lvl2pPr>
              <a:defRPr sz="2130">
                <a:solidFill>
                  <a:schemeClr val="bg1"/>
                </a:solidFill>
              </a:defRPr>
            </a:lvl2pPr>
            <a:lvl3pPr>
              <a:defRPr sz="2130">
                <a:solidFill>
                  <a:schemeClr val="bg1"/>
                </a:solidFill>
              </a:defRPr>
            </a:lvl3pPr>
            <a:lvl4pPr>
              <a:defRPr sz="2130">
                <a:solidFill>
                  <a:schemeClr val="bg1"/>
                </a:solidFill>
              </a:defRPr>
            </a:lvl4pPr>
            <a:lvl5pPr>
              <a:defRPr sz="213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図プレースホルダー 16">
            <a:extLst>
              <a:ext uri="{FF2B5EF4-FFF2-40B4-BE49-F238E27FC236}">
                <a16:creationId xmlns:a16="http://schemas.microsoft.com/office/drawing/2014/main" id="{36D62073-F3ED-902D-ABDD-53B579CEBC6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49200" y="2138400"/>
            <a:ext cx="2484000" cy="2682000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4A8E1685-4EC8-2142-116E-6C7F07537E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60000" y="3744000"/>
            <a:ext cx="2473200" cy="1076400"/>
          </a:xfrm>
        </p:spPr>
        <p:txBody>
          <a:bodyPr/>
          <a:lstStyle>
            <a:lvl1pPr algn="ctr">
              <a:defRPr sz="2130">
                <a:solidFill>
                  <a:schemeClr val="bg1"/>
                </a:solidFill>
              </a:defRPr>
            </a:lvl1pPr>
            <a:lvl2pPr>
              <a:defRPr sz="2130">
                <a:solidFill>
                  <a:schemeClr val="bg1"/>
                </a:solidFill>
              </a:defRPr>
            </a:lvl2pPr>
            <a:lvl3pPr>
              <a:defRPr sz="2130">
                <a:solidFill>
                  <a:schemeClr val="bg1"/>
                </a:solidFill>
              </a:defRPr>
            </a:lvl3pPr>
            <a:lvl4pPr>
              <a:defRPr sz="2130">
                <a:solidFill>
                  <a:schemeClr val="bg1"/>
                </a:solidFill>
              </a:defRPr>
            </a:lvl4pPr>
            <a:lvl5pPr>
              <a:defRPr sz="213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A9A8FCD4-EB65-F684-B13F-80CED75EC5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49200" y="4928400"/>
            <a:ext cx="2469600" cy="1310400"/>
          </a:xfrm>
          <a:solidFill>
            <a:schemeClr val="accent2"/>
          </a:solidFill>
        </p:spPr>
        <p:txBody>
          <a:bodyPr anchor="ctr"/>
          <a:lstStyle>
            <a:lvl1pPr algn="ctr">
              <a:defRPr sz="213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6A7A10-7575-DD29-07D8-321ECD75E9AA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3843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A1EA45-BF6A-8E89-F9CE-BFA62AF363CC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5490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7103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２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3" y="1038386"/>
            <a:ext cx="550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コンテンツ プレースホルダー 4">
            <a:extLst>
              <a:ext uri="{FF2B5EF4-FFF2-40B4-BE49-F238E27FC236}">
                <a16:creationId xmlns:a16="http://schemas.microsoft.com/office/drawing/2014/main" id="{EF021ACE-2CF5-4B31-D043-4FF4199CE0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0800" y="1038386"/>
            <a:ext cx="550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0132AB-F8CC-E986-3454-C51AAC0E95E8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44984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３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3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58228A74-29BB-7D83-4FBF-D4C78D0E82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6000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1B772862-BD3C-7869-DB09-5C7C67173F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62929" y="1038386"/>
            <a:ext cx="36576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3875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ブタイトル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00110"/>
          </a:xfrm>
        </p:spPr>
        <p:txBody>
          <a:bodyPr tIns="0" bIns="0">
            <a:sp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FFA65-3599-E725-9F45-9CF39BF99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727200"/>
            <a:ext cx="11448000" cy="288000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ja-JP" altLang="en-US"/>
              <a:t>［サブタイトル］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FE40B33C-3077-F325-8EA7-EEDBA1AD5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1474" y="1411200"/>
            <a:ext cx="11448000" cy="4824000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A7CDA-C0AA-A8AC-8808-09E8B9AA91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910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820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（フッター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1C562A-25AB-8415-C9E5-F862FADD5F01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3269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面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F524A762-DD3D-0F30-6F39-0BAD647C7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3F105C-816B-C4B5-FF44-9C78401DC345}"/>
              </a:ext>
            </a:extLst>
          </p:cNvPr>
          <p:cNvSpPr/>
          <p:nvPr userDrawn="1"/>
        </p:nvSpPr>
        <p:spPr>
          <a:xfrm>
            <a:off x="0" y="5202000"/>
            <a:ext cx="121920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6A7D226-AA1D-4565-296E-260FC63988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F7EA9B-E085-E004-36B4-F14995B03396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3FB7A8-16FC-BD93-A0B4-62A3FCF37C5A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5970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BA8380C3-23D1-332E-5763-4E45DE28D8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440" r="8440"/>
          <a:stretch/>
        </p:blipFill>
        <p:spPr>
          <a:xfrm>
            <a:off x="8153400" y="-1"/>
            <a:ext cx="4037999" cy="6857999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74808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A853D6E-6D9F-5F51-58ED-3ED1FABFD06D}"/>
              </a:ext>
            </a:extLst>
          </p:cNvPr>
          <p:cNvSpPr/>
          <p:nvPr userDrawn="1"/>
        </p:nvSpPr>
        <p:spPr>
          <a:xfrm>
            <a:off x="8152800" y="5202000"/>
            <a:ext cx="40392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31878D8-FF4D-F5B8-7D51-A27150395E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55398C-909F-71D0-49CD-60754A59BD48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02051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12BB1B84-3873-592B-346A-382DA695B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8440" r="8440"/>
          <a:stretch/>
        </p:blipFill>
        <p:spPr>
          <a:xfrm>
            <a:off x="0" y="-1"/>
            <a:ext cx="4037999" cy="6857999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6400" y="334800"/>
            <a:ext cx="72324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A10DC3-739F-B3F0-BA1B-B970F3916583}"/>
              </a:ext>
            </a:extLst>
          </p:cNvPr>
          <p:cNvSpPr txBox="1"/>
          <p:nvPr userDrawn="1"/>
        </p:nvSpPr>
        <p:spPr>
          <a:xfrm>
            <a:off x="77760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909204-40F4-08DA-5F77-8CD9CC767A5B}"/>
              </a:ext>
            </a:extLst>
          </p:cNvPr>
          <p:cNvSpPr/>
          <p:nvPr userDrawn="1"/>
        </p:nvSpPr>
        <p:spPr>
          <a:xfrm>
            <a:off x="-1201" y="5202000"/>
            <a:ext cx="40392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F1F4A7B-797E-8774-7A15-00748447B4EA}"/>
              </a:ext>
            </a:extLst>
          </p:cNvPr>
          <p:cNvSpPr txBox="1"/>
          <p:nvPr userDrawn="1"/>
        </p:nvSpPr>
        <p:spPr>
          <a:xfrm>
            <a:off x="4496400" y="6562800"/>
            <a:ext cx="32040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2025 NTT DATA Japan Corporation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22009A-DED3-7073-83CB-04DBCF9C572B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91858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に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11">
            <a:extLst>
              <a:ext uri="{FF2B5EF4-FFF2-40B4-BE49-F238E27FC236}">
                <a16:creationId xmlns:a16="http://schemas.microsoft.com/office/drawing/2014/main" id="{C2044BA7-36F7-9477-3C85-FA967B223B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412" b="24412"/>
          <a:stretch/>
        </p:blipFill>
        <p:spPr>
          <a:xfrm>
            <a:off x="0" y="3351600"/>
            <a:ext cx="12193200" cy="3510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900E81-5532-6F3F-3DCC-003C90BA5ECB}"/>
              </a:ext>
            </a:extLst>
          </p:cNvPr>
          <p:cNvSpPr/>
          <p:nvPr userDrawn="1"/>
        </p:nvSpPr>
        <p:spPr>
          <a:xfrm>
            <a:off x="0" y="5202000"/>
            <a:ext cx="12192000" cy="1655999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E17DA24-7E4F-696A-F536-1C16C913B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026" y="6425921"/>
            <a:ext cx="1148891" cy="292658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90F45524-EB8E-A1DF-361B-8D78281B5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A05FF2A-BCBB-15AB-3787-FE03495E6FCB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BBC1440-FAD9-794A-1B15-7B7A16143951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655178-DE12-7246-7FDA-793D4F72C04F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47889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画像3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2538"/>
          </a:xfrm>
        </p:spPr>
        <p:txBody>
          <a:bodyPr t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D8BF745-92BD-988C-34D0-74B4D7534C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49F5F7A-6BC4-C06C-9C1E-4B267B2B2F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960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67C5164-A259-C81F-D67B-6539C0BBF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600" y="1411200"/>
            <a:ext cx="4017600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クリックして画像を追加してください</a:t>
            </a:r>
            <a:r>
              <a:rPr 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98055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写真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AF36B133-36B0-B253-B7D4-C28F41A6105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70800" y="334800"/>
            <a:ext cx="4420800" cy="3546000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60F00A5-A022-0540-F2CC-D4AA03AB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2422800"/>
            <a:ext cx="4420800" cy="1458000"/>
          </a:xfrm>
        </p:spPr>
        <p:txBody>
          <a:bodyPr>
            <a:noAutofit/>
          </a:bodyPr>
          <a:lstStyle>
            <a:lvl1pPr algn="ctr">
              <a:defRPr sz="2130" b="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86AAEE8-9706-2A45-5CC0-A6743ACE48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800" y="3988800"/>
            <a:ext cx="3420000" cy="2250000"/>
          </a:xfrm>
          <a:solidFill>
            <a:schemeClr val="accent6"/>
          </a:solidFill>
        </p:spPr>
        <p:txBody>
          <a:bodyPr anchor="ctr"/>
          <a:lstStyle>
            <a:lvl1pPr algn="l">
              <a:defRPr sz="267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47250683-2213-51C3-F47C-D3BB0C13BF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3200" y="334800"/>
            <a:ext cx="4348800" cy="3556800"/>
          </a:xfrm>
          <a:solidFill>
            <a:schemeClr val="accent1"/>
          </a:solidFill>
        </p:spPr>
        <p:txBody>
          <a:bodyPr anchor="ctr"/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図プレースホルダー 10">
            <a:extLst>
              <a:ext uri="{FF2B5EF4-FFF2-40B4-BE49-F238E27FC236}">
                <a16:creationId xmlns:a16="http://schemas.microsoft.com/office/drawing/2014/main" id="{D127BBDB-D025-FD8A-C85D-A801D42BD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77200" y="3988800"/>
            <a:ext cx="5371200" cy="2249487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A7430A91-EF7E-38AA-26AE-08F2AE0177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7200" y="5400000"/>
            <a:ext cx="5371200" cy="838800"/>
          </a:xfrm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E3F89E9-9AFA-9CD7-A1FE-3F17B72269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60000" y="334800"/>
            <a:ext cx="2473200" cy="1699200"/>
          </a:xfrm>
          <a:solidFill>
            <a:schemeClr val="accent6"/>
          </a:solidFill>
        </p:spPr>
        <p:txBody>
          <a:bodyPr anchor="ctr"/>
          <a:lstStyle>
            <a:lvl1pPr algn="ctr">
              <a:defRPr sz="2130">
                <a:solidFill>
                  <a:schemeClr val="bg1"/>
                </a:solidFill>
              </a:defRPr>
            </a:lvl1pPr>
            <a:lvl2pPr>
              <a:defRPr sz="2130">
                <a:solidFill>
                  <a:schemeClr val="bg1"/>
                </a:solidFill>
              </a:defRPr>
            </a:lvl2pPr>
            <a:lvl3pPr>
              <a:defRPr sz="2130">
                <a:solidFill>
                  <a:schemeClr val="bg1"/>
                </a:solidFill>
              </a:defRPr>
            </a:lvl3pPr>
            <a:lvl4pPr>
              <a:defRPr sz="2130">
                <a:solidFill>
                  <a:schemeClr val="bg1"/>
                </a:solidFill>
              </a:defRPr>
            </a:lvl4pPr>
            <a:lvl5pPr>
              <a:defRPr sz="213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図プレースホルダー 16">
            <a:extLst>
              <a:ext uri="{FF2B5EF4-FFF2-40B4-BE49-F238E27FC236}">
                <a16:creationId xmlns:a16="http://schemas.microsoft.com/office/drawing/2014/main" id="{36D62073-F3ED-902D-ABDD-53B579CEBC6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49200" y="2138400"/>
            <a:ext cx="2484000" cy="2682000"/>
          </a:xfrm>
          <a:solidFill>
            <a:schemeClr val="accent3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画像を追加</a:t>
            </a: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4A8E1685-4EC8-2142-116E-6C7F07537E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60000" y="3744000"/>
            <a:ext cx="2473200" cy="1076400"/>
          </a:xfrm>
        </p:spPr>
        <p:txBody>
          <a:bodyPr/>
          <a:lstStyle>
            <a:lvl1pPr algn="ctr">
              <a:defRPr sz="2130">
                <a:solidFill>
                  <a:schemeClr val="bg1"/>
                </a:solidFill>
              </a:defRPr>
            </a:lvl1pPr>
            <a:lvl2pPr>
              <a:defRPr sz="2130">
                <a:solidFill>
                  <a:schemeClr val="bg1"/>
                </a:solidFill>
              </a:defRPr>
            </a:lvl2pPr>
            <a:lvl3pPr>
              <a:defRPr sz="2130">
                <a:solidFill>
                  <a:schemeClr val="bg1"/>
                </a:solidFill>
              </a:defRPr>
            </a:lvl3pPr>
            <a:lvl4pPr>
              <a:defRPr sz="2130">
                <a:solidFill>
                  <a:schemeClr val="bg1"/>
                </a:solidFill>
              </a:defRPr>
            </a:lvl4pPr>
            <a:lvl5pPr>
              <a:defRPr sz="213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A9A8FCD4-EB65-F684-B13F-80CED75EC5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49200" y="4928400"/>
            <a:ext cx="2469600" cy="1310400"/>
          </a:xfrm>
          <a:solidFill>
            <a:schemeClr val="accent2"/>
          </a:solidFill>
        </p:spPr>
        <p:txBody>
          <a:bodyPr anchor="ctr"/>
          <a:lstStyle>
            <a:lvl1pPr algn="ctr">
              <a:defRPr sz="213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6A7A10-7575-DD29-07D8-321ECD75E9AA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69949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写真背景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2BAA3C9-E6D9-AE11-A16C-34CC9C76E6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EB59AC5-1B60-A021-8B7D-DF59CBAD3A75}"/>
              </a:ext>
            </a:extLst>
          </p:cNvPr>
          <p:cNvSpPr/>
          <p:nvPr userDrawn="1"/>
        </p:nvSpPr>
        <p:spPr>
          <a:xfrm>
            <a:off x="0" y="-1"/>
            <a:ext cx="12192000" cy="6857998"/>
          </a:xfrm>
          <a:prstGeom prst="rect">
            <a:avLst/>
          </a:prstGeom>
          <a:solidFill>
            <a:srgbClr val="050D24">
              <a:alpha val="58367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B41749C-507D-C7F2-AA9C-DC270B029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85475" y="2865911"/>
            <a:ext cx="4421049" cy="112617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BDF2C6-C064-BC40-82E9-4D1BAEA155C8}"/>
              </a:ext>
            </a:extLst>
          </p:cNvPr>
          <p:cNvSpPr txBox="1"/>
          <p:nvPr userDrawn="1"/>
        </p:nvSpPr>
        <p:spPr>
          <a:xfrm>
            <a:off x="2919470" y="7039345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 dirty="0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2828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914A62E0-557E-B957-9899-5EBF45E3EA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9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21D845A-6F22-B3AA-CB2B-CE570ECB54DA}"/>
              </a:ext>
            </a:extLst>
          </p:cNvPr>
          <p:cNvSpPr/>
          <p:nvPr userDrawn="1"/>
        </p:nvSpPr>
        <p:spPr>
          <a:xfrm>
            <a:off x="0" y="0"/>
            <a:ext cx="12187500" cy="6858001"/>
          </a:xfrm>
          <a:prstGeom prst="rect">
            <a:avLst/>
          </a:prstGeom>
          <a:solidFill>
            <a:srgbClr val="050D24">
              <a:alpha val="58080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93D96B2-6F5E-EE7E-9F24-93B0B654C8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54200" y="0"/>
            <a:ext cx="6837800" cy="6876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06268F2-28E0-79B7-DA6F-57A7B640AE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38584A2-F12B-7FC9-C3A1-97D2EFB00B41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9A56B1-D141-A67A-825B-D1E94545EC0A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9FFE2739-2E04-47EE-56DD-BB294EDAFE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864000"/>
            <a:ext cx="48420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9" name="テキスト プレースホルダー 6">
            <a:extLst>
              <a:ext uri="{FF2B5EF4-FFF2-40B4-BE49-F238E27FC236}">
                <a16:creationId xmlns:a16="http://schemas.microsoft.com/office/drawing/2014/main" id="{F837CDFA-F63F-E633-A624-CDB5B06CAF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00" y="2188800"/>
            <a:ext cx="4842000" cy="24120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C902823D-1000-9AD4-A5D1-BC7E7F7ABD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600" y="5191200"/>
            <a:ext cx="48420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8139083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一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135D64F4-1CA0-56CF-8C07-767DED8AAB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97923DD-A187-436F-BFDF-933B5E40DE59}"/>
              </a:ext>
            </a:extLst>
          </p:cNvPr>
          <p:cNvSpPr/>
          <p:nvPr userDrawn="1"/>
        </p:nvSpPr>
        <p:spPr>
          <a:xfrm>
            <a:off x="0" y="0"/>
            <a:ext cx="12187500" cy="6858001"/>
          </a:xfrm>
          <a:prstGeom prst="rect">
            <a:avLst/>
          </a:prstGeom>
          <a:solidFill>
            <a:srgbClr val="050D24">
              <a:alpha val="58080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F0B3FE2-7046-025F-1030-28927CDF79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26356CC-4A55-00B4-4C29-4C4FF9AC3E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28966" y="0"/>
            <a:ext cx="4558534" cy="6876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53D2BDA-26EA-370D-2084-F7F1C3809C6A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97F027-0343-7668-5879-F7126DF17584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FDC3CA59-45BD-B018-FE26-B50D09901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71856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12" name="テキスト プレースホルダー 6">
            <a:extLst>
              <a:ext uri="{FF2B5EF4-FFF2-40B4-BE49-F238E27FC236}">
                <a16:creationId xmlns:a16="http://schemas.microsoft.com/office/drawing/2014/main" id="{2704D472-D7F1-5C17-D2C9-89CA9C7E6E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399"/>
            <a:ext cx="7185600" cy="2346865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FF2F9E31-F480-6E30-B7CC-0D2A360E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71856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61018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ノベーションカーブ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10AAF6A0-9426-1792-5BF0-ADD6394971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1998" cy="6857999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70D6933-50FC-7553-7845-69CEDA1C00C5}"/>
              </a:ext>
            </a:extLst>
          </p:cNvPr>
          <p:cNvSpPr/>
          <p:nvPr userDrawn="1"/>
        </p:nvSpPr>
        <p:spPr>
          <a:xfrm>
            <a:off x="0" y="0"/>
            <a:ext cx="12187500" cy="6858001"/>
          </a:xfrm>
          <a:prstGeom prst="rect">
            <a:avLst/>
          </a:prstGeom>
          <a:solidFill>
            <a:srgbClr val="050D24">
              <a:alpha val="58080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4FF15F3-493A-8C15-9F64-F076696160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AA3F11-2310-C251-1D68-4B8F48D50146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C1596D-A3C7-4FF6-6DFA-9626A8F84014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8D564593-F08C-BEC6-7F51-ED1F5CE127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114408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0B4BDF00-A209-76C8-BB25-F0D0D8A5CF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400"/>
            <a:ext cx="11440800" cy="15624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07CC41DA-AB1D-B096-5118-CDEB9ED3AA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114408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1723414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プレースホルダー 11">
            <a:extLst>
              <a:ext uri="{FF2B5EF4-FFF2-40B4-BE49-F238E27FC236}">
                <a16:creationId xmlns:a16="http://schemas.microsoft.com/office/drawing/2014/main" id="{A3393BEA-233F-245F-0129-ADDB815811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1608" t="8744" r="2060" b="52192"/>
          <a:stretch/>
        </p:blipFill>
        <p:spPr>
          <a:xfrm>
            <a:off x="0" y="3351600"/>
            <a:ext cx="12193200" cy="351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E76937A-BEA1-17BD-51FF-75828A8946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8400" y="3733200"/>
            <a:ext cx="2743200" cy="27432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C6F50BD-6D4E-93A3-94F5-CD0A6C075F68}"/>
              </a:ext>
            </a:extLst>
          </p:cNvPr>
          <p:cNvSpPr txBox="1"/>
          <p:nvPr userDrawn="1"/>
        </p:nvSpPr>
        <p:spPr>
          <a:xfrm>
            <a:off x="370800" y="31464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FAB0DC-12F1-0A0D-5E05-98EABE352010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F5B93878-EB0F-DF28-452A-99587B3CF9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5893501C-E04B-3D7E-860E-2A66FEF8D7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8ADA0CC1-B34F-2866-9154-43C9EABF8B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85323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.gi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BAA029A-FBBF-0DA2-B8D6-BC87BC147E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7967" y="191534"/>
            <a:ext cx="2244917" cy="56986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FFB214-AC1C-6625-D288-FF1B7FC90CA1}"/>
              </a:ext>
            </a:extLst>
          </p:cNvPr>
          <p:cNvSpPr txBox="1"/>
          <p:nvPr userDrawn="1"/>
        </p:nvSpPr>
        <p:spPr>
          <a:xfrm>
            <a:off x="690926" y="7065341"/>
            <a:ext cx="10810147" cy="32919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 defTabSz="288000"/>
            <a:r>
              <a:rPr kumimoji="1" lang="ja-JP" altLang="en-US">
                <a:solidFill>
                  <a:srgbClr val="C00000"/>
                </a:solidFill>
                <a:latin typeface="+mn-ea"/>
              </a:rPr>
              <a:t>コピーライトを修正するときは、ホームタブの「置換」から、文字列を</a:t>
            </a:r>
            <a:r>
              <a:rPr kumimoji="1" lang="ja-JP" altLang="en-US" b="1">
                <a:solidFill>
                  <a:srgbClr val="C00000"/>
                </a:solidFill>
                <a:latin typeface="+mn-ea"/>
              </a:rPr>
              <a:t>すべて置換</a:t>
            </a:r>
            <a:r>
              <a:rPr kumimoji="1" lang="ja-JP" altLang="en-US">
                <a:solidFill>
                  <a:srgbClr val="C00000"/>
                </a:solidFill>
                <a:latin typeface="+mn-ea"/>
              </a:rPr>
              <a:t>してください。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0B27DF-CFBE-A4A8-9EB1-3609B2C2EB77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NTT DATA Japan Corporation</a:t>
            </a:r>
          </a:p>
        </p:txBody>
      </p:sp>
    </p:spTree>
    <p:extLst>
      <p:ext uri="{BB962C8B-B14F-4D97-AF65-F5344CB8AC3E}">
        <p14:creationId xmlns:p14="http://schemas.microsoft.com/office/powerpoint/2010/main" val="290311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3932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000" b="0" i="0" kern="1200" spc="0" baseline="0">
          <a:solidFill>
            <a:schemeClr val="accent1"/>
          </a:solidFill>
          <a:latin typeface="+mn-ea"/>
          <a:ea typeface="+mn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20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6" orient="horz" pos="4201">
          <p15:clr>
            <a:srgbClr val="F26B43"/>
          </p15:clr>
        </p15:guide>
        <p15:guide id="11" orient="horz" pos="2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FF17374-619F-B03A-AF33-23643D9990F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741025" y="6425921"/>
            <a:ext cx="1152894" cy="292657"/>
          </a:xfrm>
          <a:prstGeom prst="rect">
            <a:avLst/>
          </a:prstGeom>
        </p:spPr>
      </p:pic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NTT DATA Japan Corporation</a:t>
            </a:r>
          </a:p>
        </p:txBody>
      </p:sp>
    </p:spTree>
    <p:extLst>
      <p:ext uri="{BB962C8B-B14F-4D97-AF65-F5344CB8AC3E}">
        <p14:creationId xmlns:p14="http://schemas.microsoft.com/office/powerpoint/2010/main" val="13301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accent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pos="3840">
          <p15:clr>
            <a:srgbClr val="F26B43"/>
          </p15:clr>
        </p15:guide>
        <p15:guide id="8" pos="7446">
          <p15:clr>
            <a:srgbClr val="F26B43"/>
          </p15:clr>
        </p15:guide>
        <p15:guide id="9" orient="horz" pos="3929">
          <p15:clr>
            <a:srgbClr val="F26B43"/>
          </p15:clr>
        </p15:guide>
        <p15:guide id="10" orient="horz" pos="210">
          <p15:clr>
            <a:srgbClr val="F26B43"/>
          </p15:clr>
        </p15:guide>
        <p15:guide id="12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FF17374-619F-B03A-AF33-23643D9990F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0741025" y="6425921"/>
            <a:ext cx="1152894" cy="292657"/>
          </a:xfrm>
          <a:prstGeom prst="rect">
            <a:avLst/>
          </a:prstGeom>
        </p:spPr>
      </p:pic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 NTT DATA Japan Corporation</a:t>
            </a:r>
          </a:p>
        </p:txBody>
      </p:sp>
    </p:spTree>
    <p:extLst>
      <p:ext uri="{BB962C8B-B14F-4D97-AF65-F5344CB8AC3E}">
        <p14:creationId xmlns:p14="http://schemas.microsoft.com/office/powerpoint/2010/main" val="346607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88" r:id="rId3"/>
    <p:sldLayoutId id="2147484089" r:id="rId4"/>
    <p:sldLayoutId id="2147484090" r:id="rId5"/>
    <p:sldLayoutId id="2147484091" r:id="rId6"/>
    <p:sldLayoutId id="2147484092" r:id="rId7"/>
    <p:sldLayoutId id="2147484093" r:id="rId8"/>
    <p:sldLayoutId id="2147484094" r:id="rId9"/>
    <p:sldLayoutId id="2147484095" r:id="rId10"/>
    <p:sldLayoutId id="2147484096" r:id="rId11"/>
    <p:sldLayoutId id="2147484097" r:id="rId12"/>
    <p:sldLayoutId id="2147484098" r:id="rId13"/>
    <p:sldLayoutId id="2147484107" r:id="rId14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accent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pos="3840">
          <p15:clr>
            <a:srgbClr val="F26B43"/>
          </p15:clr>
        </p15:guide>
        <p15:guide id="8" pos="7446">
          <p15:clr>
            <a:srgbClr val="F26B43"/>
          </p15:clr>
        </p15:guide>
        <p15:guide id="9" orient="horz" pos="3929">
          <p15:clr>
            <a:srgbClr val="F26B43"/>
          </p15:clr>
        </p15:guide>
        <p15:guide id="10" orient="horz" pos="210">
          <p15:clr>
            <a:srgbClr val="F26B43"/>
          </p15:clr>
        </p15:guide>
        <p15:guide id="12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BAA029A-FBBF-0DA2-B8D6-BC87BC147E6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1BF0E7-CA3F-2C26-0703-F0CB01EA9A9E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2026 NTT DATA Japan Corporation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AB9C5D-DBB2-F3AC-7527-30B13EFFFBF0}"/>
              </a:ext>
            </a:extLst>
          </p:cNvPr>
          <p:cNvSpPr txBox="1"/>
          <p:nvPr userDrawn="1"/>
        </p:nvSpPr>
        <p:spPr>
          <a:xfrm>
            <a:off x="690926" y="7065341"/>
            <a:ext cx="10810147" cy="32919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 defTabSz="288000"/>
            <a:r>
              <a:rPr kumimoji="1" lang="ja-JP" altLang="en-US">
                <a:solidFill>
                  <a:srgbClr val="C00000"/>
                </a:solidFill>
                <a:latin typeface="+mn-ea"/>
              </a:rPr>
              <a:t>コピーライトを修正するときは、ホームタブの「置換」から、文字列を</a:t>
            </a:r>
            <a:r>
              <a:rPr kumimoji="1" lang="ja-JP" altLang="en-US" b="1">
                <a:solidFill>
                  <a:srgbClr val="C00000"/>
                </a:solidFill>
                <a:latin typeface="+mn-ea"/>
              </a:rPr>
              <a:t>すべて置換</a:t>
            </a:r>
            <a:r>
              <a:rPr kumimoji="1" lang="ja-JP" altLang="en-US">
                <a:solidFill>
                  <a:srgbClr val="C00000"/>
                </a:solidFill>
                <a:latin typeface="+mn-ea"/>
              </a:rPr>
              <a:t>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9156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4" r:id="rId2"/>
    <p:sldLayoutId id="2147484105" r:id="rId3"/>
    <p:sldLayoutId id="2147484106" r:id="rId4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000" b="0" i="0" kern="1200" spc="0" baseline="0">
          <a:solidFill>
            <a:srgbClr val="F8F8F8"/>
          </a:solidFill>
          <a:latin typeface="+mn-ea"/>
          <a:ea typeface="+mn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20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3840">
          <p15:clr>
            <a:srgbClr val="F26B43"/>
          </p15:clr>
        </p15:guide>
        <p15:guide id="4" pos="7446">
          <p15:clr>
            <a:srgbClr val="F26B43"/>
          </p15:clr>
        </p15:guide>
        <p15:guide id="6" orient="horz" pos="4201">
          <p15:clr>
            <a:srgbClr val="F26B43"/>
          </p15:clr>
        </p15:guide>
        <p15:guide id="11" orient="horz" pos="2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Pages/ResponsePage.aspx?id=DUXPH3G7_U6uXZDHvnV-EqcywQJJIHtOopLiEBAldltUQTBGNjVOVU9MVUVXRjJLUFFZRk1JSVY3UC4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590E3-C1A1-6EE5-33A3-1BA188D3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FY26 </a:t>
            </a:r>
            <a:r>
              <a:rPr lang="ja-JP" altLang="en-US" dirty="0"/>
              <a:t>新入社員向け </a:t>
            </a:r>
            <a:r>
              <a:rPr lang="en-US" altLang="ja-JP" dirty="0"/>
              <a:t>AI</a:t>
            </a:r>
            <a:r>
              <a:rPr lang="ja-JP" altLang="en-US" dirty="0"/>
              <a:t> </a:t>
            </a:r>
            <a:r>
              <a:rPr lang="en-US" altLang="ja-JP" dirty="0"/>
              <a:t>Native</a:t>
            </a:r>
            <a:r>
              <a:rPr lang="ja-JP" altLang="en-US" dirty="0"/>
              <a:t>開発研修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4265A2-61B5-45D8-6463-6418F44F07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2188800"/>
            <a:ext cx="11978566" cy="2412000"/>
          </a:xfrm>
        </p:spPr>
        <p:txBody>
          <a:bodyPr/>
          <a:lstStyle/>
          <a:p>
            <a:r>
              <a:rPr lang="en-US" altLang="ja-JP" dirty="0"/>
              <a:t>【AI</a:t>
            </a:r>
            <a:r>
              <a:rPr lang="ja-JP" altLang="en-US" dirty="0"/>
              <a:t> </a:t>
            </a:r>
            <a:r>
              <a:rPr lang="en-US" altLang="ja-JP" dirty="0"/>
              <a:t>Native</a:t>
            </a:r>
            <a:r>
              <a:rPr lang="ja-JP" altLang="en-US" dirty="0"/>
              <a:t>研修</a:t>
            </a:r>
            <a:r>
              <a:rPr lang="en-US" altLang="ja-JP" dirty="0"/>
              <a:t>-</a:t>
            </a:r>
            <a:r>
              <a:rPr lang="ja-JP" altLang="en-US" dirty="0"/>
              <a:t>バイブコーディング</a:t>
            </a:r>
            <a:r>
              <a:rPr lang="en-US" altLang="ja-JP" dirty="0"/>
              <a:t>】</a:t>
            </a:r>
          </a:p>
          <a:p>
            <a:r>
              <a:rPr lang="ja-JP" altLang="en-US" dirty="0"/>
              <a:t>演習振り返り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F65AA0-1FFF-132D-52B8-6DB3C5784A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ja-JP" dirty="0"/>
              <a:t>2026</a:t>
            </a:r>
            <a:r>
              <a:rPr lang="ja-JP" altLang="en-US" dirty="0"/>
              <a:t>年</a:t>
            </a:r>
            <a:r>
              <a:rPr lang="en-US" altLang="ja-JP" dirty="0"/>
              <a:t>6</a:t>
            </a:r>
            <a:r>
              <a:rPr lang="ja-JP" altLang="en-US" dirty="0"/>
              <a:t>月</a:t>
            </a:r>
            <a:r>
              <a:rPr lang="en-US" altLang="ja-JP" dirty="0"/>
              <a:t>5</a:t>
            </a:r>
            <a:r>
              <a:rPr lang="ja-JP" altLang="en-US" dirty="0"/>
              <a:t>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40BC4F-5A15-BFC5-9284-19B2C0155A8C}"/>
              </a:ext>
            </a:extLst>
          </p:cNvPr>
          <p:cNvSpPr txBox="1"/>
          <p:nvPr/>
        </p:nvSpPr>
        <p:spPr>
          <a:xfrm>
            <a:off x="9649098" y="85135"/>
            <a:ext cx="2360022" cy="483211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lIns="90000" rIns="90000" rtlCol="0" anchor="ctr" anchorCtr="0">
            <a:noAutofit/>
          </a:bodyPr>
          <a:lstStyle/>
          <a:p>
            <a:r>
              <a:rPr lang="ja-JP" altLang="en-US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情 報 種 別 ： </a:t>
            </a:r>
            <a:r>
              <a:rPr lang="en-US" altLang="ja-JP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</a:t>
            </a:r>
            <a:r>
              <a:rPr lang="ja-JP" altLang="en-US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外秘</a:t>
            </a:r>
            <a:r>
              <a:rPr lang="en-US" altLang="ja-JP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</a:t>
            </a:r>
            <a:r>
              <a:rPr lang="ja-JP" altLang="en-US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社員限り</a:t>
            </a:r>
            <a:r>
              <a:rPr lang="en-US" altLang="ja-JP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br>
              <a:rPr lang="ja-JP" altLang="en-US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ja-JP" altLang="en-US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会　 社　 名 ： </a:t>
            </a:r>
            <a:r>
              <a:rPr lang="en-US" altLang="ja-JP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NTT DATA JAPAN CORP.</a:t>
            </a:r>
            <a:br>
              <a:rPr lang="ja-JP" altLang="en-US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ja-JP" altLang="en-US" sz="7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情報所有者 ：第三公共事業本部 デジタルソサエティ事業部</a:t>
            </a:r>
            <a:endParaRPr lang="en-US" altLang="ja-JP" sz="7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628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90552-9EAB-4FDE-99C2-A69D4C36D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E8366-F7B0-79C7-D5AD-AF1646AE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2"/>
                </a:solidFill>
              </a:rPr>
              <a:t>振り返り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DEBDB1-D9BA-79C4-83B1-AD12F9C4B2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0800" y="861146"/>
            <a:ext cx="11448000" cy="4872903"/>
          </a:xfrm>
        </p:spPr>
        <p:txBody>
          <a:bodyPr/>
          <a:lstStyle/>
          <a:p>
            <a:r>
              <a:rPr lang="ja-JP" altLang="en-US" dirty="0"/>
              <a:t>自身が作成した</a:t>
            </a:r>
            <a:r>
              <a:rPr lang="en-US" altLang="ja-JP" dirty="0"/>
              <a:t>AP</a:t>
            </a:r>
            <a:r>
              <a:rPr lang="ja-JP" altLang="en-US" dirty="0"/>
              <a:t>と、配布されたサンプル</a:t>
            </a:r>
            <a:r>
              <a:rPr lang="en-US" altLang="ja-JP" dirty="0"/>
              <a:t>AP</a:t>
            </a:r>
            <a:r>
              <a:rPr lang="ja-JP" altLang="en-US" dirty="0"/>
              <a:t>（</a:t>
            </a:r>
            <a:r>
              <a:rPr lang="en-US" altLang="ja-JP" dirty="0"/>
              <a:t>ec-webapp-sample.zip</a:t>
            </a:r>
            <a:r>
              <a:rPr lang="ja-JP" altLang="en-US" dirty="0"/>
              <a:t>）とを比較し、以下の</a:t>
            </a:r>
            <a:r>
              <a:rPr lang="en-US" altLang="ja-JP" dirty="0"/>
              <a:t>Forms</a:t>
            </a:r>
            <a:r>
              <a:rPr lang="ja-JP" altLang="en-US" dirty="0"/>
              <a:t>に回答してください。</a:t>
            </a:r>
            <a:endParaRPr lang="en-US" altLang="ja-JP" dirty="0"/>
          </a:p>
          <a:p>
            <a:r>
              <a:rPr kumimoji="0" lang="ja-JP" altLang="ja-JP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バイブコーディング演習振り返り – フォーム​に記入する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Forms</a:t>
            </a:r>
            <a:r>
              <a:rPr lang="ja-JP" altLang="en-US" dirty="0"/>
              <a:t>には以下の内容が含まれています。</a:t>
            </a:r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講師配布のテストプログラムについて</a:t>
            </a:r>
            <a:r>
              <a:rPr lang="en-US" altLang="ja-JP" dirty="0"/>
              <a:t>】</a:t>
            </a:r>
          </a:p>
          <a:p>
            <a:r>
              <a:rPr lang="ja-JP" altLang="en-US" dirty="0"/>
              <a:t>・実施結果のアンケートに回答する。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【</a:t>
            </a:r>
            <a:r>
              <a:rPr lang="ja-JP" altLang="en-US" dirty="0"/>
              <a:t>振り返りレポート</a:t>
            </a:r>
            <a:r>
              <a:rPr lang="en-US" altLang="ja-JP" dirty="0"/>
              <a:t>】</a:t>
            </a:r>
          </a:p>
          <a:p>
            <a:r>
              <a:rPr lang="ja-JP" altLang="en-US" dirty="0"/>
              <a:t>・①～③について具体的に記載する。</a:t>
            </a:r>
            <a:endParaRPr lang="en-US" altLang="ja-JP" dirty="0"/>
          </a:p>
          <a:p>
            <a:pPr marL="342900" indent="-342900">
              <a:buFont typeface="+mj-ea"/>
              <a:buAutoNum type="circleNumDbPlain"/>
            </a:pPr>
            <a:r>
              <a:rPr lang="ja-JP" altLang="en-US" dirty="0"/>
              <a:t>自身の</a:t>
            </a:r>
            <a:r>
              <a:rPr lang="en-US" altLang="ja-JP" dirty="0"/>
              <a:t>AP</a:t>
            </a:r>
            <a:r>
              <a:rPr lang="ja-JP" altLang="en-US" dirty="0"/>
              <a:t>とサンプル</a:t>
            </a:r>
            <a:r>
              <a:rPr lang="en-US" altLang="ja-JP" dirty="0"/>
              <a:t>AP</a:t>
            </a:r>
            <a:r>
              <a:rPr lang="ja-JP" altLang="en-US" dirty="0"/>
              <a:t>の違い</a:t>
            </a:r>
            <a:endParaRPr lang="en-US" altLang="ja-JP" dirty="0"/>
          </a:p>
          <a:p>
            <a:pPr marL="342900" indent="-342900">
              <a:buFont typeface="+mj-ea"/>
              <a:buAutoNum type="circleNumDbPlain"/>
            </a:pPr>
            <a:r>
              <a:rPr lang="ja-JP" altLang="en-US" dirty="0"/>
              <a:t>自身の</a:t>
            </a:r>
            <a:r>
              <a:rPr lang="en-US" altLang="ja-JP" dirty="0"/>
              <a:t>AP</a:t>
            </a:r>
            <a:r>
              <a:rPr lang="ja-JP" altLang="en-US" dirty="0"/>
              <a:t>をどのように改善できるか</a:t>
            </a:r>
            <a:endParaRPr lang="en-US" altLang="ja-JP" dirty="0"/>
          </a:p>
          <a:p>
            <a:pPr marL="342900" indent="-342900">
              <a:buFont typeface="+mj-ea"/>
              <a:buAutoNum type="circleNumDbPlain"/>
            </a:pPr>
            <a:r>
              <a:rPr lang="ja-JP" altLang="en-US" dirty="0"/>
              <a:t>気づいたこと・学んだこと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2633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599651"/>
      </p:ext>
    </p:extLst>
  </p:cSld>
  <p:clrMapOvr>
    <a:masterClrMapping/>
  </p:clrMapOvr>
</p:sld>
</file>

<file path=ppt/theme/theme1.xml><?xml version="1.0" encoding="utf-8"?>
<a:theme xmlns:a="http://schemas.openxmlformats.org/drawingml/2006/main" name="表紙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1BC"/>
      </a:accent2>
      <a:accent3>
        <a:srgbClr val="005B95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1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2" id="{C17DAC3C-3B6A-4F7C-B6AE-649D134EDE8C}" vid="{82D63627-ABDC-4DAD-AFD9-43B6057B663C}"/>
    </a:ext>
  </a:extLst>
</a:theme>
</file>

<file path=ppt/theme/theme2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FY25デジタルブートキャンプ_受講生用ガイドブック.potx" id="{8FDAF180-069F-456D-A5EF-F95A072FF7CF}" vid="{75B7210C-09B5-47B0-A5E1-C99827A57B28}"/>
    </a:ext>
  </a:extLst>
</a:theme>
</file>

<file path=ppt/theme/theme3.xml><?xml version="1.0" encoding="utf-8"?>
<a:theme xmlns:a="http://schemas.openxmlformats.org/drawingml/2006/main" name="4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2" id="{D6C1FB68-3CCA-4342-AEB0-C0D0D42D7617}" vid="{E1B7EFED-FF62-4F58-A91E-0D2C1D8AB2B6}"/>
    </a:ext>
  </a:extLst>
</a:theme>
</file>

<file path=ppt/theme/theme4.xml><?xml version="1.0" encoding="utf-8"?>
<a:theme xmlns:a="http://schemas.openxmlformats.org/drawingml/2006/main" name="表紙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2" id="{D6C1FB68-3CCA-4342-AEB0-C0D0D42D7617}" vid="{E1C1217F-E6D8-4E50-B83A-0BB2972E93DC}"/>
    </a:ext>
  </a:extLst>
</a:theme>
</file>

<file path=ppt/theme/theme5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30b0__x30eb__x30fc__x30d7_ xmlns="11d8c85d-1826-47fa-a5d0-9526e53fc34b" xsi:nil="true"/>
    <_x6c0f__x540d_ xmlns="11d8c85d-1826-47fa-a5d0-9526e53fc34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57F87D80BC18745B0A2F78E3C2CA320" ma:contentTypeVersion="5" ma:contentTypeDescription="新しいドキュメントを作成します。" ma:contentTypeScope="" ma:versionID="734a0ddae43633f81809977fc1e95460">
  <xsd:schema xmlns:xsd="http://www.w3.org/2001/XMLSchema" xmlns:xs="http://www.w3.org/2001/XMLSchema" xmlns:p="http://schemas.microsoft.com/office/2006/metadata/properties" xmlns:ns2="11d8c85d-1826-47fa-a5d0-9526e53fc34b" targetNamespace="http://schemas.microsoft.com/office/2006/metadata/properties" ma:root="true" ma:fieldsID="b4b37303f987e88c1cbf265fbf704f98" ns2:_="">
    <xsd:import namespace="11d8c85d-1826-47fa-a5d0-9526e53fc3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_x30b0__x30eb__x30fc__x30d7_" minOccurs="0"/>
                <xsd:element ref="ns2:_x6c0f__x540d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8c85d-1826-47fa-a5d0-9526e53fc3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b0__x30eb__x30fc__x30d7_" ma:index="11" nillable="true" ma:displayName="グループ" ma:format="Dropdown" ma:internalName="_x30b0__x30eb__x30fc__x30d7_">
      <xsd:simpleType>
        <xsd:restriction base="dms:Text">
          <xsd:maxLength value="255"/>
        </xsd:restriction>
      </xsd:simpleType>
    </xsd:element>
    <xsd:element name="_x6c0f__x540d_" ma:index="12" nillable="true" ma:displayName="氏名" ma:internalName="_x6c0f__x540d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419E40-F43F-4E87-9667-C0579279BEA3}">
  <ds:schemaRefs>
    <ds:schemaRef ds:uri="76c3601a-363f-43d4-a036-3992c2f72613"/>
    <ds:schemaRef ds:uri="http://schemas.microsoft.com/office/2006/metadata/properties"/>
    <ds:schemaRef ds:uri="http://purl.org/dc/dcmitype/"/>
    <ds:schemaRef ds:uri="e78bdc00-a74b-48b7-906b-ce2f11e16a80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7AC529-C17F-47EB-965B-F3C18F08B6A2}"/>
</file>

<file path=docProps/app.xml><?xml version="1.0" encoding="utf-8"?>
<Properties xmlns="http://schemas.openxmlformats.org/officeDocument/2006/extended-properties" xmlns:vt="http://schemas.openxmlformats.org/officeDocument/2006/docPropsVTypes">
  <Template>FY25DBC実施報告_0624対面月次用</Template>
  <TotalTime>571</TotalTime>
  <Words>157</Words>
  <Application>Microsoft Office PowerPoint</Application>
  <PresentationFormat>ワイド画面</PresentationFormat>
  <Paragraphs>19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Meiryo UI</vt:lpstr>
      <vt:lpstr>Arial</vt:lpstr>
      <vt:lpstr>表紙_Light</vt:lpstr>
      <vt:lpstr>1_コンテンツ_Light</vt:lpstr>
      <vt:lpstr>4_コンテンツ_Light</vt:lpstr>
      <vt:lpstr>表紙_Dark</vt:lpstr>
      <vt:lpstr>FY26 新入社員向け AI Native開発研修</vt:lpstr>
      <vt:lpstr>振り返り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PS3 真弓 愛理/Mayumi, Airi (NTT DATA)</dc:creator>
  <cp:lastModifiedBy>PS3 石川 星/Ishikawa, Sho (NTT DATA)</cp:lastModifiedBy>
  <cp:revision>1</cp:revision>
  <dcterms:created xsi:type="dcterms:W3CDTF">2025-06-20T05:30:54Z</dcterms:created>
  <dcterms:modified xsi:type="dcterms:W3CDTF">2026-06-05T01:25:46Z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0x010100B57F87D80BC18745B0A2F78E3C2CA320</vt:lpwstr>
  </property>
  <property fmtid="{D5CDD505-2E9C-101B-9397-08002B2CF9AE}" pid="3" name="MediaServiceImageTags">
    <vt:lpwstr/>
  </property>
</Properties>
</file>