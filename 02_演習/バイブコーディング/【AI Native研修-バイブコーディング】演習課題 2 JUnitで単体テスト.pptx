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99" r:id="rId4"/>
    <p:sldMasterId id="2147484027" r:id="rId5"/>
    <p:sldMasterId id="2147484085" r:id="rId6"/>
    <p:sldMasterId id="2147484102" r:id="rId7"/>
  </p:sldMasterIdLst>
  <p:notesMasterIdLst>
    <p:notesMasterId r:id="rId25"/>
  </p:notesMasterIdLst>
  <p:handoutMasterIdLst>
    <p:handoutMasterId r:id="rId26"/>
  </p:handoutMasterIdLst>
  <p:sldIdLst>
    <p:sldId id="288" r:id="rId8"/>
    <p:sldId id="2147483546" r:id="rId9"/>
    <p:sldId id="2147483564" r:id="rId10"/>
    <p:sldId id="2147483578" r:id="rId11"/>
    <p:sldId id="2147483538" r:id="rId12"/>
    <p:sldId id="2147483579" r:id="rId13"/>
    <p:sldId id="2147483566" r:id="rId14"/>
    <p:sldId id="2147483577" r:id="rId15"/>
    <p:sldId id="2147483580" r:id="rId16"/>
    <p:sldId id="2147483555" r:id="rId17"/>
    <p:sldId id="2147483576" r:id="rId18"/>
    <p:sldId id="2147483583" r:id="rId19"/>
    <p:sldId id="2147483571" r:id="rId20"/>
    <p:sldId id="2147483584" r:id="rId21"/>
    <p:sldId id="2147483581" r:id="rId22"/>
    <p:sldId id="2147483549" r:id="rId23"/>
    <p:sldId id="282" r:id="rId2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JUnitで単体試験" id="{8FCB8184-C3FF-4AD7-A678-E0B3F63B9446}">
          <p14:sldIdLst>
            <p14:sldId id="288"/>
            <p14:sldId id="2147483546"/>
            <p14:sldId id="2147483564"/>
            <p14:sldId id="2147483578"/>
            <p14:sldId id="2147483538"/>
            <p14:sldId id="2147483579"/>
            <p14:sldId id="2147483566"/>
            <p14:sldId id="2147483577"/>
            <p14:sldId id="2147483580"/>
            <p14:sldId id="2147483555"/>
            <p14:sldId id="2147483576"/>
            <p14:sldId id="2147483583"/>
            <p14:sldId id="2147483571"/>
            <p14:sldId id="2147483584"/>
            <p14:sldId id="2147483581"/>
            <p14:sldId id="2147483549"/>
            <p14:sldId id="282"/>
          </p14:sldIdLst>
        </p14:section>
      </p14:sectionLst>
    </p:ext>
    <p:ext uri="{EFAFB233-063F-42B5-8137-9DF3F51BA10A}">
      <p15:sldGuideLst xmlns:p15="http://schemas.microsoft.com/office/powerpoint/2012/main">
        <p15:guide id="1" pos="5496" userDrawn="1">
          <p15:clr>
            <a:srgbClr val="A4A3A4"/>
          </p15:clr>
        </p15:guide>
        <p15:guide id="2" pos="5700" userDrawn="1">
          <p15:clr>
            <a:srgbClr val="A4A3A4"/>
          </p15:clr>
        </p15:guide>
        <p15:guide id="3" orient="horz"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成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FF00"/>
        </p14:laserClr>
      </p:ext>
      <p:ext uri="{2FDB2607-1784-4EEB-B798-7EB5836EED8A}">
        <p14:showMediaCtrls xmlns:p14="http://schemas.microsoft.com/office/powerpoint/2010/main" val="1"/>
      </p:ext>
    </p:extLst>
  </p:showPr>
  <p:clrMru>
    <a:srgbClr val="637CEF"/>
    <a:srgbClr val="FFFDD1"/>
    <a:srgbClr val="F9F9F9"/>
    <a:srgbClr val="F3F6FB"/>
    <a:srgbClr val="CCCCCD"/>
    <a:srgbClr val="F4C2EE"/>
    <a:srgbClr val="E3008C"/>
    <a:srgbClr val="FF8F79"/>
    <a:srgbClr val="6B6B6B"/>
    <a:srgbClr val="050D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A2C4F6-A5A8-44DB-A101-2132262EA9DE}" v="2" dt="2026-05-29T09:42:05.110"/>
    <p1510:client id="{F914518B-F29C-4BCF-8D80-641B969F860A}" v="11" dt="2026-05-29T11:46:57.567"/>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06799F8-075E-4A3A-A7F6-7FBC6576F1A4}" styleName="テーマ スタイル 2 - アクセント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テーマ スタイル 2 - アクセント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C7853C-536D-4A76-A0AE-DD22124D55A5}" styleName="テーマ スタイル 1 - アクセント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468" y="32"/>
      </p:cViewPr>
      <p:guideLst>
        <p:guide pos="5496"/>
        <p:guide pos="5700"/>
        <p:guide orient="horz"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notesMaster" Target="notesMasters/notesMaster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presProps" Target="pres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S3 天野 学/Amano, Gaku (NTT DATA)" userId="cb64374a-b8ae-459f-8218-8fe0a6ba244e" providerId="ADAL" clId="{D11B0B6E-B536-465D-989F-9C53E44D9774}"/>
    <pc:docChg chg="modSld">
      <pc:chgData name="PS3 天野 学/Amano, Gaku (NTT DATA)" userId="cb64374a-b8ae-459f-8218-8fe0a6ba244e" providerId="ADAL" clId="{D11B0B6E-B536-465D-989F-9C53E44D9774}" dt="2026-05-29T11:46:57.567" v="10"/>
      <pc:docMkLst>
        <pc:docMk/>
      </pc:docMkLst>
      <pc:sldChg chg="modSp mod">
        <pc:chgData name="PS3 天野 学/Amano, Gaku (NTT DATA)" userId="cb64374a-b8ae-459f-8218-8fe0a6ba244e" providerId="ADAL" clId="{D11B0B6E-B536-465D-989F-9C53E44D9774}" dt="2026-05-29T11:46:57.567" v="10"/>
        <pc:sldMkLst>
          <pc:docMk/>
          <pc:sldMk cId="2229031894" sldId="2147483577"/>
        </pc:sldMkLst>
        <pc:spChg chg="mod">
          <ac:chgData name="PS3 天野 学/Amano, Gaku (NTT DATA)" userId="cb64374a-b8ae-459f-8218-8fe0a6ba244e" providerId="ADAL" clId="{D11B0B6E-B536-465D-989F-9C53E44D9774}" dt="2026-05-29T11:46:57.567" v="10"/>
          <ac:spMkLst>
            <pc:docMk/>
            <pc:sldMk cId="2229031894" sldId="2147483577"/>
            <ac:spMk id="5" creationId="{ED5A6433-D6DC-2A92-B3C7-BA2A1F7B51ED}"/>
          </ac:spMkLst>
        </pc:spChg>
      </pc:sldChg>
    </pc:docChg>
  </pc:docChgLst>
  <pc:docChgLst>
    <pc:chgData name="PS3 石川 星/Ishikawa, Sho (NTT DATA)" userId="02c132a7-2049-4e7b-a292-e2101025765b" providerId="ADAL" clId="{5963EF00-8023-431A-B5E3-7791A55D19A7}"/>
    <pc:docChg chg="undo custSel addSld delSld modSld sldOrd delMainMaster modMainMaster addSection delSection modSection">
      <pc:chgData name="PS3 石川 星/Ishikawa, Sho (NTT DATA)" userId="02c132a7-2049-4e7b-a292-e2101025765b" providerId="ADAL" clId="{5963EF00-8023-431A-B5E3-7791A55D19A7}" dt="2026-05-29T09:42:06.457" v="22361" actId="20577"/>
      <pc:docMkLst>
        <pc:docMk/>
      </pc:docMkLst>
      <pc:sldChg chg="add">
        <pc:chgData name="PS3 石川 星/Ishikawa, Sho (NTT DATA)" userId="02c132a7-2049-4e7b-a292-e2101025765b" providerId="ADAL" clId="{5963EF00-8023-431A-B5E3-7791A55D19A7}" dt="2026-05-13T08:36:10.870" v="18519"/>
        <pc:sldMkLst>
          <pc:docMk/>
          <pc:sldMk cId="3891599651" sldId="282"/>
        </pc:sldMkLst>
      </pc:sldChg>
      <pc:sldChg chg="modSp add mod ord">
        <pc:chgData name="PS3 石川 星/Ishikawa, Sho (NTT DATA)" userId="02c132a7-2049-4e7b-a292-e2101025765b" providerId="ADAL" clId="{5963EF00-8023-431A-B5E3-7791A55D19A7}" dt="2026-05-29T02:06:57.749" v="22345" actId="20577"/>
        <pc:sldMkLst>
          <pc:docMk/>
          <pc:sldMk cId="1121628382" sldId="288"/>
        </pc:sldMkLst>
        <pc:spChg chg="mod">
          <ac:chgData name="PS3 石川 星/Ishikawa, Sho (NTT DATA)" userId="02c132a7-2049-4e7b-a292-e2101025765b" providerId="ADAL" clId="{5963EF00-8023-431A-B5E3-7791A55D19A7}" dt="2026-05-29T02:06:57.749" v="22345" actId="20577"/>
          <ac:spMkLst>
            <pc:docMk/>
            <pc:sldMk cId="1121628382" sldId="288"/>
            <ac:spMk id="2" creationId="{F23590E3-C1A1-6EE5-33A3-1BA188D38A25}"/>
          </ac:spMkLst>
        </pc:spChg>
        <pc:spChg chg="mod">
          <ac:chgData name="PS3 石川 星/Ishikawa, Sho (NTT DATA)" userId="02c132a7-2049-4e7b-a292-e2101025765b" providerId="ADAL" clId="{5963EF00-8023-431A-B5E3-7791A55D19A7}" dt="2026-05-29T01:58:49.396" v="22338" actId="20577"/>
          <ac:spMkLst>
            <pc:docMk/>
            <pc:sldMk cId="1121628382" sldId="288"/>
            <ac:spMk id="3" creationId="{364265A2-61B5-45D8-6463-6418F44F076D}"/>
          </ac:spMkLst>
        </pc:spChg>
        <pc:spChg chg="mod">
          <ac:chgData name="PS3 石川 星/Ishikawa, Sho (NTT DATA)" userId="02c132a7-2049-4e7b-a292-e2101025765b" providerId="ADAL" clId="{5963EF00-8023-431A-B5E3-7791A55D19A7}" dt="2026-05-13T09:51:53.994" v="18551"/>
          <ac:spMkLst>
            <pc:docMk/>
            <pc:sldMk cId="1121628382" sldId="288"/>
            <ac:spMk id="4" creationId="{DCF65AA0-1FFF-132D-52B8-6DB3C5784AF4}"/>
          </ac:spMkLst>
        </pc:spChg>
      </pc:sldChg>
      <pc:sldChg chg="addSp delSp modSp add mod ord modNotesTx">
        <pc:chgData name="PS3 石川 星/Ishikawa, Sho (NTT DATA)" userId="02c132a7-2049-4e7b-a292-e2101025765b" providerId="ADAL" clId="{5963EF00-8023-431A-B5E3-7791A55D19A7}" dt="2026-05-28T09:13:22.511" v="22331"/>
        <pc:sldMkLst>
          <pc:docMk/>
          <pc:sldMk cId="3519301503" sldId="2147483538"/>
        </pc:sldMkLst>
        <pc:spChg chg="mod">
          <ac:chgData name="PS3 石川 星/Ishikawa, Sho (NTT DATA)" userId="02c132a7-2049-4e7b-a292-e2101025765b" providerId="ADAL" clId="{5963EF00-8023-431A-B5E3-7791A55D19A7}" dt="2026-05-28T09:13:22.511" v="22331"/>
          <ac:spMkLst>
            <pc:docMk/>
            <pc:sldMk cId="3519301503" sldId="2147483538"/>
            <ac:spMk id="2" creationId="{AF3A3E14-3E77-189C-6764-23B134230558}"/>
          </ac:spMkLst>
        </pc:spChg>
        <pc:spChg chg="mod">
          <ac:chgData name="PS3 石川 星/Ishikawa, Sho (NTT DATA)" userId="02c132a7-2049-4e7b-a292-e2101025765b" providerId="ADAL" clId="{5963EF00-8023-431A-B5E3-7791A55D19A7}" dt="2026-05-15T02:25:45.584" v="21003" actId="12"/>
          <ac:spMkLst>
            <pc:docMk/>
            <pc:sldMk cId="3519301503" sldId="2147483538"/>
            <ac:spMk id="3" creationId="{3010A45B-86C6-03D3-2C5B-40787A60CB0E}"/>
          </ac:spMkLst>
        </pc:spChg>
      </pc:sldChg>
      <pc:sldChg chg="addSp delSp modSp add del mod ord modNotesTx">
        <pc:chgData name="PS3 石川 星/Ishikawa, Sho (NTT DATA)" userId="02c132a7-2049-4e7b-a292-e2101025765b" providerId="ADAL" clId="{5963EF00-8023-431A-B5E3-7791A55D19A7}" dt="2026-05-28T09:13:01.471" v="22319"/>
        <pc:sldMkLst>
          <pc:docMk/>
          <pc:sldMk cId="2753819577" sldId="2147483546"/>
        </pc:sldMkLst>
        <pc:spChg chg="mod">
          <ac:chgData name="PS3 石川 星/Ishikawa, Sho (NTT DATA)" userId="02c132a7-2049-4e7b-a292-e2101025765b" providerId="ADAL" clId="{5963EF00-8023-431A-B5E3-7791A55D19A7}" dt="2026-05-28T09:12:56.297" v="22307"/>
          <ac:spMkLst>
            <pc:docMk/>
            <pc:sldMk cId="2753819577" sldId="2147483546"/>
            <ac:spMk id="3" creationId="{BBD39BBD-844E-A4EC-0281-835E3F6F4497}"/>
          </ac:spMkLst>
        </pc:spChg>
        <pc:spChg chg="add mod">
          <ac:chgData name="PS3 石川 星/Ishikawa, Sho (NTT DATA)" userId="02c132a7-2049-4e7b-a292-e2101025765b" providerId="ADAL" clId="{5963EF00-8023-431A-B5E3-7791A55D19A7}" dt="2026-05-14T09:19:15.142" v="18971"/>
          <ac:spMkLst>
            <pc:docMk/>
            <pc:sldMk cId="2753819577" sldId="2147483546"/>
            <ac:spMk id="8" creationId="{32C3F863-37D5-73B5-57EF-0A9B2C2D6256}"/>
          </ac:spMkLst>
        </pc:spChg>
        <pc:spChg chg="add mod">
          <ac:chgData name="PS3 石川 星/Ishikawa, Sho (NTT DATA)" userId="02c132a7-2049-4e7b-a292-e2101025765b" providerId="ADAL" clId="{5963EF00-8023-431A-B5E3-7791A55D19A7}" dt="2026-05-13T04:33:57.961" v="17559" actId="14100"/>
          <ac:spMkLst>
            <pc:docMk/>
            <pc:sldMk cId="2753819577" sldId="2147483546"/>
            <ac:spMk id="9" creationId="{24B6AE76-DE29-4093-B356-B2FA8EBAB3EA}"/>
          </ac:spMkLst>
        </pc:spChg>
        <pc:spChg chg="add mod">
          <ac:chgData name="PS3 石川 星/Ishikawa, Sho (NTT DATA)" userId="02c132a7-2049-4e7b-a292-e2101025765b" providerId="ADAL" clId="{5963EF00-8023-431A-B5E3-7791A55D19A7}" dt="2026-05-13T04:34:14.488" v="17561" actId="1076"/>
          <ac:spMkLst>
            <pc:docMk/>
            <pc:sldMk cId="2753819577" sldId="2147483546"/>
            <ac:spMk id="12" creationId="{8E6907CF-F15D-CF9F-CE47-3D5BA9BD0F3B}"/>
          </ac:spMkLst>
        </pc:spChg>
        <pc:spChg chg="add mod">
          <ac:chgData name="PS3 石川 星/Ishikawa, Sho (NTT DATA)" userId="02c132a7-2049-4e7b-a292-e2101025765b" providerId="ADAL" clId="{5963EF00-8023-431A-B5E3-7791A55D19A7}" dt="2026-05-28T09:13:01.471" v="22319"/>
          <ac:spMkLst>
            <pc:docMk/>
            <pc:sldMk cId="2753819577" sldId="2147483546"/>
            <ac:spMk id="13" creationId="{7AB07655-88F8-4026-B433-91F9105203F0}"/>
          </ac:spMkLst>
        </pc:spChg>
      </pc:sldChg>
      <pc:sldChg chg="addSp delSp modSp add mod ord">
        <pc:chgData name="PS3 石川 星/Ishikawa, Sho (NTT DATA)" userId="02c132a7-2049-4e7b-a292-e2101025765b" providerId="ADAL" clId="{5963EF00-8023-431A-B5E3-7791A55D19A7}" dt="2026-05-29T09:42:06.457" v="22361" actId="20577"/>
        <pc:sldMkLst>
          <pc:docMk/>
          <pc:sldMk cId="2649074902" sldId="2147483549"/>
        </pc:sldMkLst>
        <pc:spChg chg="mod">
          <ac:chgData name="PS3 石川 星/Ishikawa, Sho (NTT DATA)" userId="02c132a7-2049-4e7b-a292-e2101025765b" providerId="ADAL" clId="{5963EF00-8023-431A-B5E3-7791A55D19A7}" dt="2026-05-13T04:54:32.757" v="18394" actId="20577"/>
          <ac:spMkLst>
            <pc:docMk/>
            <pc:sldMk cId="2649074902" sldId="2147483549"/>
            <ac:spMk id="2" creationId="{5E82D1D3-7A0D-A654-16D0-7A7101BE7BB6}"/>
          </ac:spMkLst>
        </pc:spChg>
        <pc:spChg chg="mod">
          <ac:chgData name="PS3 石川 星/Ishikawa, Sho (NTT DATA)" userId="02c132a7-2049-4e7b-a292-e2101025765b" providerId="ADAL" clId="{5963EF00-8023-431A-B5E3-7791A55D19A7}" dt="2026-05-29T09:42:06.457" v="22361" actId="20577"/>
          <ac:spMkLst>
            <pc:docMk/>
            <pc:sldMk cId="2649074902" sldId="2147483549"/>
            <ac:spMk id="3" creationId="{8D3117DB-2064-C953-34C1-B4DEDBDD65A4}"/>
          </ac:spMkLst>
        </pc:spChg>
        <pc:spChg chg="add mod">
          <ac:chgData name="PS3 石川 星/Ishikawa, Sho (NTT DATA)" userId="02c132a7-2049-4e7b-a292-e2101025765b" providerId="ADAL" clId="{5963EF00-8023-431A-B5E3-7791A55D19A7}" dt="2026-05-15T02:38:32.770" v="21102" actId="14100"/>
          <ac:spMkLst>
            <pc:docMk/>
            <pc:sldMk cId="2649074902" sldId="2147483549"/>
            <ac:spMk id="5" creationId="{AF7AD052-61B9-BF71-5446-79BE1E80C7D5}"/>
          </ac:spMkLst>
        </pc:spChg>
      </pc:sldChg>
      <pc:sldChg chg="modSp add del mod ord">
        <pc:chgData name="PS3 石川 星/Ishikawa, Sho (NTT DATA)" userId="02c132a7-2049-4e7b-a292-e2101025765b" providerId="ADAL" clId="{5963EF00-8023-431A-B5E3-7791A55D19A7}" dt="2026-05-21T07:34:17.514" v="21357" actId="2696"/>
        <pc:sldMkLst>
          <pc:docMk/>
          <pc:sldMk cId="2093047169" sldId="2147483564"/>
        </pc:sldMkLst>
        <pc:spChg chg="mod">
          <ac:chgData name="PS3 石川 星/Ishikawa, Sho (NTT DATA)" userId="02c132a7-2049-4e7b-a292-e2101025765b" providerId="ADAL" clId="{5963EF00-8023-431A-B5E3-7791A55D19A7}" dt="2026-05-21T07:31:11.336" v="21263" actId="14100"/>
          <ac:spMkLst>
            <pc:docMk/>
            <pc:sldMk cId="2093047169" sldId="2147483564"/>
            <ac:spMk id="5" creationId="{81ABBD43-C229-BC2E-3819-4B82E255DB88}"/>
          </ac:spMkLst>
        </pc:spChg>
      </pc:sldChg>
      <pc:sldChg chg="addSp delSp modSp add mod">
        <pc:chgData name="PS3 石川 星/Ishikawa, Sho (NTT DATA)" userId="02c132a7-2049-4e7b-a292-e2101025765b" providerId="ADAL" clId="{5963EF00-8023-431A-B5E3-7791A55D19A7}" dt="2026-05-22T11:39:32.455" v="22178" actId="1035"/>
        <pc:sldMkLst>
          <pc:docMk/>
          <pc:sldMk cId="1995518566" sldId="2147483566"/>
        </pc:sldMkLst>
        <pc:spChg chg="mod">
          <ac:chgData name="PS3 石川 星/Ishikawa, Sho (NTT DATA)" userId="02c132a7-2049-4e7b-a292-e2101025765b" providerId="ADAL" clId="{5963EF00-8023-431A-B5E3-7791A55D19A7}" dt="2026-05-21T05:22:33.375" v="21228"/>
          <ac:spMkLst>
            <pc:docMk/>
            <pc:sldMk cId="1995518566" sldId="2147483566"/>
            <ac:spMk id="2" creationId="{B0057610-8129-9D38-D1CC-0D67D80FC621}"/>
          </ac:spMkLst>
        </pc:spChg>
        <pc:spChg chg="mod">
          <ac:chgData name="PS3 石川 星/Ishikawa, Sho (NTT DATA)" userId="02c132a7-2049-4e7b-a292-e2101025765b" providerId="ADAL" clId="{5963EF00-8023-431A-B5E3-7791A55D19A7}" dt="2026-05-22T11:38:48.561" v="22139"/>
          <ac:spMkLst>
            <pc:docMk/>
            <pc:sldMk cId="1995518566" sldId="2147483566"/>
            <ac:spMk id="3" creationId="{21679FE6-FF1D-EB29-CDFB-4FF9CC922867}"/>
          </ac:spMkLst>
        </pc:spChg>
        <pc:spChg chg="mod">
          <ac:chgData name="PS3 石川 星/Ishikawa, Sho (NTT DATA)" userId="02c132a7-2049-4e7b-a292-e2101025765b" providerId="ADAL" clId="{5963EF00-8023-431A-B5E3-7791A55D19A7}" dt="2026-05-22T11:39:32.455" v="22178" actId="1035"/>
          <ac:spMkLst>
            <pc:docMk/>
            <pc:sldMk cId="1995518566" sldId="2147483566"/>
            <ac:spMk id="6" creationId="{2E778524-E69B-3FA2-54D7-8347185DFA5B}"/>
          </ac:spMkLst>
        </pc:spChg>
        <pc:picChg chg="del">
          <ac:chgData name="PS3 石川 星/Ishikawa, Sho (NTT DATA)" userId="02c132a7-2049-4e7b-a292-e2101025765b" providerId="ADAL" clId="{5963EF00-8023-431A-B5E3-7791A55D19A7}" dt="2026-05-21T05:21:24.412" v="21164" actId="21"/>
          <ac:picMkLst>
            <pc:docMk/>
            <pc:sldMk cId="1995518566" sldId="2147483566"/>
            <ac:picMk id="8" creationId="{CAE982C4-D638-E118-A47B-87C36832FD41}"/>
          </ac:picMkLst>
        </pc:picChg>
      </pc:sldChg>
      <pc:sldChg chg="addSp delSp modSp add mod">
        <pc:chgData name="PS3 石川 星/Ishikawa, Sho (NTT DATA)" userId="02c132a7-2049-4e7b-a292-e2101025765b" providerId="ADAL" clId="{5963EF00-8023-431A-B5E3-7791A55D19A7}" dt="2026-05-26T08:31:55.236" v="22241"/>
        <pc:sldMkLst>
          <pc:docMk/>
          <pc:sldMk cId="363121219" sldId="2147483571"/>
        </pc:sldMkLst>
        <pc:spChg chg="mod">
          <ac:chgData name="PS3 石川 星/Ishikawa, Sho (NTT DATA)" userId="02c132a7-2049-4e7b-a292-e2101025765b" providerId="ADAL" clId="{5963EF00-8023-431A-B5E3-7791A55D19A7}" dt="2026-05-26T08:31:55.236" v="22241"/>
          <ac:spMkLst>
            <pc:docMk/>
            <pc:sldMk cId="363121219" sldId="2147483571"/>
            <ac:spMk id="2" creationId="{DEE70A68-7972-C3E9-8BAF-03CFE4AF014D}"/>
          </ac:spMkLst>
        </pc:spChg>
        <pc:spChg chg="mod">
          <ac:chgData name="PS3 石川 星/Ishikawa, Sho (NTT DATA)" userId="02c132a7-2049-4e7b-a292-e2101025765b" providerId="ADAL" clId="{5963EF00-8023-431A-B5E3-7791A55D19A7}" dt="2026-05-22T11:37:08.657" v="22137" actId="14100"/>
          <ac:spMkLst>
            <pc:docMk/>
            <pc:sldMk cId="363121219" sldId="2147483571"/>
            <ac:spMk id="5" creationId="{D5CE7312-5D2D-7BB1-6253-D1156A1E5E70}"/>
          </ac:spMkLst>
        </pc:spChg>
      </pc:sldChg>
      <pc:sldChg chg="addSp delSp modSp add del mod ord">
        <pc:chgData name="PS3 石川 星/Ishikawa, Sho (NTT DATA)" userId="02c132a7-2049-4e7b-a292-e2101025765b" providerId="ADAL" clId="{5963EF00-8023-431A-B5E3-7791A55D19A7}" dt="2026-05-26T08:36:40.697" v="22243" actId="47"/>
        <pc:sldMkLst>
          <pc:docMk/>
          <pc:sldMk cId="3788120999" sldId="2147483576"/>
        </pc:sldMkLst>
        <pc:spChg chg="mod">
          <ac:chgData name="PS3 石川 星/Ishikawa, Sho (NTT DATA)" userId="02c132a7-2049-4e7b-a292-e2101025765b" providerId="ADAL" clId="{5963EF00-8023-431A-B5E3-7791A55D19A7}" dt="2026-05-26T08:31:47.745" v="22231"/>
          <ac:spMkLst>
            <pc:docMk/>
            <pc:sldMk cId="3788120999" sldId="2147483576"/>
            <ac:spMk id="2" creationId="{E8EFF755-1CC2-F83B-10AC-8323117F5435}"/>
          </ac:spMkLst>
        </pc:spChg>
        <pc:spChg chg="mod">
          <ac:chgData name="PS3 石川 星/Ishikawa, Sho (NTT DATA)" userId="02c132a7-2049-4e7b-a292-e2101025765b" providerId="ADAL" clId="{5963EF00-8023-431A-B5E3-7791A55D19A7}" dt="2026-05-22T11:35:03.588" v="22068" actId="14100"/>
          <ac:spMkLst>
            <pc:docMk/>
            <pc:sldMk cId="3788120999" sldId="2147483576"/>
            <ac:spMk id="5" creationId="{3C822DEF-0CC9-9833-0EAE-F69D40B900C8}"/>
          </ac:spMkLst>
        </pc:spChg>
      </pc:sldChg>
      <pc:sldChg chg="addSp modSp add mod ord">
        <pc:chgData name="PS3 石川 星/Ishikawa, Sho (NTT DATA)" userId="02c132a7-2049-4e7b-a292-e2101025765b" providerId="ADAL" clId="{5963EF00-8023-431A-B5E3-7791A55D19A7}" dt="2026-05-22T12:10:53.222" v="22205" actId="13926"/>
        <pc:sldMkLst>
          <pc:docMk/>
          <pc:sldMk cId="2229031894" sldId="2147483577"/>
        </pc:sldMkLst>
        <pc:spChg chg="mod">
          <ac:chgData name="PS3 石川 星/Ishikawa, Sho (NTT DATA)" userId="02c132a7-2049-4e7b-a292-e2101025765b" providerId="ADAL" clId="{5963EF00-8023-431A-B5E3-7791A55D19A7}" dt="2026-05-22T11:32:06.109" v="21994"/>
          <ac:spMkLst>
            <pc:docMk/>
            <pc:sldMk cId="2229031894" sldId="2147483577"/>
            <ac:spMk id="2" creationId="{49617035-D890-5ED6-2E40-BEA3D420E4E1}"/>
          </ac:spMkLst>
        </pc:spChg>
        <pc:spChg chg="mod">
          <ac:chgData name="PS3 石川 星/Ishikawa, Sho (NTT DATA)" userId="02c132a7-2049-4e7b-a292-e2101025765b" providerId="ADAL" clId="{5963EF00-8023-431A-B5E3-7791A55D19A7}" dt="2026-05-22T09:39:57.906" v="21935" actId="14100"/>
          <ac:spMkLst>
            <pc:docMk/>
            <pc:sldMk cId="2229031894" sldId="2147483577"/>
            <ac:spMk id="3" creationId="{A90283E1-2318-8EC2-CAAD-93527DD1EE35}"/>
          </ac:spMkLst>
        </pc:spChg>
        <pc:spChg chg="mod">
          <ac:chgData name="PS3 石川 星/Ishikawa, Sho (NTT DATA)" userId="02c132a7-2049-4e7b-a292-e2101025765b" providerId="ADAL" clId="{5963EF00-8023-431A-B5E3-7791A55D19A7}" dt="2026-05-22T09:41:59.049" v="21986" actId="14100"/>
          <ac:spMkLst>
            <pc:docMk/>
            <pc:sldMk cId="2229031894" sldId="2147483577"/>
            <ac:spMk id="5" creationId="{ED5A6433-D6DC-2A92-B3C7-BA2A1F7B51ED}"/>
          </ac:spMkLst>
        </pc:spChg>
      </pc:sldChg>
      <pc:sldChg chg="modSp mod">
        <pc:chgData name="PS3 石川 星/Ishikawa, Sho (NTT DATA)" userId="02c132a7-2049-4e7b-a292-e2101025765b" providerId="ADAL" clId="{5963EF00-8023-431A-B5E3-7791A55D19A7}" dt="2026-05-26T08:31:40.852" v="22219"/>
        <pc:sldMkLst>
          <pc:docMk/>
          <pc:sldMk cId="2768885474" sldId="2147483580"/>
        </pc:sldMkLst>
        <pc:spChg chg="mod">
          <ac:chgData name="PS3 石川 星/Ishikawa, Sho (NTT DATA)" userId="02c132a7-2049-4e7b-a292-e2101025765b" providerId="ADAL" clId="{5963EF00-8023-431A-B5E3-7791A55D19A7}" dt="2026-05-26T08:31:40.852" v="22219"/>
          <ac:spMkLst>
            <pc:docMk/>
            <pc:sldMk cId="2768885474" sldId="2147483580"/>
            <ac:spMk id="2" creationId="{DBFB905C-ABC1-BD23-E167-403894BAC036}"/>
          </ac:spMkLst>
        </pc:spChg>
      </pc:sldChg>
      <pc:sldMasterChg chg="modSp mod">
        <pc:chgData name="PS3 石川 星/Ishikawa, Sho (NTT DATA)" userId="02c132a7-2049-4e7b-a292-e2101025765b" providerId="ADAL" clId="{5963EF00-8023-431A-B5E3-7791A55D19A7}" dt="2026-05-12T10:16:39.070" v="16704" actId="20577"/>
        <pc:sldMasterMkLst>
          <pc:docMk/>
          <pc:sldMasterMk cId="2903117392" sldId="2147483899"/>
        </pc:sldMasterMkLst>
        <pc:spChg chg="mod">
          <ac:chgData name="PS3 石川 星/Ishikawa, Sho (NTT DATA)" userId="02c132a7-2049-4e7b-a292-e2101025765b" providerId="ADAL" clId="{5963EF00-8023-431A-B5E3-7791A55D19A7}" dt="2026-05-12T10:16:39.070" v="16704" actId="20577"/>
          <ac:spMkLst>
            <pc:docMk/>
            <pc:sldMasterMk cId="2903117392" sldId="2147483899"/>
            <ac:spMk id="12" creationId="{8E0B27DF-CFBE-A4A8-9EB1-3609B2C2EB77}"/>
          </ac:spMkLst>
        </pc:spChg>
      </pc:sldMasterChg>
      <pc:sldMasterChg chg="modSp mod delSldLayout">
        <pc:chgData name="PS3 石川 星/Ishikawa, Sho (NTT DATA)" userId="02c132a7-2049-4e7b-a292-e2101025765b" providerId="ADAL" clId="{5963EF00-8023-431A-B5E3-7791A55D19A7}" dt="2026-05-12T10:17:57.599" v="16726" actId="20577"/>
        <pc:sldMasterMkLst>
          <pc:docMk/>
          <pc:sldMasterMk cId="1330119830" sldId="2147484027"/>
        </pc:sldMasterMkLst>
        <pc:spChg chg="mod">
          <ac:chgData name="PS3 石川 星/Ishikawa, Sho (NTT DATA)" userId="02c132a7-2049-4e7b-a292-e2101025765b" providerId="ADAL" clId="{5963EF00-8023-431A-B5E3-7791A55D19A7}" dt="2026-05-12T10:17:57.599" v="16726" actId="20577"/>
          <ac:spMkLst>
            <pc:docMk/>
            <pc:sldMasterMk cId="1330119830" sldId="2147484027"/>
            <ac:spMk id="9" creationId="{1D1D4E16-E062-D856-6161-F5C259925C14}"/>
          </ac:spMkLst>
        </pc:spChg>
      </pc:sldMasterChg>
      <pc:sldMasterChg chg="modSp mod delSldLayout">
        <pc:chgData name="PS3 石川 星/Ishikawa, Sho (NTT DATA)" userId="02c132a7-2049-4e7b-a292-e2101025765b" providerId="ADAL" clId="{5963EF00-8023-431A-B5E3-7791A55D19A7}" dt="2026-05-13T05:47:25.077" v="18501" actId="2696"/>
        <pc:sldMasterMkLst>
          <pc:docMk/>
          <pc:sldMasterMk cId="3466074678" sldId="2147484085"/>
        </pc:sldMasterMkLst>
        <pc:spChg chg="mod">
          <ac:chgData name="PS3 石川 星/Ishikawa, Sho (NTT DATA)" userId="02c132a7-2049-4e7b-a292-e2101025765b" providerId="ADAL" clId="{5963EF00-8023-431A-B5E3-7791A55D19A7}" dt="2026-05-12T10:17:46.247" v="16724" actId="20577"/>
          <ac:spMkLst>
            <pc:docMk/>
            <pc:sldMasterMk cId="3466074678" sldId="2147484085"/>
            <ac:spMk id="9" creationId="{1D1D4E16-E062-D856-6161-F5C259925C14}"/>
          </ac:spMkLst>
        </pc:spChg>
      </pc:sldMasterChg>
      <pc:sldMasterChg chg="modSp mod modSldLayout">
        <pc:chgData name="PS3 石川 星/Ishikawa, Sho (NTT DATA)" userId="02c132a7-2049-4e7b-a292-e2101025765b" providerId="ADAL" clId="{5963EF00-8023-431A-B5E3-7791A55D19A7}" dt="2026-05-12T10:17:37.521" v="16722" actId="20577"/>
        <pc:sldMasterMkLst>
          <pc:docMk/>
          <pc:sldMasterMk cId="191568983" sldId="2147484102"/>
        </pc:sldMasterMkLst>
        <pc:spChg chg="mod">
          <ac:chgData name="PS3 石川 星/Ishikawa, Sho (NTT DATA)" userId="02c132a7-2049-4e7b-a292-e2101025765b" providerId="ADAL" clId="{5963EF00-8023-431A-B5E3-7791A55D19A7}" dt="2026-05-12T10:16:48.827" v="16706" actId="20577"/>
          <ac:spMkLst>
            <pc:docMk/>
            <pc:sldMasterMk cId="191568983" sldId="2147484102"/>
            <ac:spMk id="6" creationId="{B01BF0E7-CA3F-2C26-0703-F0CB01EA9A9E}"/>
          </ac:spMkLst>
        </pc:spChg>
        <pc:sldLayoutChg chg="modSp mod">
          <pc:chgData name="PS3 石川 星/Ishikawa, Sho (NTT DATA)" userId="02c132a7-2049-4e7b-a292-e2101025765b" providerId="ADAL" clId="{5963EF00-8023-431A-B5E3-7791A55D19A7}" dt="2026-05-12T10:17:14.988" v="16710" actId="20577"/>
          <pc:sldLayoutMkLst>
            <pc:docMk/>
            <pc:sldMasterMk cId="191568983" sldId="2147484102"/>
            <pc:sldLayoutMk cId="813908368" sldId="2147484103"/>
          </pc:sldLayoutMkLst>
          <pc:spChg chg="mod">
            <ac:chgData name="PS3 石川 星/Ishikawa, Sho (NTT DATA)" userId="02c132a7-2049-4e7b-a292-e2101025765b" providerId="ADAL" clId="{5963EF00-8023-431A-B5E3-7791A55D19A7}" dt="2026-05-12T10:17:14.988" v="16710" actId="20577"/>
            <ac:spMkLst>
              <pc:docMk/>
              <pc:sldMasterMk cId="191568983" sldId="2147484102"/>
              <pc:sldLayoutMk cId="813908368" sldId="2147484103"/>
              <ac:spMk id="10" creationId="{C902823D-1000-9AD4-A5D1-BC7E7F7ABDBA}"/>
            </ac:spMkLst>
          </pc:spChg>
          <pc:spChg chg="mod">
            <ac:chgData name="PS3 石川 星/Ishikawa, Sho (NTT DATA)" userId="02c132a7-2049-4e7b-a292-e2101025765b" providerId="ADAL" clId="{5963EF00-8023-431A-B5E3-7791A55D19A7}" dt="2026-05-12T10:17:12.040" v="16708" actId="20577"/>
            <ac:spMkLst>
              <pc:docMk/>
              <pc:sldMasterMk cId="191568983" sldId="2147484102"/>
              <pc:sldLayoutMk cId="813908368" sldId="2147484103"/>
              <ac:spMk id="17" creationId="{638584A2-F12B-7FC9-C3A1-97D2EFB00B41}"/>
            </ac:spMkLst>
          </pc:spChg>
        </pc:sldLayoutChg>
        <pc:sldLayoutChg chg="modSp mod">
          <pc:chgData name="PS3 石川 星/Ishikawa, Sho (NTT DATA)" userId="02c132a7-2049-4e7b-a292-e2101025765b" providerId="ADAL" clId="{5963EF00-8023-431A-B5E3-7791A55D19A7}" dt="2026-05-12T10:17:21.905" v="16714" actId="20577"/>
          <pc:sldLayoutMkLst>
            <pc:docMk/>
            <pc:sldMasterMk cId="191568983" sldId="2147484102"/>
            <pc:sldLayoutMk cId="1610185873" sldId="2147484104"/>
          </pc:sldLayoutMkLst>
          <pc:spChg chg="mod">
            <ac:chgData name="PS3 石川 星/Ishikawa, Sho (NTT DATA)" userId="02c132a7-2049-4e7b-a292-e2101025765b" providerId="ADAL" clId="{5963EF00-8023-431A-B5E3-7791A55D19A7}" dt="2026-05-12T10:17:21.905" v="16714" actId="20577"/>
            <ac:spMkLst>
              <pc:docMk/>
              <pc:sldMasterMk cId="191568983" sldId="2147484102"/>
              <pc:sldLayoutMk cId="1610185873" sldId="2147484104"/>
              <ac:spMk id="10" creationId="{253D2BDA-26EA-370D-2084-F7F1C3809C6A}"/>
            </ac:spMkLst>
          </pc:spChg>
          <pc:spChg chg="mod">
            <ac:chgData name="PS3 石川 星/Ishikawa, Sho (NTT DATA)" userId="02c132a7-2049-4e7b-a292-e2101025765b" providerId="ADAL" clId="{5963EF00-8023-431A-B5E3-7791A55D19A7}" dt="2026-05-12T10:17:18.712" v="16712" actId="20577"/>
            <ac:spMkLst>
              <pc:docMk/>
              <pc:sldMasterMk cId="191568983" sldId="2147484102"/>
              <pc:sldLayoutMk cId="1610185873" sldId="2147484104"/>
              <ac:spMk id="13" creationId="{FF2F9E31-F480-6E30-B7CC-0D2A360E0E4D}"/>
            </ac:spMkLst>
          </pc:spChg>
        </pc:sldLayoutChg>
        <pc:sldLayoutChg chg="modSp mod">
          <pc:chgData name="PS3 石川 星/Ishikawa, Sho (NTT DATA)" userId="02c132a7-2049-4e7b-a292-e2101025765b" providerId="ADAL" clId="{5963EF00-8023-431A-B5E3-7791A55D19A7}" dt="2026-05-12T10:17:29.966" v="16718" actId="20577"/>
          <pc:sldLayoutMkLst>
            <pc:docMk/>
            <pc:sldMasterMk cId="191568983" sldId="2147484102"/>
            <pc:sldLayoutMk cId="2172341424" sldId="2147484105"/>
          </pc:sldLayoutMkLst>
          <pc:spChg chg="mod">
            <ac:chgData name="PS3 石川 星/Ishikawa, Sho (NTT DATA)" userId="02c132a7-2049-4e7b-a292-e2101025765b" providerId="ADAL" clId="{5963EF00-8023-431A-B5E3-7791A55D19A7}" dt="2026-05-12T10:17:29.966" v="16718" actId="20577"/>
            <ac:spMkLst>
              <pc:docMk/>
              <pc:sldMasterMk cId="191568983" sldId="2147484102"/>
              <pc:sldLayoutMk cId="2172341424" sldId="2147484105"/>
              <ac:spMk id="6" creationId="{E6AA3F11-2310-C251-1D68-4B8F48D50146}"/>
            </ac:spMkLst>
          </pc:spChg>
          <pc:spChg chg="mod">
            <ac:chgData name="PS3 石川 星/Ishikawa, Sho (NTT DATA)" userId="02c132a7-2049-4e7b-a292-e2101025765b" providerId="ADAL" clId="{5963EF00-8023-431A-B5E3-7791A55D19A7}" dt="2026-05-12T10:17:27.402" v="16716" actId="20577"/>
            <ac:spMkLst>
              <pc:docMk/>
              <pc:sldMasterMk cId="191568983" sldId="2147484102"/>
              <pc:sldLayoutMk cId="2172341424" sldId="2147484105"/>
              <ac:spMk id="12" creationId="{07CC41DA-AB1D-B096-5118-CDEB9ED3AACC}"/>
            </ac:spMkLst>
          </pc:spChg>
        </pc:sldLayoutChg>
        <pc:sldLayoutChg chg="modSp mod">
          <pc:chgData name="PS3 石川 星/Ishikawa, Sho (NTT DATA)" userId="02c132a7-2049-4e7b-a292-e2101025765b" providerId="ADAL" clId="{5963EF00-8023-431A-B5E3-7791A55D19A7}" dt="2026-05-12T10:17:37.521" v="16722" actId="20577"/>
          <pc:sldLayoutMkLst>
            <pc:docMk/>
            <pc:sldMasterMk cId="191568983" sldId="2147484102"/>
            <pc:sldLayoutMk cId="853230401" sldId="2147484106"/>
          </pc:sldLayoutMkLst>
          <pc:spChg chg="mod">
            <ac:chgData name="PS3 石川 星/Ishikawa, Sho (NTT DATA)" userId="02c132a7-2049-4e7b-a292-e2101025765b" providerId="ADAL" clId="{5963EF00-8023-431A-B5E3-7791A55D19A7}" dt="2026-05-12T10:17:34.637" v="16720" actId="20577"/>
            <ac:spMkLst>
              <pc:docMk/>
              <pc:sldMasterMk cId="191568983" sldId="2147484102"/>
              <pc:sldLayoutMk cId="853230401" sldId="2147484106"/>
              <ac:spMk id="4" creationId="{8ADA0CC1-B34F-2866-9154-43C9EABF8BF5}"/>
            </ac:spMkLst>
          </pc:spChg>
          <pc:spChg chg="mod">
            <ac:chgData name="PS3 石川 星/Ishikawa, Sho (NTT DATA)" userId="02c132a7-2049-4e7b-a292-e2101025765b" providerId="ADAL" clId="{5963EF00-8023-431A-B5E3-7791A55D19A7}" dt="2026-05-12T10:17:37.521" v="16722" actId="20577"/>
            <ac:spMkLst>
              <pc:docMk/>
              <pc:sldMasterMk cId="191568983" sldId="2147484102"/>
              <pc:sldLayoutMk cId="853230401" sldId="2147484106"/>
              <ac:spMk id="12" creationId="{CC6F50BD-6D4E-93A3-94F5-CD0A6C075F68}"/>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latin typeface="+mn-ea"/>
            </a:endParaRPr>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7BDCB57-7B26-864A-85AB-1FE6E8A71097}" type="datetimeFigureOut">
              <a:rPr kumimoji="1" lang="ja-JP" altLang="en-US" smtClean="0">
                <a:latin typeface="+mn-ea"/>
              </a:rPr>
              <a:t>2026/6/3</a:t>
            </a:fld>
            <a:endParaRPr kumimoji="1" lang="ja-JP" altLang="en-US">
              <a:latin typeface="+mn-ea"/>
            </a:endParaRPr>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latin typeface="+mn-ea"/>
            </a:endParaRPr>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741B73B-8F91-6845-8B45-1448A7A46D6E}" type="slidenum">
              <a:rPr kumimoji="1" lang="ja-JP" altLang="en-US" smtClean="0">
                <a:latin typeface="+mn-ea"/>
              </a:rPr>
              <a:t>‹#›</a:t>
            </a:fld>
            <a:endParaRPr kumimoji="1" lang="ja-JP" altLang="en-US">
              <a:latin typeface="+mn-ea"/>
            </a:endParaRPr>
          </a:p>
        </p:txBody>
      </p:sp>
    </p:spTree>
    <p:extLst>
      <p:ext uri="{BB962C8B-B14F-4D97-AF65-F5344CB8AC3E}">
        <p14:creationId xmlns:p14="http://schemas.microsoft.com/office/powerpoint/2010/main" val="177408550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7B8588-1665-0A4A-AD47-68FFFFC620D1}" type="datetimeFigureOut">
              <a:rPr kumimoji="1" lang="ja-JP" altLang="en-US" smtClean="0"/>
              <a:t>2026/6/3</a:t>
            </a:fld>
            <a:endParaRPr kumimoji="1" lang="ja-JP" altLang="en-US"/>
          </a:p>
        </p:txBody>
      </p:sp>
      <p:sp>
        <p:nvSpPr>
          <p:cNvPr id="4" name="スライド イメージ プレースホルダー 3"/>
          <p:cNvSpPr>
            <a:spLocks noGrp="1" noRot="1" noChangeAspect="1"/>
          </p:cNvSpPr>
          <p:nvPr>
            <p:ph type="sldImg" idx="2"/>
          </p:nvPr>
        </p:nvSpPr>
        <p:spPr>
          <a:xfrm>
            <a:off x="685800" y="630237"/>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3887785"/>
            <a:ext cx="5486400" cy="4625977"/>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9AAED7-EB68-B44B-A29A-E9CFE7A1147D}" type="slidenum">
              <a:rPr kumimoji="1" lang="ja-JP" altLang="en-US" smtClean="0"/>
              <a:t>‹#›</a:t>
            </a:fld>
            <a:endParaRPr kumimoji="1" lang="ja-JP" altLang="en-US"/>
          </a:p>
        </p:txBody>
      </p:sp>
    </p:spTree>
    <p:extLst>
      <p:ext uri="{BB962C8B-B14F-4D97-AF65-F5344CB8AC3E}">
        <p14:creationId xmlns:p14="http://schemas.microsoft.com/office/powerpoint/2010/main" val="24139408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kumimoji="1" sz="1200" kern="1200">
        <a:solidFill>
          <a:schemeClr val="tx1"/>
        </a:solidFill>
        <a:latin typeface="+mn-ea"/>
        <a:ea typeface="+mn-ea"/>
        <a:cs typeface="+mn-cs"/>
      </a:defRPr>
    </a:lvl1pPr>
    <a:lvl2pPr marL="457200" algn="l" defTabSz="914400" rtl="0" eaLnBrk="1" latinLnBrk="0" hangingPunct="1">
      <a:defRPr kumimoji="1" sz="1200" kern="1200">
        <a:solidFill>
          <a:schemeClr val="tx1"/>
        </a:solidFill>
        <a:latin typeface="+mn-ea"/>
        <a:ea typeface="+mn-ea"/>
        <a:cs typeface="+mn-cs"/>
      </a:defRPr>
    </a:lvl2pPr>
    <a:lvl3pPr marL="914400" algn="l" defTabSz="914400" rtl="0" eaLnBrk="1" latinLnBrk="0" hangingPunct="1">
      <a:defRPr kumimoji="1" sz="1200" kern="1200">
        <a:solidFill>
          <a:schemeClr val="tx1"/>
        </a:solidFill>
        <a:latin typeface="+mn-ea"/>
        <a:ea typeface="+mn-ea"/>
        <a:cs typeface="+mn-cs"/>
      </a:defRPr>
    </a:lvl3pPr>
    <a:lvl4pPr marL="1371600" algn="l" defTabSz="914400" rtl="0" eaLnBrk="1" latinLnBrk="0" hangingPunct="1">
      <a:defRPr kumimoji="1" sz="1200" kern="1200">
        <a:solidFill>
          <a:schemeClr val="tx1"/>
        </a:solidFill>
        <a:latin typeface="+mn-ea"/>
        <a:ea typeface="+mn-ea"/>
        <a:cs typeface="+mn-cs"/>
      </a:defRPr>
    </a:lvl4pPr>
    <a:lvl5pPr marL="1828800" algn="l" defTabSz="914400" rtl="0" eaLnBrk="1" latinLnBrk="0" hangingPunct="1">
      <a:defRPr kumimoji="1" sz="1200" kern="1200">
        <a:solidFill>
          <a:schemeClr val="tx1"/>
        </a:solidFill>
        <a:latin typeface="+mn-ea"/>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630238"/>
            <a:ext cx="5486400" cy="3086100"/>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AF9AAED7-EB68-B44B-A29A-E9CFE7A1147D}" type="slidenum">
              <a:rPr kumimoji="1" lang="ja-JP" altLang="en-US" smtClean="0"/>
              <a:t>2</a:t>
            </a:fld>
            <a:endParaRPr kumimoji="1" lang="ja-JP" altLang="en-US"/>
          </a:p>
        </p:txBody>
      </p:sp>
    </p:spTree>
    <p:extLst>
      <p:ext uri="{BB962C8B-B14F-4D97-AF65-F5344CB8AC3E}">
        <p14:creationId xmlns:p14="http://schemas.microsoft.com/office/powerpoint/2010/main" val="3536217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630238"/>
            <a:ext cx="5486400" cy="3086100"/>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AF9AAED7-EB68-B44B-A29A-E9CFE7A1147D}" type="slidenum">
              <a:rPr kumimoji="1" lang="ja-JP" altLang="en-US" smtClean="0"/>
              <a:t>5</a:t>
            </a:fld>
            <a:endParaRPr kumimoji="1" lang="ja-JP" altLang="en-US"/>
          </a:p>
        </p:txBody>
      </p:sp>
    </p:spTree>
    <p:extLst>
      <p:ext uri="{BB962C8B-B14F-4D97-AF65-F5344CB8AC3E}">
        <p14:creationId xmlns:p14="http://schemas.microsoft.com/office/powerpoint/2010/main" val="12716887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630238"/>
            <a:ext cx="5486400" cy="3086100"/>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AF9AAED7-EB68-B44B-A29A-E9CFE7A1147D}" type="slidenum">
              <a:rPr kumimoji="1" lang="ja-JP" altLang="en-US" smtClean="0"/>
              <a:t>10</a:t>
            </a:fld>
            <a:endParaRPr kumimoji="1" lang="ja-JP" altLang="en-US"/>
          </a:p>
        </p:txBody>
      </p:sp>
    </p:spTree>
    <p:extLst>
      <p:ext uri="{BB962C8B-B14F-4D97-AF65-F5344CB8AC3E}">
        <p14:creationId xmlns:p14="http://schemas.microsoft.com/office/powerpoint/2010/main" val="13337311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C6D8E-DE6B-1320-E09E-A499CDD4FF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F38E2B7-28FA-5BC3-5BA1-51E0AE832D7D}"/>
              </a:ext>
            </a:extLst>
          </p:cNvPr>
          <p:cNvSpPr>
            <a:spLocks noGrp="1" noRot="1" noChangeAspect="1"/>
          </p:cNvSpPr>
          <p:nvPr>
            <p:ph type="sldImg"/>
          </p:nvPr>
        </p:nvSpPr>
        <p:spPr>
          <a:xfrm>
            <a:off x="685800" y="630238"/>
            <a:ext cx="5486400" cy="3086100"/>
          </a:xfrm>
        </p:spPr>
      </p:sp>
      <p:sp>
        <p:nvSpPr>
          <p:cNvPr id="3" name="ノート プレースホルダー 2">
            <a:extLst>
              <a:ext uri="{FF2B5EF4-FFF2-40B4-BE49-F238E27FC236}">
                <a16:creationId xmlns:a16="http://schemas.microsoft.com/office/drawing/2014/main" id="{E861CC3C-5937-5590-9BF0-8FD411F2FFC0}"/>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9D6519D-9F74-EAA8-1985-9ACD333B962F}"/>
              </a:ext>
            </a:extLst>
          </p:cNvPr>
          <p:cNvSpPr>
            <a:spLocks noGrp="1"/>
          </p:cNvSpPr>
          <p:nvPr>
            <p:ph type="sldNum" sz="quarter" idx="5"/>
          </p:nvPr>
        </p:nvSpPr>
        <p:spPr/>
        <p:txBody>
          <a:bodyPr/>
          <a:lstStyle/>
          <a:p>
            <a:fld id="{AF9AAED7-EB68-B44B-A29A-E9CFE7A1147D}" type="slidenum">
              <a:rPr kumimoji="1" lang="ja-JP" altLang="en-US" smtClean="0"/>
              <a:t>12</a:t>
            </a:fld>
            <a:endParaRPr kumimoji="1" lang="ja-JP" altLang="en-US"/>
          </a:p>
        </p:txBody>
      </p:sp>
    </p:spTree>
    <p:extLst>
      <p:ext uri="{BB962C8B-B14F-4D97-AF65-F5344CB8AC3E}">
        <p14:creationId xmlns:p14="http://schemas.microsoft.com/office/powerpoint/2010/main" val="8496330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93C5A-03DD-60E1-07F3-90E6E96AB0D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956E5D-0C32-745C-36AC-B4CBA3F48FAA}"/>
              </a:ext>
            </a:extLst>
          </p:cNvPr>
          <p:cNvSpPr>
            <a:spLocks noGrp="1" noRot="1" noChangeAspect="1"/>
          </p:cNvSpPr>
          <p:nvPr>
            <p:ph type="sldImg"/>
          </p:nvPr>
        </p:nvSpPr>
        <p:spPr>
          <a:xfrm>
            <a:off x="685800" y="630238"/>
            <a:ext cx="5486400" cy="3086100"/>
          </a:xfrm>
        </p:spPr>
      </p:sp>
      <p:sp>
        <p:nvSpPr>
          <p:cNvPr id="3" name="ノート プレースホルダー 2">
            <a:extLst>
              <a:ext uri="{FF2B5EF4-FFF2-40B4-BE49-F238E27FC236}">
                <a16:creationId xmlns:a16="http://schemas.microsoft.com/office/drawing/2014/main" id="{45860F8A-FBA5-2EDF-9C1E-F6D01C109E9E}"/>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0B87F72-0B7C-C8A6-FBB9-4429F6C22B28}"/>
              </a:ext>
            </a:extLst>
          </p:cNvPr>
          <p:cNvSpPr>
            <a:spLocks noGrp="1"/>
          </p:cNvSpPr>
          <p:nvPr>
            <p:ph type="sldNum" sz="quarter" idx="5"/>
          </p:nvPr>
        </p:nvSpPr>
        <p:spPr/>
        <p:txBody>
          <a:bodyPr/>
          <a:lstStyle/>
          <a:p>
            <a:fld id="{AF9AAED7-EB68-B44B-A29A-E9CFE7A1147D}" type="slidenum">
              <a:rPr kumimoji="1" lang="ja-JP" altLang="en-US" smtClean="0"/>
              <a:t>14</a:t>
            </a:fld>
            <a:endParaRPr kumimoji="1" lang="ja-JP" altLang="en-US"/>
          </a:p>
        </p:txBody>
      </p:sp>
    </p:spTree>
    <p:extLst>
      <p:ext uri="{BB962C8B-B14F-4D97-AF65-F5344CB8AC3E}">
        <p14:creationId xmlns:p14="http://schemas.microsoft.com/office/powerpoint/2010/main" val="161542130"/>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4.xml"/><Relationship Id="rId4" Type="http://schemas.openxmlformats.org/officeDocument/2006/relationships/image" Target="../media/image4.gif"/></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pic>
        <p:nvPicPr>
          <p:cNvPr id="9" name="Innovation Curve">
            <a:extLst>
              <a:ext uri="{FF2B5EF4-FFF2-40B4-BE49-F238E27FC236}">
                <a16:creationId xmlns:a16="http://schemas.microsoft.com/office/drawing/2014/main" id="{C7D758E2-2981-8964-2DBD-5E4C29B7658D}"/>
              </a:ext>
              <a:ext uri="{C183D7F6-B498-43B3-948B-1728B52AA6E4}">
                <adec:decorative xmlns:adec="http://schemas.microsoft.com/office/drawing/2017/decorative" val="1"/>
              </a:ext>
            </a:extLst>
          </p:cNvPr>
          <p:cNvPicPr/>
          <p:nvPr userDrawn="1"/>
        </p:nvPicPr>
        <p:blipFill>
          <a:blip r:embed="rId2" cstate="screen">
            <a:alphaModFix amt="3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a:xfrm>
            <a:off x="5316000" y="0"/>
            <a:ext cx="6876000" cy="6876000"/>
          </a:xfrm>
          <a:prstGeom prst="rect">
            <a:avLst/>
          </a:prstGeom>
        </p:spPr>
      </p:pic>
      <p:sp>
        <p:nvSpPr>
          <p:cNvPr id="3" name="タイトル 2">
            <a:extLst>
              <a:ext uri="{FF2B5EF4-FFF2-40B4-BE49-F238E27FC236}">
                <a16:creationId xmlns:a16="http://schemas.microsoft.com/office/drawing/2014/main" id="{28E88A40-63CF-7644-EB56-0F82D8E1B9A2}"/>
              </a:ext>
            </a:extLst>
          </p:cNvPr>
          <p:cNvSpPr>
            <a:spLocks noGrp="1"/>
          </p:cNvSpPr>
          <p:nvPr>
            <p:ph type="title" hasCustomPrompt="1"/>
          </p:nvPr>
        </p:nvSpPr>
        <p:spPr>
          <a:xfrm>
            <a:off x="381600" y="864000"/>
            <a:ext cx="4842000" cy="795600"/>
          </a:xfrm>
          <a:prstGeom prst="rect">
            <a:avLst/>
          </a:prstGeom>
        </p:spPr>
        <p:txBody>
          <a:bodyPr lIns="0" rIns="0" anchor="b" anchorCtr="0"/>
          <a:lstStyle/>
          <a:p>
            <a:pPr lvl="0"/>
            <a:r>
              <a:rPr kumimoji="1" lang="ja-JP" altLang="en-US"/>
              <a:t>○○○○御中</a:t>
            </a:r>
          </a:p>
        </p:txBody>
      </p:sp>
      <p:sp>
        <p:nvSpPr>
          <p:cNvPr id="6" name="テキスト プレースホルダー 6">
            <a:extLst>
              <a:ext uri="{FF2B5EF4-FFF2-40B4-BE49-F238E27FC236}">
                <a16:creationId xmlns:a16="http://schemas.microsoft.com/office/drawing/2014/main" id="{F1A176CE-1C9E-473C-DA2D-5CF9AA7285F5}"/>
              </a:ext>
            </a:extLst>
          </p:cNvPr>
          <p:cNvSpPr>
            <a:spLocks noGrp="1"/>
          </p:cNvSpPr>
          <p:nvPr>
            <p:ph type="body" sz="quarter" idx="12" hasCustomPrompt="1"/>
          </p:nvPr>
        </p:nvSpPr>
        <p:spPr>
          <a:xfrm>
            <a:off x="381600" y="2188800"/>
            <a:ext cx="4842000" cy="2412000"/>
          </a:xfrm>
          <a:prstGeom prst="rect">
            <a:avLst/>
          </a:prstGeom>
        </p:spPr>
        <p:txBody>
          <a:bodyPr lIns="0" tIns="46800" rIns="0" anchor="b"/>
          <a:lstStyle>
            <a:lvl1pPr>
              <a:lnSpc>
                <a:spcPct val="80000"/>
              </a:lnSpc>
              <a:defRPr sz="4400" b="1">
                <a:solidFill>
                  <a:schemeClr val="accent1"/>
                </a:solidFill>
              </a:defRPr>
            </a:lvl1pPr>
          </a:lstStyle>
          <a:p>
            <a:pPr lvl="0"/>
            <a:r>
              <a:rPr kumimoji="1" lang="ja-JP" altLang="en-US"/>
              <a:t>［タイトル］</a:t>
            </a:r>
          </a:p>
        </p:txBody>
      </p:sp>
      <p:sp>
        <p:nvSpPr>
          <p:cNvPr id="8" name="テキスト プレースホルダー 10">
            <a:extLst>
              <a:ext uri="{FF2B5EF4-FFF2-40B4-BE49-F238E27FC236}">
                <a16:creationId xmlns:a16="http://schemas.microsoft.com/office/drawing/2014/main" id="{93FE156B-F772-D01E-4372-4120E52784D7}"/>
              </a:ext>
            </a:extLst>
          </p:cNvPr>
          <p:cNvSpPr>
            <a:spLocks noGrp="1"/>
          </p:cNvSpPr>
          <p:nvPr>
            <p:ph type="body" sz="quarter" idx="14" hasCustomPrompt="1"/>
          </p:nvPr>
        </p:nvSpPr>
        <p:spPr>
          <a:xfrm>
            <a:off x="381600" y="5191200"/>
            <a:ext cx="4842000" cy="1119600"/>
          </a:xfrm>
          <a:prstGeom prst="rect">
            <a:avLst/>
          </a:prstGeom>
        </p:spPr>
        <p:txBody>
          <a:bodyPr lIns="0" tIns="46800" rIns="0" anchor="b"/>
          <a:lstStyle>
            <a:lvl1pPr>
              <a:defRPr>
                <a:solidFill>
                  <a:schemeClr val="accent1"/>
                </a:solidFill>
              </a:defRPr>
            </a:lvl1pPr>
            <a:lvl5pPr marL="2438216" indent="0">
              <a:buNone/>
              <a:defRPr/>
            </a:lvl5pPr>
          </a:lstStyle>
          <a:p>
            <a:pPr lvl="0"/>
            <a:r>
              <a:rPr kumimoji="1" lang="en-US" altLang="ja-JP"/>
              <a:t>2024</a:t>
            </a:r>
            <a:r>
              <a:rPr kumimoji="1" lang="ja-JP" altLang="en-US"/>
              <a:t>年〇月〇日</a:t>
            </a:r>
            <a:endParaRPr kumimoji="1" lang="en-US" altLang="ja-JP"/>
          </a:p>
          <a:p>
            <a:pPr lvl="0"/>
            <a:r>
              <a:rPr kumimoji="1" lang="ja-JP" altLang="en-US"/>
              <a:t>株式会社</a:t>
            </a:r>
            <a:r>
              <a:rPr kumimoji="1" lang="en-US" altLang="ja-JP"/>
              <a:t>NTT</a:t>
            </a:r>
            <a:r>
              <a:rPr kumimoji="1" lang="ja-JP" altLang="en-US"/>
              <a:t>データ ○○○○○○</a:t>
            </a:r>
          </a:p>
          <a:p>
            <a:pPr lvl="0"/>
            <a:r>
              <a:rPr kumimoji="1" lang="ja-JP" altLang="en-US"/>
              <a:t>○○○○○○○○○○○○○○</a:t>
            </a:r>
          </a:p>
        </p:txBody>
      </p:sp>
    </p:spTree>
    <p:extLst>
      <p:ext uri="{BB962C8B-B14F-4D97-AF65-F5344CB8AC3E}">
        <p14:creationId xmlns:p14="http://schemas.microsoft.com/office/powerpoint/2010/main" val="1676540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イノベーションカーブなし">
    <p:spTree>
      <p:nvGrpSpPr>
        <p:cNvPr id="1" name=""/>
        <p:cNvGrpSpPr/>
        <p:nvPr/>
      </p:nvGrpSpPr>
      <p:grpSpPr>
        <a:xfrm>
          <a:off x="0" y="0"/>
          <a:ext cx="0" cy="0"/>
          <a:chOff x="0" y="0"/>
          <a:chExt cx="0" cy="0"/>
        </a:xfrm>
      </p:grpSpPr>
      <p:sp>
        <p:nvSpPr>
          <p:cNvPr id="8" name="タイトル 2">
            <a:extLst>
              <a:ext uri="{FF2B5EF4-FFF2-40B4-BE49-F238E27FC236}">
                <a16:creationId xmlns:a16="http://schemas.microsoft.com/office/drawing/2014/main" id="{A3D5047C-C1BE-4A97-3D30-4818BC0783BA}"/>
              </a:ext>
            </a:extLst>
          </p:cNvPr>
          <p:cNvSpPr>
            <a:spLocks noGrp="1"/>
          </p:cNvSpPr>
          <p:nvPr>
            <p:ph type="title" hasCustomPrompt="1"/>
          </p:nvPr>
        </p:nvSpPr>
        <p:spPr>
          <a:xfrm>
            <a:off x="381600" y="1450800"/>
            <a:ext cx="11440800" cy="795600"/>
          </a:xfrm>
          <a:prstGeom prst="rect">
            <a:avLst/>
          </a:prstGeom>
        </p:spPr>
        <p:txBody>
          <a:bodyPr lIns="0" rIns="0" anchor="b" anchorCtr="0"/>
          <a:lstStyle/>
          <a:p>
            <a:pPr lvl="0"/>
            <a:r>
              <a:rPr kumimoji="1" lang="ja-JP" altLang="en-US"/>
              <a:t>○○○○御中</a:t>
            </a:r>
          </a:p>
        </p:txBody>
      </p:sp>
      <p:sp>
        <p:nvSpPr>
          <p:cNvPr id="4" name="テキスト プレースホルダー 6">
            <a:extLst>
              <a:ext uri="{FF2B5EF4-FFF2-40B4-BE49-F238E27FC236}">
                <a16:creationId xmlns:a16="http://schemas.microsoft.com/office/drawing/2014/main" id="{180CAA48-C9FC-9FB9-00D4-FB6ED53D8DB3}"/>
              </a:ext>
            </a:extLst>
          </p:cNvPr>
          <p:cNvSpPr>
            <a:spLocks noGrp="1"/>
          </p:cNvSpPr>
          <p:nvPr>
            <p:ph type="body" sz="quarter" idx="11" hasCustomPrompt="1"/>
          </p:nvPr>
        </p:nvSpPr>
        <p:spPr>
          <a:xfrm>
            <a:off x="381600" y="2246400"/>
            <a:ext cx="11440800" cy="1562400"/>
          </a:xfrm>
          <a:prstGeom prst="rect">
            <a:avLst/>
          </a:prstGeom>
        </p:spPr>
        <p:txBody>
          <a:bodyPr lIns="0" tIns="46800" rIns="0" anchor="b"/>
          <a:lstStyle>
            <a:lvl1pPr>
              <a:lnSpc>
                <a:spcPct val="80000"/>
              </a:lnSpc>
              <a:defRPr sz="4400" b="1">
                <a:solidFill>
                  <a:schemeClr val="accent1"/>
                </a:solidFill>
              </a:defRPr>
            </a:lvl1pPr>
          </a:lstStyle>
          <a:p>
            <a:pPr lvl="0"/>
            <a:r>
              <a:rPr kumimoji="1" lang="ja-JP" altLang="en-US"/>
              <a:t>［タイトル］</a:t>
            </a:r>
          </a:p>
        </p:txBody>
      </p:sp>
      <p:sp>
        <p:nvSpPr>
          <p:cNvPr id="6" name="テキスト プレースホルダー 10">
            <a:extLst>
              <a:ext uri="{FF2B5EF4-FFF2-40B4-BE49-F238E27FC236}">
                <a16:creationId xmlns:a16="http://schemas.microsoft.com/office/drawing/2014/main" id="{68E6879D-7AAE-B9F3-790D-BB85BE746EB6}"/>
              </a:ext>
            </a:extLst>
          </p:cNvPr>
          <p:cNvSpPr>
            <a:spLocks noGrp="1"/>
          </p:cNvSpPr>
          <p:nvPr>
            <p:ph type="body" sz="quarter" idx="13" hasCustomPrompt="1"/>
          </p:nvPr>
        </p:nvSpPr>
        <p:spPr>
          <a:xfrm>
            <a:off x="381600" y="5191200"/>
            <a:ext cx="11440800" cy="1119600"/>
          </a:xfrm>
          <a:prstGeom prst="rect">
            <a:avLst/>
          </a:prstGeom>
        </p:spPr>
        <p:txBody>
          <a:bodyPr lIns="0" tIns="46800" rIns="0" anchor="b"/>
          <a:lstStyle>
            <a:lvl1pPr>
              <a:defRPr>
                <a:solidFill>
                  <a:schemeClr val="accent1"/>
                </a:solidFill>
              </a:defRPr>
            </a:lvl1pPr>
            <a:lvl5pPr marL="2438216" indent="0">
              <a:buNone/>
              <a:defRPr/>
            </a:lvl5pPr>
          </a:lstStyle>
          <a:p>
            <a:pPr lvl="0"/>
            <a:r>
              <a:rPr kumimoji="1" lang="en-US" altLang="ja-JP"/>
              <a:t>2024</a:t>
            </a:r>
            <a:r>
              <a:rPr kumimoji="1" lang="ja-JP" altLang="en-US"/>
              <a:t>年〇月〇日</a:t>
            </a:r>
            <a:endParaRPr kumimoji="1" lang="en-US" altLang="ja-JP"/>
          </a:p>
          <a:p>
            <a:pPr lvl="0"/>
            <a:r>
              <a:rPr kumimoji="1" lang="ja-JP" altLang="en-US"/>
              <a:t>株式会社</a:t>
            </a:r>
            <a:r>
              <a:rPr kumimoji="1" lang="en-US" altLang="ja-JP"/>
              <a:t>NTT</a:t>
            </a:r>
            <a:r>
              <a:rPr kumimoji="1" lang="ja-JP" altLang="en-US"/>
              <a:t>データ ○○○○○○</a:t>
            </a:r>
          </a:p>
          <a:p>
            <a:pPr lvl="0"/>
            <a:r>
              <a:rPr kumimoji="1" lang="ja-JP" altLang="en-US"/>
              <a:t>○○○○○○○○○○○○○○</a:t>
            </a:r>
          </a:p>
        </p:txBody>
      </p:sp>
    </p:spTree>
    <p:extLst>
      <p:ext uri="{BB962C8B-B14F-4D97-AF65-F5344CB8AC3E}">
        <p14:creationId xmlns:p14="http://schemas.microsoft.com/office/powerpoint/2010/main" val="665905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テキスト ボックス 4">
            <a:extLst>
              <a:ext uri="{FF2B5EF4-FFF2-40B4-BE49-F238E27FC236}">
                <a16:creationId xmlns:a16="http://schemas.microsoft.com/office/drawing/2014/main" id="{16A1EA45-BF6A-8E89-F9CE-BFA62AF363CC}"/>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1285831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と1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4" y="1038386"/>
            <a:ext cx="114480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D3BB6FD-8126-0BC5-CD78-240E479EB679}"/>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4103840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と２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3" y="1038386"/>
            <a:ext cx="55080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コンテンツ プレースホルダー 4">
            <a:extLst>
              <a:ext uri="{FF2B5EF4-FFF2-40B4-BE49-F238E27FC236}">
                <a16:creationId xmlns:a16="http://schemas.microsoft.com/office/drawing/2014/main" id="{EF021ACE-2CF5-4B31-D043-4FF4199CE0CE}"/>
              </a:ext>
            </a:extLst>
          </p:cNvPr>
          <p:cNvSpPr>
            <a:spLocks noGrp="1"/>
          </p:cNvSpPr>
          <p:nvPr>
            <p:ph sz="quarter" idx="11"/>
          </p:nvPr>
        </p:nvSpPr>
        <p:spPr>
          <a:xfrm>
            <a:off x="6310800" y="1038386"/>
            <a:ext cx="55080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テキスト ボックス 2">
            <a:extLst>
              <a:ext uri="{FF2B5EF4-FFF2-40B4-BE49-F238E27FC236}">
                <a16:creationId xmlns:a16="http://schemas.microsoft.com/office/drawing/2014/main" id="{E00132AB-F8CC-E986-3454-C51AAC0E95E8}"/>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923526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タイトルと３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3" y="1038386"/>
            <a:ext cx="36576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コンテンツ プレースホルダー 4">
            <a:extLst>
              <a:ext uri="{FF2B5EF4-FFF2-40B4-BE49-F238E27FC236}">
                <a16:creationId xmlns:a16="http://schemas.microsoft.com/office/drawing/2014/main" id="{58228A74-29BB-7D83-4FBF-D4C78D0E8273}"/>
              </a:ext>
            </a:extLst>
          </p:cNvPr>
          <p:cNvSpPr>
            <a:spLocks noGrp="1"/>
          </p:cNvSpPr>
          <p:nvPr>
            <p:ph sz="quarter" idx="11"/>
          </p:nvPr>
        </p:nvSpPr>
        <p:spPr>
          <a:xfrm>
            <a:off x="4266000" y="1038386"/>
            <a:ext cx="36576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4">
            <a:extLst>
              <a:ext uri="{FF2B5EF4-FFF2-40B4-BE49-F238E27FC236}">
                <a16:creationId xmlns:a16="http://schemas.microsoft.com/office/drawing/2014/main" id="{1B772862-BD3C-7869-DB09-5C7C67173F27}"/>
              </a:ext>
            </a:extLst>
          </p:cNvPr>
          <p:cNvSpPr>
            <a:spLocks noGrp="1"/>
          </p:cNvSpPr>
          <p:nvPr>
            <p:ph sz="quarter" idx="12"/>
          </p:nvPr>
        </p:nvSpPr>
        <p:spPr>
          <a:xfrm>
            <a:off x="8162929" y="1038386"/>
            <a:ext cx="36576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659282D-E203-D490-4B15-F802032603A3}"/>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3690382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サブタイトル有">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400110"/>
          </a:xfrm>
        </p:spPr>
        <p:txBody>
          <a:bodyPr tIns="0" bIns="0">
            <a:spAutoFit/>
          </a:bodyPr>
          <a:lstStyle>
            <a:lvl1pPr>
              <a:defRPr sz="2600">
                <a:solidFill>
                  <a:schemeClr val="accent1"/>
                </a:solidFill>
              </a:defRPr>
            </a:lvl1pPr>
          </a:lstStyle>
          <a:p>
            <a:r>
              <a:rPr kumimoji="1" lang="ja-JP" altLang="en-US"/>
              <a:t>［タイトル］</a:t>
            </a:r>
          </a:p>
        </p:txBody>
      </p:sp>
      <p:sp>
        <p:nvSpPr>
          <p:cNvPr id="3" name="テキスト プレースホルダー 2">
            <a:extLst>
              <a:ext uri="{FF2B5EF4-FFF2-40B4-BE49-F238E27FC236}">
                <a16:creationId xmlns:a16="http://schemas.microsoft.com/office/drawing/2014/main" id="{922FFA65-3599-E725-9F45-9CF39BF996EE}"/>
              </a:ext>
            </a:extLst>
          </p:cNvPr>
          <p:cNvSpPr>
            <a:spLocks noGrp="1"/>
          </p:cNvSpPr>
          <p:nvPr>
            <p:ph type="body" sz="quarter" idx="10" hasCustomPrompt="1"/>
          </p:nvPr>
        </p:nvSpPr>
        <p:spPr>
          <a:xfrm>
            <a:off x="371474" y="727200"/>
            <a:ext cx="11448000" cy="288000"/>
          </a:xfrm>
        </p:spPr>
        <p:txBody>
          <a:bodyPr>
            <a:noAutofit/>
          </a:bodyPr>
          <a:lstStyle>
            <a:lvl1pPr>
              <a:defRPr b="1">
                <a:solidFill>
                  <a:schemeClr val="accent2"/>
                </a:solidFill>
              </a:defRPr>
            </a:lvl1pPr>
          </a:lstStyle>
          <a:p>
            <a:pPr lvl="0"/>
            <a:r>
              <a:rPr kumimoji="1" lang="ja-JP" altLang="en-US"/>
              <a:t>［サブタイトル］</a:t>
            </a:r>
          </a:p>
        </p:txBody>
      </p:sp>
      <p:sp>
        <p:nvSpPr>
          <p:cNvPr id="4" name="コンテンツ プレースホルダー 4">
            <a:extLst>
              <a:ext uri="{FF2B5EF4-FFF2-40B4-BE49-F238E27FC236}">
                <a16:creationId xmlns:a16="http://schemas.microsoft.com/office/drawing/2014/main" id="{FE40B33C-3077-F325-8EA7-EEDBA1AD5E20}"/>
              </a:ext>
            </a:extLst>
          </p:cNvPr>
          <p:cNvSpPr>
            <a:spLocks noGrp="1"/>
          </p:cNvSpPr>
          <p:nvPr>
            <p:ph sz="quarter" idx="11"/>
          </p:nvPr>
        </p:nvSpPr>
        <p:spPr>
          <a:xfrm>
            <a:off x="371474" y="1411200"/>
            <a:ext cx="11448000" cy="4824000"/>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ボックス 4">
            <a:extLst>
              <a:ext uri="{FF2B5EF4-FFF2-40B4-BE49-F238E27FC236}">
                <a16:creationId xmlns:a16="http://schemas.microsoft.com/office/drawing/2014/main" id="{0A1A7CDA-C0AA-A8AC-8808-09E8B9AA91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4144686424"/>
      </p:ext>
    </p:extLst>
  </p:cSld>
  <p:clrMapOvr>
    <a:masterClrMapping/>
  </p:clrMapOvr>
  <p:extLst>
    <p:ext uri="{DCECCB84-F9BA-43D5-87BE-67443E8EF086}">
      <p15:sldGuideLst xmlns:p15="http://schemas.microsoft.com/office/powerpoint/2012/main">
        <p15:guide id="1" orient="horz" pos="89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8324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白紙（フッター有）">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21C562A-25AB-8415-C9E5-F862FADD5F01}"/>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1695200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全面画像">
    <p:spTree>
      <p:nvGrpSpPr>
        <p:cNvPr id="1" name=""/>
        <p:cNvGrpSpPr/>
        <p:nvPr/>
      </p:nvGrpSpPr>
      <p:grpSpPr>
        <a:xfrm>
          <a:off x="0" y="0"/>
          <a:ext cx="0" cy="0"/>
          <a:chOff x="0" y="0"/>
          <a:chExt cx="0" cy="0"/>
        </a:xfrm>
      </p:grpSpPr>
      <p:pic>
        <p:nvPicPr>
          <p:cNvPr id="5" name="Picture Placeholder 8">
            <a:extLst>
              <a:ext uri="{FF2B5EF4-FFF2-40B4-BE49-F238E27FC236}">
                <a16:creationId xmlns:a16="http://schemas.microsoft.com/office/drawing/2014/main" id="{F524A762-DD3D-0F30-6F39-0BAD647C733D}"/>
              </a:ext>
            </a:extLst>
          </p:cNvPr>
          <p:cNvPicPr>
            <a:picLocks noChangeAspect="1"/>
          </p:cNvPicPr>
          <p:nvPr userDrawn="1"/>
        </p:nvPicPr>
        <p:blipFill>
          <a:blip r:embed="rId2"/>
          <a:srcRect/>
          <a:stretch/>
        </p:blipFill>
        <p:spPr>
          <a:xfrm>
            <a:off x="1" y="-1"/>
            <a:ext cx="12191998" cy="6857998"/>
          </a:xfrm>
          <a:prstGeom prst="rect">
            <a:avLst/>
          </a:prstGeom>
        </p:spPr>
      </p:pic>
      <p:sp>
        <p:nvSpPr>
          <p:cNvPr id="6" name="正方形/長方形 5">
            <a:extLst>
              <a:ext uri="{FF2B5EF4-FFF2-40B4-BE49-F238E27FC236}">
                <a16:creationId xmlns:a16="http://schemas.microsoft.com/office/drawing/2014/main" id="{5E3F105C-816B-C4B5-FF44-9C78401DC345}"/>
              </a:ext>
            </a:extLst>
          </p:cNvPr>
          <p:cNvSpPr/>
          <p:nvPr userDrawn="1"/>
        </p:nvSpPr>
        <p:spPr>
          <a:xfrm>
            <a:off x="0" y="5202000"/>
            <a:ext cx="12192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2" name="タイトル 1">
            <a:extLst>
              <a:ext uri="{FF2B5EF4-FFF2-40B4-BE49-F238E27FC236}">
                <a16:creationId xmlns:a16="http://schemas.microsoft.com/office/drawing/2014/main" id="{B1265E79-47D9-4B17-A967-60D543C5CD4E}"/>
              </a:ext>
            </a:extLst>
          </p:cNvPr>
          <p:cNvSpPr>
            <a:spLocks noGrp="1"/>
          </p:cNvSpPr>
          <p:nvPr>
            <p:ph type="title" hasCustomPrompt="1"/>
          </p:nvPr>
        </p:nvSpPr>
        <p:spPr>
          <a:xfrm>
            <a:off x="370800" y="334800"/>
            <a:ext cx="11448000" cy="413999"/>
          </a:xfrm>
        </p:spPr>
        <p:txBody>
          <a:bodyPr tIns="0" bIns="0" anchor="t">
            <a:noAutofit/>
          </a:bodyPr>
          <a:lstStyle>
            <a:lvl1pPr>
              <a:defRPr sz="2600"/>
            </a:lvl1pPr>
          </a:lstStyle>
          <a:p>
            <a:r>
              <a:rPr kumimoji="1" lang="ja-JP" altLang="en-US"/>
              <a:t>［タイトル］</a:t>
            </a:r>
          </a:p>
        </p:txBody>
      </p:sp>
      <p:pic>
        <p:nvPicPr>
          <p:cNvPr id="7" name="図 6">
            <a:extLst>
              <a:ext uri="{FF2B5EF4-FFF2-40B4-BE49-F238E27FC236}">
                <a16:creationId xmlns:a16="http://schemas.microsoft.com/office/drawing/2014/main" id="{E6A7D226-AA1D-4565-296E-260FC63988D9}"/>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11" name="テキスト ボックス 10">
            <a:extLst>
              <a:ext uri="{FF2B5EF4-FFF2-40B4-BE49-F238E27FC236}">
                <a16:creationId xmlns:a16="http://schemas.microsoft.com/office/drawing/2014/main" id="{25F7EA9B-E085-E004-36B4-F14995B03396}"/>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2025 NTT DATA Japan Corporation</a:t>
            </a:r>
          </a:p>
        </p:txBody>
      </p:sp>
      <p:sp>
        <p:nvSpPr>
          <p:cNvPr id="12" name="テキスト ボックス 11">
            <a:extLst>
              <a:ext uri="{FF2B5EF4-FFF2-40B4-BE49-F238E27FC236}">
                <a16:creationId xmlns:a16="http://schemas.microsoft.com/office/drawing/2014/main" id="{C56F1922-EBFD-0984-2464-4DD07C5D3F5B}"/>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
        <p:nvSpPr>
          <p:cNvPr id="3" name="テキスト ボックス 2">
            <a:extLst>
              <a:ext uri="{FF2B5EF4-FFF2-40B4-BE49-F238E27FC236}">
                <a16:creationId xmlns:a16="http://schemas.microsoft.com/office/drawing/2014/main" id="{8C3FB7A8-16FC-BD93-A0B4-62A3FCF37C5A}"/>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26186152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右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BA8380C3-23D1-332E-5763-4E45DE28D8B2}"/>
              </a:ext>
            </a:extLst>
          </p:cNvPr>
          <p:cNvPicPr>
            <a:picLocks noChangeAspect="1"/>
          </p:cNvPicPr>
          <p:nvPr userDrawn="1"/>
        </p:nvPicPr>
        <p:blipFill rotWithShape="1">
          <a:blip r:embed="rId2"/>
          <a:srcRect l="58440" r="8440"/>
          <a:stretch/>
        </p:blipFill>
        <p:spPr>
          <a:xfrm>
            <a:off x="8153400" y="-1"/>
            <a:ext cx="4037999"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70800" y="334800"/>
            <a:ext cx="7480800" cy="412538"/>
          </a:xfrm>
        </p:spPr>
        <p:txBody>
          <a:bodyPr tIns="0" bIns="0">
            <a:noAutofit/>
          </a:bodyPr>
          <a:lstStyle>
            <a:lvl1pPr>
              <a:defRPr sz="2600"/>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
        <p:nvSpPr>
          <p:cNvPr id="9" name="正方形/長方形 8">
            <a:extLst>
              <a:ext uri="{FF2B5EF4-FFF2-40B4-BE49-F238E27FC236}">
                <a16:creationId xmlns:a16="http://schemas.microsoft.com/office/drawing/2014/main" id="{CA853D6E-6D9F-5F51-58ED-3ED1FABFD06D}"/>
              </a:ext>
            </a:extLst>
          </p:cNvPr>
          <p:cNvSpPr/>
          <p:nvPr userDrawn="1"/>
        </p:nvSpPr>
        <p:spPr>
          <a:xfrm>
            <a:off x="8152800"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10" name="図 9">
            <a:extLst>
              <a:ext uri="{FF2B5EF4-FFF2-40B4-BE49-F238E27FC236}">
                <a16:creationId xmlns:a16="http://schemas.microsoft.com/office/drawing/2014/main" id="{231878D8-FF4D-F5B8-7D51-A27150395E67}"/>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5" name="テキスト ボックス 4">
            <a:extLst>
              <a:ext uri="{FF2B5EF4-FFF2-40B4-BE49-F238E27FC236}">
                <a16:creationId xmlns:a16="http://schemas.microsoft.com/office/drawing/2014/main" id="{4C55398C-909F-71D0-49CD-60754A59BD48}"/>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54418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左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12BB1B84-3873-592B-346A-382DA695B2B2}"/>
              </a:ext>
            </a:extLst>
          </p:cNvPr>
          <p:cNvPicPr>
            <a:picLocks noChangeAspect="1"/>
          </p:cNvPicPr>
          <p:nvPr userDrawn="1"/>
        </p:nvPicPr>
        <p:blipFill rotWithShape="1">
          <a:blip r:embed="rId2"/>
          <a:srcRect l="58440" r="8440"/>
          <a:stretch/>
        </p:blipFill>
        <p:spPr>
          <a:xfrm>
            <a:off x="0" y="-1"/>
            <a:ext cx="4037999"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4586400" y="334800"/>
            <a:ext cx="7232400" cy="412538"/>
          </a:xfrm>
        </p:spPr>
        <p:txBody>
          <a:bodyPr tIns="0" bIns="0">
            <a:noAutofit/>
          </a:bodyPr>
          <a:lstStyle>
            <a:lvl1pPr>
              <a:defRPr sz="2600"/>
            </a:lvl1pPr>
          </a:lstStyle>
          <a:p>
            <a:r>
              <a:rPr kumimoji="1" lang="ja-JP" altLang="en-US"/>
              <a:t>［タイトル］</a:t>
            </a:r>
          </a:p>
        </p:txBody>
      </p:sp>
      <p:sp>
        <p:nvSpPr>
          <p:cNvPr id="8" name="テキスト ボックス 7">
            <a:extLst>
              <a:ext uri="{FF2B5EF4-FFF2-40B4-BE49-F238E27FC236}">
                <a16:creationId xmlns:a16="http://schemas.microsoft.com/office/drawing/2014/main" id="{F2A10DC3-739F-B3F0-BA1B-B970F3916583}"/>
              </a:ext>
            </a:extLst>
          </p:cNvPr>
          <p:cNvSpPr txBox="1"/>
          <p:nvPr userDrawn="1"/>
        </p:nvSpPr>
        <p:spPr>
          <a:xfrm>
            <a:off x="77760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
        <p:nvSpPr>
          <p:cNvPr id="4" name="正方形/長方形 3">
            <a:extLst>
              <a:ext uri="{FF2B5EF4-FFF2-40B4-BE49-F238E27FC236}">
                <a16:creationId xmlns:a16="http://schemas.microsoft.com/office/drawing/2014/main" id="{6F909204-40F4-08DA-5F77-8CD9CC767A5B}"/>
              </a:ext>
            </a:extLst>
          </p:cNvPr>
          <p:cNvSpPr/>
          <p:nvPr userDrawn="1"/>
        </p:nvSpPr>
        <p:spPr>
          <a:xfrm>
            <a:off x="-1201"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9" name="テキスト ボックス 8">
            <a:extLst>
              <a:ext uri="{FF2B5EF4-FFF2-40B4-BE49-F238E27FC236}">
                <a16:creationId xmlns:a16="http://schemas.microsoft.com/office/drawing/2014/main" id="{DF1F4A7B-797E-8774-7A15-00748447B4EA}"/>
              </a:ext>
            </a:extLst>
          </p:cNvPr>
          <p:cNvSpPr txBox="1"/>
          <p:nvPr userDrawn="1"/>
        </p:nvSpPr>
        <p:spPr>
          <a:xfrm>
            <a:off x="4496400" y="6562800"/>
            <a:ext cx="32040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rgbClr val="6B6B6B"/>
                </a:solidFill>
              </a:rPr>
              <a:t>© 2025 NTT DATA Japan Corporation</a:t>
            </a:r>
          </a:p>
        </p:txBody>
      </p:sp>
      <p:sp>
        <p:nvSpPr>
          <p:cNvPr id="5" name="テキスト ボックス 4">
            <a:extLst>
              <a:ext uri="{FF2B5EF4-FFF2-40B4-BE49-F238E27FC236}">
                <a16:creationId xmlns:a16="http://schemas.microsoft.com/office/drawing/2014/main" id="{C722009A-DED3-7073-83CB-04DBCF9C572B}"/>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5209431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下に画像">
    <p:spTree>
      <p:nvGrpSpPr>
        <p:cNvPr id="1" name=""/>
        <p:cNvGrpSpPr/>
        <p:nvPr/>
      </p:nvGrpSpPr>
      <p:grpSpPr>
        <a:xfrm>
          <a:off x="0" y="0"/>
          <a:ext cx="0" cy="0"/>
          <a:chOff x="0" y="0"/>
          <a:chExt cx="0" cy="0"/>
        </a:xfrm>
      </p:grpSpPr>
      <p:pic>
        <p:nvPicPr>
          <p:cNvPr id="7" name="図プレースホルダー 11">
            <a:extLst>
              <a:ext uri="{FF2B5EF4-FFF2-40B4-BE49-F238E27FC236}">
                <a16:creationId xmlns:a16="http://schemas.microsoft.com/office/drawing/2014/main" id="{C2044BA7-36F7-9477-3C85-FA967B223BAA}"/>
              </a:ext>
            </a:extLst>
          </p:cNvPr>
          <p:cNvPicPr>
            <a:picLocks noChangeAspect="1"/>
          </p:cNvPicPr>
          <p:nvPr userDrawn="1"/>
        </p:nvPicPr>
        <p:blipFill>
          <a:blip r:embed="rId2"/>
          <a:srcRect t="24412" b="24412"/>
          <a:stretch/>
        </p:blipFill>
        <p:spPr>
          <a:xfrm>
            <a:off x="0" y="3351600"/>
            <a:ext cx="12193200" cy="3510000"/>
          </a:xfrm>
          <a:prstGeom prst="rect">
            <a:avLst/>
          </a:prstGeom>
        </p:spPr>
      </p:pic>
      <p:sp>
        <p:nvSpPr>
          <p:cNvPr id="6" name="正方形/長方形 5">
            <a:extLst>
              <a:ext uri="{FF2B5EF4-FFF2-40B4-BE49-F238E27FC236}">
                <a16:creationId xmlns:a16="http://schemas.microsoft.com/office/drawing/2014/main" id="{9C900E81-5532-6F3F-3DCC-003C90BA5ECB}"/>
              </a:ext>
            </a:extLst>
          </p:cNvPr>
          <p:cNvSpPr/>
          <p:nvPr userDrawn="1"/>
        </p:nvSpPr>
        <p:spPr>
          <a:xfrm>
            <a:off x="0" y="5202000"/>
            <a:ext cx="12192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9" name="図 8">
            <a:extLst>
              <a:ext uri="{FF2B5EF4-FFF2-40B4-BE49-F238E27FC236}">
                <a16:creationId xmlns:a16="http://schemas.microsoft.com/office/drawing/2014/main" id="{AE17DA24-7E4F-696A-F536-1C16C913B80D}"/>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3" name="タイトル 1">
            <a:extLst>
              <a:ext uri="{FF2B5EF4-FFF2-40B4-BE49-F238E27FC236}">
                <a16:creationId xmlns:a16="http://schemas.microsoft.com/office/drawing/2014/main" id="{90F45524-EB8E-A1DF-361B-8D78281B5E74}"/>
              </a:ext>
            </a:extLst>
          </p:cNvPr>
          <p:cNvSpPr>
            <a:spLocks noGrp="1"/>
          </p:cNvSpPr>
          <p:nvPr>
            <p:ph type="title" hasCustomPrompt="1"/>
          </p:nvPr>
        </p:nvSpPr>
        <p:spPr>
          <a:xfrm>
            <a:off x="370800" y="334800"/>
            <a:ext cx="11448000" cy="413999"/>
          </a:xfrm>
        </p:spPr>
        <p:txBody>
          <a:bodyPr tIns="0" bIns="0" anchor="t">
            <a:noAutofit/>
          </a:bodyPr>
          <a:lstStyle>
            <a:lvl1pPr>
              <a:defRPr sz="2600"/>
            </a:lvl1pPr>
          </a:lstStyle>
          <a:p>
            <a:r>
              <a:rPr kumimoji="1" lang="ja-JP" altLang="en-US"/>
              <a:t>［タイトル］</a:t>
            </a:r>
          </a:p>
        </p:txBody>
      </p:sp>
      <p:sp>
        <p:nvSpPr>
          <p:cNvPr id="12" name="テキスト ボックス 11">
            <a:extLst>
              <a:ext uri="{FF2B5EF4-FFF2-40B4-BE49-F238E27FC236}">
                <a16:creationId xmlns:a16="http://schemas.microsoft.com/office/drawing/2014/main" id="{6A05FF2A-BCBB-15AB-3787-FE03495E6FCB}"/>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2025 NTT DATA Japan Corporation</a:t>
            </a:r>
          </a:p>
        </p:txBody>
      </p:sp>
      <p:sp>
        <p:nvSpPr>
          <p:cNvPr id="13" name="テキスト ボックス 12">
            <a:extLst>
              <a:ext uri="{FF2B5EF4-FFF2-40B4-BE49-F238E27FC236}">
                <a16:creationId xmlns:a16="http://schemas.microsoft.com/office/drawing/2014/main" id="{8BBC1440-FAD9-794A-1B15-7B7A16143951}"/>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
        <p:nvSpPr>
          <p:cNvPr id="4" name="テキスト ボックス 3">
            <a:extLst>
              <a:ext uri="{FF2B5EF4-FFF2-40B4-BE49-F238E27FC236}">
                <a16:creationId xmlns:a16="http://schemas.microsoft.com/office/drawing/2014/main" id="{18655178-DE12-7246-7FDA-793D4F72C04F}"/>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18149285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画像3枚">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70800" y="334800"/>
            <a:ext cx="11448000" cy="412538"/>
          </a:xfrm>
        </p:spPr>
        <p:txBody>
          <a:bodyPr tIns="0" bIns="0">
            <a:noAutofit/>
          </a:bodyPr>
          <a:lstStyle>
            <a:lvl1pPr>
              <a:defRPr sz="2600"/>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
        <p:nvSpPr>
          <p:cNvPr id="5" name="Picture Placeholder 6">
            <a:extLst>
              <a:ext uri="{FF2B5EF4-FFF2-40B4-BE49-F238E27FC236}">
                <a16:creationId xmlns:a16="http://schemas.microsoft.com/office/drawing/2014/main" id="{8D8BF745-92BD-988C-34D0-74B4D7534C7D}"/>
              </a:ext>
            </a:extLst>
          </p:cNvPr>
          <p:cNvSpPr>
            <a:spLocks noGrp="1"/>
          </p:cNvSpPr>
          <p:nvPr>
            <p:ph type="pic" sz="quarter" idx="13" hasCustomPrompt="1"/>
          </p:nvPr>
        </p:nvSpPr>
        <p:spPr bwMode="gray">
          <a:xfrm>
            <a:off x="0" y="1411200"/>
            <a:ext cx="4017600" cy="2772000"/>
          </a:xfrm>
          <a:solidFill>
            <a:schemeClr val="accent6"/>
          </a:solidFill>
        </p:spPr>
        <p:txBody>
          <a:bodyPr anchor="ctr" anchorCtr="0"/>
          <a:lstStyle>
            <a:lvl1pPr algn="ctr">
              <a:defRPr sz="2000">
                <a:solidFill>
                  <a:schemeClr val="bg1"/>
                </a:solidFill>
              </a:defRPr>
            </a:lvl1pPr>
          </a:lstStyle>
          <a:p>
            <a:r>
              <a:rPr lang="en-US" err="1"/>
              <a:t>クリックして画像を追加してください</a:t>
            </a:r>
            <a:r>
              <a:rPr lang="en-US"/>
              <a:t>。</a:t>
            </a:r>
          </a:p>
        </p:txBody>
      </p:sp>
      <p:sp>
        <p:nvSpPr>
          <p:cNvPr id="2" name="Picture Placeholder 6">
            <a:extLst>
              <a:ext uri="{FF2B5EF4-FFF2-40B4-BE49-F238E27FC236}">
                <a16:creationId xmlns:a16="http://schemas.microsoft.com/office/drawing/2014/main" id="{149F5F7A-6BC4-C06C-9C1E-4B267B2B2FE9}"/>
              </a:ext>
            </a:extLst>
          </p:cNvPr>
          <p:cNvSpPr>
            <a:spLocks noGrp="1"/>
          </p:cNvSpPr>
          <p:nvPr>
            <p:ph type="pic" sz="quarter" idx="14" hasCustomPrompt="1"/>
          </p:nvPr>
        </p:nvSpPr>
        <p:spPr bwMode="gray">
          <a:xfrm>
            <a:off x="4089600" y="1411200"/>
            <a:ext cx="4017600" cy="2772000"/>
          </a:xfrm>
          <a:solidFill>
            <a:schemeClr val="accent6"/>
          </a:solidFill>
        </p:spPr>
        <p:txBody>
          <a:bodyPr anchor="ctr" anchorCtr="0"/>
          <a:lstStyle>
            <a:lvl1pPr algn="ctr">
              <a:defRPr sz="2000">
                <a:solidFill>
                  <a:schemeClr val="bg1"/>
                </a:solidFill>
              </a:defRPr>
            </a:lvl1pPr>
          </a:lstStyle>
          <a:p>
            <a:r>
              <a:rPr lang="en-US" err="1"/>
              <a:t>クリックして画像を追加してください</a:t>
            </a:r>
            <a:r>
              <a:rPr lang="en-US"/>
              <a:t>。</a:t>
            </a:r>
          </a:p>
        </p:txBody>
      </p:sp>
      <p:sp>
        <p:nvSpPr>
          <p:cNvPr id="8" name="Picture Placeholder 6">
            <a:extLst>
              <a:ext uri="{FF2B5EF4-FFF2-40B4-BE49-F238E27FC236}">
                <a16:creationId xmlns:a16="http://schemas.microsoft.com/office/drawing/2014/main" id="{A67C5164-A259-C81F-D67B-6539C0BBF790}"/>
              </a:ext>
            </a:extLst>
          </p:cNvPr>
          <p:cNvSpPr>
            <a:spLocks noGrp="1"/>
          </p:cNvSpPr>
          <p:nvPr>
            <p:ph type="pic" sz="quarter" idx="15" hasCustomPrompt="1"/>
          </p:nvPr>
        </p:nvSpPr>
        <p:spPr bwMode="gray">
          <a:xfrm>
            <a:off x="8175600" y="1411200"/>
            <a:ext cx="4017600" cy="2772000"/>
          </a:xfrm>
          <a:solidFill>
            <a:schemeClr val="accent6"/>
          </a:solidFill>
        </p:spPr>
        <p:txBody>
          <a:bodyPr anchor="ctr" anchorCtr="0"/>
          <a:lstStyle>
            <a:lvl1pPr algn="ctr">
              <a:defRPr sz="2000">
                <a:solidFill>
                  <a:schemeClr val="bg1"/>
                </a:solidFill>
              </a:defRPr>
            </a:lvl1pPr>
          </a:lstStyle>
          <a:p>
            <a:r>
              <a:rPr lang="en-US" err="1"/>
              <a:t>クリックして画像を追加してください</a:t>
            </a:r>
            <a:r>
              <a:rPr lang="en-US"/>
              <a:t>。</a:t>
            </a:r>
          </a:p>
        </p:txBody>
      </p:sp>
    </p:spTree>
    <p:extLst>
      <p:ext uri="{BB962C8B-B14F-4D97-AF65-F5344CB8AC3E}">
        <p14:creationId xmlns:p14="http://schemas.microsoft.com/office/powerpoint/2010/main" val="34858209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写真集">
    <p:spTree>
      <p:nvGrpSpPr>
        <p:cNvPr id="1" name=""/>
        <p:cNvGrpSpPr/>
        <p:nvPr/>
      </p:nvGrpSpPr>
      <p:grpSpPr>
        <a:xfrm>
          <a:off x="0" y="0"/>
          <a:ext cx="0" cy="0"/>
          <a:chOff x="0" y="0"/>
          <a:chExt cx="0" cy="0"/>
        </a:xfrm>
      </p:grpSpPr>
      <p:sp>
        <p:nvSpPr>
          <p:cNvPr id="5" name="図プレースホルダー 4">
            <a:extLst>
              <a:ext uri="{FF2B5EF4-FFF2-40B4-BE49-F238E27FC236}">
                <a16:creationId xmlns:a16="http://schemas.microsoft.com/office/drawing/2014/main" id="{AF36B133-36B0-B253-B7D4-C28F41A61059}"/>
              </a:ext>
            </a:extLst>
          </p:cNvPr>
          <p:cNvSpPr>
            <a:spLocks noGrp="1"/>
          </p:cNvSpPr>
          <p:nvPr>
            <p:ph type="pic" sz="quarter" idx="11" hasCustomPrompt="1"/>
          </p:nvPr>
        </p:nvSpPr>
        <p:spPr>
          <a:xfrm>
            <a:off x="370800" y="334800"/>
            <a:ext cx="4420800" cy="3546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2" name="タイトル 1">
            <a:extLst>
              <a:ext uri="{FF2B5EF4-FFF2-40B4-BE49-F238E27FC236}">
                <a16:creationId xmlns:a16="http://schemas.microsoft.com/office/drawing/2014/main" id="{760F00A5-A022-0540-F2CC-D4AA03AB45B3}"/>
              </a:ext>
            </a:extLst>
          </p:cNvPr>
          <p:cNvSpPr>
            <a:spLocks noGrp="1"/>
          </p:cNvSpPr>
          <p:nvPr>
            <p:ph type="title" hasCustomPrompt="1"/>
          </p:nvPr>
        </p:nvSpPr>
        <p:spPr>
          <a:xfrm>
            <a:off x="370800" y="2422800"/>
            <a:ext cx="4420800" cy="1458000"/>
          </a:xfrm>
        </p:spPr>
        <p:txBody>
          <a:bodyPr>
            <a:noAutofit/>
          </a:bodyPr>
          <a:lstStyle>
            <a:lvl1pPr algn="ctr">
              <a:defRPr sz="2130" b="0">
                <a:solidFill>
                  <a:schemeClr val="bg1"/>
                </a:solidFill>
              </a:defRPr>
            </a:lvl1pPr>
          </a:lstStyle>
          <a:p>
            <a:r>
              <a:rPr kumimoji="1" lang="ja-JP" altLang="en-US"/>
              <a:t>マスター テキストの書式設定</a:t>
            </a:r>
          </a:p>
        </p:txBody>
      </p:sp>
      <p:sp>
        <p:nvSpPr>
          <p:cNvPr id="7" name="テキスト プレースホルダー 6">
            <a:extLst>
              <a:ext uri="{FF2B5EF4-FFF2-40B4-BE49-F238E27FC236}">
                <a16:creationId xmlns:a16="http://schemas.microsoft.com/office/drawing/2014/main" id="{786AAEE8-9706-2A45-5CC0-A6743ACE48DC}"/>
              </a:ext>
            </a:extLst>
          </p:cNvPr>
          <p:cNvSpPr>
            <a:spLocks noGrp="1"/>
          </p:cNvSpPr>
          <p:nvPr>
            <p:ph type="body" sz="quarter" idx="12"/>
          </p:nvPr>
        </p:nvSpPr>
        <p:spPr>
          <a:xfrm>
            <a:off x="370800" y="3988800"/>
            <a:ext cx="3420000" cy="2250000"/>
          </a:xfrm>
          <a:solidFill>
            <a:schemeClr val="accent6"/>
          </a:solidFill>
        </p:spPr>
        <p:txBody>
          <a:bodyPr anchor="ctr"/>
          <a:lstStyle>
            <a:lvl1pPr algn="l">
              <a:defRPr sz="2670" b="1"/>
            </a:lvl1pPr>
          </a:lstStyle>
          <a:p>
            <a:pPr lvl="0"/>
            <a:r>
              <a:rPr kumimoji="1" lang="ja-JP" altLang="en-US"/>
              <a:t>マスター テキストの書式設定</a:t>
            </a:r>
          </a:p>
        </p:txBody>
      </p:sp>
      <p:sp>
        <p:nvSpPr>
          <p:cNvPr id="9" name="テキスト プレースホルダー 8">
            <a:extLst>
              <a:ext uri="{FF2B5EF4-FFF2-40B4-BE49-F238E27FC236}">
                <a16:creationId xmlns:a16="http://schemas.microsoft.com/office/drawing/2014/main" id="{47250683-2213-51C3-F47C-D3BB0C13BFD4}"/>
              </a:ext>
            </a:extLst>
          </p:cNvPr>
          <p:cNvSpPr>
            <a:spLocks noGrp="1"/>
          </p:cNvSpPr>
          <p:nvPr>
            <p:ph type="body" sz="quarter" idx="13"/>
          </p:nvPr>
        </p:nvSpPr>
        <p:spPr>
          <a:xfrm>
            <a:off x="4903200" y="334800"/>
            <a:ext cx="4348800" cy="3556800"/>
          </a:xfrm>
          <a:solidFill>
            <a:schemeClr val="accent1"/>
          </a:solidFill>
        </p:spPr>
        <p:txBody>
          <a:bodyPr anchor="ctr"/>
          <a:lstStyle>
            <a:lvl1pPr algn="l">
              <a:defRPr sz="3200" b="1">
                <a:solidFill>
                  <a:schemeClr val="bg1"/>
                </a:solidFill>
              </a:defRPr>
            </a:lvl1pPr>
          </a:lstStyle>
          <a:p>
            <a:pPr lvl="0"/>
            <a:r>
              <a:rPr kumimoji="1" lang="ja-JP" altLang="en-US"/>
              <a:t>マスター テキストの書式設定</a:t>
            </a:r>
          </a:p>
        </p:txBody>
      </p:sp>
      <p:sp>
        <p:nvSpPr>
          <p:cNvPr id="11" name="図プレースホルダー 10">
            <a:extLst>
              <a:ext uri="{FF2B5EF4-FFF2-40B4-BE49-F238E27FC236}">
                <a16:creationId xmlns:a16="http://schemas.microsoft.com/office/drawing/2014/main" id="{D127BBDB-D025-FD8A-C85D-A801D42BDD16}"/>
              </a:ext>
            </a:extLst>
          </p:cNvPr>
          <p:cNvSpPr>
            <a:spLocks noGrp="1"/>
          </p:cNvSpPr>
          <p:nvPr>
            <p:ph type="pic" sz="quarter" idx="14" hasCustomPrompt="1"/>
          </p:nvPr>
        </p:nvSpPr>
        <p:spPr>
          <a:xfrm>
            <a:off x="3877200" y="3988800"/>
            <a:ext cx="5371200" cy="2249487"/>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3" name="テキスト プレースホルダー 12">
            <a:extLst>
              <a:ext uri="{FF2B5EF4-FFF2-40B4-BE49-F238E27FC236}">
                <a16:creationId xmlns:a16="http://schemas.microsoft.com/office/drawing/2014/main" id="{A7430A91-EF7E-38AA-26AE-08F2AE017756}"/>
              </a:ext>
            </a:extLst>
          </p:cNvPr>
          <p:cNvSpPr>
            <a:spLocks noGrp="1"/>
          </p:cNvSpPr>
          <p:nvPr>
            <p:ph type="body" sz="quarter" idx="15"/>
          </p:nvPr>
        </p:nvSpPr>
        <p:spPr>
          <a:xfrm>
            <a:off x="3877200" y="5400000"/>
            <a:ext cx="5371200" cy="838800"/>
          </a:xfrm>
        </p:spPr>
        <p:txBody>
          <a:bodyPr anchor="t" anchorCtr="0"/>
          <a:lstStyle>
            <a:lvl1pPr algn="ctr">
              <a:defRPr>
                <a:solidFill>
                  <a:schemeClr val="bg1"/>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kumimoji="1" lang="ja-JP" altLang="en-US"/>
              <a:t>マスター テキストの書式設定</a:t>
            </a:r>
          </a:p>
        </p:txBody>
      </p:sp>
      <p:sp>
        <p:nvSpPr>
          <p:cNvPr id="15" name="テキスト プレースホルダー 14">
            <a:extLst>
              <a:ext uri="{FF2B5EF4-FFF2-40B4-BE49-F238E27FC236}">
                <a16:creationId xmlns:a16="http://schemas.microsoft.com/office/drawing/2014/main" id="{8E3F89E9-9AFA-9CD7-A1FE-3F17B7226957}"/>
              </a:ext>
            </a:extLst>
          </p:cNvPr>
          <p:cNvSpPr>
            <a:spLocks noGrp="1"/>
          </p:cNvSpPr>
          <p:nvPr>
            <p:ph type="body" sz="quarter" idx="16"/>
          </p:nvPr>
        </p:nvSpPr>
        <p:spPr>
          <a:xfrm>
            <a:off x="9360000" y="334800"/>
            <a:ext cx="2473200" cy="1699200"/>
          </a:xfrm>
          <a:solidFill>
            <a:schemeClr val="accent6"/>
          </a:solidFill>
        </p:spPr>
        <p:txBody>
          <a:bodyPr anchor="ctr"/>
          <a:lstStyle>
            <a:lvl1pPr algn="ctr">
              <a:defRPr sz="2130">
                <a:solidFill>
                  <a:schemeClr val="bg1"/>
                </a:solidFill>
              </a:defRPr>
            </a:lvl1pPr>
            <a:lvl2pPr>
              <a:defRPr sz="2130">
                <a:solidFill>
                  <a:schemeClr val="bg1"/>
                </a:solidFill>
              </a:defRPr>
            </a:lvl2pPr>
            <a:lvl3pPr>
              <a:defRPr sz="2130">
                <a:solidFill>
                  <a:schemeClr val="bg1"/>
                </a:solidFill>
              </a:defRPr>
            </a:lvl3pPr>
            <a:lvl4pPr>
              <a:defRPr sz="2130">
                <a:solidFill>
                  <a:schemeClr val="bg1"/>
                </a:solidFill>
              </a:defRPr>
            </a:lvl4pPr>
            <a:lvl5pPr>
              <a:defRPr sz="2130">
                <a:solidFill>
                  <a:schemeClr val="bg1"/>
                </a:solidFill>
              </a:defRPr>
            </a:lvl5pPr>
          </a:lstStyle>
          <a:p>
            <a:pPr lvl="0"/>
            <a:r>
              <a:rPr kumimoji="1" lang="ja-JP" altLang="en-US"/>
              <a:t>マスター テキストの書式設定</a:t>
            </a:r>
          </a:p>
        </p:txBody>
      </p:sp>
      <p:sp>
        <p:nvSpPr>
          <p:cNvPr id="17" name="図プレースホルダー 16">
            <a:extLst>
              <a:ext uri="{FF2B5EF4-FFF2-40B4-BE49-F238E27FC236}">
                <a16:creationId xmlns:a16="http://schemas.microsoft.com/office/drawing/2014/main" id="{36D62073-F3ED-902D-ABDD-53B579CEBC66}"/>
              </a:ext>
            </a:extLst>
          </p:cNvPr>
          <p:cNvSpPr>
            <a:spLocks noGrp="1"/>
          </p:cNvSpPr>
          <p:nvPr>
            <p:ph type="pic" sz="quarter" idx="17" hasCustomPrompt="1"/>
          </p:nvPr>
        </p:nvSpPr>
        <p:spPr>
          <a:xfrm>
            <a:off x="9349200" y="2138400"/>
            <a:ext cx="2484000" cy="2682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9" name="テキスト プレースホルダー 18">
            <a:extLst>
              <a:ext uri="{FF2B5EF4-FFF2-40B4-BE49-F238E27FC236}">
                <a16:creationId xmlns:a16="http://schemas.microsoft.com/office/drawing/2014/main" id="{4A8E1685-4EC8-2142-116E-6C7F07537E72}"/>
              </a:ext>
            </a:extLst>
          </p:cNvPr>
          <p:cNvSpPr>
            <a:spLocks noGrp="1"/>
          </p:cNvSpPr>
          <p:nvPr>
            <p:ph type="body" sz="quarter" idx="18"/>
          </p:nvPr>
        </p:nvSpPr>
        <p:spPr>
          <a:xfrm>
            <a:off x="9360000" y="3744000"/>
            <a:ext cx="2473200" cy="1076400"/>
          </a:xfrm>
        </p:spPr>
        <p:txBody>
          <a:bodyPr/>
          <a:lstStyle>
            <a:lvl1pPr algn="ctr">
              <a:defRPr sz="2130">
                <a:solidFill>
                  <a:schemeClr val="bg1"/>
                </a:solidFill>
              </a:defRPr>
            </a:lvl1pPr>
            <a:lvl2pPr>
              <a:defRPr sz="2130">
                <a:solidFill>
                  <a:schemeClr val="bg1"/>
                </a:solidFill>
              </a:defRPr>
            </a:lvl2pPr>
            <a:lvl3pPr>
              <a:defRPr sz="2130">
                <a:solidFill>
                  <a:schemeClr val="bg1"/>
                </a:solidFill>
              </a:defRPr>
            </a:lvl3pPr>
            <a:lvl4pPr>
              <a:defRPr sz="2130">
                <a:solidFill>
                  <a:schemeClr val="bg1"/>
                </a:solidFill>
              </a:defRPr>
            </a:lvl4pPr>
            <a:lvl5pPr>
              <a:defRPr sz="2130">
                <a:solidFill>
                  <a:schemeClr val="bg1"/>
                </a:solidFill>
              </a:defRPr>
            </a:lvl5pPr>
          </a:lstStyle>
          <a:p>
            <a:pPr lvl="0"/>
            <a:r>
              <a:rPr kumimoji="1" lang="ja-JP" altLang="en-US"/>
              <a:t>マスター テキストの書式設定</a:t>
            </a:r>
          </a:p>
        </p:txBody>
      </p:sp>
      <p:sp>
        <p:nvSpPr>
          <p:cNvPr id="21" name="テキスト プレースホルダー 20">
            <a:extLst>
              <a:ext uri="{FF2B5EF4-FFF2-40B4-BE49-F238E27FC236}">
                <a16:creationId xmlns:a16="http://schemas.microsoft.com/office/drawing/2014/main" id="{A9A8FCD4-EB65-F684-B13F-80CED75EC550}"/>
              </a:ext>
            </a:extLst>
          </p:cNvPr>
          <p:cNvSpPr>
            <a:spLocks noGrp="1"/>
          </p:cNvSpPr>
          <p:nvPr>
            <p:ph type="body" sz="quarter" idx="19"/>
          </p:nvPr>
        </p:nvSpPr>
        <p:spPr>
          <a:xfrm>
            <a:off x="9349200" y="4928400"/>
            <a:ext cx="2469600" cy="1310400"/>
          </a:xfrm>
          <a:solidFill>
            <a:schemeClr val="accent2"/>
          </a:solidFill>
        </p:spPr>
        <p:txBody>
          <a:bodyPr anchor="ctr"/>
          <a:lstStyle>
            <a:lvl1pPr algn="ctr">
              <a:defRPr sz="2130">
                <a:solidFill>
                  <a:schemeClr val="bg1"/>
                </a:solidFill>
              </a:defRPr>
            </a:lvl1pPr>
          </a:lstStyle>
          <a:p>
            <a:pPr lvl="0"/>
            <a:r>
              <a:rPr kumimoji="1" lang="ja-JP" altLang="en-US"/>
              <a:t>マスター テキストの書式設定</a:t>
            </a:r>
          </a:p>
        </p:txBody>
      </p:sp>
      <p:sp>
        <p:nvSpPr>
          <p:cNvPr id="8" name="テキスト ボックス 7">
            <a:extLst>
              <a:ext uri="{FF2B5EF4-FFF2-40B4-BE49-F238E27FC236}">
                <a16:creationId xmlns:a16="http://schemas.microsoft.com/office/drawing/2014/main" id="{C76A7A10-7575-DD29-07D8-321ECD75E9AA}"/>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41338436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テキスト ボックス 4">
            <a:extLst>
              <a:ext uri="{FF2B5EF4-FFF2-40B4-BE49-F238E27FC236}">
                <a16:creationId xmlns:a16="http://schemas.microsoft.com/office/drawing/2014/main" id="{16A1EA45-BF6A-8E89-F9CE-BFA62AF363CC}"/>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9354901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タイトルと1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4" y="1038386"/>
            <a:ext cx="114480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D3BB6FD-8126-0BC5-CD78-240E479EB679}"/>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19371036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タイトルと２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3" y="1038386"/>
            <a:ext cx="55080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コンテンツ プレースホルダー 4">
            <a:extLst>
              <a:ext uri="{FF2B5EF4-FFF2-40B4-BE49-F238E27FC236}">
                <a16:creationId xmlns:a16="http://schemas.microsoft.com/office/drawing/2014/main" id="{EF021ACE-2CF5-4B31-D043-4FF4199CE0CE}"/>
              </a:ext>
            </a:extLst>
          </p:cNvPr>
          <p:cNvSpPr>
            <a:spLocks noGrp="1"/>
          </p:cNvSpPr>
          <p:nvPr>
            <p:ph sz="quarter" idx="11"/>
          </p:nvPr>
        </p:nvSpPr>
        <p:spPr>
          <a:xfrm>
            <a:off x="6310800" y="1038386"/>
            <a:ext cx="55080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テキスト ボックス 2">
            <a:extLst>
              <a:ext uri="{FF2B5EF4-FFF2-40B4-BE49-F238E27FC236}">
                <a16:creationId xmlns:a16="http://schemas.microsoft.com/office/drawing/2014/main" id="{E00132AB-F8CC-E986-3454-C51AAC0E95E8}"/>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24644984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タイトルと３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3" y="1038386"/>
            <a:ext cx="36576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コンテンツ プレースホルダー 4">
            <a:extLst>
              <a:ext uri="{FF2B5EF4-FFF2-40B4-BE49-F238E27FC236}">
                <a16:creationId xmlns:a16="http://schemas.microsoft.com/office/drawing/2014/main" id="{58228A74-29BB-7D83-4FBF-D4C78D0E8273}"/>
              </a:ext>
            </a:extLst>
          </p:cNvPr>
          <p:cNvSpPr>
            <a:spLocks noGrp="1"/>
          </p:cNvSpPr>
          <p:nvPr>
            <p:ph sz="quarter" idx="11"/>
          </p:nvPr>
        </p:nvSpPr>
        <p:spPr>
          <a:xfrm>
            <a:off x="4266000" y="1038386"/>
            <a:ext cx="36576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4">
            <a:extLst>
              <a:ext uri="{FF2B5EF4-FFF2-40B4-BE49-F238E27FC236}">
                <a16:creationId xmlns:a16="http://schemas.microsoft.com/office/drawing/2014/main" id="{1B772862-BD3C-7869-DB09-5C7C67173F27}"/>
              </a:ext>
            </a:extLst>
          </p:cNvPr>
          <p:cNvSpPr>
            <a:spLocks noGrp="1"/>
          </p:cNvSpPr>
          <p:nvPr>
            <p:ph sz="quarter" idx="12"/>
          </p:nvPr>
        </p:nvSpPr>
        <p:spPr>
          <a:xfrm>
            <a:off x="8162929" y="1038386"/>
            <a:ext cx="36576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659282D-E203-D490-4B15-F802032603A3}"/>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34038754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サブタイトル有">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400110"/>
          </a:xfrm>
        </p:spPr>
        <p:txBody>
          <a:bodyPr tIns="0" bIns="0">
            <a:spAutoFit/>
          </a:bodyPr>
          <a:lstStyle>
            <a:lvl1pPr>
              <a:defRPr sz="2600">
                <a:solidFill>
                  <a:schemeClr val="accent1"/>
                </a:solidFill>
              </a:defRPr>
            </a:lvl1pPr>
          </a:lstStyle>
          <a:p>
            <a:r>
              <a:rPr kumimoji="1" lang="ja-JP" altLang="en-US"/>
              <a:t>［タイトル］</a:t>
            </a:r>
          </a:p>
        </p:txBody>
      </p:sp>
      <p:sp>
        <p:nvSpPr>
          <p:cNvPr id="3" name="テキスト プレースホルダー 2">
            <a:extLst>
              <a:ext uri="{FF2B5EF4-FFF2-40B4-BE49-F238E27FC236}">
                <a16:creationId xmlns:a16="http://schemas.microsoft.com/office/drawing/2014/main" id="{922FFA65-3599-E725-9F45-9CF39BF996EE}"/>
              </a:ext>
            </a:extLst>
          </p:cNvPr>
          <p:cNvSpPr>
            <a:spLocks noGrp="1"/>
          </p:cNvSpPr>
          <p:nvPr>
            <p:ph type="body" sz="quarter" idx="10" hasCustomPrompt="1"/>
          </p:nvPr>
        </p:nvSpPr>
        <p:spPr>
          <a:xfrm>
            <a:off x="371474" y="727200"/>
            <a:ext cx="11448000" cy="288000"/>
          </a:xfrm>
        </p:spPr>
        <p:txBody>
          <a:bodyPr>
            <a:noAutofit/>
          </a:bodyPr>
          <a:lstStyle>
            <a:lvl1pPr>
              <a:defRPr b="1">
                <a:solidFill>
                  <a:schemeClr val="accent2"/>
                </a:solidFill>
              </a:defRPr>
            </a:lvl1pPr>
          </a:lstStyle>
          <a:p>
            <a:pPr lvl="0"/>
            <a:r>
              <a:rPr kumimoji="1" lang="ja-JP" altLang="en-US"/>
              <a:t>［サブタイトル］</a:t>
            </a:r>
          </a:p>
        </p:txBody>
      </p:sp>
      <p:sp>
        <p:nvSpPr>
          <p:cNvPr id="4" name="コンテンツ プレースホルダー 4">
            <a:extLst>
              <a:ext uri="{FF2B5EF4-FFF2-40B4-BE49-F238E27FC236}">
                <a16:creationId xmlns:a16="http://schemas.microsoft.com/office/drawing/2014/main" id="{FE40B33C-3077-F325-8EA7-EEDBA1AD5E20}"/>
              </a:ext>
            </a:extLst>
          </p:cNvPr>
          <p:cNvSpPr>
            <a:spLocks noGrp="1"/>
          </p:cNvSpPr>
          <p:nvPr>
            <p:ph sz="quarter" idx="11"/>
          </p:nvPr>
        </p:nvSpPr>
        <p:spPr>
          <a:xfrm>
            <a:off x="371474" y="1411200"/>
            <a:ext cx="11448000" cy="4824000"/>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ボックス 4">
            <a:extLst>
              <a:ext uri="{FF2B5EF4-FFF2-40B4-BE49-F238E27FC236}">
                <a16:creationId xmlns:a16="http://schemas.microsoft.com/office/drawing/2014/main" id="{0A1A7CDA-C0AA-A8AC-8808-09E8B9AA91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819104138"/>
      </p:ext>
    </p:extLst>
  </p:cSld>
  <p:clrMapOvr>
    <a:masterClrMapping/>
  </p:clrMapOvr>
  <p:extLst>
    <p:ext uri="{DCECCB84-F9BA-43D5-87BE-67443E8EF086}">
      <p15:sldGuideLst xmlns:p15="http://schemas.microsoft.com/office/powerpoint/2012/main">
        <p15:guide id="1" orient="horz" pos="89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18205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白紙（フッター有）">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21C562A-25AB-8415-C9E5-F862FADD5F01}"/>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25032693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全面画像">
    <p:spTree>
      <p:nvGrpSpPr>
        <p:cNvPr id="1" name=""/>
        <p:cNvGrpSpPr/>
        <p:nvPr/>
      </p:nvGrpSpPr>
      <p:grpSpPr>
        <a:xfrm>
          <a:off x="0" y="0"/>
          <a:ext cx="0" cy="0"/>
          <a:chOff x="0" y="0"/>
          <a:chExt cx="0" cy="0"/>
        </a:xfrm>
      </p:grpSpPr>
      <p:pic>
        <p:nvPicPr>
          <p:cNvPr id="5" name="Picture Placeholder 8">
            <a:extLst>
              <a:ext uri="{FF2B5EF4-FFF2-40B4-BE49-F238E27FC236}">
                <a16:creationId xmlns:a16="http://schemas.microsoft.com/office/drawing/2014/main" id="{F524A762-DD3D-0F30-6F39-0BAD647C733D}"/>
              </a:ext>
            </a:extLst>
          </p:cNvPr>
          <p:cNvPicPr>
            <a:picLocks noChangeAspect="1"/>
          </p:cNvPicPr>
          <p:nvPr userDrawn="1"/>
        </p:nvPicPr>
        <p:blipFill>
          <a:blip r:embed="rId2"/>
          <a:srcRect/>
          <a:stretch/>
        </p:blipFill>
        <p:spPr>
          <a:xfrm>
            <a:off x="1" y="-1"/>
            <a:ext cx="12191998" cy="6857998"/>
          </a:xfrm>
          <a:prstGeom prst="rect">
            <a:avLst/>
          </a:prstGeom>
        </p:spPr>
      </p:pic>
      <p:sp>
        <p:nvSpPr>
          <p:cNvPr id="6" name="正方形/長方形 5">
            <a:extLst>
              <a:ext uri="{FF2B5EF4-FFF2-40B4-BE49-F238E27FC236}">
                <a16:creationId xmlns:a16="http://schemas.microsoft.com/office/drawing/2014/main" id="{5E3F105C-816B-C4B5-FF44-9C78401DC345}"/>
              </a:ext>
            </a:extLst>
          </p:cNvPr>
          <p:cNvSpPr/>
          <p:nvPr userDrawn="1"/>
        </p:nvSpPr>
        <p:spPr>
          <a:xfrm>
            <a:off x="0" y="5202000"/>
            <a:ext cx="12192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2" name="タイトル 1">
            <a:extLst>
              <a:ext uri="{FF2B5EF4-FFF2-40B4-BE49-F238E27FC236}">
                <a16:creationId xmlns:a16="http://schemas.microsoft.com/office/drawing/2014/main" id="{B1265E79-47D9-4B17-A967-60D543C5CD4E}"/>
              </a:ext>
            </a:extLst>
          </p:cNvPr>
          <p:cNvSpPr>
            <a:spLocks noGrp="1"/>
          </p:cNvSpPr>
          <p:nvPr>
            <p:ph type="title" hasCustomPrompt="1"/>
          </p:nvPr>
        </p:nvSpPr>
        <p:spPr>
          <a:xfrm>
            <a:off x="370800" y="334800"/>
            <a:ext cx="11448000" cy="413999"/>
          </a:xfrm>
        </p:spPr>
        <p:txBody>
          <a:bodyPr tIns="0" bIns="0" anchor="t">
            <a:noAutofit/>
          </a:bodyPr>
          <a:lstStyle>
            <a:lvl1pPr>
              <a:defRPr sz="2600"/>
            </a:lvl1pPr>
          </a:lstStyle>
          <a:p>
            <a:r>
              <a:rPr kumimoji="1" lang="ja-JP" altLang="en-US"/>
              <a:t>［タイトル］</a:t>
            </a:r>
          </a:p>
        </p:txBody>
      </p:sp>
      <p:pic>
        <p:nvPicPr>
          <p:cNvPr id="7" name="図 6">
            <a:extLst>
              <a:ext uri="{FF2B5EF4-FFF2-40B4-BE49-F238E27FC236}">
                <a16:creationId xmlns:a16="http://schemas.microsoft.com/office/drawing/2014/main" id="{E6A7D226-AA1D-4565-296E-260FC63988D9}"/>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11" name="テキスト ボックス 10">
            <a:extLst>
              <a:ext uri="{FF2B5EF4-FFF2-40B4-BE49-F238E27FC236}">
                <a16:creationId xmlns:a16="http://schemas.microsoft.com/office/drawing/2014/main" id="{25F7EA9B-E085-E004-36B4-F14995B03396}"/>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2025 NTT DATA Japan Corporation</a:t>
            </a:r>
          </a:p>
        </p:txBody>
      </p:sp>
      <p:sp>
        <p:nvSpPr>
          <p:cNvPr id="12" name="テキスト ボックス 11">
            <a:extLst>
              <a:ext uri="{FF2B5EF4-FFF2-40B4-BE49-F238E27FC236}">
                <a16:creationId xmlns:a16="http://schemas.microsoft.com/office/drawing/2014/main" id="{C56F1922-EBFD-0984-2464-4DD07C5D3F5B}"/>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
        <p:nvSpPr>
          <p:cNvPr id="3" name="テキスト ボックス 2">
            <a:extLst>
              <a:ext uri="{FF2B5EF4-FFF2-40B4-BE49-F238E27FC236}">
                <a16:creationId xmlns:a16="http://schemas.microsoft.com/office/drawing/2014/main" id="{8C3FB7A8-16FC-BD93-A0B4-62A3FCF37C5A}"/>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26459709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右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BA8380C3-23D1-332E-5763-4E45DE28D8B2}"/>
              </a:ext>
            </a:extLst>
          </p:cNvPr>
          <p:cNvPicPr>
            <a:picLocks noChangeAspect="1"/>
          </p:cNvPicPr>
          <p:nvPr userDrawn="1"/>
        </p:nvPicPr>
        <p:blipFill rotWithShape="1">
          <a:blip r:embed="rId2"/>
          <a:srcRect l="58440" r="8440"/>
          <a:stretch/>
        </p:blipFill>
        <p:spPr>
          <a:xfrm>
            <a:off x="8153400" y="-1"/>
            <a:ext cx="4037999"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70800" y="334800"/>
            <a:ext cx="7480800" cy="412538"/>
          </a:xfrm>
        </p:spPr>
        <p:txBody>
          <a:bodyPr tIns="0" bIns="0">
            <a:noAutofit/>
          </a:bodyPr>
          <a:lstStyle>
            <a:lvl1pPr>
              <a:defRPr sz="2600"/>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
        <p:nvSpPr>
          <p:cNvPr id="9" name="正方形/長方形 8">
            <a:extLst>
              <a:ext uri="{FF2B5EF4-FFF2-40B4-BE49-F238E27FC236}">
                <a16:creationId xmlns:a16="http://schemas.microsoft.com/office/drawing/2014/main" id="{CA853D6E-6D9F-5F51-58ED-3ED1FABFD06D}"/>
              </a:ext>
            </a:extLst>
          </p:cNvPr>
          <p:cNvSpPr/>
          <p:nvPr userDrawn="1"/>
        </p:nvSpPr>
        <p:spPr>
          <a:xfrm>
            <a:off x="8152800"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10" name="図 9">
            <a:extLst>
              <a:ext uri="{FF2B5EF4-FFF2-40B4-BE49-F238E27FC236}">
                <a16:creationId xmlns:a16="http://schemas.microsoft.com/office/drawing/2014/main" id="{231878D8-FF4D-F5B8-7D51-A27150395E67}"/>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5" name="テキスト ボックス 4">
            <a:extLst>
              <a:ext uri="{FF2B5EF4-FFF2-40B4-BE49-F238E27FC236}">
                <a16:creationId xmlns:a16="http://schemas.microsoft.com/office/drawing/2014/main" id="{4C55398C-909F-71D0-49CD-60754A59BD48}"/>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42602051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左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12BB1B84-3873-592B-346A-382DA695B2B2}"/>
              </a:ext>
            </a:extLst>
          </p:cNvPr>
          <p:cNvPicPr>
            <a:picLocks noChangeAspect="1"/>
          </p:cNvPicPr>
          <p:nvPr userDrawn="1"/>
        </p:nvPicPr>
        <p:blipFill rotWithShape="1">
          <a:blip r:embed="rId2"/>
          <a:srcRect l="58440" r="8440"/>
          <a:stretch/>
        </p:blipFill>
        <p:spPr>
          <a:xfrm>
            <a:off x="0" y="-1"/>
            <a:ext cx="4037999"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4586400" y="334800"/>
            <a:ext cx="7232400" cy="412538"/>
          </a:xfrm>
        </p:spPr>
        <p:txBody>
          <a:bodyPr tIns="0" bIns="0">
            <a:noAutofit/>
          </a:bodyPr>
          <a:lstStyle>
            <a:lvl1pPr>
              <a:defRPr sz="2600"/>
            </a:lvl1pPr>
          </a:lstStyle>
          <a:p>
            <a:r>
              <a:rPr kumimoji="1" lang="ja-JP" altLang="en-US"/>
              <a:t>［タイトル］</a:t>
            </a:r>
          </a:p>
        </p:txBody>
      </p:sp>
      <p:sp>
        <p:nvSpPr>
          <p:cNvPr id="8" name="テキスト ボックス 7">
            <a:extLst>
              <a:ext uri="{FF2B5EF4-FFF2-40B4-BE49-F238E27FC236}">
                <a16:creationId xmlns:a16="http://schemas.microsoft.com/office/drawing/2014/main" id="{F2A10DC3-739F-B3F0-BA1B-B970F3916583}"/>
              </a:ext>
            </a:extLst>
          </p:cNvPr>
          <p:cNvSpPr txBox="1"/>
          <p:nvPr userDrawn="1"/>
        </p:nvSpPr>
        <p:spPr>
          <a:xfrm>
            <a:off x="77760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
        <p:nvSpPr>
          <p:cNvPr id="4" name="正方形/長方形 3">
            <a:extLst>
              <a:ext uri="{FF2B5EF4-FFF2-40B4-BE49-F238E27FC236}">
                <a16:creationId xmlns:a16="http://schemas.microsoft.com/office/drawing/2014/main" id="{6F909204-40F4-08DA-5F77-8CD9CC767A5B}"/>
              </a:ext>
            </a:extLst>
          </p:cNvPr>
          <p:cNvSpPr/>
          <p:nvPr userDrawn="1"/>
        </p:nvSpPr>
        <p:spPr>
          <a:xfrm>
            <a:off x="-1201"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9" name="テキスト ボックス 8">
            <a:extLst>
              <a:ext uri="{FF2B5EF4-FFF2-40B4-BE49-F238E27FC236}">
                <a16:creationId xmlns:a16="http://schemas.microsoft.com/office/drawing/2014/main" id="{DF1F4A7B-797E-8774-7A15-00748447B4EA}"/>
              </a:ext>
            </a:extLst>
          </p:cNvPr>
          <p:cNvSpPr txBox="1"/>
          <p:nvPr userDrawn="1"/>
        </p:nvSpPr>
        <p:spPr>
          <a:xfrm>
            <a:off x="4496400" y="6562800"/>
            <a:ext cx="32040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rgbClr val="6B6B6B"/>
                </a:solidFill>
              </a:rPr>
              <a:t>© 2025 NTT DATA Japan Corporation</a:t>
            </a:r>
          </a:p>
        </p:txBody>
      </p:sp>
      <p:sp>
        <p:nvSpPr>
          <p:cNvPr id="5" name="テキスト ボックス 4">
            <a:extLst>
              <a:ext uri="{FF2B5EF4-FFF2-40B4-BE49-F238E27FC236}">
                <a16:creationId xmlns:a16="http://schemas.microsoft.com/office/drawing/2014/main" id="{C722009A-DED3-7073-83CB-04DBCF9C572B}"/>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15791858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下に画像">
    <p:spTree>
      <p:nvGrpSpPr>
        <p:cNvPr id="1" name=""/>
        <p:cNvGrpSpPr/>
        <p:nvPr/>
      </p:nvGrpSpPr>
      <p:grpSpPr>
        <a:xfrm>
          <a:off x="0" y="0"/>
          <a:ext cx="0" cy="0"/>
          <a:chOff x="0" y="0"/>
          <a:chExt cx="0" cy="0"/>
        </a:xfrm>
      </p:grpSpPr>
      <p:pic>
        <p:nvPicPr>
          <p:cNvPr id="7" name="図プレースホルダー 11">
            <a:extLst>
              <a:ext uri="{FF2B5EF4-FFF2-40B4-BE49-F238E27FC236}">
                <a16:creationId xmlns:a16="http://schemas.microsoft.com/office/drawing/2014/main" id="{C2044BA7-36F7-9477-3C85-FA967B223BAA}"/>
              </a:ext>
            </a:extLst>
          </p:cNvPr>
          <p:cNvPicPr>
            <a:picLocks noChangeAspect="1"/>
          </p:cNvPicPr>
          <p:nvPr userDrawn="1"/>
        </p:nvPicPr>
        <p:blipFill>
          <a:blip r:embed="rId2"/>
          <a:srcRect t="24412" b="24412"/>
          <a:stretch/>
        </p:blipFill>
        <p:spPr>
          <a:xfrm>
            <a:off x="0" y="3351600"/>
            <a:ext cx="12193200" cy="3510000"/>
          </a:xfrm>
          <a:prstGeom prst="rect">
            <a:avLst/>
          </a:prstGeom>
        </p:spPr>
      </p:pic>
      <p:sp>
        <p:nvSpPr>
          <p:cNvPr id="6" name="正方形/長方形 5">
            <a:extLst>
              <a:ext uri="{FF2B5EF4-FFF2-40B4-BE49-F238E27FC236}">
                <a16:creationId xmlns:a16="http://schemas.microsoft.com/office/drawing/2014/main" id="{9C900E81-5532-6F3F-3DCC-003C90BA5ECB}"/>
              </a:ext>
            </a:extLst>
          </p:cNvPr>
          <p:cNvSpPr/>
          <p:nvPr userDrawn="1"/>
        </p:nvSpPr>
        <p:spPr>
          <a:xfrm>
            <a:off x="0" y="5202000"/>
            <a:ext cx="12192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9" name="図 8">
            <a:extLst>
              <a:ext uri="{FF2B5EF4-FFF2-40B4-BE49-F238E27FC236}">
                <a16:creationId xmlns:a16="http://schemas.microsoft.com/office/drawing/2014/main" id="{AE17DA24-7E4F-696A-F536-1C16C913B80D}"/>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3" name="タイトル 1">
            <a:extLst>
              <a:ext uri="{FF2B5EF4-FFF2-40B4-BE49-F238E27FC236}">
                <a16:creationId xmlns:a16="http://schemas.microsoft.com/office/drawing/2014/main" id="{90F45524-EB8E-A1DF-361B-8D78281B5E74}"/>
              </a:ext>
            </a:extLst>
          </p:cNvPr>
          <p:cNvSpPr>
            <a:spLocks noGrp="1"/>
          </p:cNvSpPr>
          <p:nvPr>
            <p:ph type="title" hasCustomPrompt="1"/>
          </p:nvPr>
        </p:nvSpPr>
        <p:spPr>
          <a:xfrm>
            <a:off x="370800" y="334800"/>
            <a:ext cx="11448000" cy="413999"/>
          </a:xfrm>
        </p:spPr>
        <p:txBody>
          <a:bodyPr tIns="0" bIns="0" anchor="t">
            <a:noAutofit/>
          </a:bodyPr>
          <a:lstStyle>
            <a:lvl1pPr>
              <a:defRPr sz="2600"/>
            </a:lvl1pPr>
          </a:lstStyle>
          <a:p>
            <a:r>
              <a:rPr kumimoji="1" lang="ja-JP" altLang="en-US"/>
              <a:t>［タイトル］</a:t>
            </a:r>
          </a:p>
        </p:txBody>
      </p:sp>
      <p:sp>
        <p:nvSpPr>
          <p:cNvPr id="12" name="テキスト ボックス 11">
            <a:extLst>
              <a:ext uri="{FF2B5EF4-FFF2-40B4-BE49-F238E27FC236}">
                <a16:creationId xmlns:a16="http://schemas.microsoft.com/office/drawing/2014/main" id="{6A05FF2A-BCBB-15AB-3787-FE03495E6FCB}"/>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2025 NTT DATA Japan Corporation</a:t>
            </a:r>
          </a:p>
        </p:txBody>
      </p:sp>
      <p:sp>
        <p:nvSpPr>
          <p:cNvPr id="13" name="テキスト ボックス 12">
            <a:extLst>
              <a:ext uri="{FF2B5EF4-FFF2-40B4-BE49-F238E27FC236}">
                <a16:creationId xmlns:a16="http://schemas.microsoft.com/office/drawing/2014/main" id="{8BBC1440-FAD9-794A-1B15-7B7A16143951}"/>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
        <p:nvSpPr>
          <p:cNvPr id="4" name="テキスト ボックス 3">
            <a:extLst>
              <a:ext uri="{FF2B5EF4-FFF2-40B4-BE49-F238E27FC236}">
                <a16:creationId xmlns:a16="http://schemas.microsoft.com/office/drawing/2014/main" id="{18655178-DE12-7246-7FDA-793D4F72C04F}"/>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30947889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画像3枚">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70800" y="334800"/>
            <a:ext cx="11448000" cy="412538"/>
          </a:xfrm>
        </p:spPr>
        <p:txBody>
          <a:bodyPr tIns="0" bIns="0">
            <a:noAutofit/>
          </a:bodyPr>
          <a:lstStyle>
            <a:lvl1pPr>
              <a:defRPr sz="2600"/>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
        <p:nvSpPr>
          <p:cNvPr id="5" name="Picture Placeholder 6">
            <a:extLst>
              <a:ext uri="{FF2B5EF4-FFF2-40B4-BE49-F238E27FC236}">
                <a16:creationId xmlns:a16="http://schemas.microsoft.com/office/drawing/2014/main" id="{8D8BF745-92BD-988C-34D0-74B4D7534C7D}"/>
              </a:ext>
            </a:extLst>
          </p:cNvPr>
          <p:cNvSpPr>
            <a:spLocks noGrp="1"/>
          </p:cNvSpPr>
          <p:nvPr>
            <p:ph type="pic" sz="quarter" idx="13" hasCustomPrompt="1"/>
          </p:nvPr>
        </p:nvSpPr>
        <p:spPr bwMode="gray">
          <a:xfrm>
            <a:off x="0" y="1411200"/>
            <a:ext cx="4017600" cy="2772000"/>
          </a:xfrm>
          <a:solidFill>
            <a:schemeClr val="accent6"/>
          </a:solidFill>
        </p:spPr>
        <p:txBody>
          <a:bodyPr anchor="ctr" anchorCtr="0"/>
          <a:lstStyle>
            <a:lvl1pPr algn="ctr">
              <a:defRPr sz="2000">
                <a:solidFill>
                  <a:schemeClr val="bg1"/>
                </a:solidFill>
              </a:defRPr>
            </a:lvl1pPr>
          </a:lstStyle>
          <a:p>
            <a:r>
              <a:rPr lang="en-US" err="1"/>
              <a:t>クリックして画像を追加してください</a:t>
            </a:r>
            <a:r>
              <a:rPr lang="en-US"/>
              <a:t>。</a:t>
            </a:r>
          </a:p>
        </p:txBody>
      </p:sp>
      <p:sp>
        <p:nvSpPr>
          <p:cNvPr id="2" name="Picture Placeholder 6">
            <a:extLst>
              <a:ext uri="{FF2B5EF4-FFF2-40B4-BE49-F238E27FC236}">
                <a16:creationId xmlns:a16="http://schemas.microsoft.com/office/drawing/2014/main" id="{149F5F7A-6BC4-C06C-9C1E-4B267B2B2FE9}"/>
              </a:ext>
            </a:extLst>
          </p:cNvPr>
          <p:cNvSpPr>
            <a:spLocks noGrp="1"/>
          </p:cNvSpPr>
          <p:nvPr>
            <p:ph type="pic" sz="quarter" idx="14" hasCustomPrompt="1"/>
          </p:nvPr>
        </p:nvSpPr>
        <p:spPr bwMode="gray">
          <a:xfrm>
            <a:off x="4089600" y="1411200"/>
            <a:ext cx="4017600" cy="2772000"/>
          </a:xfrm>
          <a:solidFill>
            <a:schemeClr val="accent6"/>
          </a:solidFill>
        </p:spPr>
        <p:txBody>
          <a:bodyPr anchor="ctr" anchorCtr="0"/>
          <a:lstStyle>
            <a:lvl1pPr algn="ctr">
              <a:defRPr sz="2000">
                <a:solidFill>
                  <a:schemeClr val="bg1"/>
                </a:solidFill>
              </a:defRPr>
            </a:lvl1pPr>
          </a:lstStyle>
          <a:p>
            <a:r>
              <a:rPr lang="en-US" err="1"/>
              <a:t>クリックして画像を追加してください</a:t>
            </a:r>
            <a:r>
              <a:rPr lang="en-US"/>
              <a:t>。</a:t>
            </a:r>
          </a:p>
        </p:txBody>
      </p:sp>
      <p:sp>
        <p:nvSpPr>
          <p:cNvPr id="8" name="Picture Placeholder 6">
            <a:extLst>
              <a:ext uri="{FF2B5EF4-FFF2-40B4-BE49-F238E27FC236}">
                <a16:creationId xmlns:a16="http://schemas.microsoft.com/office/drawing/2014/main" id="{A67C5164-A259-C81F-D67B-6539C0BBF790}"/>
              </a:ext>
            </a:extLst>
          </p:cNvPr>
          <p:cNvSpPr>
            <a:spLocks noGrp="1"/>
          </p:cNvSpPr>
          <p:nvPr>
            <p:ph type="pic" sz="quarter" idx="15" hasCustomPrompt="1"/>
          </p:nvPr>
        </p:nvSpPr>
        <p:spPr bwMode="gray">
          <a:xfrm>
            <a:off x="8175600" y="1411200"/>
            <a:ext cx="4017600" cy="2772000"/>
          </a:xfrm>
          <a:solidFill>
            <a:schemeClr val="accent6"/>
          </a:solidFill>
        </p:spPr>
        <p:txBody>
          <a:bodyPr anchor="ctr" anchorCtr="0"/>
          <a:lstStyle>
            <a:lvl1pPr algn="ctr">
              <a:defRPr sz="2000">
                <a:solidFill>
                  <a:schemeClr val="bg1"/>
                </a:solidFill>
              </a:defRPr>
            </a:lvl1pPr>
          </a:lstStyle>
          <a:p>
            <a:r>
              <a:rPr lang="en-US" err="1"/>
              <a:t>クリックして画像を追加してください</a:t>
            </a:r>
            <a:r>
              <a:rPr lang="en-US"/>
              <a:t>。</a:t>
            </a:r>
          </a:p>
        </p:txBody>
      </p:sp>
    </p:spTree>
    <p:extLst>
      <p:ext uri="{BB962C8B-B14F-4D97-AF65-F5344CB8AC3E}">
        <p14:creationId xmlns:p14="http://schemas.microsoft.com/office/powerpoint/2010/main" val="6980559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写真集">
    <p:spTree>
      <p:nvGrpSpPr>
        <p:cNvPr id="1" name=""/>
        <p:cNvGrpSpPr/>
        <p:nvPr/>
      </p:nvGrpSpPr>
      <p:grpSpPr>
        <a:xfrm>
          <a:off x="0" y="0"/>
          <a:ext cx="0" cy="0"/>
          <a:chOff x="0" y="0"/>
          <a:chExt cx="0" cy="0"/>
        </a:xfrm>
      </p:grpSpPr>
      <p:sp>
        <p:nvSpPr>
          <p:cNvPr id="5" name="図プレースホルダー 4">
            <a:extLst>
              <a:ext uri="{FF2B5EF4-FFF2-40B4-BE49-F238E27FC236}">
                <a16:creationId xmlns:a16="http://schemas.microsoft.com/office/drawing/2014/main" id="{AF36B133-36B0-B253-B7D4-C28F41A61059}"/>
              </a:ext>
            </a:extLst>
          </p:cNvPr>
          <p:cNvSpPr>
            <a:spLocks noGrp="1"/>
          </p:cNvSpPr>
          <p:nvPr>
            <p:ph type="pic" sz="quarter" idx="11" hasCustomPrompt="1"/>
          </p:nvPr>
        </p:nvSpPr>
        <p:spPr>
          <a:xfrm>
            <a:off x="370800" y="334800"/>
            <a:ext cx="4420800" cy="3546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2" name="タイトル 1">
            <a:extLst>
              <a:ext uri="{FF2B5EF4-FFF2-40B4-BE49-F238E27FC236}">
                <a16:creationId xmlns:a16="http://schemas.microsoft.com/office/drawing/2014/main" id="{760F00A5-A022-0540-F2CC-D4AA03AB45B3}"/>
              </a:ext>
            </a:extLst>
          </p:cNvPr>
          <p:cNvSpPr>
            <a:spLocks noGrp="1"/>
          </p:cNvSpPr>
          <p:nvPr>
            <p:ph type="title" hasCustomPrompt="1"/>
          </p:nvPr>
        </p:nvSpPr>
        <p:spPr>
          <a:xfrm>
            <a:off x="370800" y="2422800"/>
            <a:ext cx="4420800" cy="1458000"/>
          </a:xfrm>
        </p:spPr>
        <p:txBody>
          <a:bodyPr>
            <a:noAutofit/>
          </a:bodyPr>
          <a:lstStyle>
            <a:lvl1pPr algn="ctr">
              <a:defRPr sz="2130" b="0">
                <a:solidFill>
                  <a:schemeClr val="bg1"/>
                </a:solidFill>
              </a:defRPr>
            </a:lvl1pPr>
          </a:lstStyle>
          <a:p>
            <a:r>
              <a:rPr kumimoji="1" lang="ja-JP" altLang="en-US"/>
              <a:t>マスター テキストの書式設定</a:t>
            </a:r>
          </a:p>
        </p:txBody>
      </p:sp>
      <p:sp>
        <p:nvSpPr>
          <p:cNvPr id="7" name="テキスト プレースホルダー 6">
            <a:extLst>
              <a:ext uri="{FF2B5EF4-FFF2-40B4-BE49-F238E27FC236}">
                <a16:creationId xmlns:a16="http://schemas.microsoft.com/office/drawing/2014/main" id="{786AAEE8-9706-2A45-5CC0-A6743ACE48DC}"/>
              </a:ext>
            </a:extLst>
          </p:cNvPr>
          <p:cNvSpPr>
            <a:spLocks noGrp="1"/>
          </p:cNvSpPr>
          <p:nvPr>
            <p:ph type="body" sz="quarter" idx="12"/>
          </p:nvPr>
        </p:nvSpPr>
        <p:spPr>
          <a:xfrm>
            <a:off x="370800" y="3988800"/>
            <a:ext cx="3420000" cy="2250000"/>
          </a:xfrm>
          <a:solidFill>
            <a:schemeClr val="accent6"/>
          </a:solidFill>
        </p:spPr>
        <p:txBody>
          <a:bodyPr anchor="ctr"/>
          <a:lstStyle>
            <a:lvl1pPr algn="l">
              <a:defRPr sz="2670" b="1"/>
            </a:lvl1pPr>
          </a:lstStyle>
          <a:p>
            <a:pPr lvl="0"/>
            <a:r>
              <a:rPr kumimoji="1" lang="ja-JP" altLang="en-US"/>
              <a:t>マスター テキストの書式設定</a:t>
            </a:r>
          </a:p>
        </p:txBody>
      </p:sp>
      <p:sp>
        <p:nvSpPr>
          <p:cNvPr id="9" name="テキスト プレースホルダー 8">
            <a:extLst>
              <a:ext uri="{FF2B5EF4-FFF2-40B4-BE49-F238E27FC236}">
                <a16:creationId xmlns:a16="http://schemas.microsoft.com/office/drawing/2014/main" id="{47250683-2213-51C3-F47C-D3BB0C13BFD4}"/>
              </a:ext>
            </a:extLst>
          </p:cNvPr>
          <p:cNvSpPr>
            <a:spLocks noGrp="1"/>
          </p:cNvSpPr>
          <p:nvPr>
            <p:ph type="body" sz="quarter" idx="13"/>
          </p:nvPr>
        </p:nvSpPr>
        <p:spPr>
          <a:xfrm>
            <a:off x="4903200" y="334800"/>
            <a:ext cx="4348800" cy="3556800"/>
          </a:xfrm>
          <a:solidFill>
            <a:schemeClr val="accent1"/>
          </a:solidFill>
        </p:spPr>
        <p:txBody>
          <a:bodyPr anchor="ctr"/>
          <a:lstStyle>
            <a:lvl1pPr algn="l">
              <a:defRPr sz="3200" b="1">
                <a:solidFill>
                  <a:schemeClr val="bg1"/>
                </a:solidFill>
              </a:defRPr>
            </a:lvl1pPr>
          </a:lstStyle>
          <a:p>
            <a:pPr lvl="0"/>
            <a:r>
              <a:rPr kumimoji="1" lang="ja-JP" altLang="en-US"/>
              <a:t>マスター テキストの書式設定</a:t>
            </a:r>
          </a:p>
        </p:txBody>
      </p:sp>
      <p:sp>
        <p:nvSpPr>
          <p:cNvPr id="11" name="図プレースホルダー 10">
            <a:extLst>
              <a:ext uri="{FF2B5EF4-FFF2-40B4-BE49-F238E27FC236}">
                <a16:creationId xmlns:a16="http://schemas.microsoft.com/office/drawing/2014/main" id="{D127BBDB-D025-FD8A-C85D-A801D42BDD16}"/>
              </a:ext>
            </a:extLst>
          </p:cNvPr>
          <p:cNvSpPr>
            <a:spLocks noGrp="1"/>
          </p:cNvSpPr>
          <p:nvPr>
            <p:ph type="pic" sz="quarter" idx="14" hasCustomPrompt="1"/>
          </p:nvPr>
        </p:nvSpPr>
        <p:spPr>
          <a:xfrm>
            <a:off x="3877200" y="3988800"/>
            <a:ext cx="5371200" cy="2249487"/>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3" name="テキスト プレースホルダー 12">
            <a:extLst>
              <a:ext uri="{FF2B5EF4-FFF2-40B4-BE49-F238E27FC236}">
                <a16:creationId xmlns:a16="http://schemas.microsoft.com/office/drawing/2014/main" id="{A7430A91-EF7E-38AA-26AE-08F2AE017756}"/>
              </a:ext>
            </a:extLst>
          </p:cNvPr>
          <p:cNvSpPr>
            <a:spLocks noGrp="1"/>
          </p:cNvSpPr>
          <p:nvPr>
            <p:ph type="body" sz="quarter" idx="15"/>
          </p:nvPr>
        </p:nvSpPr>
        <p:spPr>
          <a:xfrm>
            <a:off x="3877200" y="5400000"/>
            <a:ext cx="5371200" cy="838800"/>
          </a:xfrm>
        </p:spPr>
        <p:txBody>
          <a:bodyPr anchor="t" anchorCtr="0"/>
          <a:lstStyle>
            <a:lvl1pPr algn="ctr">
              <a:defRPr>
                <a:solidFill>
                  <a:schemeClr val="bg1"/>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kumimoji="1" lang="ja-JP" altLang="en-US"/>
              <a:t>マスター テキストの書式設定</a:t>
            </a:r>
          </a:p>
        </p:txBody>
      </p:sp>
      <p:sp>
        <p:nvSpPr>
          <p:cNvPr id="15" name="テキスト プレースホルダー 14">
            <a:extLst>
              <a:ext uri="{FF2B5EF4-FFF2-40B4-BE49-F238E27FC236}">
                <a16:creationId xmlns:a16="http://schemas.microsoft.com/office/drawing/2014/main" id="{8E3F89E9-9AFA-9CD7-A1FE-3F17B7226957}"/>
              </a:ext>
            </a:extLst>
          </p:cNvPr>
          <p:cNvSpPr>
            <a:spLocks noGrp="1"/>
          </p:cNvSpPr>
          <p:nvPr>
            <p:ph type="body" sz="quarter" idx="16"/>
          </p:nvPr>
        </p:nvSpPr>
        <p:spPr>
          <a:xfrm>
            <a:off x="9360000" y="334800"/>
            <a:ext cx="2473200" cy="1699200"/>
          </a:xfrm>
          <a:solidFill>
            <a:schemeClr val="accent6"/>
          </a:solidFill>
        </p:spPr>
        <p:txBody>
          <a:bodyPr anchor="ctr"/>
          <a:lstStyle>
            <a:lvl1pPr algn="ctr">
              <a:defRPr sz="2130">
                <a:solidFill>
                  <a:schemeClr val="bg1"/>
                </a:solidFill>
              </a:defRPr>
            </a:lvl1pPr>
            <a:lvl2pPr>
              <a:defRPr sz="2130">
                <a:solidFill>
                  <a:schemeClr val="bg1"/>
                </a:solidFill>
              </a:defRPr>
            </a:lvl2pPr>
            <a:lvl3pPr>
              <a:defRPr sz="2130">
                <a:solidFill>
                  <a:schemeClr val="bg1"/>
                </a:solidFill>
              </a:defRPr>
            </a:lvl3pPr>
            <a:lvl4pPr>
              <a:defRPr sz="2130">
                <a:solidFill>
                  <a:schemeClr val="bg1"/>
                </a:solidFill>
              </a:defRPr>
            </a:lvl4pPr>
            <a:lvl5pPr>
              <a:defRPr sz="2130">
                <a:solidFill>
                  <a:schemeClr val="bg1"/>
                </a:solidFill>
              </a:defRPr>
            </a:lvl5pPr>
          </a:lstStyle>
          <a:p>
            <a:pPr lvl="0"/>
            <a:r>
              <a:rPr kumimoji="1" lang="ja-JP" altLang="en-US"/>
              <a:t>マスター テキストの書式設定</a:t>
            </a:r>
          </a:p>
        </p:txBody>
      </p:sp>
      <p:sp>
        <p:nvSpPr>
          <p:cNvPr id="17" name="図プレースホルダー 16">
            <a:extLst>
              <a:ext uri="{FF2B5EF4-FFF2-40B4-BE49-F238E27FC236}">
                <a16:creationId xmlns:a16="http://schemas.microsoft.com/office/drawing/2014/main" id="{36D62073-F3ED-902D-ABDD-53B579CEBC66}"/>
              </a:ext>
            </a:extLst>
          </p:cNvPr>
          <p:cNvSpPr>
            <a:spLocks noGrp="1"/>
          </p:cNvSpPr>
          <p:nvPr>
            <p:ph type="pic" sz="quarter" idx="17" hasCustomPrompt="1"/>
          </p:nvPr>
        </p:nvSpPr>
        <p:spPr>
          <a:xfrm>
            <a:off x="9349200" y="2138400"/>
            <a:ext cx="2484000" cy="2682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9" name="テキスト プレースホルダー 18">
            <a:extLst>
              <a:ext uri="{FF2B5EF4-FFF2-40B4-BE49-F238E27FC236}">
                <a16:creationId xmlns:a16="http://schemas.microsoft.com/office/drawing/2014/main" id="{4A8E1685-4EC8-2142-116E-6C7F07537E72}"/>
              </a:ext>
            </a:extLst>
          </p:cNvPr>
          <p:cNvSpPr>
            <a:spLocks noGrp="1"/>
          </p:cNvSpPr>
          <p:nvPr>
            <p:ph type="body" sz="quarter" idx="18"/>
          </p:nvPr>
        </p:nvSpPr>
        <p:spPr>
          <a:xfrm>
            <a:off x="9360000" y="3744000"/>
            <a:ext cx="2473200" cy="1076400"/>
          </a:xfrm>
        </p:spPr>
        <p:txBody>
          <a:bodyPr/>
          <a:lstStyle>
            <a:lvl1pPr algn="ctr">
              <a:defRPr sz="2130">
                <a:solidFill>
                  <a:schemeClr val="bg1"/>
                </a:solidFill>
              </a:defRPr>
            </a:lvl1pPr>
            <a:lvl2pPr>
              <a:defRPr sz="2130">
                <a:solidFill>
                  <a:schemeClr val="bg1"/>
                </a:solidFill>
              </a:defRPr>
            </a:lvl2pPr>
            <a:lvl3pPr>
              <a:defRPr sz="2130">
                <a:solidFill>
                  <a:schemeClr val="bg1"/>
                </a:solidFill>
              </a:defRPr>
            </a:lvl3pPr>
            <a:lvl4pPr>
              <a:defRPr sz="2130">
                <a:solidFill>
                  <a:schemeClr val="bg1"/>
                </a:solidFill>
              </a:defRPr>
            </a:lvl4pPr>
            <a:lvl5pPr>
              <a:defRPr sz="2130">
                <a:solidFill>
                  <a:schemeClr val="bg1"/>
                </a:solidFill>
              </a:defRPr>
            </a:lvl5pPr>
          </a:lstStyle>
          <a:p>
            <a:pPr lvl="0"/>
            <a:r>
              <a:rPr kumimoji="1" lang="ja-JP" altLang="en-US"/>
              <a:t>マスター テキストの書式設定</a:t>
            </a:r>
          </a:p>
        </p:txBody>
      </p:sp>
      <p:sp>
        <p:nvSpPr>
          <p:cNvPr id="21" name="テキスト プレースホルダー 20">
            <a:extLst>
              <a:ext uri="{FF2B5EF4-FFF2-40B4-BE49-F238E27FC236}">
                <a16:creationId xmlns:a16="http://schemas.microsoft.com/office/drawing/2014/main" id="{A9A8FCD4-EB65-F684-B13F-80CED75EC550}"/>
              </a:ext>
            </a:extLst>
          </p:cNvPr>
          <p:cNvSpPr>
            <a:spLocks noGrp="1"/>
          </p:cNvSpPr>
          <p:nvPr>
            <p:ph type="body" sz="quarter" idx="19"/>
          </p:nvPr>
        </p:nvSpPr>
        <p:spPr>
          <a:xfrm>
            <a:off x="9349200" y="4928400"/>
            <a:ext cx="2469600" cy="1310400"/>
          </a:xfrm>
          <a:solidFill>
            <a:schemeClr val="accent2"/>
          </a:solidFill>
        </p:spPr>
        <p:txBody>
          <a:bodyPr anchor="ctr"/>
          <a:lstStyle>
            <a:lvl1pPr algn="ctr">
              <a:defRPr sz="2130">
                <a:solidFill>
                  <a:schemeClr val="bg1"/>
                </a:solidFill>
              </a:defRPr>
            </a:lvl1pPr>
          </a:lstStyle>
          <a:p>
            <a:pPr lvl="0"/>
            <a:r>
              <a:rPr kumimoji="1" lang="ja-JP" altLang="en-US"/>
              <a:t>マスター テキストの書式設定</a:t>
            </a:r>
          </a:p>
        </p:txBody>
      </p:sp>
      <p:sp>
        <p:nvSpPr>
          <p:cNvPr id="8" name="テキスト ボックス 7">
            <a:extLst>
              <a:ext uri="{FF2B5EF4-FFF2-40B4-BE49-F238E27FC236}">
                <a16:creationId xmlns:a16="http://schemas.microsoft.com/office/drawing/2014/main" id="{C76A7A10-7575-DD29-07D8-321ECD75E9AA}"/>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4569949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写真背景">
    <p:bg>
      <p:bgRef idx="1001">
        <a:schemeClr val="bg1"/>
      </p:bgRef>
    </p:bg>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32BAA3C9-E6D9-AE11-A16C-34CC9C76E6A5}"/>
              </a:ext>
            </a:extLst>
          </p:cNvPr>
          <p:cNvPicPr>
            <a:picLocks noChangeAspect="1"/>
          </p:cNvPicPr>
          <p:nvPr userDrawn="1"/>
        </p:nvPicPr>
        <p:blipFill>
          <a:blip r:embed="rId2"/>
          <a:srcRect/>
          <a:stretch/>
        </p:blipFill>
        <p:spPr>
          <a:xfrm>
            <a:off x="1" y="-1"/>
            <a:ext cx="12191998" cy="6857999"/>
          </a:xfrm>
          <a:prstGeom prst="rect">
            <a:avLst/>
          </a:prstGeom>
        </p:spPr>
      </p:pic>
      <p:sp>
        <p:nvSpPr>
          <p:cNvPr id="11" name="正方形/長方形 10">
            <a:extLst>
              <a:ext uri="{FF2B5EF4-FFF2-40B4-BE49-F238E27FC236}">
                <a16:creationId xmlns:a16="http://schemas.microsoft.com/office/drawing/2014/main" id="{4EB59AC5-1B60-A021-8B7D-DF59CBAD3A75}"/>
              </a:ext>
            </a:extLst>
          </p:cNvPr>
          <p:cNvSpPr/>
          <p:nvPr userDrawn="1"/>
        </p:nvSpPr>
        <p:spPr>
          <a:xfrm>
            <a:off x="0" y="-1"/>
            <a:ext cx="12192000" cy="6857998"/>
          </a:xfrm>
          <a:prstGeom prst="rect">
            <a:avLst/>
          </a:prstGeom>
          <a:solidFill>
            <a:srgbClr val="050D24">
              <a:alpha val="58367"/>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12" name="図 11">
            <a:extLst>
              <a:ext uri="{FF2B5EF4-FFF2-40B4-BE49-F238E27FC236}">
                <a16:creationId xmlns:a16="http://schemas.microsoft.com/office/drawing/2014/main" id="{CB41749C-507D-C7F2-AA9C-DC270B029338}"/>
              </a:ext>
            </a:extLst>
          </p:cNvPr>
          <p:cNvPicPr>
            <a:picLocks noChangeAspect="1"/>
          </p:cNvPicPr>
          <p:nvPr userDrawn="1"/>
        </p:nvPicPr>
        <p:blipFill>
          <a:blip r:embed="rId3"/>
          <a:srcRect/>
          <a:stretch/>
        </p:blipFill>
        <p:spPr>
          <a:xfrm>
            <a:off x="3885475" y="2865911"/>
            <a:ext cx="4421049" cy="1126177"/>
          </a:xfrm>
          <a:prstGeom prst="rect">
            <a:avLst/>
          </a:prstGeom>
        </p:spPr>
      </p:pic>
      <p:sp>
        <p:nvSpPr>
          <p:cNvPr id="3" name="テキスト ボックス 2">
            <a:extLst>
              <a:ext uri="{FF2B5EF4-FFF2-40B4-BE49-F238E27FC236}">
                <a16:creationId xmlns:a16="http://schemas.microsoft.com/office/drawing/2014/main" id="{81BDF2C6-C064-BC40-82E9-4D1BAEA155C8}"/>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2080657772"/>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pic>
        <p:nvPicPr>
          <p:cNvPr id="5" name="Picture Placeholder 8">
            <a:extLst>
              <a:ext uri="{FF2B5EF4-FFF2-40B4-BE49-F238E27FC236}">
                <a16:creationId xmlns:a16="http://schemas.microsoft.com/office/drawing/2014/main" id="{914A62E0-557E-B957-9899-5EBF45E3EA8C}"/>
              </a:ext>
            </a:extLst>
          </p:cNvPr>
          <p:cNvPicPr>
            <a:picLocks noChangeAspect="1"/>
          </p:cNvPicPr>
          <p:nvPr userDrawn="1"/>
        </p:nvPicPr>
        <p:blipFill>
          <a:blip r:embed="rId2"/>
          <a:srcRect/>
          <a:stretch/>
        </p:blipFill>
        <p:spPr>
          <a:xfrm>
            <a:off x="1" y="-1"/>
            <a:ext cx="12191998" cy="6857999"/>
          </a:xfrm>
          <a:prstGeom prst="rect">
            <a:avLst/>
          </a:prstGeom>
        </p:spPr>
      </p:pic>
      <p:sp>
        <p:nvSpPr>
          <p:cNvPr id="15" name="正方形/長方形 14">
            <a:extLst>
              <a:ext uri="{FF2B5EF4-FFF2-40B4-BE49-F238E27FC236}">
                <a16:creationId xmlns:a16="http://schemas.microsoft.com/office/drawing/2014/main" id="{B21D845A-6F22-B3AA-CB2B-CE570ECB54DA}"/>
              </a:ext>
            </a:extLst>
          </p:cNvPr>
          <p:cNvSpPr/>
          <p:nvPr userDrawn="1"/>
        </p:nvSpPr>
        <p:spPr>
          <a:xfrm>
            <a:off x="0" y="0"/>
            <a:ext cx="12187500" cy="6858001"/>
          </a:xfrm>
          <a:prstGeom prst="rect">
            <a:avLst/>
          </a:prstGeom>
          <a:solidFill>
            <a:srgbClr val="050D24">
              <a:alpha val="5808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14" name="図 13">
            <a:extLst>
              <a:ext uri="{FF2B5EF4-FFF2-40B4-BE49-F238E27FC236}">
                <a16:creationId xmlns:a16="http://schemas.microsoft.com/office/drawing/2014/main" id="{293D96B2-6F5E-EE7E-9F24-93B0B654C8F0}"/>
              </a:ext>
            </a:extLst>
          </p:cNvPr>
          <p:cNvPicPr>
            <a:picLocks noChangeAspect="1"/>
          </p:cNvPicPr>
          <p:nvPr userDrawn="1"/>
        </p:nvPicPr>
        <p:blipFill>
          <a:blip r:embed="rId3"/>
          <a:stretch>
            <a:fillRect/>
          </a:stretch>
        </p:blipFill>
        <p:spPr>
          <a:xfrm>
            <a:off x="5354200" y="0"/>
            <a:ext cx="6837800" cy="6876000"/>
          </a:xfrm>
          <a:prstGeom prst="rect">
            <a:avLst/>
          </a:prstGeom>
        </p:spPr>
      </p:pic>
      <p:pic>
        <p:nvPicPr>
          <p:cNvPr id="7" name="図 6">
            <a:extLst>
              <a:ext uri="{FF2B5EF4-FFF2-40B4-BE49-F238E27FC236}">
                <a16:creationId xmlns:a16="http://schemas.microsoft.com/office/drawing/2014/main" id="{306268F2-28E0-79B7-DA6F-57A7B640AE86}"/>
              </a:ext>
            </a:extLst>
          </p:cNvPr>
          <p:cNvPicPr>
            <a:picLocks noChangeAspect="1"/>
          </p:cNvPicPr>
          <p:nvPr userDrawn="1"/>
        </p:nvPicPr>
        <p:blipFill>
          <a:blip r:embed="rId4"/>
          <a:srcRect/>
          <a:stretch/>
        </p:blipFill>
        <p:spPr>
          <a:xfrm>
            <a:off x="231864" y="191534"/>
            <a:ext cx="2237123" cy="569864"/>
          </a:xfrm>
          <a:prstGeom prst="rect">
            <a:avLst/>
          </a:prstGeom>
        </p:spPr>
      </p:pic>
      <p:sp>
        <p:nvSpPr>
          <p:cNvPr id="17" name="テキスト ボックス 16">
            <a:extLst>
              <a:ext uri="{FF2B5EF4-FFF2-40B4-BE49-F238E27FC236}">
                <a16:creationId xmlns:a16="http://schemas.microsoft.com/office/drawing/2014/main" id="{638584A2-F12B-7FC9-C3A1-97D2EFB00B41}"/>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2026 NTT DATA Japan Corporation</a:t>
            </a:r>
          </a:p>
        </p:txBody>
      </p:sp>
      <p:sp>
        <p:nvSpPr>
          <p:cNvPr id="3" name="テキスト ボックス 2">
            <a:extLst>
              <a:ext uri="{FF2B5EF4-FFF2-40B4-BE49-F238E27FC236}">
                <a16:creationId xmlns:a16="http://schemas.microsoft.com/office/drawing/2014/main" id="{A49A56B1-D141-A67A-825B-D1E94545EC0A}"/>
              </a:ext>
            </a:extLst>
          </p:cNvPr>
          <p:cNvSpPr txBox="1"/>
          <p:nvPr userDrawn="1"/>
        </p:nvSpPr>
        <p:spPr>
          <a:xfrm>
            <a:off x="2919470" y="7465383"/>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
        <p:nvSpPr>
          <p:cNvPr id="2" name="タイトル 2">
            <a:extLst>
              <a:ext uri="{FF2B5EF4-FFF2-40B4-BE49-F238E27FC236}">
                <a16:creationId xmlns:a16="http://schemas.microsoft.com/office/drawing/2014/main" id="{9FFE2739-2E04-47EE-56DD-BB294EDAFE24}"/>
              </a:ext>
            </a:extLst>
          </p:cNvPr>
          <p:cNvSpPr>
            <a:spLocks noGrp="1"/>
          </p:cNvSpPr>
          <p:nvPr>
            <p:ph type="title" hasCustomPrompt="1"/>
          </p:nvPr>
        </p:nvSpPr>
        <p:spPr>
          <a:xfrm>
            <a:off x="381600" y="864000"/>
            <a:ext cx="4842000" cy="795600"/>
          </a:xfrm>
          <a:prstGeom prst="rect">
            <a:avLst/>
          </a:prstGeom>
        </p:spPr>
        <p:txBody>
          <a:bodyPr lIns="0" rIns="0" anchor="b" anchorCtr="0"/>
          <a:lstStyle>
            <a:lvl1pPr>
              <a:defRPr>
                <a:solidFill>
                  <a:schemeClr val="bg1"/>
                </a:solidFill>
              </a:defRPr>
            </a:lvl1pPr>
          </a:lstStyle>
          <a:p>
            <a:pPr lvl="0"/>
            <a:r>
              <a:rPr kumimoji="1" lang="ja-JP" altLang="en-US"/>
              <a:t>○○○○御中</a:t>
            </a:r>
          </a:p>
        </p:txBody>
      </p:sp>
      <p:sp>
        <p:nvSpPr>
          <p:cNvPr id="9" name="テキスト プレースホルダー 6">
            <a:extLst>
              <a:ext uri="{FF2B5EF4-FFF2-40B4-BE49-F238E27FC236}">
                <a16:creationId xmlns:a16="http://schemas.microsoft.com/office/drawing/2014/main" id="{F837CDFA-F63F-E633-A624-CDB5B06CAF47}"/>
              </a:ext>
            </a:extLst>
          </p:cNvPr>
          <p:cNvSpPr>
            <a:spLocks noGrp="1"/>
          </p:cNvSpPr>
          <p:nvPr>
            <p:ph type="body" sz="quarter" idx="12" hasCustomPrompt="1"/>
          </p:nvPr>
        </p:nvSpPr>
        <p:spPr>
          <a:xfrm>
            <a:off x="381600" y="2188800"/>
            <a:ext cx="4842000" cy="2412000"/>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a:t>［タイトル］</a:t>
            </a:r>
          </a:p>
        </p:txBody>
      </p:sp>
      <p:sp>
        <p:nvSpPr>
          <p:cNvPr id="10" name="テキスト プレースホルダー 10">
            <a:extLst>
              <a:ext uri="{FF2B5EF4-FFF2-40B4-BE49-F238E27FC236}">
                <a16:creationId xmlns:a16="http://schemas.microsoft.com/office/drawing/2014/main" id="{C902823D-1000-9AD4-A5D1-BC7E7F7ABDBA}"/>
              </a:ext>
            </a:extLst>
          </p:cNvPr>
          <p:cNvSpPr>
            <a:spLocks noGrp="1"/>
          </p:cNvSpPr>
          <p:nvPr>
            <p:ph type="body" sz="quarter" idx="14" hasCustomPrompt="1"/>
          </p:nvPr>
        </p:nvSpPr>
        <p:spPr>
          <a:xfrm>
            <a:off x="381600" y="5191200"/>
            <a:ext cx="4842000" cy="1119600"/>
          </a:xfrm>
          <a:prstGeom prst="rect">
            <a:avLst/>
          </a:prstGeom>
        </p:spPr>
        <p:txBody>
          <a:bodyPr lIns="0" tIns="46800" rIns="0" anchor="b"/>
          <a:lstStyle>
            <a:lvl1pPr>
              <a:defRPr>
                <a:solidFill>
                  <a:schemeClr val="bg1"/>
                </a:solidFill>
              </a:defRPr>
            </a:lvl1pPr>
            <a:lvl5pPr marL="2438216" indent="0">
              <a:buNone/>
              <a:defRPr/>
            </a:lvl5pPr>
          </a:lstStyle>
          <a:p>
            <a:pPr lvl="0"/>
            <a:r>
              <a:rPr kumimoji="1" lang="en-US" altLang="ja-JP"/>
              <a:t>2026</a:t>
            </a:r>
            <a:r>
              <a:rPr kumimoji="1" lang="ja-JP" altLang="en-US"/>
              <a:t>年〇月〇日</a:t>
            </a:r>
            <a:endParaRPr kumimoji="1" lang="en-US" altLang="ja-JP"/>
          </a:p>
          <a:p>
            <a:pPr lvl="0"/>
            <a:r>
              <a:rPr kumimoji="1" lang="ja-JP" altLang="en-US"/>
              <a:t>株式会社</a:t>
            </a:r>
            <a:r>
              <a:rPr kumimoji="1" lang="en-US" altLang="ja-JP"/>
              <a:t>NTT</a:t>
            </a:r>
            <a:r>
              <a:rPr kumimoji="1" lang="ja-JP" altLang="en-US"/>
              <a:t>データ ○○○○○○</a:t>
            </a:r>
          </a:p>
          <a:p>
            <a:pPr lvl="0"/>
            <a:r>
              <a:rPr kumimoji="1" lang="ja-JP" altLang="en-US"/>
              <a:t>○○○○○○○○○○○○○○</a:t>
            </a:r>
          </a:p>
        </p:txBody>
      </p:sp>
    </p:spTree>
    <p:extLst>
      <p:ext uri="{BB962C8B-B14F-4D97-AF65-F5344CB8AC3E}">
        <p14:creationId xmlns:p14="http://schemas.microsoft.com/office/powerpoint/2010/main" val="8139083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イノベーションカーブ一部">
    <p:spTree>
      <p:nvGrpSpPr>
        <p:cNvPr id="1" name=""/>
        <p:cNvGrpSpPr/>
        <p:nvPr/>
      </p:nvGrpSpPr>
      <p:grpSpPr>
        <a:xfrm>
          <a:off x="0" y="0"/>
          <a:ext cx="0" cy="0"/>
          <a:chOff x="0" y="0"/>
          <a:chExt cx="0" cy="0"/>
        </a:xfrm>
      </p:grpSpPr>
      <p:pic>
        <p:nvPicPr>
          <p:cNvPr id="3" name="Picture Placeholder 8">
            <a:extLst>
              <a:ext uri="{FF2B5EF4-FFF2-40B4-BE49-F238E27FC236}">
                <a16:creationId xmlns:a16="http://schemas.microsoft.com/office/drawing/2014/main" id="{135D64F4-1CA0-56CF-8C07-767DED8AAB1A}"/>
              </a:ext>
            </a:extLst>
          </p:cNvPr>
          <p:cNvPicPr>
            <a:picLocks noChangeAspect="1"/>
          </p:cNvPicPr>
          <p:nvPr userDrawn="1"/>
        </p:nvPicPr>
        <p:blipFill>
          <a:blip r:embed="rId2"/>
          <a:srcRect/>
          <a:stretch/>
        </p:blipFill>
        <p:spPr>
          <a:xfrm>
            <a:off x="1" y="-1"/>
            <a:ext cx="12191998" cy="6857999"/>
          </a:xfrm>
          <a:prstGeom prst="rect">
            <a:avLst/>
          </a:prstGeom>
        </p:spPr>
      </p:pic>
      <p:sp>
        <p:nvSpPr>
          <p:cNvPr id="8" name="正方形/長方形 7">
            <a:extLst>
              <a:ext uri="{FF2B5EF4-FFF2-40B4-BE49-F238E27FC236}">
                <a16:creationId xmlns:a16="http://schemas.microsoft.com/office/drawing/2014/main" id="{297923DD-A187-436F-BFDF-933B5E40DE59}"/>
              </a:ext>
            </a:extLst>
          </p:cNvPr>
          <p:cNvSpPr/>
          <p:nvPr userDrawn="1"/>
        </p:nvSpPr>
        <p:spPr>
          <a:xfrm>
            <a:off x="0" y="0"/>
            <a:ext cx="12187500" cy="6858001"/>
          </a:xfrm>
          <a:prstGeom prst="rect">
            <a:avLst/>
          </a:prstGeom>
          <a:solidFill>
            <a:srgbClr val="050D24">
              <a:alpha val="5808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5" name="図 4">
            <a:extLst>
              <a:ext uri="{FF2B5EF4-FFF2-40B4-BE49-F238E27FC236}">
                <a16:creationId xmlns:a16="http://schemas.microsoft.com/office/drawing/2014/main" id="{1F0B3FE2-7046-025F-1030-28927CDF7940}"/>
              </a:ext>
            </a:extLst>
          </p:cNvPr>
          <p:cNvPicPr>
            <a:picLocks noChangeAspect="1"/>
          </p:cNvPicPr>
          <p:nvPr userDrawn="1"/>
        </p:nvPicPr>
        <p:blipFill>
          <a:blip r:embed="rId3"/>
          <a:srcRect/>
          <a:stretch/>
        </p:blipFill>
        <p:spPr>
          <a:xfrm>
            <a:off x="231864" y="191534"/>
            <a:ext cx="2237123" cy="569864"/>
          </a:xfrm>
          <a:prstGeom prst="rect">
            <a:avLst/>
          </a:prstGeom>
        </p:spPr>
      </p:pic>
      <p:pic>
        <p:nvPicPr>
          <p:cNvPr id="7" name="図 6">
            <a:extLst>
              <a:ext uri="{FF2B5EF4-FFF2-40B4-BE49-F238E27FC236}">
                <a16:creationId xmlns:a16="http://schemas.microsoft.com/office/drawing/2014/main" id="{C26356CC-4A55-00B4-4C29-4C4FF9AC3E50}"/>
              </a:ext>
            </a:extLst>
          </p:cNvPr>
          <p:cNvPicPr>
            <a:picLocks noChangeAspect="1"/>
          </p:cNvPicPr>
          <p:nvPr userDrawn="1"/>
        </p:nvPicPr>
        <p:blipFill>
          <a:blip r:embed="rId4"/>
          <a:stretch>
            <a:fillRect/>
          </a:stretch>
        </p:blipFill>
        <p:spPr>
          <a:xfrm>
            <a:off x="7628966" y="0"/>
            <a:ext cx="4558534" cy="6876000"/>
          </a:xfrm>
          <a:prstGeom prst="rect">
            <a:avLst/>
          </a:prstGeom>
        </p:spPr>
      </p:pic>
      <p:sp>
        <p:nvSpPr>
          <p:cNvPr id="10" name="テキスト ボックス 9">
            <a:extLst>
              <a:ext uri="{FF2B5EF4-FFF2-40B4-BE49-F238E27FC236}">
                <a16:creationId xmlns:a16="http://schemas.microsoft.com/office/drawing/2014/main" id="{253D2BDA-26EA-370D-2084-F7F1C3809C6A}"/>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2026 NTT DATA Japan Corporation</a:t>
            </a:r>
          </a:p>
        </p:txBody>
      </p:sp>
      <p:sp>
        <p:nvSpPr>
          <p:cNvPr id="4" name="テキスト ボックス 3">
            <a:extLst>
              <a:ext uri="{FF2B5EF4-FFF2-40B4-BE49-F238E27FC236}">
                <a16:creationId xmlns:a16="http://schemas.microsoft.com/office/drawing/2014/main" id="{0C97F027-0343-7668-5879-F7126DF17584}"/>
              </a:ext>
            </a:extLst>
          </p:cNvPr>
          <p:cNvSpPr txBox="1"/>
          <p:nvPr userDrawn="1"/>
        </p:nvSpPr>
        <p:spPr>
          <a:xfrm>
            <a:off x="2919470" y="7465383"/>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
        <p:nvSpPr>
          <p:cNvPr id="2" name="タイトル 2">
            <a:extLst>
              <a:ext uri="{FF2B5EF4-FFF2-40B4-BE49-F238E27FC236}">
                <a16:creationId xmlns:a16="http://schemas.microsoft.com/office/drawing/2014/main" id="{FDC3CA59-45BD-B018-FE26-B50D0990128D}"/>
              </a:ext>
            </a:extLst>
          </p:cNvPr>
          <p:cNvSpPr>
            <a:spLocks noGrp="1"/>
          </p:cNvSpPr>
          <p:nvPr>
            <p:ph type="title" hasCustomPrompt="1"/>
          </p:nvPr>
        </p:nvSpPr>
        <p:spPr>
          <a:xfrm>
            <a:off x="381600" y="1450800"/>
            <a:ext cx="7185600" cy="795600"/>
          </a:xfrm>
          <a:prstGeom prst="rect">
            <a:avLst/>
          </a:prstGeom>
        </p:spPr>
        <p:txBody>
          <a:bodyPr lIns="0" rIns="0" anchor="b" anchorCtr="0"/>
          <a:lstStyle>
            <a:lvl1pPr>
              <a:defRPr>
                <a:solidFill>
                  <a:schemeClr val="bg1"/>
                </a:solidFill>
              </a:defRPr>
            </a:lvl1pPr>
          </a:lstStyle>
          <a:p>
            <a:pPr lvl="0"/>
            <a:r>
              <a:rPr kumimoji="1" lang="ja-JP" altLang="en-US"/>
              <a:t>○○○○御中</a:t>
            </a:r>
          </a:p>
        </p:txBody>
      </p:sp>
      <p:sp>
        <p:nvSpPr>
          <p:cNvPr id="12" name="テキスト プレースホルダー 6">
            <a:extLst>
              <a:ext uri="{FF2B5EF4-FFF2-40B4-BE49-F238E27FC236}">
                <a16:creationId xmlns:a16="http://schemas.microsoft.com/office/drawing/2014/main" id="{2704D472-D7F1-5C17-D2C9-89CA9C7E6E83}"/>
              </a:ext>
            </a:extLst>
          </p:cNvPr>
          <p:cNvSpPr>
            <a:spLocks noGrp="1"/>
          </p:cNvSpPr>
          <p:nvPr>
            <p:ph type="body" sz="quarter" idx="11" hasCustomPrompt="1"/>
          </p:nvPr>
        </p:nvSpPr>
        <p:spPr>
          <a:xfrm>
            <a:off x="381600" y="2246399"/>
            <a:ext cx="7185600" cy="2346865"/>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a:t>［タイトル］</a:t>
            </a:r>
          </a:p>
        </p:txBody>
      </p:sp>
      <p:sp>
        <p:nvSpPr>
          <p:cNvPr id="13" name="テキスト プレースホルダー 10">
            <a:extLst>
              <a:ext uri="{FF2B5EF4-FFF2-40B4-BE49-F238E27FC236}">
                <a16:creationId xmlns:a16="http://schemas.microsoft.com/office/drawing/2014/main" id="{FF2F9E31-F480-6E30-B7CC-0D2A360E0E4D}"/>
              </a:ext>
            </a:extLst>
          </p:cNvPr>
          <p:cNvSpPr>
            <a:spLocks noGrp="1"/>
          </p:cNvSpPr>
          <p:nvPr>
            <p:ph type="body" sz="quarter" idx="13" hasCustomPrompt="1"/>
          </p:nvPr>
        </p:nvSpPr>
        <p:spPr>
          <a:xfrm>
            <a:off x="381600" y="5191200"/>
            <a:ext cx="7185600" cy="1119600"/>
          </a:xfrm>
          <a:prstGeom prst="rect">
            <a:avLst/>
          </a:prstGeom>
        </p:spPr>
        <p:txBody>
          <a:bodyPr lIns="0" tIns="46800" rIns="0" anchor="b"/>
          <a:lstStyle>
            <a:lvl1pPr>
              <a:defRPr>
                <a:solidFill>
                  <a:schemeClr val="bg1"/>
                </a:solidFill>
              </a:defRPr>
            </a:lvl1pPr>
            <a:lvl5pPr marL="2438216" indent="0">
              <a:buNone/>
              <a:defRPr/>
            </a:lvl5pPr>
          </a:lstStyle>
          <a:p>
            <a:pPr lvl="0"/>
            <a:r>
              <a:rPr kumimoji="1" lang="en-US" altLang="ja-JP"/>
              <a:t>2026</a:t>
            </a:r>
            <a:r>
              <a:rPr kumimoji="1" lang="ja-JP" altLang="en-US"/>
              <a:t>年〇月〇日</a:t>
            </a:r>
            <a:endParaRPr kumimoji="1" lang="en-US" altLang="ja-JP"/>
          </a:p>
          <a:p>
            <a:pPr lvl="0"/>
            <a:r>
              <a:rPr kumimoji="1" lang="ja-JP" altLang="en-US"/>
              <a:t>株式会社</a:t>
            </a:r>
            <a:r>
              <a:rPr kumimoji="1" lang="en-US" altLang="ja-JP"/>
              <a:t>NTT</a:t>
            </a:r>
            <a:r>
              <a:rPr kumimoji="1" lang="ja-JP" altLang="en-US"/>
              <a:t>データ ○○○○○○</a:t>
            </a:r>
          </a:p>
          <a:p>
            <a:pPr lvl="0"/>
            <a:r>
              <a:rPr kumimoji="1" lang="ja-JP" altLang="en-US"/>
              <a:t>○○○○○○○○○○○○○○</a:t>
            </a:r>
          </a:p>
        </p:txBody>
      </p:sp>
    </p:spTree>
    <p:extLst>
      <p:ext uri="{BB962C8B-B14F-4D97-AF65-F5344CB8AC3E}">
        <p14:creationId xmlns:p14="http://schemas.microsoft.com/office/powerpoint/2010/main" val="161018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イノベーションカーブなし">
    <p:spTree>
      <p:nvGrpSpPr>
        <p:cNvPr id="1" name=""/>
        <p:cNvGrpSpPr/>
        <p:nvPr/>
      </p:nvGrpSpPr>
      <p:grpSpPr>
        <a:xfrm>
          <a:off x="0" y="0"/>
          <a:ext cx="0" cy="0"/>
          <a:chOff x="0" y="0"/>
          <a:chExt cx="0" cy="0"/>
        </a:xfrm>
      </p:grpSpPr>
      <p:pic>
        <p:nvPicPr>
          <p:cNvPr id="2" name="Picture Placeholder 8">
            <a:extLst>
              <a:ext uri="{FF2B5EF4-FFF2-40B4-BE49-F238E27FC236}">
                <a16:creationId xmlns:a16="http://schemas.microsoft.com/office/drawing/2014/main" id="{10AAF6A0-9426-1792-5BF0-ADD639497155}"/>
              </a:ext>
            </a:extLst>
          </p:cNvPr>
          <p:cNvPicPr>
            <a:picLocks noChangeAspect="1"/>
          </p:cNvPicPr>
          <p:nvPr userDrawn="1"/>
        </p:nvPicPr>
        <p:blipFill>
          <a:blip r:embed="rId2"/>
          <a:srcRect/>
          <a:stretch/>
        </p:blipFill>
        <p:spPr>
          <a:xfrm>
            <a:off x="1" y="-1"/>
            <a:ext cx="12191998" cy="6857999"/>
          </a:xfrm>
          <a:prstGeom prst="rect">
            <a:avLst/>
          </a:prstGeom>
        </p:spPr>
      </p:pic>
      <p:sp>
        <p:nvSpPr>
          <p:cNvPr id="4" name="正方形/長方形 3">
            <a:extLst>
              <a:ext uri="{FF2B5EF4-FFF2-40B4-BE49-F238E27FC236}">
                <a16:creationId xmlns:a16="http://schemas.microsoft.com/office/drawing/2014/main" id="{770D6933-50FC-7553-7845-69CEDA1C00C5}"/>
              </a:ext>
            </a:extLst>
          </p:cNvPr>
          <p:cNvSpPr/>
          <p:nvPr userDrawn="1"/>
        </p:nvSpPr>
        <p:spPr>
          <a:xfrm>
            <a:off x="0" y="0"/>
            <a:ext cx="12187500" cy="6858001"/>
          </a:xfrm>
          <a:prstGeom prst="rect">
            <a:avLst/>
          </a:prstGeom>
          <a:solidFill>
            <a:srgbClr val="050D24">
              <a:alpha val="5808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3" name="図 2">
            <a:extLst>
              <a:ext uri="{FF2B5EF4-FFF2-40B4-BE49-F238E27FC236}">
                <a16:creationId xmlns:a16="http://schemas.microsoft.com/office/drawing/2014/main" id="{14FF15F3-493A-8C15-9F64-F0766961604A}"/>
              </a:ext>
            </a:extLst>
          </p:cNvPr>
          <p:cNvPicPr>
            <a:picLocks noChangeAspect="1"/>
          </p:cNvPicPr>
          <p:nvPr userDrawn="1"/>
        </p:nvPicPr>
        <p:blipFill>
          <a:blip r:embed="rId3"/>
          <a:srcRect/>
          <a:stretch/>
        </p:blipFill>
        <p:spPr>
          <a:xfrm>
            <a:off x="231864" y="191534"/>
            <a:ext cx="2237123" cy="569864"/>
          </a:xfrm>
          <a:prstGeom prst="rect">
            <a:avLst/>
          </a:prstGeom>
        </p:spPr>
      </p:pic>
      <p:sp>
        <p:nvSpPr>
          <p:cNvPr id="6" name="テキスト ボックス 5">
            <a:extLst>
              <a:ext uri="{FF2B5EF4-FFF2-40B4-BE49-F238E27FC236}">
                <a16:creationId xmlns:a16="http://schemas.microsoft.com/office/drawing/2014/main" id="{E6AA3F11-2310-C251-1D68-4B8F48D50146}"/>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2026 NTT DATA Japan Corporation</a:t>
            </a:r>
          </a:p>
        </p:txBody>
      </p:sp>
      <p:sp>
        <p:nvSpPr>
          <p:cNvPr id="8" name="テキスト ボックス 7">
            <a:extLst>
              <a:ext uri="{FF2B5EF4-FFF2-40B4-BE49-F238E27FC236}">
                <a16:creationId xmlns:a16="http://schemas.microsoft.com/office/drawing/2014/main" id="{A6C1596D-A3C7-4FF6-6DFA-9626A8F84014}"/>
              </a:ext>
            </a:extLst>
          </p:cNvPr>
          <p:cNvSpPr txBox="1"/>
          <p:nvPr userDrawn="1"/>
        </p:nvSpPr>
        <p:spPr>
          <a:xfrm>
            <a:off x="2919470" y="7465383"/>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
        <p:nvSpPr>
          <p:cNvPr id="7" name="タイトル 2">
            <a:extLst>
              <a:ext uri="{FF2B5EF4-FFF2-40B4-BE49-F238E27FC236}">
                <a16:creationId xmlns:a16="http://schemas.microsoft.com/office/drawing/2014/main" id="{8D564593-F08C-BEC6-7F51-ED1F5CE1271B}"/>
              </a:ext>
            </a:extLst>
          </p:cNvPr>
          <p:cNvSpPr>
            <a:spLocks noGrp="1"/>
          </p:cNvSpPr>
          <p:nvPr>
            <p:ph type="title" hasCustomPrompt="1"/>
          </p:nvPr>
        </p:nvSpPr>
        <p:spPr>
          <a:xfrm>
            <a:off x="381600" y="1450800"/>
            <a:ext cx="11440800" cy="795600"/>
          </a:xfrm>
          <a:prstGeom prst="rect">
            <a:avLst/>
          </a:prstGeom>
        </p:spPr>
        <p:txBody>
          <a:bodyPr lIns="0" rIns="0" anchor="b" anchorCtr="0"/>
          <a:lstStyle>
            <a:lvl1pPr>
              <a:defRPr>
                <a:solidFill>
                  <a:schemeClr val="bg1"/>
                </a:solidFill>
              </a:defRPr>
            </a:lvl1pPr>
          </a:lstStyle>
          <a:p>
            <a:pPr lvl="0"/>
            <a:r>
              <a:rPr kumimoji="1" lang="ja-JP" altLang="en-US"/>
              <a:t>○○○○御中</a:t>
            </a:r>
          </a:p>
        </p:txBody>
      </p:sp>
      <p:sp>
        <p:nvSpPr>
          <p:cNvPr id="11" name="テキスト プレースホルダー 6">
            <a:extLst>
              <a:ext uri="{FF2B5EF4-FFF2-40B4-BE49-F238E27FC236}">
                <a16:creationId xmlns:a16="http://schemas.microsoft.com/office/drawing/2014/main" id="{0B4BDF00-A209-76C8-BB25-F0D0D8A5CF53}"/>
              </a:ext>
            </a:extLst>
          </p:cNvPr>
          <p:cNvSpPr>
            <a:spLocks noGrp="1"/>
          </p:cNvSpPr>
          <p:nvPr>
            <p:ph type="body" sz="quarter" idx="11" hasCustomPrompt="1"/>
          </p:nvPr>
        </p:nvSpPr>
        <p:spPr>
          <a:xfrm>
            <a:off x="381600" y="2246400"/>
            <a:ext cx="11440800" cy="1562400"/>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a:t>［タイトル］</a:t>
            </a:r>
          </a:p>
        </p:txBody>
      </p:sp>
      <p:sp>
        <p:nvSpPr>
          <p:cNvPr id="12" name="テキスト プレースホルダー 10">
            <a:extLst>
              <a:ext uri="{FF2B5EF4-FFF2-40B4-BE49-F238E27FC236}">
                <a16:creationId xmlns:a16="http://schemas.microsoft.com/office/drawing/2014/main" id="{07CC41DA-AB1D-B096-5118-CDEB9ED3AACC}"/>
              </a:ext>
            </a:extLst>
          </p:cNvPr>
          <p:cNvSpPr>
            <a:spLocks noGrp="1"/>
          </p:cNvSpPr>
          <p:nvPr>
            <p:ph type="body" sz="quarter" idx="13" hasCustomPrompt="1"/>
          </p:nvPr>
        </p:nvSpPr>
        <p:spPr>
          <a:xfrm>
            <a:off x="381600" y="5191200"/>
            <a:ext cx="11440800" cy="1119600"/>
          </a:xfrm>
          <a:prstGeom prst="rect">
            <a:avLst/>
          </a:prstGeom>
        </p:spPr>
        <p:txBody>
          <a:bodyPr lIns="0" tIns="46800" rIns="0" anchor="b"/>
          <a:lstStyle>
            <a:lvl1pPr>
              <a:defRPr>
                <a:solidFill>
                  <a:schemeClr val="bg1"/>
                </a:solidFill>
              </a:defRPr>
            </a:lvl1pPr>
            <a:lvl5pPr marL="2438216" indent="0">
              <a:buNone/>
              <a:defRPr/>
            </a:lvl5pPr>
          </a:lstStyle>
          <a:p>
            <a:pPr lvl="0"/>
            <a:r>
              <a:rPr kumimoji="1" lang="en-US" altLang="ja-JP"/>
              <a:t>2026</a:t>
            </a:r>
            <a:r>
              <a:rPr kumimoji="1" lang="ja-JP" altLang="en-US"/>
              <a:t>年〇月〇日</a:t>
            </a:r>
            <a:endParaRPr kumimoji="1" lang="en-US" altLang="ja-JP"/>
          </a:p>
          <a:p>
            <a:pPr lvl="0"/>
            <a:r>
              <a:rPr kumimoji="1" lang="ja-JP" altLang="en-US"/>
              <a:t>株式会社</a:t>
            </a:r>
            <a:r>
              <a:rPr kumimoji="1" lang="en-US" altLang="ja-JP"/>
              <a:t>NTT</a:t>
            </a:r>
            <a:r>
              <a:rPr kumimoji="1" lang="ja-JP" altLang="en-US"/>
              <a:t>データ ○○○○○○</a:t>
            </a:r>
          </a:p>
          <a:p>
            <a:pPr lvl="0"/>
            <a:r>
              <a:rPr kumimoji="1" lang="ja-JP" altLang="en-US"/>
              <a:t>○○○○○○○○○○○○○○</a:t>
            </a:r>
          </a:p>
        </p:txBody>
      </p:sp>
    </p:spTree>
    <p:extLst>
      <p:ext uri="{BB962C8B-B14F-4D97-AF65-F5344CB8AC3E}">
        <p14:creationId xmlns:p14="http://schemas.microsoft.com/office/powerpoint/2010/main" val="21723414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写真">
    <p:spTree>
      <p:nvGrpSpPr>
        <p:cNvPr id="1" name=""/>
        <p:cNvGrpSpPr/>
        <p:nvPr/>
      </p:nvGrpSpPr>
      <p:grpSpPr>
        <a:xfrm>
          <a:off x="0" y="0"/>
          <a:ext cx="0" cy="0"/>
          <a:chOff x="0" y="0"/>
          <a:chExt cx="0" cy="0"/>
        </a:xfrm>
      </p:grpSpPr>
      <p:pic>
        <p:nvPicPr>
          <p:cNvPr id="5" name="図プレースホルダー 11">
            <a:extLst>
              <a:ext uri="{FF2B5EF4-FFF2-40B4-BE49-F238E27FC236}">
                <a16:creationId xmlns:a16="http://schemas.microsoft.com/office/drawing/2014/main" id="{A3393BEA-233F-245F-0129-ADDB8158110C}"/>
              </a:ext>
            </a:extLst>
          </p:cNvPr>
          <p:cNvPicPr>
            <a:picLocks noChangeAspect="1"/>
          </p:cNvPicPr>
          <p:nvPr userDrawn="1"/>
        </p:nvPicPr>
        <p:blipFill rotWithShape="1">
          <a:blip r:embed="rId2"/>
          <a:srcRect l="21608" t="8744" r="2060" b="52192"/>
          <a:stretch/>
        </p:blipFill>
        <p:spPr>
          <a:xfrm>
            <a:off x="0" y="3351600"/>
            <a:ext cx="12193200" cy="3510000"/>
          </a:xfrm>
          <a:prstGeom prst="rect">
            <a:avLst/>
          </a:prstGeom>
        </p:spPr>
      </p:pic>
      <p:pic>
        <p:nvPicPr>
          <p:cNvPr id="10" name="図 9">
            <a:extLst>
              <a:ext uri="{FF2B5EF4-FFF2-40B4-BE49-F238E27FC236}">
                <a16:creationId xmlns:a16="http://schemas.microsoft.com/office/drawing/2014/main" id="{4E76937A-BEA1-17BD-51FF-75828A894647}"/>
              </a:ext>
            </a:extLst>
          </p:cNvPr>
          <p:cNvPicPr>
            <a:picLocks noChangeAspect="1"/>
          </p:cNvPicPr>
          <p:nvPr userDrawn="1"/>
        </p:nvPicPr>
        <p:blipFill>
          <a:blip r:embed="rId3"/>
          <a:stretch>
            <a:fillRect/>
          </a:stretch>
        </p:blipFill>
        <p:spPr>
          <a:xfrm>
            <a:off x="9068400" y="3733200"/>
            <a:ext cx="2743200" cy="2743200"/>
          </a:xfrm>
          <a:prstGeom prst="rect">
            <a:avLst/>
          </a:prstGeom>
        </p:spPr>
      </p:pic>
      <p:sp>
        <p:nvSpPr>
          <p:cNvPr id="12" name="テキスト ボックス 11">
            <a:extLst>
              <a:ext uri="{FF2B5EF4-FFF2-40B4-BE49-F238E27FC236}">
                <a16:creationId xmlns:a16="http://schemas.microsoft.com/office/drawing/2014/main" id="{CC6F50BD-6D4E-93A3-94F5-CD0A6C075F68}"/>
              </a:ext>
            </a:extLst>
          </p:cNvPr>
          <p:cNvSpPr txBox="1"/>
          <p:nvPr userDrawn="1"/>
        </p:nvSpPr>
        <p:spPr>
          <a:xfrm>
            <a:off x="370800" y="31464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2026 NTT DATA Japan Corporation</a:t>
            </a:r>
          </a:p>
        </p:txBody>
      </p:sp>
      <p:sp>
        <p:nvSpPr>
          <p:cNvPr id="7" name="テキスト ボックス 6">
            <a:extLst>
              <a:ext uri="{FF2B5EF4-FFF2-40B4-BE49-F238E27FC236}">
                <a16:creationId xmlns:a16="http://schemas.microsoft.com/office/drawing/2014/main" id="{5FFAB0DC-12F1-0A0D-5E05-98EABE352010}"/>
              </a:ext>
            </a:extLst>
          </p:cNvPr>
          <p:cNvSpPr txBox="1"/>
          <p:nvPr userDrawn="1"/>
        </p:nvSpPr>
        <p:spPr>
          <a:xfrm>
            <a:off x="2919470" y="7465383"/>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
        <p:nvSpPr>
          <p:cNvPr id="2" name="タイトル 2">
            <a:extLst>
              <a:ext uri="{FF2B5EF4-FFF2-40B4-BE49-F238E27FC236}">
                <a16:creationId xmlns:a16="http://schemas.microsoft.com/office/drawing/2014/main" id="{F5B93878-EB0F-DF28-452A-99587B3CF9AF}"/>
              </a:ext>
            </a:extLst>
          </p:cNvPr>
          <p:cNvSpPr>
            <a:spLocks noGrp="1"/>
          </p:cNvSpPr>
          <p:nvPr>
            <p:ph type="title" hasCustomPrompt="1"/>
          </p:nvPr>
        </p:nvSpPr>
        <p:spPr>
          <a:xfrm>
            <a:off x="370800" y="752400"/>
            <a:ext cx="11440800" cy="396000"/>
          </a:xfrm>
          <a:prstGeom prst="rect">
            <a:avLst/>
          </a:prstGeom>
        </p:spPr>
        <p:txBody>
          <a:bodyPr lIns="0" rIns="0" anchor="b" anchorCtr="0"/>
          <a:lstStyle>
            <a:lvl1pPr>
              <a:defRPr>
                <a:solidFill>
                  <a:schemeClr val="bg1"/>
                </a:solidFill>
              </a:defRPr>
            </a:lvl1pPr>
          </a:lstStyle>
          <a:p>
            <a:pPr lvl="0"/>
            <a:r>
              <a:rPr kumimoji="1" lang="ja-JP" altLang="en-US"/>
              <a:t>○○○○御中</a:t>
            </a:r>
          </a:p>
        </p:txBody>
      </p:sp>
      <p:sp>
        <p:nvSpPr>
          <p:cNvPr id="3" name="テキスト プレースホルダー 6">
            <a:extLst>
              <a:ext uri="{FF2B5EF4-FFF2-40B4-BE49-F238E27FC236}">
                <a16:creationId xmlns:a16="http://schemas.microsoft.com/office/drawing/2014/main" id="{5893501C-E04B-3D7E-860E-2A66FEF8D7C9}"/>
              </a:ext>
            </a:extLst>
          </p:cNvPr>
          <p:cNvSpPr>
            <a:spLocks noGrp="1"/>
          </p:cNvSpPr>
          <p:nvPr>
            <p:ph type="body" sz="quarter" idx="11" hasCustomPrompt="1"/>
          </p:nvPr>
        </p:nvSpPr>
        <p:spPr>
          <a:xfrm>
            <a:off x="370800" y="1143727"/>
            <a:ext cx="11440800" cy="1422244"/>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a:t>［タイトル］</a:t>
            </a:r>
          </a:p>
        </p:txBody>
      </p:sp>
      <p:sp>
        <p:nvSpPr>
          <p:cNvPr id="4" name="テキスト プレースホルダー 10">
            <a:extLst>
              <a:ext uri="{FF2B5EF4-FFF2-40B4-BE49-F238E27FC236}">
                <a16:creationId xmlns:a16="http://schemas.microsoft.com/office/drawing/2014/main" id="{8ADA0CC1-B34F-2866-9154-43C9EABF8BF5}"/>
              </a:ext>
            </a:extLst>
          </p:cNvPr>
          <p:cNvSpPr>
            <a:spLocks noGrp="1"/>
          </p:cNvSpPr>
          <p:nvPr>
            <p:ph type="body" sz="quarter" idx="13" hasCustomPrompt="1"/>
          </p:nvPr>
        </p:nvSpPr>
        <p:spPr>
          <a:xfrm>
            <a:off x="370800" y="2565971"/>
            <a:ext cx="11440800" cy="375900"/>
          </a:xfrm>
          <a:prstGeom prst="rect">
            <a:avLst/>
          </a:prstGeom>
        </p:spPr>
        <p:txBody>
          <a:bodyPr lIns="0" tIns="46800" rIns="0"/>
          <a:lstStyle>
            <a:lvl1pPr>
              <a:defRPr>
                <a:solidFill>
                  <a:schemeClr val="bg1"/>
                </a:solidFill>
              </a:defRPr>
            </a:lvl1pPr>
            <a:lvl5pPr marL="2438216" indent="0">
              <a:buNone/>
              <a:defRPr/>
            </a:lvl5pPr>
          </a:lstStyle>
          <a:p>
            <a:pPr lvl="0"/>
            <a:r>
              <a:rPr kumimoji="1" lang="en-US" altLang="ja-JP"/>
              <a:t>2026</a:t>
            </a:r>
            <a:r>
              <a:rPr kumimoji="1" lang="ja-JP" altLang="en-US"/>
              <a:t>年〇月〇日　株式会社</a:t>
            </a:r>
            <a:r>
              <a:rPr kumimoji="1" lang="en-US" altLang="ja-JP"/>
              <a:t>NTT</a:t>
            </a:r>
            <a:r>
              <a:rPr kumimoji="1" lang="ja-JP" altLang="en-US"/>
              <a:t>データ ○○○○○○</a:t>
            </a:r>
          </a:p>
        </p:txBody>
      </p:sp>
    </p:spTree>
    <p:extLst>
      <p:ext uri="{BB962C8B-B14F-4D97-AF65-F5344CB8AC3E}">
        <p14:creationId xmlns:p14="http://schemas.microsoft.com/office/powerpoint/2010/main" val="8532304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image" Target="../media/image1.png"/><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6" Type="http://schemas.openxmlformats.org/officeDocument/2006/relationships/image" Target="../media/image1.png"/><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theme" Target="../theme/theme3.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image" Target="../media/image4.gif"/><Relationship Id="rId5" Type="http://schemas.openxmlformats.org/officeDocument/2006/relationships/theme" Target="../theme/theme4.xml"/><Relationship Id="rId4"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9BAA029A-FBBF-0DA2-B8D6-BC87BC147E66}"/>
              </a:ext>
            </a:extLst>
          </p:cNvPr>
          <p:cNvPicPr>
            <a:picLocks noChangeAspect="1"/>
          </p:cNvPicPr>
          <p:nvPr userDrawn="1"/>
        </p:nvPicPr>
        <p:blipFill>
          <a:blip r:embed="rId4"/>
          <a:stretch>
            <a:fillRect/>
          </a:stretch>
        </p:blipFill>
        <p:spPr>
          <a:xfrm>
            <a:off x="227967" y="191534"/>
            <a:ext cx="2244917" cy="569864"/>
          </a:xfrm>
          <a:prstGeom prst="rect">
            <a:avLst/>
          </a:prstGeom>
        </p:spPr>
      </p:pic>
      <p:sp>
        <p:nvSpPr>
          <p:cNvPr id="2" name="テキスト ボックス 1">
            <a:extLst>
              <a:ext uri="{FF2B5EF4-FFF2-40B4-BE49-F238E27FC236}">
                <a16:creationId xmlns:a16="http://schemas.microsoft.com/office/drawing/2014/main" id="{99FFB214-AC1C-6625-D288-FF1B7FC90CA1}"/>
              </a:ext>
            </a:extLst>
          </p:cNvPr>
          <p:cNvSpPr txBox="1"/>
          <p:nvPr userDrawn="1"/>
        </p:nvSpPr>
        <p:spPr>
          <a:xfrm>
            <a:off x="690926" y="7065341"/>
            <a:ext cx="10810147" cy="329192"/>
          </a:xfrm>
          <a:prstGeom prst="rect">
            <a:avLst/>
          </a:prstGeom>
          <a:noFill/>
        </p:spPr>
        <p:txBody>
          <a:bodyPr wrap="none" lIns="0" rIns="0" rtlCol="0">
            <a:noAutofit/>
          </a:bodyPr>
          <a:lstStyle/>
          <a:p>
            <a:pPr algn="ctr" defTabSz="288000"/>
            <a:r>
              <a:rPr kumimoji="1" lang="ja-JP" altLang="en-US">
                <a:solidFill>
                  <a:srgbClr val="C00000"/>
                </a:solidFill>
                <a:latin typeface="+mn-ea"/>
              </a:rPr>
              <a:t>コピーライトを修正するときは、ホームタブの「置換」から、文字列を</a:t>
            </a:r>
            <a:r>
              <a:rPr kumimoji="1" lang="ja-JP" altLang="en-US" b="1">
                <a:solidFill>
                  <a:srgbClr val="C00000"/>
                </a:solidFill>
                <a:latin typeface="+mn-ea"/>
              </a:rPr>
              <a:t>すべて置換</a:t>
            </a:r>
            <a:r>
              <a:rPr kumimoji="1" lang="ja-JP" altLang="en-US">
                <a:solidFill>
                  <a:srgbClr val="C00000"/>
                </a:solidFill>
                <a:latin typeface="+mn-ea"/>
              </a:rPr>
              <a:t>してください。</a:t>
            </a:r>
          </a:p>
        </p:txBody>
      </p:sp>
      <p:sp>
        <p:nvSpPr>
          <p:cNvPr id="12" name="テキスト ボックス 11">
            <a:extLst>
              <a:ext uri="{FF2B5EF4-FFF2-40B4-BE49-F238E27FC236}">
                <a16:creationId xmlns:a16="http://schemas.microsoft.com/office/drawing/2014/main" id="{8E0B27DF-CFBE-A4A8-9EB1-3609B2C2EB77}"/>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rgbClr val="6B6B6B"/>
                </a:solidFill>
              </a:rPr>
              <a:t>© 2026 NTT DATA Japan Corporation</a:t>
            </a:r>
          </a:p>
        </p:txBody>
      </p:sp>
    </p:spTree>
    <p:extLst>
      <p:ext uri="{BB962C8B-B14F-4D97-AF65-F5344CB8AC3E}">
        <p14:creationId xmlns:p14="http://schemas.microsoft.com/office/powerpoint/2010/main" val="2903117392"/>
      </p:ext>
    </p:extLst>
  </p:cSld>
  <p:clrMap bg1="lt1" tx1="dk1" bg2="lt2" tx2="dk2" accent1="accent1" accent2="accent2" accent3="accent3" accent4="accent4" accent5="accent5" accent6="accent6" hlink="hlink" folHlink="folHlink"/>
  <p:sldLayoutIdLst>
    <p:sldLayoutId id="2147484009" r:id="rId1"/>
    <p:sldLayoutId id="2147483932" r:id="rId2"/>
  </p:sldLayoutIdLst>
  <p:hf hdr="0" dt="0"/>
  <p:txStyles>
    <p:titleStyle>
      <a:lvl1pPr algn="l" defTabSz="609555" rtl="0" eaLnBrk="1" fontAlgn="base" hangingPunct="1">
        <a:spcBef>
          <a:spcPct val="0"/>
        </a:spcBef>
        <a:spcAft>
          <a:spcPct val="0"/>
        </a:spcAft>
        <a:defRPr kumimoji="1" sz="2000" b="0" i="0" kern="1200" spc="0" baseline="0">
          <a:solidFill>
            <a:schemeClr val="accent1"/>
          </a:solidFill>
          <a:latin typeface="+mn-ea"/>
          <a:ea typeface="+mn-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20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userDrawn="1">
          <p15:clr>
            <a:srgbClr val="F26B43"/>
          </p15:clr>
        </p15:guide>
        <p15:guide id="2" pos="3840" userDrawn="1">
          <p15:clr>
            <a:srgbClr val="F26B43"/>
          </p15:clr>
        </p15:guide>
        <p15:guide id="4" pos="7446" userDrawn="1">
          <p15:clr>
            <a:srgbClr val="F26B43"/>
          </p15:clr>
        </p15:guide>
        <p15:guide id="6" orient="horz" pos="4201">
          <p15:clr>
            <a:srgbClr val="F26B43"/>
          </p15:clr>
        </p15:guide>
        <p15:guide id="11" orient="horz" pos="21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1FF17374-619F-B03A-AF33-23643D9990F2}"/>
              </a:ext>
            </a:extLst>
          </p:cNvPr>
          <p:cNvPicPr>
            <a:picLocks noChangeAspect="1"/>
          </p:cNvPicPr>
          <p:nvPr userDrawn="1"/>
        </p:nvPicPr>
        <p:blipFill>
          <a:blip r:embed="rId15"/>
          <a:srcRect/>
          <a:stretch/>
        </p:blipFill>
        <p:spPr>
          <a:xfrm>
            <a:off x="10741025" y="6425921"/>
            <a:ext cx="1152894" cy="292657"/>
          </a:xfrm>
          <a:prstGeom prst="rect">
            <a:avLst/>
          </a:prstGeom>
        </p:spPr>
      </p:pic>
      <p:sp>
        <p:nvSpPr>
          <p:cNvPr id="2" name="タイトル プレースホルダー 1">
            <a:extLst>
              <a:ext uri="{FF2B5EF4-FFF2-40B4-BE49-F238E27FC236}">
                <a16:creationId xmlns:a16="http://schemas.microsoft.com/office/drawing/2014/main" id="{B037A440-03F7-DC4B-BD06-698F971DD4B7}"/>
              </a:ext>
            </a:extLst>
          </p:cNvPr>
          <p:cNvSpPr>
            <a:spLocks noGrp="1"/>
          </p:cNvSpPr>
          <p:nvPr>
            <p:ph type="title"/>
          </p:nvPr>
        </p:nvSpPr>
        <p:spPr>
          <a:xfrm>
            <a:off x="407988" y="164693"/>
            <a:ext cx="11376026" cy="412538"/>
          </a:xfrm>
          <a:prstGeom prst="rect">
            <a:avLst/>
          </a:prstGeom>
        </p:spPr>
        <p:txBody>
          <a:bodyPr vert="horz" lIns="0" tIns="0" rIns="0" bIns="0" rtlCol="0" anchor="t" anchorCtr="0">
            <a:no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6DD323A-9269-AE42-951E-F08FD291D3E6}"/>
              </a:ext>
            </a:extLst>
          </p:cNvPr>
          <p:cNvSpPr>
            <a:spLocks noGrp="1"/>
          </p:cNvSpPr>
          <p:nvPr>
            <p:ph type="body" idx="1"/>
          </p:nvPr>
        </p:nvSpPr>
        <p:spPr>
          <a:xfrm>
            <a:off x="407987" y="692150"/>
            <a:ext cx="11387161" cy="5796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9" name="テキスト ボックス 8">
            <a:extLst>
              <a:ext uri="{FF2B5EF4-FFF2-40B4-BE49-F238E27FC236}">
                <a16:creationId xmlns:a16="http://schemas.microsoft.com/office/drawing/2014/main" id="{1D1D4E16-E062-D856-6161-F5C259925C14}"/>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rgbClr val="6B6B6B"/>
                </a:solidFill>
              </a:rPr>
              <a:t>© 2026 NTT DATA Japan Corporation</a:t>
            </a:r>
          </a:p>
        </p:txBody>
      </p:sp>
    </p:spTree>
    <p:extLst>
      <p:ext uri="{BB962C8B-B14F-4D97-AF65-F5344CB8AC3E}">
        <p14:creationId xmlns:p14="http://schemas.microsoft.com/office/powerpoint/2010/main" val="1330119830"/>
      </p:ext>
    </p:extLst>
  </p:cSld>
  <p:clrMap bg1="lt1" tx1="dk1" bg2="lt2" tx2="dk2" accent1="accent1" accent2="accent2" accent3="accent3" accent4="accent4" accent5="accent5" accent6="accent6" hlink="hlink" folHlink="folHlink"/>
  <p:sldLayoutIdLst>
    <p:sldLayoutId id="2147484028" r:id="rId1"/>
    <p:sldLayoutId id="2147484029" r:id="rId2"/>
    <p:sldLayoutId id="2147484030" r:id="rId3"/>
    <p:sldLayoutId id="2147484031" r:id="rId4"/>
    <p:sldLayoutId id="2147484032" r:id="rId5"/>
    <p:sldLayoutId id="2147484033" r:id="rId6"/>
    <p:sldLayoutId id="2147484034" r:id="rId7"/>
    <p:sldLayoutId id="2147484035" r:id="rId8"/>
    <p:sldLayoutId id="2147484036" r:id="rId9"/>
    <p:sldLayoutId id="2147484037" r:id="rId10"/>
    <p:sldLayoutId id="2147484038" r:id="rId11"/>
    <p:sldLayoutId id="2147484039" r:id="rId12"/>
    <p:sldLayoutId id="2147484040" r:id="rId13"/>
  </p:sldLayoutIdLst>
  <p:hf hdr="0" dt="0"/>
  <p:txStyles>
    <p:titleStyle>
      <a:lvl1pPr algn="l" defTabSz="609555" rtl="0" eaLnBrk="1" fontAlgn="base" hangingPunct="1">
        <a:spcBef>
          <a:spcPct val="0"/>
        </a:spcBef>
        <a:spcAft>
          <a:spcPct val="0"/>
        </a:spcAft>
        <a:defRPr kumimoji="1" sz="2400" b="1" i="0" kern="1200" spc="0" baseline="0">
          <a:solidFill>
            <a:schemeClr val="accent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p15:clr>
            <a:srgbClr val="F26B43"/>
          </p15:clr>
        </p15:guide>
        <p15:guide id="4" orient="horz" pos="2160">
          <p15:clr>
            <a:srgbClr val="F26B43"/>
          </p15:clr>
        </p15:guide>
        <p15:guide id="6" orient="horz" pos="663">
          <p15:clr>
            <a:srgbClr val="F26B43"/>
          </p15:clr>
        </p15:guide>
        <p15:guide id="7" pos="3840">
          <p15:clr>
            <a:srgbClr val="F26B43"/>
          </p15:clr>
        </p15:guide>
        <p15:guide id="8" pos="7446">
          <p15:clr>
            <a:srgbClr val="F26B43"/>
          </p15:clr>
        </p15:guide>
        <p15:guide id="9" orient="horz" pos="3929">
          <p15:clr>
            <a:srgbClr val="F26B43"/>
          </p15:clr>
        </p15:guide>
        <p15:guide id="10" orient="horz" pos="210">
          <p15:clr>
            <a:srgbClr val="F26B43"/>
          </p15:clr>
        </p15:guide>
        <p15:guide id="12" orient="horz" pos="420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1FF17374-619F-B03A-AF33-23643D9990F2}"/>
              </a:ext>
            </a:extLst>
          </p:cNvPr>
          <p:cNvPicPr>
            <a:picLocks noChangeAspect="1"/>
          </p:cNvPicPr>
          <p:nvPr userDrawn="1"/>
        </p:nvPicPr>
        <p:blipFill>
          <a:blip r:embed="rId16"/>
          <a:srcRect/>
          <a:stretch/>
        </p:blipFill>
        <p:spPr>
          <a:xfrm>
            <a:off x="10741025" y="6425921"/>
            <a:ext cx="1152894" cy="292657"/>
          </a:xfrm>
          <a:prstGeom prst="rect">
            <a:avLst/>
          </a:prstGeom>
        </p:spPr>
      </p:pic>
      <p:sp>
        <p:nvSpPr>
          <p:cNvPr id="2" name="タイトル プレースホルダー 1">
            <a:extLst>
              <a:ext uri="{FF2B5EF4-FFF2-40B4-BE49-F238E27FC236}">
                <a16:creationId xmlns:a16="http://schemas.microsoft.com/office/drawing/2014/main" id="{B037A440-03F7-DC4B-BD06-698F971DD4B7}"/>
              </a:ext>
            </a:extLst>
          </p:cNvPr>
          <p:cNvSpPr>
            <a:spLocks noGrp="1"/>
          </p:cNvSpPr>
          <p:nvPr>
            <p:ph type="title"/>
          </p:nvPr>
        </p:nvSpPr>
        <p:spPr>
          <a:xfrm>
            <a:off x="407988" y="164693"/>
            <a:ext cx="11376026" cy="412538"/>
          </a:xfrm>
          <a:prstGeom prst="rect">
            <a:avLst/>
          </a:prstGeom>
        </p:spPr>
        <p:txBody>
          <a:bodyPr vert="horz" lIns="0" tIns="0" rIns="0" bIns="0" rtlCol="0" anchor="t" anchorCtr="0">
            <a:no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6DD323A-9269-AE42-951E-F08FD291D3E6}"/>
              </a:ext>
            </a:extLst>
          </p:cNvPr>
          <p:cNvSpPr>
            <a:spLocks noGrp="1"/>
          </p:cNvSpPr>
          <p:nvPr>
            <p:ph type="body" idx="1"/>
          </p:nvPr>
        </p:nvSpPr>
        <p:spPr>
          <a:xfrm>
            <a:off x="407987" y="692150"/>
            <a:ext cx="11387161" cy="5796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9" name="テキスト ボックス 8">
            <a:extLst>
              <a:ext uri="{FF2B5EF4-FFF2-40B4-BE49-F238E27FC236}">
                <a16:creationId xmlns:a16="http://schemas.microsoft.com/office/drawing/2014/main" id="{1D1D4E16-E062-D856-6161-F5C259925C14}"/>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rgbClr val="6B6B6B"/>
                </a:solidFill>
              </a:rPr>
              <a:t>© 2026 NTT DATA Japan Corporation</a:t>
            </a:r>
          </a:p>
        </p:txBody>
      </p:sp>
    </p:spTree>
    <p:extLst>
      <p:ext uri="{BB962C8B-B14F-4D97-AF65-F5344CB8AC3E}">
        <p14:creationId xmlns:p14="http://schemas.microsoft.com/office/powerpoint/2010/main" val="3466074678"/>
      </p:ext>
    </p:extLst>
  </p:cSld>
  <p:clrMap bg1="lt1" tx1="dk1" bg2="lt2" tx2="dk2" accent1="accent1" accent2="accent2" accent3="accent3" accent4="accent4" accent5="accent5" accent6="accent6" hlink="hlink" folHlink="folHlink"/>
  <p:sldLayoutIdLst>
    <p:sldLayoutId id="2147484086" r:id="rId1"/>
    <p:sldLayoutId id="2147484087" r:id="rId2"/>
    <p:sldLayoutId id="2147484088" r:id="rId3"/>
    <p:sldLayoutId id="2147484089" r:id="rId4"/>
    <p:sldLayoutId id="2147484090" r:id="rId5"/>
    <p:sldLayoutId id="2147484091" r:id="rId6"/>
    <p:sldLayoutId id="2147484092" r:id="rId7"/>
    <p:sldLayoutId id="2147484093" r:id="rId8"/>
    <p:sldLayoutId id="2147484094" r:id="rId9"/>
    <p:sldLayoutId id="2147484095" r:id="rId10"/>
    <p:sldLayoutId id="2147484096" r:id="rId11"/>
    <p:sldLayoutId id="2147484097" r:id="rId12"/>
    <p:sldLayoutId id="2147484098" r:id="rId13"/>
    <p:sldLayoutId id="2147484107" r:id="rId14"/>
  </p:sldLayoutIdLst>
  <p:hf hdr="0" dt="0"/>
  <p:txStyles>
    <p:titleStyle>
      <a:lvl1pPr algn="l" defTabSz="609555" rtl="0" eaLnBrk="1" fontAlgn="base" hangingPunct="1">
        <a:spcBef>
          <a:spcPct val="0"/>
        </a:spcBef>
        <a:spcAft>
          <a:spcPct val="0"/>
        </a:spcAft>
        <a:defRPr kumimoji="1" sz="2400" b="1" i="0" kern="1200" spc="0" baseline="0">
          <a:solidFill>
            <a:schemeClr val="accent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p15:clr>
            <a:srgbClr val="F26B43"/>
          </p15:clr>
        </p15:guide>
        <p15:guide id="4" orient="horz" pos="2160">
          <p15:clr>
            <a:srgbClr val="F26B43"/>
          </p15:clr>
        </p15:guide>
        <p15:guide id="6" orient="horz" pos="663">
          <p15:clr>
            <a:srgbClr val="F26B43"/>
          </p15:clr>
        </p15:guide>
        <p15:guide id="7" pos="3840">
          <p15:clr>
            <a:srgbClr val="F26B43"/>
          </p15:clr>
        </p15:guide>
        <p15:guide id="8" pos="7446">
          <p15:clr>
            <a:srgbClr val="F26B43"/>
          </p15:clr>
        </p15:guide>
        <p15:guide id="9" orient="horz" pos="3929">
          <p15:clr>
            <a:srgbClr val="F26B43"/>
          </p15:clr>
        </p15:guide>
        <p15:guide id="10" orient="horz" pos="210">
          <p15:clr>
            <a:srgbClr val="F26B43"/>
          </p15:clr>
        </p15:guide>
        <p15:guide id="12" orient="horz" pos="420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9BAA029A-FBBF-0DA2-B8D6-BC87BC147E66}"/>
              </a:ext>
            </a:extLst>
          </p:cNvPr>
          <p:cNvPicPr>
            <a:picLocks noChangeAspect="1"/>
          </p:cNvPicPr>
          <p:nvPr userDrawn="1"/>
        </p:nvPicPr>
        <p:blipFill>
          <a:blip r:embed="rId6"/>
          <a:srcRect/>
          <a:stretch/>
        </p:blipFill>
        <p:spPr>
          <a:xfrm>
            <a:off x="231864" y="191534"/>
            <a:ext cx="2237123" cy="569864"/>
          </a:xfrm>
          <a:prstGeom prst="rect">
            <a:avLst/>
          </a:prstGeom>
        </p:spPr>
      </p:pic>
      <p:sp>
        <p:nvSpPr>
          <p:cNvPr id="6" name="テキスト ボックス 5">
            <a:extLst>
              <a:ext uri="{FF2B5EF4-FFF2-40B4-BE49-F238E27FC236}">
                <a16:creationId xmlns:a16="http://schemas.microsoft.com/office/drawing/2014/main" id="{B01BF0E7-CA3F-2C26-0703-F0CB01EA9A9E}"/>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2026 NTT DATA Japan Corporation</a:t>
            </a:r>
          </a:p>
        </p:txBody>
      </p:sp>
      <p:sp>
        <p:nvSpPr>
          <p:cNvPr id="3" name="テキスト ボックス 2">
            <a:extLst>
              <a:ext uri="{FF2B5EF4-FFF2-40B4-BE49-F238E27FC236}">
                <a16:creationId xmlns:a16="http://schemas.microsoft.com/office/drawing/2014/main" id="{0BAB9C5D-DBB2-F3AC-7527-30B13EFFFBF0}"/>
              </a:ext>
            </a:extLst>
          </p:cNvPr>
          <p:cNvSpPr txBox="1"/>
          <p:nvPr userDrawn="1"/>
        </p:nvSpPr>
        <p:spPr>
          <a:xfrm>
            <a:off x="690926" y="7065341"/>
            <a:ext cx="10810147" cy="329192"/>
          </a:xfrm>
          <a:prstGeom prst="rect">
            <a:avLst/>
          </a:prstGeom>
          <a:noFill/>
        </p:spPr>
        <p:txBody>
          <a:bodyPr wrap="none" lIns="0" rIns="0" rtlCol="0">
            <a:noAutofit/>
          </a:bodyPr>
          <a:lstStyle/>
          <a:p>
            <a:pPr algn="ctr" defTabSz="288000"/>
            <a:r>
              <a:rPr kumimoji="1" lang="ja-JP" altLang="en-US">
                <a:solidFill>
                  <a:srgbClr val="C00000"/>
                </a:solidFill>
                <a:latin typeface="+mn-ea"/>
              </a:rPr>
              <a:t>コピーライトを修正するときは、ホームタブの「置換」から、文字列を</a:t>
            </a:r>
            <a:r>
              <a:rPr kumimoji="1" lang="ja-JP" altLang="en-US" b="1">
                <a:solidFill>
                  <a:srgbClr val="C00000"/>
                </a:solidFill>
                <a:latin typeface="+mn-ea"/>
              </a:rPr>
              <a:t>すべて置換</a:t>
            </a:r>
            <a:r>
              <a:rPr kumimoji="1" lang="ja-JP" altLang="en-US">
                <a:solidFill>
                  <a:srgbClr val="C00000"/>
                </a:solidFill>
                <a:latin typeface="+mn-ea"/>
              </a:rPr>
              <a:t>してください。</a:t>
            </a:r>
          </a:p>
        </p:txBody>
      </p:sp>
    </p:spTree>
    <p:extLst>
      <p:ext uri="{BB962C8B-B14F-4D97-AF65-F5344CB8AC3E}">
        <p14:creationId xmlns:p14="http://schemas.microsoft.com/office/powerpoint/2010/main" val="191568983"/>
      </p:ext>
    </p:extLst>
  </p:cSld>
  <p:clrMap bg1="lt1" tx1="dk1" bg2="lt2" tx2="dk2" accent1="accent1" accent2="accent2" accent3="accent3" accent4="accent4" accent5="accent5" accent6="accent6" hlink="hlink" folHlink="folHlink"/>
  <p:sldLayoutIdLst>
    <p:sldLayoutId id="2147484103" r:id="rId1"/>
    <p:sldLayoutId id="2147484104" r:id="rId2"/>
    <p:sldLayoutId id="2147484105" r:id="rId3"/>
    <p:sldLayoutId id="2147484106" r:id="rId4"/>
  </p:sldLayoutIdLst>
  <p:hf hdr="0" dt="0"/>
  <p:txStyles>
    <p:titleStyle>
      <a:lvl1pPr algn="l" defTabSz="609555" rtl="0" eaLnBrk="1" fontAlgn="base" hangingPunct="1">
        <a:spcBef>
          <a:spcPct val="0"/>
        </a:spcBef>
        <a:spcAft>
          <a:spcPct val="0"/>
        </a:spcAft>
        <a:defRPr kumimoji="1" sz="2000" b="0" i="0" kern="1200" spc="0" baseline="0">
          <a:solidFill>
            <a:srgbClr val="F8F8F8"/>
          </a:solidFill>
          <a:latin typeface="+mn-ea"/>
          <a:ea typeface="+mn-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20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p15:clr>
            <a:srgbClr val="F26B43"/>
          </p15:clr>
        </p15:guide>
        <p15:guide id="2" pos="3840">
          <p15:clr>
            <a:srgbClr val="F26B43"/>
          </p15:clr>
        </p15:guide>
        <p15:guide id="4" pos="7446">
          <p15:clr>
            <a:srgbClr val="F26B43"/>
          </p15:clr>
        </p15:guide>
        <p15:guide id="6" orient="horz" pos="4201">
          <p15:clr>
            <a:srgbClr val="F26B43"/>
          </p15:clr>
        </p15:guide>
        <p15:guide id="11" orient="horz" pos="21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svg"/><Relationship Id="rId2" Type="http://schemas.openxmlformats.org/officeDocument/2006/relationships/notesSlide" Target="../notesSlides/notesSlide1.xml"/><Relationship Id="rId1" Type="http://schemas.openxmlformats.org/officeDocument/2006/relationships/slideLayout" Target="../slideLayouts/slideLayout17.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7.pn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7.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slideLayout" Target="../slideLayouts/slideLayout17.xml"/><Relationship Id="rId4" Type="http://schemas.openxmlformats.org/officeDocument/2006/relationships/image" Target="../media/image24.sv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7.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3590E3-C1A1-6EE5-33A3-1BA188D38A25}"/>
              </a:ext>
            </a:extLst>
          </p:cNvPr>
          <p:cNvSpPr>
            <a:spLocks noGrp="1"/>
          </p:cNvSpPr>
          <p:nvPr>
            <p:ph type="title"/>
          </p:nvPr>
        </p:nvSpPr>
        <p:spPr/>
        <p:txBody>
          <a:bodyPr/>
          <a:lstStyle/>
          <a:p>
            <a:r>
              <a:rPr lang="en-US" altLang="ja-JP"/>
              <a:t>FY26 </a:t>
            </a:r>
            <a:r>
              <a:rPr lang="ja-JP" altLang="en-US"/>
              <a:t>新入社員向け </a:t>
            </a:r>
            <a:r>
              <a:rPr lang="en-US" altLang="ja-JP"/>
              <a:t>AI</a:t>
            </a:r>
            <a:r>
              <a:rPr lang="ja-JP" altLang="en-US"/>
              <a:t> </a:t>
            </a:r>
            <a:r>
              <a:rPr lang="en-US" altLang="ja-JP"/>
              <a:t>Native</a:t>
            </a:r>
            <a:r>
              <a:rPr lang="ja-JP" altLang="en-US"/>
              <a:t>開発研修</a:t>
            </a:r>
          </a:p>
        </p:txBody>
      </p:sp>
      <p:sp>
        <p:nvSpPr>
          <p:cNvPr id="3" name="テキスト プレースホルダー 2">
            <a:extLst>
              <a:ext uri="{FF2B5EF4-FFF2-40B4-BE49-F238E27FC236}">
                <a16:creationId xmlns:a16="http://schemas.microsoft.com/office/drawing/2014/main" id="{364265A2-61B5-45D8-6463-6418F44F076D}"/>
              </a:ext>
            </a:extLst>
          </p:cNvPr>
          <p:cNvSpPr>
            <a:spLocks noGrp="1"/>
          </p:cNvSpPr>
          <p:nvPr>
            <p:ph type="body" sz="quarter" idx="12"/>
          </p:nvPr>
        </p:nvSpPr>
        <p:spPr>
          <a:xfrm>
            <a:off x="381600" y="3153581"/>
            <a:ext cx="11978566" cy="1331127"/>
          </a:xfrm>
        </p:spPr>
        <p:txBody>
          <a:bodyPr/>
          <a:lstStyle/>
          <a:p>
            <a:r>
              <a:rPr lang="en-US" altLang="ja-JP"/>
              <a:t>【AI</a:t>
            </a:r>
            <a:r>
              <a:rPr lang="ja-JP" altLang="en-US"/>
              <a:t> </a:t>
            </a:r>
            <a:r>
              <a:rPr lang="en-US" altLang="ja-JP"/>
              <a:t>Native</a:t>
            </a:r>
            <a:r>
              <a:rPr lang="ja-JP" altLang="en-US"/>
              <a:t>研修</a:t>
            </a:r>
            <a:r>
              <a:rPr lang="en-US" altLang="ja-JP"/>
              <a:t>-</a:t>
            </a:r>
            <a:r>
              <a:rPr lang="ja-JP" altLang="en-US"/>
              <a:t>バイブコーディング</a:t>
            </a:r>
            <a:r>
              <a:rPr lang="en-US" altLang="ja-JP"/>
              <a:t>】</a:t>
            </a:r>
          </a:p>
          <a:p>
            <a:r>
              <a:rPr lang="ja-JP" altLang="en-US"/>
              <a:t>演習課題</a:t>
            </a:r>
            <a:r>
              <a:rPr lang="en-US" altLang="ja-JP"/>
              <a:t>2.JUnit</a:t>
            </a:r>
            <a:r>
              <a:rPr lang="ja-JP" altLang="en-US"/>
              <a:t>で単体テスト</a:t>
            </a:r>
          </a:p>
        </p:txBody>
      </p:sp>
      <p:sp>
        <p:nvSpPr>
          <p:cNvPr id="4" name="テキスト プレースホルダー 3">
            <a:extLst>
              <a:ext uri="{FF2B5EF4-FFF2-40B4-BE49-F238E27FC236}">
                <a16:creationId xmlns:a16="http://schemas.microsoft.com/office/drawing/2014/main" id="{DCF65AA0-1FFF-132D-52B8-6DB3C5784AF4}"/>
              </a:ext>
            </a:extLst>
          </p:cNvPr>
          <p:cNvSpPr>
            <a:spLocks noGrp="1"/>
          </p:cNvSpPr>
          <p:nvPr>
            <p:ph type="body" sz="quarter" idx="14"/>
          </p:nvPr>
        </p:nvSpPr>
        <p:spPr/>
        <p:txBody>
          <a:bodyPr/>
          <a:lstStyle/>
          <a:p>
            <a:r>
              <a:rPr lang="en-US" altLang="ja-JP" dirty="0"/>
              <a:t>2026</a:t>
            </a:r>
            <a:r>
              <a:rPr lang="ja-JP" altLang="en-US" dirty="0"/>
              <a:t>年</a:t>
            </a:r>
            <a:r>
              <a:rPr lang="en-US" altLang="ja-JP" dirty="0"/>
              <a:t>6</a:t>
            </a:r>
            <a:r>
              <a:rPr lang="ja-JP" altLang="en-US" dirty="0"/>
              <a:t>月</a:t>
            </a:r>
          </a:p>
        </p:txBody>
      </p:sp>
      <p:sp>
        <p:nvSpPr>
          <p:cNvPr id="6" name="テキスト ボックス 5">
            <a:extLst>
              <a:ext uri="{FF2B5EF4-FFF2-40B4-BE49-F238E27FC236}">
                <a16:creationId xmlns:a16="http://schemas.microsoft.com/office/drawing/2014/main" id="{6D9B208D-2D24-5328-C76E-EDAE5AFBEEF0}"/>
              </a:ext>
            </a:extLst>
          </p:cNvPr>
          <p:cNvSpPr txBox="1"/>
          <p:nvPr/>
        </p:nvSpPr>
        <p:spPr>
          <a:xfrm>
            <a:off x="9649098" y="85135"/>
            <a:ext cx="2360022" cy="483211"/>
          </a:xfrm>
          <a:prstGeom prst="rect">
            <a:avLst/>
          </a:prstGeom>
          <a:noFill/>
          <a:ln>
            <a:solidFill>
              <a:schemeClr val="accent6">
                <a:lumMod val="40000"/>
                <a:lumOff val="60000"/>
              </a:schemeClr>
            </a:solidFill>
          </a:ln>
        </p:spPr>
        <p:txBody>
          <a:bodyPr wrap="square" lIns="90000" rIns="90000" rtlCol="0" anchor="ctr" anchorCtr="0">
            <a:noAutofit/>
          </a:bodyPr>
          <a:lstStyle/>
          <a:p>
            <a:r>
              <a:rPr lang="ja-JP" altLang="en-US" sz="700">
                <a:solidFill>
                  <a:schemeClr val="accent6">
                    <a:lumMod val="40000"/>
                    <a:lumOff val="60000"/>
                  </a:schemeClr>
                </a:solidFill>
              </a:rPr>
              <a:t>情 報 種 別 ： </a:t>
            </a:r>
            <a:r>
              <a:rPr lang="en-US" altLang="ja-JP" sz="700">
                <a:solidFill>
                  <a:schemeClr val="accent6">
                    <a:lumMod val="40000"/>
                    <a:lumOff val="60000"/>
                  </a:schemeClr>
                </a:solidFill>
              </a:rPr>
              <a:t>G</a:t>
            </a:r>
            <a:r>
              <a:rPr lang="ja-JP" altLang="en-US" sz="700">
                <a:solidFill>
                  <a:schemeClr val="accent6">
                    <a:lumMod val="40000"/>
                    <a:lumOff val="60000"/>
                  </a:schemeClr>
                </a:solidFill>
              </a:rPr>
              <a:t>外秘</a:t>
            </a:r>
            <a:r>
              <a:rPr lang="en-US" altLang="ja-JP" sz="700">
                <a:solidFill>
                  <a:schemeClr val="accent6">
                    <a:lumMod val="40000"/>
                    <a:lumOff val="60000"/>
                  </a:schemeClr>
                </a:solidFill>
              </a:rPr>
              <a:t>(</a:t>
            </a:r>
            <a:r>
              <a:rPr lang="ja-JP" altLang="en-US" sz="700">
                <a:solidFill>
                  <a:schemeClr val="accent6">
                    <a:lumMod val="40000"/>
                    <a:lumOff val="60000"/>
                  </a:schemeClr>
                </a:solidFill>
              </a:rPr>
              <a:t>社員限り</a:t>
            </a:r>
            <a:r>
              <a:rPr lang="en-US" altLang="ja-JP" sz="700">
                <a:solidFill>
                  <a:schemeClr val="accent6">
                    <a:lumMod val="40000"/>
                    <a:lumOff val="60000"/>
                  </a:schemeClr>
                </a:solidFill>
              </a:rPr>
              <a:t>)</a:t>
            </a:r>
            <a:br>
              <a:rPr lang="ja-JP" altLang="en-US" sz="700">
                <a:solidFill>
                  <a:schemeClr val="accent6">
                    <a:lumMod val="40000"/>
                    <a:lumOff val="60000"/>
                  </a:schemeClr>
                </a:solidFill>
              </a:rPr>
            </a:br>
            <a:r>
              <a:rPr lang="ja-JP" altLang="en-US" sz="700">
                <a:solidFill>
                  <a:schemeClr val="accent6">
                    <a:lumMod val="40000"/>
                    <a:lumOff val="60000"/>
                  </a:schemeClr>
                </a:solidFill>
              </a:rPr>
              <a:t>会　 社　 名 ： </a:t>
            </a:r>
            <a:r>
              <a:rPr lang="en-US" altLang="ja-JP" sz="700">
                <a:solidFill>
                  <a:schemeClr val="accent6">
                    <a:lumMod val="40000"/>
                    <a:lumOff val="60000"/>
                  </a:schemeClr>
                </a:solidFill>
              </a:rPr>
              <a:t>NTT DATA JAPAN CORP.</a:t>
            </a:r>
            <a:br>
              <a:rPr lang="ja-JP" altLang="en-US" sz="700">
                <a:solidFill>
                  <a:schemeClr val="accent6">
                    <a:lumMod val="40000"/>
                    <a:lumOff val="60000"/>
                  </a:schemeClr>
                </a:solidFill>
              </a:rPr>
            </a:br>
            <a:r>
              <a:rPr lang="ja-JP" altLang="en-US" sz="700">
                <a:solidFill>
                  <a:schemeClr val="accent6">
                    <a:lumMod val="40000"/>
                    <a:lumOff val="60000"/>
                  </a:schemeClr>
                </a:solidFill>
              </a:rPr>
              <a:t>情報所有者 ：第三公共事業本部 デジタルソサエティ事業部</a:t>
            </a:r>
            <a:endParaRPr lang="en-US" altLang="ja-JP" sz="700">
              <a:solidFill>
                <a:schemeClr val="accent6">
                  <a:lumMod val="40000"/>
                  <a:lumOff val="60000"/>
                </a:schemeClr>
              </a:solidFill>
            </a:endParaRPr>
          </a:p>
        </p:txBody>
      </p:sp>
    </p:spTree>
    <p:extLst>
      <p:ext uri="{BB962C8B-B14F-4D97-AF65-F5344CB8AC3E}">
        <p14:creationId xmlns:p14="http://schemas.microsoft.com/office/powerpoint/2010/main" val="1121628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456ED-DF8D-3E11-E9A1-38A48D3E778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CBECE61-1B78-E898-6750-8988E31422BD}"/>
              </a:ext>
            </a:extLst>
          </p:cNvPr>
          <p:cNvSpPr>
            <a:spLocks noGrp="1"/>
          </p:cNvSpPr>
          <p:nvPr>
            <p:ph type="title"/>
          </p:nvPr>
        </p:nvSpPr>
        <p:spPr/>
        <p:txBody>
          <a:bodyPr/>
          <a:lstStyle/>
          <a:p>
            <a:r>
              <a:rPr lang="ja-JP" altLang="en-US">
                <a:solidFill>
                  <a:schemeClr val="accent2"/>
                </a:solidFill>
              </a:rPr>
              <a:t>演習課題の概要</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BBD39BBD-844E-A4EC-0281-835E3F6F4497}"/>
              </a:ext>
            </a:extLst>
          </p:cNvPr>
          <p:cNvSpPr>
            <a:spLocks noGrp="1"/>
          </p:cNvSpPr>
          <p:nvPr>
            <p:ph sz="quarter" idx="10"/>
          </p:nvPr>
        </p:nvSpPr>
        <p:spPr>
          <a:xfrm>
            <a:off x="370800" y="1078867"/>
            <a:ext cx="11448000" cy="767187"/>
          </a:xfrm>
        </p:spPr>
        <p:txBody>
          <a:bodyPr/>
          <a:lstStyle/>
          <a:p>
            <a:r>
              <a:rPr lang="en-US" altLang="ja-JP"/>
              <a:t>Java</a:t>
            </a:r>
            <a:r>
              <a:rPr lang="ja-JP" altLang="en-US"/>
              <a:t>（プログラミング言語）と</a:t>
            </a:r>
            <a:r>
              <a:rPr lang="en-US" altLang="ja-JP"/>
              <a:t>Spring</a:t>
            </a:r>
            <a:r>
              <a:rPr lang="ja-JP" altLang="en-US"/>
              <a:t> </a:t>
            </a:r>
            <a:r>
              <a:rPr lang="en-US" altLang="ja-JP"/>
              <a:t>boot</a:t>
            </a:r>
            <a:r>
              <a:rPr lang="ja-JP" altLang="en-US"/>
              <a:t>（フレームワーク）を用いて、</a:t>
            </a:r>
            <a:endParaRPr lang="en-US" altLang="ja-JP"/>
          </a:p>
          <a:p>
            <a:r>
              <a:rPr lang="en-US" altLang="ja-JP"/>
              <a:t>EC</a:t>
            </a:r>
            <a:r>
              <a:rPr lang="ja-JP" altLang="en-US"/>
              <a:t>サイトの</a:t>
            </a:r>
            <a:r>
              <a:rPr lang="en-US" altLang="ja-JP"/>
              <a:t>Web</a:t>
            </a:r>
            <a:r>
              <a:rPr lang="ja-JP" altLang="en-US"/>
              <a:t>アプリケーションを作成し、</a:t>
            </a:r>
            <a:r>
              <a:rPr lang="en-US" altLang="ja-JP" b="1"/>
              <a:t>JUnit</a:t>
            </a:r>
            <a:r>
              <a:rPr lang="ja-JP" altLang="en-US" b="1"/>
              <a:t>で単体テストを実施</a:t>
            </a:r>
            <a:r>
              <a:rPr lang="ja-JP" altLang="en-US"/>
              <a:t>します。</a:t>
            </a:r>
            <a:endParaRPr kumimoji="1" lang="en-US" altLang="ja-JP"/>
          </a:p>
          <a:p>
            <a:endParaRPr kumimoji="1" lang="en-US" altLang="ja-JP"/>
          </a:p>
        </p:txBody>
      </p:sp>
      <p:pic>
        <p:nvPicPr>
          <p:cNvPr id="4" name="Picture 2">
            <a:extLst>
              <a:ext uri="{FF2B5EF4-FFF2-40B4-BE49-F238E27FC236}">
                <a16:creationId xmlns:a16="http://schemas.microsoft.com/office/drawing/2014/main" id="{6BB63223-475F-C119-C8A8-E121D776C8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509" y="2904827"/>
            <a:ext cx="547556" cy="103838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Spring Bootとは？ | 株式会社リーディングソフト">
            <a:extLst>
              <a:ext uri="{FF2B5EF4-FFF2-40B4-BE49-F238E27FC236}">
                <a16:creationId xmlns:a16="http://schemas.microsoft.com/office/drawing/2014/main" id="{9E352F69-EEE9-BA1F-D3F0-CE1CBA4D18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5684" y="3137862"/>
            <a:ext cx="1247775" cy="657225"/>
          </a:xfrm>
          <a:prstGeom prst="rect">
            <a:avLst/>
          </a:prstGeom>
          <a:noFill/>
          <a:extLst>
            <a:ext uri="{909E8E84-426E-40DD-AFC4-6F175D3DCCD1}">
              <a14:hiddenFill xmlns:a14="http://schemas.microsoft.com/office/drawing/2010/main">
                <a:solidFill>
                  <a:srgbClr val="FFFFFF"/>
                </a:solidFill>
              </a14:hiddenFill>
            </a:ext>
          </a:extLst>
        </p:spPr>
      </p:pic>
      <p:sp>
        <p:nvSpPr>
          <p:cNvPr id="9" name="正方形/長方形 8">
            <a:extLst>
              <a:ext uri="{FF2B5EF4-FFF2-40B4-BE49-F238E27FC236}">
                <a16:creationId xmlns:a16="http://schemas.microsoft.com/office/drawing/2014/main" id="{24B6AE76-DE29-4093-B356-B2FA8EBAB3EA}"/>
              </a:ext>
            </a:extLst>
          </p:cNvPr>
          <p:cNvSpPr/>
          <p:nvPr/>
        </p:nvSpPr>
        <p:spPr>
          <a:xfrm>
            <a:off x="645950" y="2203932"/>
            <a:ext cx="5364373" cy="2525086"/>
          </a:xfrm>
          <a:prstGeom prst="rect">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a:solidFill>
                  <a:schemeClr val="tx1"/>
                </a:solidFill>
              </a:rPr>
              <a:t>課題</a:t>
            </a:r>
            <a:r>
              <a:rPr kumimoji="1" lang="en-US" altLang="ja-JP">
                <a:solidFill>
                  <a:schemeClr val="tx1"/>
                </a:solidFill>
              </a:rPr>
              <a:t>1</a:t>
            </a:r>
            <a:r>
              <a:rPr kumimoji="1" lang="ja-JP" altLang="en-US">
                <a:solidFill>
                  <a:schemeClr val="tx1"/>
                </a:solidFill>
              </a:rPr>
              <a:t>：</a:t>
            </a:r>
            <a:r>
              <a:rPr kumimoji="1" lang="en-US" altLang="ja-JP">
                <a:solidFill>
                  <a:schemeClr val="tx1"/>
                </a:solidFill>
              </a:rPr>
              <a:t>Java, Spring Boot</a:t>
            </a:r>
            <a:r>
              <a:rPr kumimoji="1" lang="ja-JP" altLang="en-US">
                <a:solidFill>
                  <a:schemeClr val="tx1"/>
                </a:solidFill>
              </a:rPr>
              <a:t>で</a:t>
            </a:r>
            <a:r>
              <a:rPr kumimoji="1" lang="en-US" altLang="ja-JP">
                <a:solidFill>
                  <a:schemeClr val="tx1"/>
                </a:solidFill>
              </a:rPr>
              <a:t>EC</a:t>
            </a:r>
            <a:r>
              <a:rPr kumimoji="1" lang="ja-JP" altLang="en-US">
                <a:solidFill>
                  <a:schemeClr val="tx1"/>
                </a:solidFill>
              </a:rPr>
              <a:t>サイト</a:t>
            </a:r>
            <a:r>
              <a:rPr kumimoji="1" lang="en-US" altLang="ja-JP">
                <a:solidFill>
                  <a:schemeClr val="tx1"/>
                </a:solidFill>
              </a:rPr>
              <a:t>Web</a:t>
            </a:r>
            <a:r>
              <a:rPr kumimoji="1" lang="ja-JP" altLang="en-US">
                <a:solidFill>
                  <a:schemeClr val="tx1"/>
                </a:solidFill>
              </a:rPr>
              <a:t>アプリを作成</a:t>
            </a:r>
          </a:p>
        </p:txBody>
      </p:sp>
      <p:sp>
        <p:nvSpPr>
          <p:cNvPr id="12" name="二等辺三角形 11">
            <a:extLst>
              <a:ext uri="{FF2B5EF4-FFF2-40B4-BE49-F238E27FC236}">
                <a16:creationId xmlns:a16="http://schemas.microsoft.com/office/drawing/2014/main" id="{8E6907CF-F15D-CF9F-CE47-3D5BA9BD0F3B}"/>
              </a:ext>
            </a:extLst>
          </p:cNvPr>
          <p:cNvSpPr/>
          <p:nvPr/>
        </p:nvSpPr>
        <p:spPr>
          <a:xfrm rot="5400000">
            <a:off x="5603873" y="3244164"/>
            <a:ext cx="1602297" cy="444617"/>
          </a:xfrm>
          <a:prstGeom prst="triangle">
            <a:avLst/>
          </a:prstGeom>
          <a:solidFill>
            <a:srgbClr val="7030A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13" name="正方形/長方形 12">
            <a:extLst>
              <a:ext uri="{FF2B5EF4-FFF2-40B4-BE49-F238E27FC236}">
                <a16:creationId xmlns:a16="http://schemas.microsoft.com/office/drawing/2014/main" id="{7AB07655-88F8-4026-B433-91F9105203F0}"/>
              </a:ext>
            </a:extLst>
          </p:cNvPr>
          <p:cNvSpPr/>
          <p:nvPr/>
        </p:nvSpPr>
        <p:spPr>
          <a:xfrm>
            <a:off x="6772716" y="2203932"/>
            <a:ext cx="4795702" cy="2525086"/>
          </a:xfrm>
          <a:prstGeom prst="rect">
            <a:avLst/>
          </a:prstGeom>
          <a:noFill/>
          <a:ln w="38100">
            <a:solidFill>
              <a:schemeClr val="bg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a:solidFill>
                  <a:schemeClr val="tx1"/>
                </a:solidFill>
              </a:rPr>
              <a:t>課題</a:t>
            </a:r>
            <a:r>
              <a:rPr kumimoji="1" lang="en-US" altLang="ja-JP">
                <a:solidFill>
                  <a:schemeClr val="tx1"/>
                </a:solidFill>
              </a:rPr>
              <a:t>2</a:t>
            </a:r>
            <a:r>
              <a:rPr kumimoji="1" lang="ja-JP" altLang="en-US">
                <a:solidFill>
                  <a:schemeClr val="tx1"/>
                </a:solidFill>
              </a:rPr>
              <a:t>：</a:t>
            </a:r>
            <a:r>
              <a:rPr kumimoji="1" lang="en-US" altLang="ja-JP">
                <a:solidFill>
                  <a:schemeClr val="tx1"/>
                </a:solidFill>
              </a:rPr>
              <a:t>JUnit</a:t>
            </a:r>
            <a:r>
              <a:rPr kumimoji="1" lang="ja-JP" altLang="en-US">
                <a:solidFill>
                  <a:schemeClr val="tx1"/>
                </a:solidFill>
              </a:rPr>
              <a:t>で単体テスト</a:t>
            </a:r>
          </a:p>
        </p:txBody>
      </p:sp>
      <p:pic>
        <p:nvPicPr>
          <p:cNvPr id="19" name="グラフィックス 18" descr="拡大鏡 単色塗りつぶし">
            <a:extLst>
              <a:ext uri="{FF2B5EF4-FFF2-40B4-BE49-F238E27FC236}">
                <a16:creationId xmlns:a16="http://schemas.microsoft.com/office/drawing/2014/main" id="{382C8686-E55F-1B52-FD04-5E0EFF6CE13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425513" y="2288392"/>
            <a:ext cx="914400" cy="914400"/>
          </a:xfrm>
          <a:prstGeom prst="rect">
            <a:avLst/>
          </a:prstGeom>
        </p:spPr>
      </p:pic>
      <p:sp>
        <p:nvSpPr>
          <p:cNvPr id="20" name="正方形/長方形 19">
            <a:extLst>
              <a:ext uri="{FF2B5EF4-FFF2-40B4-BE49-F238E27FC236}">
                <a16:creationId xmlns:a16="http://schemas.microsoft.com/office/drawing/2014/main" id="{C80F00C9-9D9A-9020-4D2D-67CFF5A6C003}"/>
              </a:ext>
            </a:extLst>
          </p:cNvPr>
          <p:cNvSpPr/>
          <p:nvPr/>
        </p:nvSpPr>
        <p:spPr>
          <a:xfrm>
            <a:off x="922789" y="2807941"/>
            <a:ext cx="2256639" cy="1283515"/>
          </a:xfrm>
          <a:prstGeom prst="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22" name="フローチャート: 結合子 21">
            <a:extLst>
              <a:ext uri="{FF2B5EF4-FFF2-40B4-BE49-F238E27FC236}">
                <a16:creationId xmlns:a16="http://schemas.microsoft.com/office/drawing/2014/main" id="{39945E82-EB28-A483-6CB0-0D38E9357B7C}"/>
              </a:ext>
            </a:extLst>
          </p:cNvPr>
          <p:cNvSpPr/>
          <p:nvPr/>
        </p:nvSpPr>
        <p:spPr>
          <a:xfrm>
            <a:off x="8586391" y="2578693"/>
            <a:ext cx="1800000" cy="1800000"/>
          </a:xfrm>
          <a:prstGeom prst="flowChartConnector">
            <a:avLst/>
          </a:prstGeom>
          <a:no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24" name="グラフィックス 23" descr="クリップボード: 混合 単色塗りつぶし">
            <a:extLst>
              <a:ext uri="{FF2B5EF4-FFF2-40B4-BE49-F238E27FC236}">
                <a16:creationId xmlns:a16="http://schemas.microsoft.com/office/drawing/2014/main" id="{D8657E05-43F4-54E6-20EB-989CC3C24F0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09062" y="2779364"/>
            <a:ext cx="1374218" cy="1374218"/>
          </a:xfrm>
          <a:prstGeom prst="rect">
            <a:avLst/>
          </a:prstGeom>
        </p:spPr>
      </p:pic>
      <p:cxnSp>
        <p:nvCxnSpPr>
          <p:cNvPr id="26" name="直線コネクタ 25">
            <a:extLst>
              <a:ext uri="{FF2B5EF4-FFF2-40B4-BE49-F238E27FC236}">
                <a16:creationId xmlns:a16="http://schemas.microsoft.com/office/drawing/2014/main" id="{5DC46E5B-CFA9-A41B-91A1-F732C30D3B31}"/>
              </a:ext>
            </a:extLst>
          </p:cNvPr>
          <p:cNvCxnSpPr>
            <a:cxnSpLocks/>
            <a:stCxn id="22" idx="0"/>
          </p:cNvCxnSpPr>
          <p:nvPr/>
        </p:nvCxnSpPr>
        <p:spPr>
          <a:xfrm>
            <a:off x="9486391" y="2578693"/>
            <a:ext cx="939122" cy="86631"/>
          </a:xfrm>
          <a:prstGeom prst="line">
            <a:avLst/>
          </a:prstGeom>
          <a:ln w="19050">
            <a:solidFill>
              <a:schemeClr val="accent3"/>
            </a:solidFill>
          </a:ln>
          <a:effectLst/>
        </p:spPr>
        <p:style>
          <a:lnRef idx="2">
            <a:schemeClr val="accent1"/>
          </a:lnRef>
          <a:fillRef idx="0">
            <a:schemeClr val="accent1"/>
          </a:fillRef>
          <a:effectRef idx="1">
            <a:schemeClr val="accent1"/>
          </a:effectRef>
          <a:fontRef idx="minor">
            <a:schemeClr val="tx1"/>
          </a:fontRef>
        </p:style>
      </p:cxnSp>
      <p:cxnSp>
        <p:nvCxnSpPr>
          <p:cNvPr id="27" name="直線コネクタ 26">
            <a:extLst>
              <a:ext uri="{FF2B5EF4-FFF2-40B4-BE49-F238E27FC236}">
                <a16:creationId xmlns:a16="http://schemas.microsoft.com/office/drawing/2014/main" id="{E49AA7CD-8C90-471C-6F68-5D0CF44C7743}"/>
              </a:ext>
            </a:extLst>
          </p:cNvPr>
          <p:cNvCxnSpPr>
            <a:cxnSpLocks/>
            <a:stCxn id="22" idx="6"/>
          </p:cNvCxnSpPr>
          <p:nvPr/>
        </p:nvCxnSpPr>
        <p:spPr>
          <a:xfrm flipV="1">
            <a:off x="10386391" y="2955625"/>
            <a:ext cx="166835" cy="523068"/>
          </a:xfrm>
          <a:prstGeom prst="line">
            <a:avLst/>
          </a:prstGeom>
          <a:ln w="19050">
            <a:solidFill>
              <a:schemeClr val="accent3"/>
            </a:solidFill>
          </a:ln>
          <a:effectLst/>
        </p:spPr>
        <p:style>
          <a:lnRef idx="2">
            <a:schemeClr val="accent1"/>
          </a:lnRef>
          <a:fillRef idx="0">
            <a:schemeClr val="accent1"/>
          </a:fillRef>
          <a:effectRef idx="1">
            <a:schemeClr val="accent1"/>
          </a:effectRef>
          <a:fontRef idx="minor">
            <a:schemeClr val="tx1"/>
          </a:fontRef>
        </p:style>
      </p:cxnSp>
      <p:pic>
        <p:nvPicPr>
          <p:cNvPr id="7" name="グラフィックス 6" descr="テレビ 単色塗りつぶし">
            <a:extLst>
              <a:ext uri="{FF2B5EF4-FFF2-40B4-BE49-F238E27FC236}">
                <a16:creationId xmlns:a16="http://schemas.microsoft.com/office/drawing/2014/main" id="{1D45A36C-6831-D91C-3DC9-DFAE2425764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73459" y="2768903"/>
            <a:ext cx="1493403" cy="1493403"/>
          </a:xfrm>
          <a:prstGeom prst="rect">
            <a:avLst/>
          </a:prstGeom>
        </p:spPr>
      </p:pic>
      <p:pic>
        <p:nvPicPr>
          <p:cNvPr id="10" name="グラフィックス 9" descr="ショッピング カート 単色塗りつぶし">
            <a:extLst>
              <a:ext uri="{FF2B5EF4-FFF2-40B4-BE49-F238E27FC236}">
                <a16:creationId xmlns:a16="http://schemas.microsoft.com/office/drawing/2014/main" id="{25C4DAE2-E2A8-2C88-07F5-DED3E36B7EA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181104" y="3067999"/>
            <a:ext cx="727088" cy="727088"/>
          </a:xfrm>
          <a:prstGeom prst="rect">
            <a:avLst/>
          </a:prstGeom>
        </p:spPr>
      </p:pic>
      <p:pic>
        <p:nvPicPr>
          <p:cNvPr id="11" name="グラフィックス 10" descr="テレビ 単色塗りつぶし">
            <a:extLst>
              <a:ext uri="{FF2B5EF4-FFF2-40B4-BE49-F238E27FC236}">
                <a16:creationId xmlns:a16="http://schemas.microsoft.com/office/drawing/2014/main" id="{3ECB1A53-6EFA-EFA9-38CB-5785B5B3024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741777" y="2757431"/>
            <a:ext cx="1493403" cy="1493403"/>
          </a:xfrm>
          <a:prstGeom prst="rect">
            <a:avLst/>
          </a:prstGeom>
        </p:spPr>
      </p:pic>
      <p:pic>
        <p:nvPicPr>
          <p:cNvPr id="14" name="グラフィックス 13" descr="ショッピング カート 単色塗りつぶし">
            <a:extLst>
              <a:ext uri="{FF2B5EF4-FFF2-40B4-BE49-F238E27FC236}">
                <a16:creationId xmlns:a16="http://schemas.microsoft.com/office/drawing/2014/main" id="{77611022-59BD-D411-81D0-C6115CA5A11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149422" y="3056527"/>
            <a:ext cx="727088" cy="727088"/>
          </a:xfrm>
          <a:prstGeom prst="rect">
            <a:avLst/>
          </a:prstGeom>
        </p:spPr>
      </p:pic>
      <p:sp>
        <p:nvSpPr>
          <p:cNvPr id="8" name="正方形/長方形 7">
            <a:extLst>
              <a:ext uri="{FF2B5EF4-FFF2-40B4-BE49-F238E27FC236}">
                <a16:creationId xmlns:a16="http://schemas.microsoft.com/office/drawing/2014/main" id="{32C3F863-37D5-73B5-57EF-0A9B2C2D6256}"/>
              </a:ext>
            </a:extLst>
          </p:cNvPr>
          <p:cNvSpPr/>
          <p:nvPr/>
        </p:nvSpPr>
        <p:spPr>
          <a:xfrm>
            <a:off x="6666429" y="2137451"/>
            <a:ext cx="5016617" cy="2675458"/>
          </a:xfrm>
          <a:prstGeom prst="rect">
            <a:avLst/>
          </a:prstGeom>
          <a:noFill/>
          <a:ln w="3810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15" name="星: 5 pt 14">
            <a:extLst>
              <a:ext uri="{FF2B5EF4-FFF2-40B4-BE49-F238E27FC236}">
                <a16:creationId xmlns:a16="http://schemas.microsoft.com/office/drawing/2014/main" id="{81FA4DBF-59ED-F63F-9D8D-B195A0FF9B35}"/>
              </a:ext>
            </a:extLst>
          </p:cNvPr>
          <p:cNvSpPr/>
          <p:nvPr/>
        </p:nvSpPr>
        <p:spPr>
          <a:xfrm>
            <a:off x="6424538" y="1962041"/>
            <a:ext cx="483782" cy="483782"/>
          </a:xfrm>
          <a:prstGeom prst="star5">
            <a:avLst/>
          </a:prstGeom>
          <a:solidFill>
            <a:srgbClr val="FF00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16" name="コンテンツ プレースホルダー 2">
            <a:extLst>
              <a:ext uri="{FF2B5EF4-FFF2-40B4-BE49-F238E27FC236}">
                <a16:creationId xmlns:a16="http://schemas.microsoft.com/office/drawing/2014/main" id="{3D40A1B6-DB87-A95C-0C4D-E34FA9592074}"/>
              </a:ext>
            </a:extLst>
          </p:cNvPr>
          <p:cNvSpPr txBox="1">
            <a:spLocks/>
          </p:cNvSpPr>
          <p:nvPr/>
        </p:nvSpPr>
        <p:spPr>
          <a:xfrm>
            <a:off x="372525" y="5498095"/>
            <a:ext cx="11448000" cy="767187"/>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a:t>受講者各自の単体テスト演習が終了したのちに、講師からテスト用のプログラムを配布します。</a:t>
            </a:r>
            <a:endParaRPr lang="en-US" altLang="ja-JP"/>
          </a:p>
          <a:p>
            <a:r>
              <a:rPr lang="ja-JP" altLang="en-US"/>
              <a:t>各自のプログラムに対して、このテストプログラムが成功することを</a:t>
            </a:r>
            <a:r>
              <a:rPr lang="ja-JP" altLang="en-US" b="1"/>
              <a:t>終了条件</a:t>
            </a:r>
            <a:r>
              <a:rPr lang="ja-JP" altLang="en-US"/>
              <a:t>とします。（詳細は後述）</a:t>
            </a:r>
            <a:endParaRPr lang="en-US" altLang="ja-JP"/>
          </a:p>
          <a:p>
            <a:endParaRPr lang="en-US" altLang="ja-JP"/>
          </a:p>
        </p:txBody>
      </p:sp>
    </p:spTree>
    <p:extLst>
      <p:ext uri="{BB962C8B-B14F-4D97-AF65-F5344CB8AC3E}">
        <p14:creationId xmlns:p14="http://schemas.microsoft.com/office/powerpoint/2010/main" val="2753819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2B1DF-D457-BF4C-9205-9BF6E58886C4}"/>
            </a:ext>
          </a:extLst>
        </p:cNvPr>
        <p:cNvGrpSpPr/>
        <p:nvPr/>
      </p:nvGrpSpPr>
      <p:grpSpPr>
        <a:xfrm>
          <a:off x="0" y="0"/>
          <a:ext cx="0" cy="0"/>
          <a:chOff x="0" y="0"/>
          <a:chExt cx="0" cy="0"/>
        </a:xfrm>
      </p:grpSpPr>
      <p:cxnSp>
        <p:nvCxnSpPr>
          <p:cNvPr id="11" name="直線コネクタ 10">
            <a:extLst>
              <a:ext uri="{FF2B5EF4-FFF2-40B4-BE49-F238E27FC236}">
                <a16:creationId xmlns:a16="http://schemas.microsoft.com/office/drawing/2014/main" id="{C1CB126A-8593-6789-03C8-BEAE2442B9D4}"/>
              </a:ext>
            </a:extLst>
          </p:cNvPr>
          <p:cNvCxnSpPr>
            <a:cxnSpLocks/>
          </p:cNvCxnSpPr>
          <p:nvPr/>
        </p:nvCxnSpPr>
        <p:spPr>
          <a:xfrm>
            <a:off x="2770909" y="2422184"/>
            <a:ext cx="0" cy="3914565"/>
          </a:xfrm>
          <a:prstGeom prst="line">
            <a:avLst/>
          </a:prstGeom>
          <a:ln w="6350">
            <a:solidFill>
              <a:schemeClr val="bg1">
                <a:lumMod val="50000"/>
              </a:scheme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1" name="直線コネクタ 20">
            <a:extLst>
              <a:ext uri="{FF2B5EF4-FFF2-40B4-BE49-F238E27FC236}">
                <a16:creationId xmlns:a16="http://schemas.microsoft.com/office/drawing/2014/main" id="{4FB7A031-5EF2-AE87-21CB-5A908BE70356}"/>
              </a:ext>
            </a:extLst>
          </p:cNvPr>
          <p:cNvCxnSpPr>
            <a:cxnSpLocks/>
          </p:cNvCxnSpPr>
          <p:nvPr/>
        </p:nvCxnSpPr>
        <p:spPr>
          <a:xfrm>
            <a:off x="5999485" y="2419849"/>
            <a:ext cx="0" cy="3914565"/>
          </a:xfrm>
          <a:prstGeom prst="line">
            <a:avLst/>
          </a:prstGeom>
          <a:ln w="6350">
            <a:solidFill>
              <a:schemeClr val="bg1">
                <a:lumMod val="50000"/>
              </a:scheme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4" name="直線コネクタ 23">
            <a:extLst>
              <a:ext uri="{FF2B5EF4-FFF2-40B4-BE49-F238E27FC236}">
                <a16:creationId xmlns:a16="http://schemas.microsoft.com/office/drawing/2014/main" id="{9F2DD4B3-7818-2576-E0CC-A8A2DD93D5C6}"/>
              </a:ext>
            </a:extLst>
          </p:cNvPr>
          <p:cNvCxnSpPr>
            <a:cxnSpLocks/>
          </p:cNvCxnSpPr>
          <p:nvPr/>
        </p:nvCxnSpPr>
        <p:spPr>
          <a:xfrm>
            <a:off x="7753927" y="2422184"/>
            <a:ext cx="0" cy="3914565"/>
          </a:xfrm>
          <a:prstGeom prst="line">
            <a:avLst/>
          </a:prstGeom>
          <a:ln w="6350">
            <a:solidFill>
              <a:schemeClr val="bg1">
                <a:lumMod val="50000"/>
              </a:scheme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6" name="直線コネクタ 25">
            <a:extLst>
              <a:ext uri="{FF2B5EF4-FFF2-40B4-BE49-F238E27FC236}">
                <a16:creationId xmlns:a16="http://schemas.microsoft.com/office/drawing/2014/main" id="{5485BCAD-269B-4FC8-7697-03A5927EDA90}"/>
              </a:ext>
            </a:extLst>
          </p:cNvPr>
          <p:cNvCxnSpPr>
            <a:cxnSpLocks/>
          </p:cNvCxnSpPr>
          <p:nvPr/>
        </p:nvCxnSpPr>
        <p:spPr>
          <a:xfrm>
            <a:off x="9439563" y="2422184"/>
            <a:ext cx="0" cy="3914565"/>
          </a:xfrm>
          <a:prstGeom prst="line">
            <a:avLst/>
          </a:prstGeom>
          <a:ln w="6350">
            <a:solidFill>
              <a:schemeClr val="bg1">
                <a:lumMod val="50000"/>
              </a:schemeClr>
            </a:solidFill>
            <a:prstDash val="dash"/>
          </a:ln>
          <a:effectLst/>
        </p:spPr>
        <p:style>
          <a:lnRef idx="2">
            <a:schemeClr val="accent1"/>
          </a:lnRef>
          <a:fillRef idx="0">
            <a:schemeClr val="accent1"/>
          </a:fillRef>
          <a:effectRef idx="1">
            <a:schemeClr val="accent1"/>
          </a:effectRef>
          <a:fontRef idx="minor">
            <a:schemeClr val="tx1"/>
          </a:fontRef>
        </p:style>
      </p:cxnSp>
      <p:sp>
        <p:nvSpPr>
          <p:cNvPr id="2" name="タイトル 1">
            <a:extLst>
              <a:ext uri="{FF2B5EF4-FFF2-40B4-BE49-F238E27FC236}">
                <a16:creationId xmlns:a16="http://schemas.microsoft.com/office/drawing/2014/main" id="{C308DEF5-AC3A-D100-EABB-716E0EA9D4FB}"/>
              </a:ext>
            </a:extLst>
          </p:cNvPr>
          <p:cNvSpPr>
            <a:spLocks noGrp="1"/>
          </p:cNvSpPr>
          <p:nvPr>
            <p:ph type="title"/>
          </p:nvPr>
        </p:nvSpPr>
        <p:spPr/>
        <p:txBody>
          <a:bodyPr/>
          <a:lstStyle/>
          <a:p>
            <a:r>
              <a:rPr lang="en-US" altLang="ja-JP">
                <a:solidFill>
                  <a:schemeClr val="accent2"/>
                </a:solidFill>
              </a:rPr>
              <a:t>[</a:t>
            </a:r>
            <a:r>
              <a:rPr lang="ja-JP" altLang="en-US">
                <a:solidFill>
                  <a:schemeClr val="accent2"/>
                </a:solidFill>
              </a:rPr>
              <a:t>構造理解</a:t>
            </a:r>
            <a:r>
              <a:rPr lang="en-US" altLang="ja-JP">
                <a:solidFill>
                  <a:schemeClr val="accent2"/>
                </a:solidFill>
              </a:rPr>
              <a:t>] Web</a:t>
            </a:r>
            <a:r>
              <a:rPr lang="ja-JP" altLang="en-US">
                <a:solidFill>
                  <a:schemeClr val="accent2"/>
                </a:solidFill>
              </a:rPr>
              <a:t>アプリケーションで必要なもの  </a:t>
            </a:r>
            <a:r>
              <a:rPr lang="en-US" altLang="ja-JP">
                <a:solidFill>
                  <a:schemeClr val="accent2"/>
                </a:solidFill>
              </a:rPr>
              <a:t>※</a:t>
            </a:r>
            <a:r>
              <a:rPr lang="ja-JP" altLang="en-US">
                <a:solidFill>
                  <a:schemeClr val="accent2"/>
                </a:solidFill>
              </a:rPr>
              <a:t>再掲</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208CC09A-4D6B-DB85-FE48-0E8E24E912E8}"/>
              </a:ext>
            </a:extLst>
          </p:cNvPr>
          <p:cNvSpPr>
            <a:spLocks noGrp="1"/>
          </p:cNvSpPr>
          <p:nvPr>
            <p:ph sz="quarter" idx="10"/>
          </p:nvPr>
        </p:nvSpPr>
        <p:spPr>
          <a:xfrm>
            <a:off x="370800" y="1054752"/>
            <a:ext cx="11448000" cy="1251809"/>
          </a:xfrm>
        </p:spPr>
        <p:txBody>
          <a:bodyPr/>
          <a:lstStyle/>
          <a:p>
            <a:r>
              <a:rPr kumimoji="1" lang="en-US" altLang="ja-JP"/>
              <a:t>Web</a:t>
            </a:r>
            <a:r>
              <a:rPr kumimoji="1" lang="ja-JP" altLang="en-US"/>
              <a:t>アプリケーションを作るには、</a:t>
            </a:r>
            <a:r>
              <a:rPr kumimoji="1" lang="en-US" altLang="ja-JP"/>
              <a:t>Controller</a:t>
            </a:r>
            <a:r>
              <a:rPr kumimoji="1" lang="ja-JP" altLang="en-US"/>
              <a:t>、</a:t>
            </a:r>
            <a:r>
              <a:rPr kumimoji="1" lang="en-US" altLang="ja-JP"/>
              <a:t>Service</a:t>
            </a:r>
            <a:r>
              <a:rPr kumimoji="1" lang="ja-JP" altLang="en-US"/>
              <a:t>、</a:t>
            </a:r>
            <a:r>
              <a:rPr kumimoji="1" lang="en-US" altLang="ja-JP"/>
              <a:t>Repository </a:t>
            </a:r>
            <a:r>
              <a:rPr kumimoji="1" lang="ja-JP" altLang="en-US"/>
              <a:t>の</a:t>
            </a:r>
            <a:r>
              <a:rPr kumimoji="1" lang="en-US" altLang="ja-JP"/>
              <a:t>3</a:t>
            </a:r>
            <a:r>
              <a:rPr kumimoji="1" lang="ja-JP" altLang="en-US"/>
              <a:t>種類の処理クラスと、</a:t>
            </a:r>
          </a:p>
          <a:p>
            <a:r>
              <a:rPr kumimoji="1" lang="ja-JP" altLang="en-US"/>
              <a:t>画面入力値を受け取る </a:t>
            </a:r>
            <a:r>
              <a:rPr kumimoji="1" lang="en-US" altLang="ja-JP"/>
              <a:t>Form</a:t>
            </a:r>
            <a:r>
              <a:rPr kumimoji="1" lang="ja-JP" altLang="en-US"/>
              <a:t>、処理で扱うデータを表す </a:t>
            </a:r>
            <a:r>
              <a:rPr kumimoji="1" lang="en-US" altLang="ja-JP"/>
              <a:t>Model</a:t>
            </a:r>
            <a:r>
              <a:rPr kumimoji="1" lang="ja-JP" altLang="en-US"/>
              <a:t>、データベースのデータを表す </a:t>
            </a:r>
            <a:r>
              <a:rPr kumimoji="1" lang="en-US" altLang="ja-JP"/>
              <a:t>Entity</a:t>
            </a:r>
            <a:r>
              <a:rPr kumimoji="1" lang="ja-JP" altLang="en-US"/>
              <a:t>、</a:t>
            </a:r>
            <a:endParaRPr kumimoji="1" lang="en-US" altLang="ja-JP"/>
          </a:p>
          <a:p>
            <a:r>
              <a:rPr kumimoji="1" lang="ja-JP" altLang="en-US"/>
              <a:t>画面を表示する </a:t>
            </a:r>
            <a:r>
              <a:rPr kumimoji="1" lang="en-US" altLang="ja-JP" err="1"/>
              <a:t>Thymeleaf</a:t>
            </a:r>
            <a:r>
              <a:rPr kumimoji="1" lang="en-US" altLang="ja-JP"/>
              <a:t> </a:t>
            </a:r>
            <a:r>
              <a:rPr lang="en-US" altLang="ja-JP"/>
              <a:t>Template</a:t>
            </a:r>
            <a:r>
              <a:rPr kumimoji="1" lang="ja-JP" altLang="en-US"/>
              <a:t>を作成する。</a:t>
            </a:r>
          </a:p>
        </p:txBody>
      </p:sp>
      <p:sp>
        <p:nvSpPr>
          <p:cNvPr id="5" name="角丸四角形 3">
            <a:extLst>
              <a:ext uri="{FF2B5EF4-FFF2-40B4-BE49-F238E27FC236}">
                <a16:creationId xmlns:a16="http://schemas.microsoft.com/office/drawing/2014/main" id="{81ABBD43-C229-BC2E-3819-4B82E255DB88}"/>
              </a:ext>
            </a:extLst>
          </p:cNvPr>
          <p:cNvSpPr/>
          <p:nvPr/>
        </p:nvSpPr>
        <p:spPr>
          <a:xfrm>
            <a:off x="4521594" y="3668196"/>
            <a:ext cx="1404000" cy="1224000"/>
          </a:xfrm>
          <a:prstGeom prst="roundRect">
            <a:avLst>
              <a:gd name="adj" fmla="val 11385"/>
            </a:avLst>
          </a:prstGeom>
          <a:solidFill>
            <a:srgbClr val="0072BC"/>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Controller</a:t>
            </a:r>
            <a:endParaRPr kumimoji="1" lang="ja-JP" altLang="en-US"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7" name="角丸四角形 10">
            <a:extLst>
              <a:ext uri="{FF2B5EF4-FFF2-40B4-BE49-F238E27FC236}">
                <a16:creationId xmlns:a16="http://schemas.microsoft.com/office/drawing/2014/main" id="{E780B49A-C247-1BA3-383D-F7D336B4B76F}"/>
              </a:ext>
            </a:extLst>
          </p:cNvPr>
          <p:cNvSpPr/>
          <p:nvPr/>
        </p:nvSpPr>
        <p:spPr>
          <a:xfrm>
            <a:off x="6204867" y="3668196"/>
            <a:ext cx="1404000" cy="1224000"/>
          </a:xfrm>
          <a:prstGeom prst="roundRect">
            <a:avLst>
              <a:gd name="adj" fmla="val 9876"/>
            </a:avLst>
          </a:prstGeom>
          <a:solidFill>
            <a:srgbClr val="0072BC"/>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Service</a:t>
            </a:r>
            <a:endParaRPr kumimoji="1" lang="ja-JP" altLang="en-US"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8" name="角丸四角形 12">
            <a:extLst>
              <a:ext uri="{FF2B5EF4-FFF2-40B4-BE49-F238E27FC236}">
                <a16:creationId xmlns:a16="http://schemas.microsoft.com/office/drawing/2014/main" id="{1D737445-A616-D206-3A00-B61BDE707D2A}"/>
              </a:ext>
            </a:extLst>
          </p:cNvPr>
          <p:cNvSpPr/>
          <p:nvPr/>
        </p:nvSpPr>
        <p:spPr>
          <a:xfrm>
            <a:off x="7855550" y="3668196"/>
            <a:ext cx="1404000" cy="1224000"/>
          </a:xfrm>
          <a:prstGeom prst="roundRect">
            <a:avLst>
              <a:gd name="adj" fmla="val 9121"/>
            </a:avLst>
          </a:prstGeom>
          <a:solidFill>
            <a:srgbClr val="0072BC"/>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Repository</a:t>
            </a:r>
            <a:endParaRPr kumimoji="1" lang="ja-JP" altLang="en-US"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9" name="フローチャート: 磁気ディスク 8">
            <a:extLst>
              <a:ext uri="{FF2B5EF4-FFF2-40B4-BE49-F238E27FC236}">
                <a16:creationId xmlns:a16="http://schemas.microsoft.com/office/drawing/2014/main" id="{5C9201E2-57CA-E141-ABB0-59FB34201465}"/>
              </a:ext>
            </a:extLst>
          </p:cNvPr>
          <p:cNvSpPr/>
          <p:nvPr/>
        </p:nvSpPr>
        <p:spPr>
          <a:xfrm>
            <a:off x="9905951" y="3662657"/>
            <a:ext cx="1109354" cy="1224001"/>
          </a:xfrm>
          <a:prstGeom prst="flowChartMagneticDisk">
            <a:avLst/>
          </a:prstGeom>
          <a:ln/>
        </p:spPr>
        <p:style>
          <a:lnRef idx="1">
            <a:schemeClr val="accent3"/>
          </a:lnRef>
          <a:fillRef idx="2">
            <a:schemeClr val="accent3"/>
          </a:fillRef>
          <a:effectRef idx="1">
            <a:schemeClr val="accent3"/>
          </a:effectRef>
          <a:fontRef idx="minor">
            <a:schemeClr val="dk1"/>
          </a:fontRef>
        </p:style>
        <p:txBody>
          <a:bodyPr rtlCol="0" anchor="ctr">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Database</a:t>
            </a:r>
            <a:endParaRPr kumimoji="1" lang="ja-JP" altLang="en-US" sz="16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0" name="角丸四角形 14">
            <a:extLst>
              <a:ext uri="{FF2B5EF4-FFF2-40B4-BE49-F238E27FC236}">
                <a16:creationId xmlns:a16="http://schemas.microsoft.com/office/drawing/2014/main" id="{C531BB3F-AE7C-3479-CB9C-7C99A5173B80}"/>
              </a:ext>
            </a:extLst>
          </p:cNvPr>
          <p:cNvSpPr/>
          <p:nvPr/>
        </p:nvSpPr>
        <p:spPr>
          <a:xfrm>
            <a:off x="2890982" y="5703419"/>
            <a:ext cx="6714833" cy="363219"/>
          </a:xfrm>
          <a:prstGeom prst="roundRect">
            <a:avLst>
              <a:gd name="adj" fmla="val 0"/>
            </a:avLst>
          </a:prstGeom>
          <a:solidFill>
            <a:srgbClr val="CCCCCD"/>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Spring Boot Application</a:t>
            </a:r>
            <a:endParaRPr kumimoji="1" lang="ja-JP" altLang="en-US"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4" name="下カーブ矢印 23">
            <a:extLst>
              <a:ext uri="{FF2B5EF4-FFF2-40B4-BE49-F238E27FC236}">
                <a16:creationId xmlns:a16="http://schemas.microsoft.com/office/drawing/2014/main" id="{7A0B89AE-4E6C-F427-6708-83ECEBF815FE}"/>
              </a:ext>
            </a:extLst>
          </p:cNvPr>
          <p:cNvSpPr/>
          <p:nvPr/>
        </p:nvSpPr>
        <p:spPr>
          <a:xfrm>
            <a:off x="5474964" y="3093087"/>
            <a:ext cx="1243685" cy="471550"/>
          </a:xfrm>
          <a:prstGeom prst="curvedDownArrow">
            <a:avLst/>
          </a:prstGeom>
          <a:solidFill>
            <a:srgbClr val="FF7A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40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6" name="上カーブ矢印 25">
            <a:extLst>
              <a:ext uri="{FF2B5EF4-FFF2-40B4-BE49-F238E27FC236}">
                <a16:creationId xmlns:a16="http://schemas.microsoft.com/office/drawing/2014/main" id="{CCE8B513-58B4-BC05-3851-32A0F3B701A2}"/>
              </a:ext>
            </a:extLst>
          </p:cNvPr>
          <p:cNvSpPr/>
          <p:nvPr/>
        </p:nvSpPr>
        <p:spPr>
          <a:xfrm flipH="1">
            <a:off x="2200962" y="5011898"/>
            <a:ext cx="919679" cy="363219"/>
          </a:xfrm>
          <a:prstGeom prst="curvedUpArrow">
            <a:avLst/>
          </a:prstGeom>
          <a:solidFill>
            <a:srgbClr val="FF7A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40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8" name="下カーブ矢印 27">
            <a:extLst>
              <a:ext uri="{FF2B5EF4-FFF2-40B4-BE49-F238E27FC236}">
                <a16:creationId xmlns:a16="http://schemas.microsoft.com/office/drawing/2014/main" id="{23305EB0-FF43-9E66-DD97-E12C2A83C898}"/>
              </a:ext>
            </a:extLst>
          </p:cNvPr>
          <p:cNvSpPr/>
          <p:nvPr/>
        </p:nvSpPr>
        <p:spPr>
          <a:xfrm>
            <a:off x="7079980" y="3093087"/>
            <a:ext cx="1243685" cy="471550"/>
          </a:xfrm>
          <a:prstGeom prst="curvedDownArrow">
            <a:avLst/>
          </a:prstGeom>
          <a:solidFill>
            <a:srgbClr val="FF7A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40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9" name="正方形/長方形 18">
            <a:extLst>
              <a:ext uri="{FF2B5EF4-FFF2-40B4-BE49-F238E27FC236}">
                <a16:creationId xmlns:a16="http://schemas.microsoft.com/office/drawing/2014/main" id="{D765D021-75F8-01AA-D0FC-3F4DC43D90FB}"/>
              </a:ext>
            </a:extLst>
          </p:cNvPr>
          <p:cNvSpPr/>
          <p:nvPr/>
        </p:nvSpPr>
        <p:spPr>
          <a:xfrm>
            <a:off x="7347209" y="3070612"/>
            <a:ext cx="792000" cy="252000"/>
          </a:xfrm>
          <a:prstGeom prst="rect">
            <a:avLst/>
          </a:prstGeom>
          <a:solidFill>
            <a:srgbClr val="FFC4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Entity</a:t>
            </a:r>
            <a:endParaRPr kumimoji="1" lang="ja-JP" altLang="en-US"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20" name="上カーブ矢印 29">
            <a:extLst>
              <a:ext uri="{FF2B5EF4-FFF2-40B4-BE49-F238E27FC236}">
                <a16:creationId xmlns:a16="http://schemas.microsoft.com/office/drawing/2014/main" id="{2719764F-61F8-7C53-BF0D-5D1D81D481CF}"/>
              </a:ext>
            </a:extLst>
          </p:cNvPr>
          <p:cNvSpPr/>
          <p:nvPr/>
        </p:nvSpPr>
        <p:spPr>
          <a:xfrm flipH="1">
            <a:off x="7079980" y="5011898"/>
            <a:ext cx="1243686" cy="363219"/>
          </a:xfrm>
          <a:prstGeom prst="curvedUpArrow">
            <a:avLst/>
          </a:prstGeom>
          <a:solidFill>
            <a:srgbClr val="FF7A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40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22" name="左右矢印 31">
            <a:extLst>
              <a:ext uri="{FF2B5EF4-FFF2-40B4-BE49-F238E27FC236}">
                <a16:creationId xmlns:a16="http://schemas.microsoft.com/office/drawing/2014/main" id="{C8027AA0-AF53-0090-73B6-97776AFE8D1C}"/>
              </a:ext>
            </a:extLst>
          </p:cNvPr>
          <p:cNvSpPr/>
          <p:nvPr/>
        </p:nvSpPr>
        <p:spPr>
          <a:xfrm>
            <a:off x="9330117" y="4076933"/>
            <a:ext cx="505266" cy="330200"/>
          </a:xfrm>
          <a:prstGeom prst="leftRightArrow">
            <a:avLst/>
          </a:prstGeom>
          <a:solidFill>
            <a:srgbClr val="CCCC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40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grpSp>
        <p:nvGrpSpPr>
          <p:cNvPr id="30" name="グループ化 29">
            <a:extLst>
              <a:ext uri="{FF2B5EF4-FFF2-40B4-BE49-F238E27FC236}">
                <a16:creationId xmlns:a16="http://schemas.microsoft.com/office/drawing/2014/main" id="{BBE5AF80-6745-4448-C39F-FBB6A8F87475}"/>
              </a:ext>
            </a:extLst>
          </p:cNvPr>
          <p:cNvGrpSpPr/>
          <p:nvPr/>
        </p:nvGrpSpPr>
        <p:grpSpPr>
          <a:xfrm>
            <a:off x="1255655" y="3662657"/>
            <a:ext cx="1421049" cy="1498681"/>
            <a:chOff x="40509" y="3258075"/>
            <a:chExt cx="1838609" cy="1838609"/>
          </a:xfrm>
        </p:grpSpPr>
        <p:pic>
          <p:nvPicPr>
            <p:cNvPr id="23" name="グラフィックス 22" descr="テレビ 単色塗りつぶし">
              <a:extLst>
                <a:ext uri="{FF2B5EF4-FFF2-40B4-BE49-F238E27FC236}">
                  <a16:creationId xmlns:a16="http://schemas.microsoft.com/office/drawing/2014/main" id="{AA5DA252-A0BB-F193-5CC3-DF11F0191CD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509" y="3258075"/>
              <a:ext cx="1838609" cy="1838609"/>
            </a:xfrm>
            <a:prstGeom prst="rect">
              <a:avLst/>
            </a:prstGeom>
          </p:spPr>
        </p:pic>
        <p:sp>
          <p:nvSpPr>
            <p:cNvPr id="25" name="正方形/長方形 24">
              <a:extLst>
                <a:ext uri="{FF2B5EF4-FFF2-40B4-BE49-F238E27FC236}">
                  <a16:creationId xmlns:a16="http://schemas.microsoft.com/office/drawing/2014/main" id="{102D4665-167A-BE5B-E10E-08578FB5BDA0}"/>
                </a:ext>
              </a:extLst>
            </p:cNvPr>
            <p:cNvSpPr/>
            <p:nvPr/>
          </p:nvSpPr>
          <p:spPr>
            <a:xfrm>
              <a:off x="168181" y="3621294"/>
              <a:ext cx="1583265" cy="912678"/>
            </a:xfrm>
            <a:prstGeom prst="rect">
              <a:avLst/>
            </a:prstGeom>
            <a:solidFill>
              <a:schemeClr val="accent3">
                <a:lumMod val="20000"/>
                <a:lumOff val="8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a:solidFill>
                    <a:schemeClr val="tx1"/>
                  </a:solidFill>
                </a:rPr>
                <a:t>ブラウザ</a:t>
              </a:r>
            </a:p>
          </p:txBody>
        </p:sp>
      </p:grpSp>
      <p:sp>
        <p:nvSpPr>
          <p:cNvPr id="29" name="下カーブ矢印 23">
            <a:extLst>
              <a:ext uri="{FF2B5EF4-FFF2-40B4-BE49-F238E27FC236}">
                <a16:creationId xmlns:a16="http://schemas.microsoft.com/office/drawing/2014/main" id="{E3ED076E-54F5-B832-A263-4BAB601BF0A9}"/>
              </a:ext>
            </a:extLst>
          </p:cNvPr>
          <p:cNvSpPr/>
          <p:nvPr/>
        </p:nvSpPr>
        <p:spPr>
          <a:xfrm>
            <a:off x="2365535" y="3151066"/>
            <a:ext cx="2524982" cy="471550"/>
          </a:xfrm>
          <a:prstGeom prst="curvedDownArrow">
            <a:avLst/>
          </a:prstGeom>
          <a:solidFill>
            <a:srgbClr val="FF7A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40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3" name="正方形/長方形 12">
            <a:extLst>
              <a:ext uri="{FF2B5EF4-FFF2-40B4-BE49-F238E27FC236}">
                <a16:creationId xmlns:a16="http://schemas.microsoft.com/office/drawing/2014/main" id="{AF51795F-E264-0CE5-19E0-AB9F4B0CA64A}"/>
              </a:ext>
            </a:extLst>
          </p:cNvPr>
          <p:cNvSpPr/>
          <p:nvPr/>
        </p:nvSpPr>
        <p:spPr>
          <a:xfrm>
            <a:off x="2342502" y="5264897"/>
            <a:ext cx="792000" cy="252000"/>
          </a:xfrm>
          <a:prstGeom prst="rect">
            <a:avLst/>
          </a:prstGeom>
          <a:solidFill>
            <a:srgbClr val="FFFDD1"/>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HTML</a:t>
            </a:r>
          </a:p>
        </p:txBody>
      </p:sp>
      <p:sp>
        <p:nvSpPr>
          <p:cNvPr id="31" name="正方形/長方形 30">
            <a:extLst>
              <a:ext uri="{FF2B5EF4-FFF2-40B4-BE49-F238E27FC236}">
                <a16:creationId xmlns:a16="http://schemas.microsoft.com/office/drawing/2014/main" id="{3065B98F-25E8-F89F-5326-37E820FE62F3}"/>
              </a:ext>
            </a:extLst>
          </p:cNvPr>
          <p:cNvSpPr/>
          <p:nvPr/>
        </p:nvSpPr>
        <p:spPr>
          <a:xfrm>
            <a:off x="7353878" y="5264897"/>
            <a:ext cx="792000" cy="252000"/>
          </a:xfrm>
          <a:prstGeom prst="rect">
            <a:avLst/>
          </a:prstGeom>
          <a:solidFill>
            <a:srgbClr val="FFC4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lvl="0" algn="ctr">
              <a:defRPr/>
            </a:pPr>
            <a:r>
              <a:rPr lang="en-US" altLang="ja-JP" sz="12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rPr>
              <a:t>Entity</a:t>
            </a:r>
            <a:endParaRPr lang="ja-JP" altLang="en-US" sz="12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32" name="上カーブ矢印 29">
            <a:extLst>
              <a:ext uri="{FF2B5EF4-FFF2-40B4-BE49-F238E27FC236}">
                <a16:creationId xmlns:a16="http://schemas.microsoft.com/office/drawing/2014/main" id="{D8A5A178-4BDD-62E4-5A8C-01EEFCA89900}"/>
              </a:ext>
            </a:extLst>
          </p:cNvPr>
          <p:cNvSpPr/>
          <p:nvPr/>
        </p:nvSpPr>
        <p:spPr>
          <a:xfrm flipH="1">
            <a:off x="5474963" y="5011898"/>
            <a:ext cx="1277909" cy="363219"/>
          </a:xfrm>
          <a:prstGeom prst="curvedUpArrow">
            <a:avLst/>
          </a:prstGeom>
          <a:solidFill>
            <a:srgbClr val="FF7A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40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7" name="正方形/長方形 16">
            <a:extLst>
              <a:ext uri="{FF2B5EF4-FFF2-40B4-BE49-F238E27FC236}">
                <a16:creationId xmlns:a16="http://schemas.microsoft.com/office/drawing/2014/main" id="{D9320844-E18D-0F66-5CBE-ACC8D4C9B2DF}"/>
              </a:ext>
            </a:extLst>
          </p:cNvPr>
          <p:cNvSpPr/>
          <p:nvPr/>
        </p:nvSpPr>
        <p:spPr>
          <a:xfrm>
            <a:off x="5726105" y="5264897"/>
            <a:ext cx="792000" cy="252000"/>
          </a:xfrm>
          <a:prstGeom prst="rect">
            <a:avLst/>
          </a:prstGeom>
          <a:solidFill>
            <a:srgbClr val="FFC4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Model</a:t>
            </a:r>
            <a:endParaRPr kumimoji="1" lang="ja-JP" altLang="en-US"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33" name="角丸四角形 3">
            <a:extLst>
              <a:ext uri="{FF2B5EF4-FFF2-40B4-BE49-F238E27FC236}">
                <a16:creationId xmlns:a16="http://schemas.microsoft.com/office/drawing/2014/main" id="{E79DA488-1730-4CA0-9233-735268AAA9FA}"/>
              </a:ext>
            </a:extLst>
          </p:cNvPr>
          <p:cNvSpPr/>
          <p:nvPr/>
        </p:nvSpPr>
        <p:spPr>
          <a:xfrm>
            <a:off x="2955977" y="4312479"/>
            <a:ext cx="1348601" cy="584286"/>
          </a:xfrm>
          <a:prstGeom prst="roundRect">
            <a:avLst/>
          </a:prstGeom>
          <a:solidFill>
            <a:srgbClr val="0072BC"/>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err="1">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Thymeleaf</a:t>
            </a:r>
            <a:endParaRPr kumimoji="1" lang="en-US" altLang="ja-JP"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600">
                <a:solidFill>
                  <a:schemeClr val="bg1"/>
                </a:solidFill>
                <a:latin typeface="Meiryo UI" panose="020B0604030504040204" pitchFamily="50" charset="-128"/>
                <a:ea typeface="Meiryo UI" panose="020B0604030504040204" pitchFamily="50" charset="-128"/>
                <a:cs typeface="ＭＳ Ｐゴシック" panose="020B0600070205080204" pitchFamily="50" charset="-128"/>
              </a:rPr>
              <a:t>Template</a:t>
            </a:r>
            <a:endParaRPr kumimoji="1" lang="ja-JP" altLang="en-US"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34" name="上カーブ矢印 25">
            <a:extLst>
              <a:ext uri="{FF2B5EF4-FFF2-40B4-BE49-F238E27FC236}">
                <a16:creationId xmlns:a16="http://schemas.microsoft.com/office/drawing/2014/main" id="{C84E56D9-9DD7-879D-8213-828556D794F7}"/>
              </a:ext>
            </a:extLst>
          </p:cNvPr>
          <p:cNvSpPr/>
          <p:nvPr/>
        </p:nvSpPr>
        <p:spPr>
          <a:xfrm flipH="1">
            <a:off x="4130430" y="5011898"/>
            <a:ext cx="804607" cy="363219"/>
          </a:xfrm>
          <a:prstGeom prst="curvedUpArrow">
            <a:avLst/>
          </a:prstGeom>
          <a:solidFill>
            <a:srgbClr val="FF7A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40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35" name="正方形/長方形 34">
            <a:extLst>
              <a:ext uri="{FF2B5EF4-FFF2-40B4-BE49-F238E27FC236}">
                <a16:creationId xmlns:a16="http://schemas.microsoft.com/office/drawing/2014/main" id="{30470F07-8F9F-C2A3-7676-DD462C46CF2F}"/>
              </a:ext>
            </a:extLst>
          </p:cNvPr>
          <p:cNvSpPr/>
          <p:nvPr/>
        </p:nvSpPr>
        <p:spPr>
          <a:xfrm>
            <a:off x="3991752" y="5264897"/>
            <a:ext cx="1203938" cy="252000"/>
          </a:xfrm>
          <a:prstGeom prst="rect">
            <a:avLst/>
          </a:prstGeom>
          <a:solidFill>
            <a:srgbClr val="FFC4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err="1">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ViewModel</a:t>
            </a:r>
            <a:endParaRPr kumimoji="1" lang="en-US" altLang="ja-JP"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4" name="正方形/長方形 3">
            <a:extLst>
              <a:ext uri="{FF2B5EF4-FFF2-40B4-BE49-F238E27FC236}">
                <a16:creationId xmlns:a16="http://schemas.microsoft.com/office/drawing/2014/main" id="{7E353490-D77E-A2F6-B7B1-B942461D17C2}"/>
              </a:ext>
            </a:extLst>
          </p:cNvPr>
          <p:cNvSpPr/>
          <p:nvPr/>
        </p:nvSpPr>
        <p:spPr>
          <a:xfrm>
            <a:off x="5662536" y="3070612"/>
            <a:ext cx="792000" cy="252000"/>
          </a:xfrm>
          <a:prstGeom prst="rect">
            <a:avLst/>
          </a:prstGeom>
          <a:solidFill>
            <a:srgbClr val="FFC4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Model</a:t>
            </a:r>
            <a:endParaRPr kumimoji="1" lang="ja-JP" altLang="en-US"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5" name="正方形/長方形 14">
            <a:extLst>
              <a:ext uri="{FF2B5EF4-FFF2-40B4-BE49-F238E27FC236}">
                <a16:creationId xmlns:a16="http://schemas.microsoft.com/office/drawing/2014/main" id="{3F85E2A7-4FDB-0FA8-1F46-C994880C7145}"/>
              </a:ext>
            </a:extLst>
          </p:cNvPr>
          <p:cNvSpPr/>
          <p:nvPr/>
        </p:nvSpPr>
        <p:spPr>
          <a:xfrm>
            <a:off x="3161294" y="3070612"/>
            <a:ext cx="792000" cy="252000"/>
          </a:xfrm>
          <a:prstGeom prst="rect">
            <a:avLst/>
          </a:prstGeom>
          <a:solidFill>
            <a:srgbClr val="FFC4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Form</a:t>
            </a:r>
            <a:endParaRPr kumimoji="1" lang="ja-JP" altLang="en-US"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27" name="テキスト ボックス 26">
            <a:extLst>
              <a:ext uri="{FF2B5EF4-FFF2-40B4-BE49-F238E27FC236}">
                <a16:creationId xmlns:a16="http://schemas.microsoft.com/office/drawing/2014/main" id="{65009F9C-5919-665E-A31F-DCFD82B84956}"/>
              </a:ext>
            </a:extLst>
          </p:cNvPr>
          <p:cNvSpPr txBox="1"/>
          <p:nvPr/>
        </p:nvSpPr>
        <p:spPr>
          <a:xfrm>
            <a:off x="3202136" y="2504942"/>
            <a:ext cx="2298402" cy="430887"/>
          </a:xfrm>
          <a:prstGeom prst="rect">
            <a:avLst/>
          </a:prstGeom>
          <a:noFill/>
        </p:spPr>
        <p:txBody>
          <a:bodyPr wrap="square" rtlCol="0">
            <a:spAutoFit/>
          </a:bodyPr>
          <a:lstStyle/>
          <a:p>
            <a:pPr algn="ctr"/>
            <a:r>
              <a:rPr kumimoji="1" lang="ja-JP" altLang="en-US" sz="1100">
                <a:highlight>
                  <a:srgbClr val="FFFDD1"/>
                </a:highlight>
                <a:latin typeface="Meiryo UI" panose="020B0604030504040204" pitchFamily="50" charset="-128"/>
                <a:ea typeface="Meiryo UI" panose="020B0604030504040204" pitchFamily="50" charset="-128"/>
              </a:rPr>
              <a:t>画面の表示や画面からの</a:t>
            </a:r>
            <a:endParaRPr kumimoji="1" lang="en-US" altLang="ja-JP" sz="1100">
              <a:highlight>
                <a:srgbClr val="FFFDD1"/>
              </a:highlight>
              <a:latin typeface="Meiryo UI" panose="020B0604030504040204" pitchFamily="50" charset="-128"/>
              <a:ea typeface="Meiryo UI" panose="020B0604030504040204" pitchFamily="50" charset="-128"/>
            </a:endParaRPr>
          </a:p>
          <a:p>
            <a:pPr algn="ctr"/>
            <a:r>
              <a:rPr kumimoji="1" lang="ja-JP" altLang="en-US" sz="1100">
                <a:highlight>
                  <a:srgbClr val="FFFDD1"/>
                </a:highlight>
                <a:latin typeface="Meiryo UI" panose="020B0604030504040204" pitchFamily="50" charset="-128"/>
                <a:ea typeface="Meiryo UI" panose="020B0604030504040204" pitchFamily="50" charset="-128"/>
              </a:rPr>
              <a:t>要求を処理する</a:t>
            </a:r>
          </a:p>
        </p:txBody>
      </p:sp>
      <p:sp>
        <p:nvSpPr>
          <p:cNvPr id="28" name="テキスト ボックス 27">
            <a:extLst>
              <a:ext uri="{FF2B5EF4-FFF2-40B4-BE49-F238E27FC236}">
                <a16:creationId xmlns:a16="http://schemas.microsoft.com/office/drawing/2014/main" id="{C7A8C1EA-676D-8BD3-9E07-6C9146D1150F}"/>
              </a:ext>
            </a:extLst>
          </p:cNvPr>
          <p:cNvSpPr txBox="1"/>
          <p:nvPr/>
        </p:nvSpPr>
        <p:spPr>
          <a:xfrm>
            <a:off x="5837669" y="2504942"/>
            <a:ext cx="2138395" cy="430887"/>
          </a:xfrm>
          <a:prstGeom prst="rect">
            <a:avLst/>
          </a:prstGeom>
          <a:noFill/>
        </p:spPr>
        <p:txBody>
          <a:bodyPr wrap="square" rtlCol="0">
            <a:spAutoFit/>
          </a:bodyPr>
          <a:lstStyle/>
          <a:p>
            <a:pPr algn="ctr"/>
            <a:r>
              <a:rPr kumimoji="1" lang="ja-JP" altLang="en-US" sz="1100">
                <a:highlight>
                  <a:srgbClr val="FFFDD1"/>
                </a:highlight>
                <a:latin typeface="Meiryo UI" panose="020B0604030504040204" pitchFamily="50" charset="-128"/>
                <a:ea typeface="Meiryo UI" panose="020B0604030504040204" pitchFamily="50" charset="-128"/>
              </a:rPr>
              <a:t>ビジネスロジック</a:t>
            </a:r>
            <a:r>
              <a:rPr kumimoji="1" lang="en-US" altLang="ja-JP" sz="1100">
                <a:highlight>
                  <a:srgbClr val="FFFDD1"/>
                </a:highlight>
                <a:latin typeface="Meiryo UI" panose="020B0604030504040204" pitchFamily="50" charset="-128"/>
                <a:ea typeface="Meiryo UI" panose="020B0604030504040204" pitchFamily="50" charset="-128"/>
              </a:rPr>
              <a:t>(</a:t>
            </a:r>
            <a:r>
              <a:rPr kumimoji="1" lang="ja-JP" altLang="en-US" sz="1100">
                <a:highlight>
                  <a:srgbClr val="FFFDD1"/>
                </a:highlight>
                <a:latin typeface="Meiryo UI" panose="020B0604030504040204" pitchFamily="50" charset="-128"/>
                <a:ea typeface="Meiryo UI" panose="020B0604030504040204" pitchFamily="50" charset="-128"/>
              </a:rPr>
              <a:t>ルール</a:t>
            </a:r>
            <a:r>
              <a:rPr kumimoji="1" lang="en-US" altLang="ja-JP" sz="1100">
                <a:highlight>
                  <a:srgbClr val="FFFDD1"/>
                </a:highlight>
                <a:latin typeface="Meiryo UI" panose="020B0604030504040204" pitchFamily="50" charset="-128"/>
                <a:ea typeface="Meiryo UI" panose="020B0604030504040204" pitchFamily="50" charset="-128"/>
              </a:rPr>
              <a:t>)</a:t>
            </a:r>
            <a:r>
              <a:rPr kumimoji="1" lang="ja-JP" altLang="en-US" sz="1100">
                <a:highlight>
                  <a:srgbClr val="FFFDD1"/>
                </a:highlight>
                <a:latin typeface="Meiryo UI" panose="020B0604030504040204" pitchFamily="50" charset="-128"/>
                <a:ea typeface="Meiryo UI" panose="020B0604030504040204" pitchFamily="50" charset="-128"/>
              </a:rPr>
              <a:t>を</a:t>
            </a:r>
            <a:endParaRPr kumimoji="1" lang="en-US" altLang="ja-JP" sz="1100">
              <a:highlight>
                <a:srgbClr val="FFFDD1"/>
              </a:highlight>
              <a:latin typeface="Meiryo UI" panose="020B0604030504040204" pitchFamily="50" charset="-128"/>
              <a:ea typeface="Meiryo UI" panose="020B0604030504040204" pitchFamily="50" charset="-128"/>
            </a:endParaRPr>
          </a:p>
          <a:p>
            <a:pPr algn="ctr"/>
            <a:r>
              <a:rPr lang="ja-JP" altLang="en-US" sz="1100">
                <a:highlight>
                  <a:srgbClr val="FFFDD1"/>
                </a:highlight>
                <a:latin typeface="Meiryo UI" panose="020B0604030504040204" pitchFamily="50" charset="-128"/>
                <a:ea typeface="Meiryo UI" panose="020B0604030504040204" pitchFamily="50" charset="-128"/>
              </a:rPr>
              <a:t>処理する</a:t>
            </a:r>
            <a:endParaRPr kumimoji="1" lang="ja-JP" altLang="en-US" sz="1100">
              <a:highlight>
                <a:srgbClr val="FFFDD1"/>
              </a:highlight>
              <a:latin typeface="Meiryo UI" panose="020B0604030504040204" pitchFamily="50" charset="-128"/>
              <a:ea typeface="Meiryo UI" panose="020B0604030504040204" pitchFamily="50" charset="-128"/>
            </a:endParaRPr>
          </a:p>
        </p:txBody>
      </p:sp>
      <p:sp>
        <p:nvSpPr>
          <p:cNvPr id="36" name="テキスト ボックス 35">
            <a:extLst>
              <a:ext uri="{FF2B5EF4-FFF2-40B4-BE49-F238E27FC236}">
                <a16:creationId xmlns:a16="http://schemas.microsoft.com/office/drawing/2014/main" id="{294DCA4E-748B-15BC-8E61-BDD4FC4B529E}"/>
              </a:ext>
            </a:extLst>
          </p:cNvPr>
          <p:cNvSpPr txBox="1"/>
          <p:nvPr/>
        </p:nvSpPr>
        <p:spPr>
          <a:xfrm>
            <a:off x="7532576" y="2504942"/>
            <a:ext cx="2138395" cy="430887"/>
          </a:xfrm>
          <a:prstGeom prst="rect">
            <a:avLst/>
          </a:prstGeom>
          <a:noFill/>
        </p:spPr>
        <p:txBody>
          <a:bodyPr wrap="square" rtlCol="0">
            <a:spAutoFit/>
          </a:bodyPr>
          <a:lstStyle/>
          <a:p>
            <a:pPr algn="ctr"/>
            <a:r>
              <a:rPr kumimoji="1" lang="ja-JP" altLang="en-US" sz="1100">
                <a:highlight>
                  <a:srgbClr val="FFFDD1"/>
                </a:highlight>
                <a:latin typeface="Meiryo UI" panose="020B0604030504040204" pitchFamily="50" charset="-128"/>
                <a:ea typeface="Meiryo UI" panose="020B0604030504040204" pitchFamily="50" charset="-128"/>
              </a:rPr>
              <a:t>データベースに対する</a:t>
            </a:r>
            <a:endParaRPr kumimoji="1" lang="en-US" altLang="ja-JP" sz="1100">
              <a:highlight>
                <a:srgbClr val="FFFDD1"/>
              </a:highlight>
              <a:latin typeface="Meiryo UI" panose="020B0604030504040204" pitchFamily="50" charset="-128"/>
              <a:ea typeface="Meiryo UI" panose="020B0604030504040204" pitchFamily="50" charset="-128"/>
            </a:endParaRPr>
          </a:p>
          <a:p>
            <a:pPr algn="ctr"/>
            <a:r>
              <a:rPr kumimoji="1" lang="ja-JP" altLang="en-US" sz="1100">
                <a:highlight>
                  <a:srgbClr val="FFFDD1"/>
                </a:highlight>
                <a:latin typeface="Meiryo UI" panose="020B0604030504040204" pitchFamily="50" charset="-128"/>
                <a:ea typeface="Meiryo UI" panose="020B0604030504040204" pitchFamily="50" charset="-128"/>
              </a:rPr>
              <a:t>登録や取得を</a:t>
            </a:r>
            <a:r>
              <a:rPr lang="ja-JP" altLang="en-US" sz="1100">
                <a:highlight>
                  <a:srgbClr val="FFFDD1"/>
                </a:highlight>
                <a:latin typeface="Meiryo UI" panose="020B0604030504040204" pitchFamily="50" charset="-128"/>
                <a:ea typeface="Meiryo UI" panose="020B0604030504040204" pitchFamily="50" charset="-128"/>
              </a:rPr>
              <a:t>処理する</a:t>
            </a:r>
            <a:endParaRPr kumimoji="1" lang="ja-JP" altLang="en-US" sz="1100">
              <a:highlight>
                <a:srgbClr val="FFFDD1"/>
              </a:highlight>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093047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47BA2-34A1-85DD-F4D4-878F2E32FE6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D4CFE25-8391-B0F0-DB2C-24D86778EDA7}"/>
              </a:ext>
            </a:extLst>
          </p:cNvPr>
          <p:cNvSpPr>
            <a:spLocks noGrp="1"/>
          </p:cNvSpPr>
          <p:nvPr>
            <p:ph type="title"/>
          </p:nvPr>
        </p:nvSpPr>
        <p:spPr/>
        <p:txBody>
          <a:bodyPr/>
          <a:lstStyle/>
          <a:p>
            <a:r>
              <a:rPr lang="ja-JP" altLang="en-US">
                <a:solidFill>
                  <a:schemeClr val="accent2"/>
                </a:solidFill>
              </a:rPr>
              <a:t>テストクラスを作成する単位</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5105EA2E-DE0C-EEB8-2B4B-AB94DBA3277D}"/>
              </a:ext>
            </a:extLst>
          </p:cNvPr>
          <p:cNvSpPr>
            <a:spLocks noGrp="1"/>
          </p:cNvSpPr>
          <p:nvPr>
            <p:ph sz="quarter" idx="10"/>
          </p:nvPr>
        </p:nvSpPr>
        <p:spPr>
          <a:xfrm>
            <a:off x="370800" y="1054753"/>
            <a:ext cx="11448000" cy="482702"/>
          </a:xfrm>
        </p:spPr>
        <p:txBody>
          <a:bodyPr/>
          <a:lstStyle/>
          <a:p>
            <a:r>
              <a:rPr kumimoji="1" lang="ja-JP" altLang="en-US"/>
              <a:t>主要なクラスの</a:t>
            </a:r>
            <a:r>
              <a:rPr kumimoji="1" lang="en-US" altLang="ja-JP"/>
              <a:t>3</a:t>
            </a:r>
            <a:r>
              <a:rPr kumimoji="1" lang="ja-JP" altLang="en-US"/>
              <a:t>種類（</a:t>
            </a:r>
            <a:r>
              <a:rPr kumimoji="1" lang="en-US" altLang="ja-JP"/>
              <a:t>Controller</a:t>
            </a:r>
            <a:r>
              <a:rPr kumimoji="1" lang="ja-JP" altLang="en-US"/>
              <a:t>、</a:t>
            </a:r>
            <a:r>
              <a:rPr kumimoji="1" lang="en-US" altLang="ja-JP"/>
              <a:t>Service</a:t>
            </a:r>
            <a:r>
              <a:rPr kumimoji="1" lang="ja-JP" altLang="en-US"/>
              <a:t>、</a:t>
            </a:r>
            <a:r>
              <a:rPr kumimoji="1" lang="en-US" altLang="ja-JP"/>
              <a:t>Repository</a:t>
            </a:r>
            <a:r>
              <a:rPr kumimoji="1" lang="ja-JP" altLang="en-US"/>
              <a:t>）に対して</a:t>
            </a:r>
            <a:r>
              <a:rPr kumimoji="1" lang="en-US" altLang="ja-JP"/>
              <a:t>JUnit</a:t>
            </a:r>
            <a:r>
              <a:rPr kumimoji="1" lang="ja-JP" altLang="en-US"/>
              <a:t>のテストクラスを作成する。</a:t>
            </a:r>
          </a:p>
        </p:txBody>
      </p:sp>
      <p:sp>
        <p:nvSpPr>
          <p:cNvPr id="5" name="角丸四角形 3">
            <a:extLst>
              <a:ext uri="{FF2B5EF4-FFF2-40B4-BE49-F238E27FC236}">
                <a16:creationId xmlns:a16="http://schemas.microsoft.com/office/drawing/2014/main" id="{601F71AF-C5D9-D456-3CFC-B0CEFA1FB9A3}"/>
              </a:ext>
            </a:extLst>
          </p:cNvPr>
          <p:cNvSpPr/>
          <p:nvPr/>
        </p:nvSpPr>
        <p:spPr>
          <a:xfrm>
            <a:off x="4521594" y="3917578"/>
            <a:ext cx="1404000" cy="1224000"/>
          </a:xfrm>
          <a:prstGeom prst="roundRect">
            <a:avLst>
              <a:gd name="adj" fmla="val 11385"/>
            </a:avLst>
          </a:prstGeom>
          <a:solidFill>
            <a:srgbClr val="0072BC"/>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Controller</a:t>
            </a:r>
            <a:endParaRPr kumimoji="1" lang="ja-JP" altLang="en-US"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7" name="角丸四角形 10">
            <a:extLst>
              <a:ext uri="{FF2B5EF4-FFF2-40B4-BE49-F238E27FC236}">
                <a16:creationId xmlns:a16="http://schemas.microsoft.com/office/drawing/2014/main" id="{7D8CB87D-B6FB-6E13-30A2-3287422B5E71}"/>
              </a:ext>
            </a:extLst>
          </p:cNvPr>
          <p:cNvSpPr/>
          <p:nvPr/>
        </p:nvSpPr>
        <p:spPr>
          <a:xfrm>
            <a:off x="6204867" y="3917578"/>
            <a:ext cx="1404000" cy="1224000"/>
          </a:xfrm>
          <a:prstGeom prst="roundRect">
            <a:avLst>
              <a:gd name="adj" fmla="val 9876"/>
            </a:avLst>
          </a:prstGeom>
          <a:solidFill>
            <a:srgbClr val="0072BC"/>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Service</a:t>
            </a:r>
            <a:endParaRPr kumimoji="1" lang="ja-JP" altLang="en-US"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8" name="角丸四角形 12">
            <a:extLst>
              <a:ext uri="{FF2B5EF4-FFF2-40B4-BE49-F238E27FC236}">
                <a16:creationId xmlns:a16="http://schemas.microsoft.com/office/drawing/2014/main" id="{39D528AF-261D-6243-058D-3568B95B4501}"/>
              </a:ext>
            </a:extLst>
          </p:cNvPr>
          <p:cNvSpPr/>
          <p:nvPr/>
        </p:nvSpPr>
        <p:spPr>
          <a:xfrm>
            <a:off x="7855550" y="3917578"/>
            <a:ext cx="1404000" cy="1224000"/>
          </a:xfrm>
          <a:prstGeom prst="roundRect">
            <a:avLst>
              <a:gd name="adj" fmla="val 9121"/>
            </a:avLst>
          </a:prstGeom>
          <a:solidFill>
            <a:srgbClr val="0072BC"/>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Repository</a:t>
            </a:r>
            <a:endParaRPr kumimoji="1" lang="ja-JP" altLang="en-US"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9" name="フローチャート: 磁気ディスク 8">
            <a:extLst>
              <a:ext uri="{FF2B5EF4-FFF2-40B4-BE49-F238E27FC236}">
                <a16:creationId xmlns:a16="http://schemas.microsoft.com/office/drawing/2014/main" id="{E1F84238-D500-B92F-F7CF-CC20B5E80A3F}"/>
              </a:ext>
            </a:extLst>
          </p:cNvPr>
          <p:cNvSpPr/>
          <p:nvPr/>
        </p:nvSpPr>
        <p:spPr>
          <a:xfrm>
            <a:off x="9905951" y="3912039"/>
            <a:ext cx="1109354" cy="1224001"/>
          </a:xfrm>
          <a:prstGeom prst="flowChartMagneticDisk">
            <a:avLst/>
          </a:prstGeom>
          <a:ln/>
        </p:spPr>
        <p:style>
          <a:lnRef idx="1">
            <a:schemeClr val="accent3"/>
          </a:lnRef>
          <a:fillRef idx="2">
            <a:schemeClr val="accent3"/>
          </a:fillRef>
          <a:effectRef idx="1">
            <a:schemeClr val="accent3"/>
          </a:effectRef>
          <a:fontRef idx="minor">
            <a:schemeClr val="dk1"/>
          </a:fontRef>
        </p:style>
        <p:txBody>
          <a:bodyPr rtlCol="0" anchor="ctr">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Database</a:t>
            </a:r>
            <a:endParaRPr kumimoji="1" lang="ja-JP" altLang="en-US" sz="16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0" name="角丸四角形 14">
            <a:extLst>
              <a:ext uri="{FF2B5EF4-FFF2-40B4-BE49-F238E27FC236}">
                <a16:creationId xmlns:a16="http://schemas.microsoft.com/office/drawing/2014/main" id="{E087BBC6-2A1E-4CC8-CF6F-EE8F60BAC919}"/>
              </a:ext>
            </a:extLst>
          </p:cNvPr>
          <p:cNvSpPr/>
          <p:nvPr/>
        </p:nvSpPr>
        <p:spPr>
          <a:xfrm>
            <a:off x="2890982" y="5952801"/>
            <a:ext cx="6659417" cy="363219"/>
          </a:xfrm>
          <a:prstGeom prst="roundRect">
            <a:avLst>
              <a:gd name="adj" fmla="val 0"/>
            </a:avLst>
          </a:prstGeom>
          <a:solidFill>
            <a:srgbClr val="CCCCCD"/>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Spring Boot Application</a:t>
            </a:r>
            <a:endParaRPr kumimoji="1" lang="ja-JP" altLang="en-US"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4" name="下カーブ矢印 23">
            <a:extLst>
              <a:ext uri="{FF2B5EF4-FFF2-40B4-BE49-F238E27FC236}">
                <a16:creationId xmlns:a16="http://schemas.microsoft.com/office/drawing/2014/main" id="{532344C2-2279-4EA6-D4C0-EE07ECD4632A}"/>
              </a:ext>
            </a:extLst>
          </p:cNvPr>
          <p:cNvSpPr/>
          <p:nvPr/>
        </p:nvSpPr>
        <p:spPr>
          <a:xfrm>
            <a:off x="5474964" y="3342469"/>
            <a:ext cx="1243685" cy="471550"/>
          </a:xfrm>
          <a:prstGeom prst="curvedDownArrow">
            <a:avLst/>
          </a:prstGeom>
          <a:solidFill>
            <a:srgbClr val="FF7A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40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6" name="上カーブ矢印 25">
            <a:extLst>
              <a:ext uri="{FF2B5EF4-FFF2-40B4-BE49-F238E27FC236}">
                <a16:creationId xmlns:a16="http://schemas.microsoft.com/office/drawing/2014/main" id="{11FAFC34-897E-3A47-9D87-41AC03BA6709}"/>
              </a:ext>
            </a:extLst>
          </p:cNvPr>
          <p:cNvSpPr/>
          <p:nvPr/>
        </p:nvSpPr>
        <p:spPr>
          <a:xfrm flipH="1">
            <a:off x="2200962" y="5261280"/>
            <a:ext cx="919679" cy="363219"/>
          </a:xfrm>
          <a:prstGeom prst="curvedUpArrow">
            <a:avLst/>
          </a:prstGeom>
          <a:solidFill>
            <a:srgbClr val="FF7A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40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8" name="下カーブ矢印 27">
            <a:extLst>
              <a:ext uri="{FF2B5EF4-FFF2-40B4-BE49-F238E27FC236}">
                <a16:creationId xmlns:a16="http://schemas.microsoft.com/office/drawing/2014/main" id="{A88AE410-3915-EB6C-3EDD-0866DA381228}"/>
              </a:ext>
            </a:extLst>
          </p:cNvPr>
          <p:cNvSpPr/>
          <p:nvPr/>
        </p:nvSpPr>
        <p:spPr>
          <a:xfrm>
            <a:off x="7079980" y="3342469"/>
            <a:ext cx="1243685" cy="471550"/>
          </a:xfrm>
          <a:prstGeom prst="curvedDownArrow">
            <a:avLst/>
          </a:prstGeom>
          <a:solidFill>
            <a:srgbClr val="FF7A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40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9" name="正方形/長方形 18">
            <a:extLst>
              <a:ext uri="{FF2B5EF4-FFF2-40B4-BE49-F238E27FC236}">
                <a16:creationId xmlns:a16="http://schemas.microsoft.com/office/drawing/2014/main" id="{CE667B97-7E94-8940-7107-45B630345D2A}"/>
              </a:ext>
            </a:extLst>
          </p:cNvPr>
          <p:cNvSpPr/>
          <p:nvPr/>
        </p:nvSpPr>
        <p:spPr>
          <a:xfrm>
            <a:off x="7347209" y="3319994"/>
            <a:ext cx="792000" cy="252000"/>
          </a:xfrm>
          <a:prstGeom prst="rect">
            <a:avLst/>
          </a:prstGeom>
          <a:solidFill>
            <a:srgbClr val="FFC4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Entity</a:t>
            </a:r>
            <a:endParaRPr kumimoji="1" lang="ja-JP" altLang="en-US"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20" name="上カーブ矢印 29">
            <a:extLst>
              <a:ext uri="{FF2B5EF4-FFF2-40B4-BE49-F238E27FC236}">
                <a16:creationId xmlns:a16="http://schemas.microsoft.com/office/drawing/2014/main" id="{4DC1EEBB-D157-D699-8253-0D3B81B29DD0}"/>
              </a:ext>
            </a:extLst>
          </p:cNvPr>
          <p:cNvSpPr/>
          <p:nvPr/>
        </p:nvSpPr>
        <p:spPr>
          <a:xfrm flipH="1">
            <a:off x="7079980" y="5261280"/>
            <a:ext cx="1243686" cy="363219"/>
          </a:xfrm>
          <a:prstGeom prst="curvedUpArrow">
            <a:avLst/>
          </a:prstGeom>
          <a:solidFill>
            <a:srgbClr val="FF7A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40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22" name="左右矢印 31">
            <a:extLst>
              <a:ext uri="{FF2B5EF4-FFF2-40B4-BE49-F238E27FC236}">
                <a16:creationId xmlns:a16="http://schemas.microsoft.com/office/drawing/2014/main" id="{A49D0D6A-9382-5A87-9A3E-DC1B5F6CA1DF}"/>
              </a:ext>
            </a:extLst>
          </p:cNvPr>
          <p:cNvSpPr/>
          <p:nvPr/>
        </p:nvSpPr>
        <p:spPr>
          <a:xfrm>
            <a:off x="9330117" y="4326315"/>
            <a:ext cx="505266" cy="330200"/>
          </a:xfrm>
          <a:prstGeom prst="leftRightArrow">
            <a:avLst/>
          </a:prstGeom>
          <a:solidFill>
            <a:srgbClr val="CCCC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40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grpSp>
        <p:nvGrpSpPr>
          <p:cNvPr id="30" name="グループ化 29">
            <a:extLst>
              <a:ext uri="{FF2B5EF4-FFF2-40B4-BE49-F238E27FC236}">
                <a16:creationId xmlns:a16="http://schemas.microsoft.com/office/drawing/2014/main" id="{318D64D0-C9F8-C91C-05E5-710A9A78C90C}"/>
              </a:ext>
            </a:extLst>
          </p:cNvPr>
          <p:cNvGrpSpPr/>
          <p:nvPr/>
        </p:nvGrpSpPr>
        <p:grpSpPr>
          <a:xfrm>
            <a:off x="1255655" y="3912039"/>
            <a:ext cx="1421049" cy="1498681"/>
            <a:chOff x="40509" y="3258075"/>
            <a:chExt cx="1838609" cy="1838609"/>
          </a:xfrm>
        </p:grpSpPr>
        <p:pic>
          <p:nvPicPr>
            <p:cNvPr id="23" name="グラフィックス 22" descr="テレビ 単色塗りつぶし">
              <a:extLst>
                <a:ext uri="{FF2B5EF4-FFF2-40B4-BE49-F238E27FC236}">
                  <a16:creationId xmlns:a16="http://schemas.microsoft.com/office/drawing/2014/main" id="{589106C8-856F-7C29-0860-6FA4A8AAC30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509" y="3258075"/>
              <a:ext cx="1838609" cy="1838609"/>
            </a:xfrm>
            <a:prstGeom prst="rect">
              <a:avLst/>
            </a:prstGeom>
          </p:spPr>
        </p:pic>
        <p:sp>
          <p:nvSpPr>
            <p:cNvPr id="25" name="正方形/長方形 24">
              <a:extLst>
                <a:ext uri="{FF2B5EF4-FFF2-40B4-BE49-F238E27FC236}">
                  <a16:creationId xmlns:a16="http://schemas.microsoft.com/office/drawing/2014/main" id="{B92AA026-15B6-5568-A488-98AE6EEC86BA}"/>
                </a:ext>
              </a:extLst>
            </p:cNvPr>
            <p:cNvSpPr/>
            <p:nvPr/>
          </p:nvSpPr>
          <p:spPr>
            <a:xfrm>
              <a:off x="168181" y="3621294"/>
              <a:ext cx="1583265" cy="912678"/>
            </a:xfrm>
            <a:prstGeom prst="rect">
              <a:avLst/>
            </a:prstGeom>
            <a:solidFill>
              <a:schemeClr val="accent3">
                <a:lumMod val="20000"/>
                <a:lumOff val="8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a:solidFill>
                    <a:schemeClr val="tx1"/>
                  </a:solidFill>
                </a:rPr>
                <a:t>ブラウザ</a:t>
              </a:r>
            </a:p>
          </p:txBody>
        </p:sp>
      </p:grpSp>
      <p:sp>
        <p:nvSpPr>
          <p:cNvPr id="29" name="下カーブ矢印 23">
            <a:extLst>
              <a:ext uri="{FF2B5EF4-FFF2-40B4-BE49-F238E27FC236}">
                <a16:creationId xmlns:a16="http://schemas.microsoft.com/office/drawing/2014/main" id="{D685E79C-4944-DC24-221E-F807BCC20287}"/>
              </a:ext>
            </a:extLst>
          </p:cNvPr>
          <p:cNvSpPr/>
          <p:nvPr/>
        </p:nvSpPr>
        <p:spPr>
          <a:xfrm>
            <a:off x="2365535" y="3400448"/>
            <a:ext cx="2524982" cy="471550"/>
          </a:xfrm>
          <a:prstGeom prst="curvedDownArrow">
            <a:avLst/>
          </a:prstGeom>
          <a:solidFill>
            <a:srgbClr val="FF7A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40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3" name="正方形/長方形 12">
            <a:extLst>
              <a:ext uri="{FF2B5EF4-FFF2-40B4-BE49-F238E27FC236}">
                <a16:creationId xmlns:a16="http://schemas.microsoft.com/office/drawing/2014/main" id="{B65A4933-BB5B-9767-94FD-1154DA419641}"/>
              </a:ext>
            </a:extLst>
          </p:cNvPr>
          <p:cNvSpPr/>
          <p:nvPr/>
        </p:nvSpPr>
        <p:spPr>
          <a:xfrm>
            <a:off x="2342502" y="5514279"/>
            <a:ext cx="792000" cy="252000"/>
          </a:xfrm>
          <a:prstGeom prst="rect">
            <a:avLst/>
          </a:prstGeom>
          <a:solidFill>
            <a:srgbClr val="FFFDD1"/>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HTML</a:t>
            </a:r>
          </a:p>
        </p:txBody>
      </p:sp>
      <p:sp>
        <p:nvSpPr>
          <p:cNvPr id="31" name="正方形/長方形 30">
            <a:extLst>
              <a:ext uri="{FF2B5EF4-FFF2-40B4-BE49-F238E27FC236}">
                <a16:creationId xmlns:a16="http://schemas.microsoft.com/office/drawing/2014/main" id="{737F6077-0F12-8B1E-A488-91075A5B11D4}"/>
              </a:ext>
            </a:extLst>
          </p:cNvPr>
          <p:cNvSpPr/>
          <p:nvPr/>
        </p:nvSpPr>
        <p:spPr>
          <a:xfrm>
            <a:off x="7353878" y="5514279"/>
            <a:ext cx="792000" cy="252000"/>
          </a:xfrm>
          <a:prstGeom prst="rect">
            <a:avLst/>
          </a:prstGeom>
          <a:solidFill>
            <a:srgbClr val="FFC4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lvl="0" algn="ctr">
              <a:defRPr/>
            </a:pPr>
            <a:r>
              <a:rPr lang="en-US" altLang="ja-JP" sz="12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rPr>
              <a:t>Entity</a:t>
            </a:r>
            <a:endParaRPr lang="ja-JP" altLang="en-US" sz="12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32" name="上カーブ矢印 29">
            <a:extLst>
              <a:ext uri="{FF2B5EF4-FFF2-40B4-BE49-F238E27FC236}">
                <a16:creationId xmlns:a16="http://schemas.microsoft.com/office/drawing/2014/main" id="{403E8D10-B032-9ABF-5C52-3305B2D25FFD}"/>
              </a:ext>
            </a:extLst>
          </p:cNvPr>
          <p:cNvSpPr/>
          <p:nvPr/>
        </p:nvSpPr>
        <p:spPr>
          <a:xfrm flipH="1">
            <a:off x="5474963" y="5261280"/>
            <a:ext cx="1277909" cy="363219"/>
          </a:xfrm>
          <a:prstGeom prst="curvedUpArrow">
            <a:avLst/>
          </a:prstGeom>
          <a:solidFill>
            <a:srgbClr val="FF7A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40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7" name="正方形/長方形 16">
            <a:extLst>
              <a:ext uri="{FF2B5EF4-FFF2-40B4-BE49-F238E27FC236}">
                <a16:creationId xmlns:a16="http://schemas.microsoft.com/office/drawing/2014/main" id="{06B4530B-BC56-1944-EBD3-22F042E4140B}"/>
              </a:ext>
            </a:extLst>
          </p:cNvPr>
          <p:cNvSpPr/>
          <p:nvPr/>
        </p:nvSpPr>
        <p:spPr>
          <a:xfrm>
            <a:off x="5726105" y="5514279"/>
            <a:ext cx="792000" cy="252000"/>
          </a:xfrm>
          <a:prstGeom prst="rect">
            <a:avLst/>
          </a:prstGeom>
          <a:solidFill>
            <a:srgbClr val="FFC4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Model</a:t>
            </a:r>
            <a:endParaRPr kumimoji="1" lang="ja-JP" altLang="en-US"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33" name="角丸四角形 3">
            <a:extLst>
              <a:ext uri="{FF2B5EF4-FFF2-40B4-BE49-F238E27FC236}">
                <a16:creationId xmlns:a16="http://schemas.microsoft.com/office/drawing/2014/main" id="{DF5C5B62-7B65-133F-EEC8-8E67B236BCE3}"/>
              </a:ext>
            </a:extLst>
          </p:cNvPr>
          <p:cNvSpPr/>
          <p:nvPr/>
        </p:nvSpPr>
        <p:spPr>
          <a:xfrm>
            <a:off x="2955977" y="4561861"/>
            <a:ext cx="1348601" cy="584286"/>
          </a:xfrm>
          <a:prstGeom prst="roundRect">
            <a:avLst/>
          </a:prstGeom>
          <a:solidFill>
            <a:srgbClr val="0072BC"/>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err="1">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Thymeleaf</a:t>
            </a:r>
            <a:endParaRPr kumimoji="1" lang="en-US" altLang="ja-JP"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600">
                <a:solidFill>
                  <a:schemeClr val="bg1"/>
                </a:solidFill>
                <a:latin typeface="Meiryo UI" panose="020B0604030504040204" pitchFamily="50" charset="-128"/>
                <a:ea typeface="Meiryo UI" panose="020B0604030504040204" pitchFamily="50" charset="-128"/>
                <a:cs typeface="ＭＳ Ｐゴシック" panose="020B0600070205080204" pitchFamily="50" charset="-128"/>
              </a:rPr>
              <a:t>Template</a:t>
            </a:r>
            <a:endParaRPr kumimoji="1" lang="ja-JP" altLang="en-US"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34" name="上カーブ矢印 25">
            <a:extLst>
              <a:ext uri="{FF2B5EF4-FFF2-40B4-BE49-F238E27FC236}">
                <a16:creationId xmlns:a16="http://schemas.microsoft.com/office/drawing/2014/main" id="{AC5C1126-9BEE-957C-857F-4E40DEDAB255}"/>
              </a:ext>
            </a:extLst>
          </p:cNvPr>
          <p:cNvSpPr/>
          <p:nvPr/>
        </p:nvSpPr>
        <p:spPr>
          <a:xfrm flipH="1">
            <a:off x="4130430" y="5261280"/>
            <a:ext cx="804607" cy="363219"/>
          </a:xfrm>
          <a:prstGeom prst="curvedUpArrow">
            <a:avLst/>
          </a:prstGeom>
          <a:solidFill>
            <a:srgbClr val="FF7A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40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35" name="正方形/長方形 34">
            <a:extLst>
              <a:ext uri="{FF2B5EF4-FFF2-40B4-BE49-F238E27FC236}">
                <a16:creationId xmlns:a16="http://schemas.microsoft.com/office/drawing/2014/main" id="{8B62F083-1852-3689-0CAF-E584B6DE4B9F}"/>
              </a:ext>
            </a:extLst>
          </p:cNvPr>
          <p:cNvSpPr/>
          <p:nvPr/>
        </p:nvSpPr>
        <p:spPr>
          <a:xfrm>
            <a:off x="3991752" y="5514279"/>
            <a:ext cx="1203938" cy="252000"/>
          </a:xfrm>
          <a:prstGeom prst="rect">
            <a:avLst/>
          </a:prstGeom>
          <a:solidFill>
            <a:srgbClr val="FFC4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err="1">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ViewModel</a:t>
            </a:r>
            <a:endParaRPr kumimoji="1" lang="en-US" altLang="ja-JP"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4" name="正方形/長方形 3">
            <a:extLst>
              <a:ext uri="{FF2B5EF4-FFF2-40B4-BE49-F238E27FC236}">
                <a16:creationId xmlns:a16="http://schemas.microsoft.com/office/drawing/2014/main" id="{0CD5C7B1-8DD6-6CC3-D8F0-837029F8954F}"/>
              </a:ext>
            </a:extLst>
          </p:cNvPr>
          <p:cNvSpPr/>
          <p:nvPr/>
        </p:nvSpPr>
        <p:spPr>
          <a:xfrm>
            <a:off x="5662536" y="3319994"/>
            <a:ext cx="792000" cy="252000"/>
          </a:xfrm>
          <a:prstGeom prst="rect">
            <a:avLst/>
          </a:prstGeom>
          <a:solidFill>
            <a:srgbClr val="FFC4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Model</a:t>
            </a:r>
            <a:endParaRPr kumimoji="1" lang="ja-JP" altLang="en-US"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5" name="正方形/長方形 14">
            <a:extLst>
              <a:ext uri="{FF2B5EF4-FFF2-40B4-BE49-F238E27FC236}">
                <a16:creationId xmlns:a16="http://schemas.microsoft.com/office/drawing/2014/main" id="{3BEE7FF5-8563-5392-6B39-2667FF5F7FA2}"/>
              </a:ext>
            </a:extLst>
          </p:cNvPr>
          <p:cNvSpPr/>
          <p:nvPr/>
        </p:nvSpPr>
        <p:spPr>
          <a:xfrm>
            <a:off x="3161294" y="3319994"/>
            <a:ext cx="792000" cy="252000"/>
          </a:xfrm>
          <a:prstGeom prst="rect">
            <a:avLst/>
          </a:prstGeom>
          <a:solidFill>
            <a:srgbClr val="FFC4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Form</a:t>
            </a:r>
            <a:endParaRPr kumimoji="1" lang="ja-JP" altLang="en-US"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38" name="矢印: 下 37">
            <a:extLst>
              <a:ext uri="{FF2B5EF4-FFF2-40B4-BE49-F238E27FC236}">
                <a16:creationId xmlns:a16="http://schemas.microsoft.com/office/drawing/2014/main" id="{0CF50C29-D953-0C5D-B2AA-A0175DA73199}"/>
              </a:ext>
            </a:extLst>
          </p:cNvPr>
          <p:cNvSpPr/>
          <p:nvPr/>
        </p:nvSpPr>
        <p:spPr>
          <a:xfrm>
            <a:off x="5061957" y="2628694"/>
            <a:ext cx="341746" cy="1077710"/>
          </a:xfrm>
          <a:prstGeom prst="downArrow">
            <a:avLst/>
          </a:prstGeom>
          <a:solidFill>
            <a:schemeClr val="bg1">
              <a:lumMod val="7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39" name="矢印: 下 38">
            <a:extLst>
              <a:ext uri="{FF2B5EF4-FFF2-40B4-BE49-F238E27FC236}">
                <a16:creationId xmlns:a16="http://schemas.microsoft.com/office/drawing/2014/main" id="{50042428-53A7-8647-864E-759EE20FF09E}"/>
              </a:ext>
            </a:extLst>
          </p:cNvPr>
          <p:cNvSpPr/>
          <p:nvPr/>
        </p:nvSpPr>
        <p:spPr>
          <a:xfrm>
            <a:off x="6745230" y="2628694"/>
            <a:ext cx="341746" cy="1077710"/>
          </a:xfrm>
          <a:prstGeom prst="downArrow">
            <a:avLst/>
          </a:prstGeom>
          <a:solidFill>
            <a:schemeClr val="bg1">
              <a:lumMod val="7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40" name="矢印: 下 39">
            <a:extLst>
              <a:ext uri="{FF2B5EF4-FFF2-40B4-BE49-F238E27FC236}">
                <a16:creationId xmlns:a16="http://schemas.microsoft.com/office/drawing/2014/main" id="{010D70C7-40FB-F236-E74E-F5ACD6C65C73}"/>
              </a:ext>
            </a:extLst>
          </p:cNvPr>
          <p:cNvSpPr/>
          <p:nvPr/>
        </p:nvSpPr>
        <p:spPr>
          <a:xfrm>
            <a:off x="8386677" y="2628694"/>
            <a:ext cx="341746" cy="1077710"/>
          </a:xfrm>
          <a:prstGeom prst="downArrow">
            <a:avLst/>
          </a:prstGeom>
          <a:solidFill>
            <a:schemeClr val="bg1">
              <a:lumMod val="7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41" name="角丸四角形 14">
            <a:extLst>
              <a:ext uri="{FF2B5EF4-FFF2-40B4-BE49-F238E27FC236}">
                <a16:creationId xmlns:a16="http://schemas.microsoft.com/office/drawing/2014/main" id="{0E4C21B2-FCBB-7E6D-4E7B-1CDEA02D81D5}"/>
              </a:ext>
            </a:extLst>
          </p:cNvPr>
          <p:cNvSpPr/>
          <p:nvPr/>
        </p:nvSpPr>
        <p:spPr>
          <a:xfrm>
            <a:off x="2890983" y="1549367"/>
            <a:ext cx="6659416" cy="363219"/>
          </a:xfrm>
          <a:prstGeom prst="roundRect">
            <a:avLst>
              <a:gd name="adj" fmla="val 0"/>
            </a:avLst>
          </a:prstGeom>
          <a:solidFill>
            <a:srgbClr val="CCCCCD"/>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en-US" altLang="ja-JP"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JUnit5 / </a:t>
            </a:r>
            <a:r>
              <a:rPr kumimoji="1" lang="en-US" altLang="ja-JP" b="0" i="0" u="none" strike="noStrike" kern="1200" cap="none" spc="0" normalizeH="0" baseline="0" noProof="0" err="1">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SpringTest</a:t>
            </a:r>
            <a:endParaRPr kumimoji="1" lang="ja-JP" altLang="en-US"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6" name="角丸四角形 3">
            <a:extLst>
              <a:ext uri="{FF2B5EF4-FFF2-40B4-BE49-F238E27FC236}">
                <a16:creationId xmlns:a16="http://schemas.microsoft.com/office/drawing/2014/main" id="{F3FF3DDC-4A0E-DDA7-5E39-03CF05A938DB}"/>
              </a:ext>
            </a:extLst>
          </p:cNvPr>
          <p:cNvSpPr/>
          <p:nvPr/>
        </p:nvSpPr>
        <p:spPr>
          <a:xfrm>
            <a:off x="4530830" y="1861408"/>
            <a:ext cx="1404000" cy="629590"/>
          </a:xfrm>
          <a:prstGeom prst="roundRect">
            <a:avLst>
              <a:gd name="adj" fmla="val 11385"/>
            </a:avLst>
          </a:prstGeom>
          <a:solidFill>
            <a:srgbClr val="637CEF"/>
          </a:solidFill>
          <a:ln w="12700">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Controller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Test</a:t>
            </a:r>
            <a:endParaRPr kumimoji="1" lang="ja-JP" altLang="en-US"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2" name="角丸四角形 10">
            <a:extLst>
              <a:ext uri="{FF2B5EF4-FFF2-40B4-BE49-F238E27FC236}">
                <a16:creationId xmlns:a16="http://schemas.microsoft.com/office/drawing/2014/main" id="{6FD7D6FD-D8E2-7122-B545-559B131D89B5}"/>
              </a:ext>
            </a:extLst>
          </p:cNvPr>
          <p:cNvSpPr/>
          <p:nvPr/>
        </p:nvSpPr>
        <p:spPr>
          <a:xfrm>
            <a:off x="6214103" y="1861408"/>
            <a:ext cx="1404000" cy="629590"/>
          </a:xfrm>
          <a:prstGeom prst="roundRect">
            <a:avLst>
              <a:gd name="adj" fmla="val 9876"/>
            </a:avLst>
          </a:prstGeom>
          <a:solidFill>
            <a:srgbClr val="637CEF"/>
          </a:solidFill>
          <a:ln w="12700">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Service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600">
                <a:solidFill>
                  <a:schemeClr val="bg1"/>
                </a:solidFill>
                <a:latin typeface="Meiryo UI" panose="020B0604030504040204" pitchFamily="50" charset="-128"/>
                <a:ea typeface="Meiryo UI" panose="020B0604030504040204" pitchFamily="50" charset="-128"/>
                <a:cs typeface="ＭＳ Ｐゴシック" panose="020B0600070205080204" pitchFamily="50" charset="-128"/>
              </a:rPr>
              <a:t>Test</a:t>
            </a:r>
            <a:endParaRPr kumimoji="1" lang="ja-JP" altLang="en-US"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37" name="角丸四角形 12">
            <a:extLst>
              <a:ext uri="{FF2B5EF4-FFF2-40B4-BE49-F238E27FC236}">
                <a16:creationId xmlns:a16="http://schemas.microsoft.com/office/drawing/2014/main" id="{0FDF6BC0-7217-EFF3-D916-E3BE10D2A166}"/>
              </a:ext>
            </a:extLst>
          </p:cNvPr>
          <p:cNvSpPr/>
          <p:nvPr/>
        </p:nvSpPr>
        <p:spPr>
          <a:xfrm>
            <a:off x="7864786" y="1861408"/>
            <a:ext cx="1404000" cy="629590"/>
          </a:xfrm>
          <a:prstGeom prst="roundRect">
            <a:avLst>
              <a:gd name="adj" fmla="val 9121"/>
            </a:avLst>
          </a:prstGeom>
          <a:solidFill>
            <a:srgbClr val="637CEF"/>
          </a:solidFill>
          <a:ln w="12700">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Repository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600">
                <a:solidFill>
                  <a:schemeClr val="bg1"/>
                </a:solidFill>
                <a:latin typeface="Meiryo UI" panose="020B0604030504040204" pitchFamily="50" charset="-128"/>
                <a:ea typeface="Meiryo UI" panose="020B0604030504040204" pitchFamily="50" charset="-128"/>
                <a:cs typeface="ＭＳ Ｐゴシック" panose="020B0600070205080204" pitchFamily="50" charset="-128"/>
              </a:rPr>
              <a:t>Test</a:t>
            </a:r>
            <a:endParaRPr kumimoji="1" lang="ja-JP" altLang="en-US"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42" name="吹き出し: 角を丸めた四角形 41">
            <a:extLst>
              <a:ext uri="{FF2B5EF4-FFF2-40B4-BE49-F238E27FC236}">
                <a16:creationId xmlns:a16="http://schemas.microsoft.com/office/drawing/2014/main" id="{393715FB-F7BB-B6BD-2FB6-E71360F40C95}"/>
              </a:ext>
            </a:extLst>
          </p:cNvPr>
          <p:cNvSpPr/>
          <p:nvPr/>
        </p:nvSpPr>
        <p:spPr>
          <a:xfrm>
            <a:off x="9139594" y="2617640"/>
            <a:ext cx="2355368" cy="656642"/>
          </a:xfrm>
          <a:prstGeom prst="wedgeRoundRectCallout">
            <a:avLst>
              <a:gd name="adj1" fmla="val -64768"/>
              <a:gd name="adj2" fmla="val 27207"/>
              <a:gd name="adj3" fmla="val 16667"/>
            </a:avLst>
          </a:prstGeom>
          <a:solidFill>
            <a:schemeClr val="accent1">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600">
                <a:solidFill>
                  <a:srgbClr val="C00000"/>
                </a:solidFill>
                <a:effectLst>
                  <a:outerShdw blurRad="38100" dist="38100" dir="2700000" algn="tl">
                    <a:srgbClr val="000000">
                      <a:alpha val="43137"/>
                    </a:srgbClr>
                  </a:outerShdw>
                </a:effectLst>
                <a:latin typeface="+mj-ea"/>
                <a:ea typeface="+mj-ea"/>
              </a:rPr>
              <a:t>メソッドを呼び出して</a:t>
            </a:r>
            <a:endParaRPr lang="en-US" altLang="ja-JP" sz="1600">
              <a:solidFill>
                <a:srgbClr val="C00000"/>
              </a:solidFill>
              <a:effectLst>
                <a:outerShdw blurRad="38100" dist="38100" dir="2700000" algn="tl">
                  <a:srgbClr val="000000">
                    <a:alpha val="43137"/>
                  </a:srgbClr>
                </a:outerShdw>
              </a:effectLst>
              <a:latin typeface="+mj-ea"/>
              <a:ea typeface="+mj-ea"/>
            </a:endParaRPr>
          </a:p>
          <a:p>
            <a:pPr algn="ctr"/>
            <a:r>
              <a:rPr lang="ja-JP" altLang="en-US" sz="1600">
                <a:solidFill>
                  <a:srgbClr val="C00000"/>
                </a:solidFill>
                <a:effectLst>
                  <a:outerShdw blurRad="38100" dist="38100" dir="2700000" algn="tl">
                    <a:srgbClr val="000000">
                      <a:alpha val="43137"/>
                    </a:srgbClr>
                  </a:outerShdw>
                </a:effectLst>
                <a:latin typeface="+mj-ea"/>
                <a:ea typeface="+mj-ea"/>
              </a:rPr>
              <a:t>処理結果を検証する</a:t>
            </a:r>
            <a:endParaRPr lang="en-US" altLang="ja-JP" sz="1600">
              <a:solidFill>
                <a:srgbClr val="C00000"/>
              </a:solidFill>
              <a:effectLst>
                <a:outerShdw blurRad="38100" dist="38100" dir="2700000" algn="tl">
                  <a:srgbClr val="000000">
                    <a:alpha val="43137"/>
                  </a:srgbClr>
                </a:outerShdw>
              </a:effectLst>
              <a:latin typeface="+mj-ea"/>
              <a:ea typeface="+mj-ea"/>
            </a:endParaRPr>
          </a:p>
        </p:txBody>
      </p:sp>
    </p:spTree>
    <p:extLst>
      <p:ext uri="{BB962C8B-B14F-4D97-AF65-F5344CB8AC3E}">
        <p14:creationId xmlns:p14="http://schemas.microsoft.com/office/powerpoint/2010/main" val="2319156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CD2B9-28B1-A271-0639-56B0A6FCD69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F3A3E14-3E77-189C-6764-23B134230558}"/>
              </a:ext>
            </a:extLst>
          </p:cNvPr>
          <p:cNvSpPr>
            <a:spLocks noGrp="1"/>
          </p:cNvSpPr>
          <p:nvPr>
            <p:ph type="title"/>
          </p:nvPr>
        </p:nvSpPr>
        <p:spPr/>
        <p:txBody>
          <a:bodyPr/>
          <a:lstStyle/>
          <a:p>
            <a:r>
              <a:rPr lang="en-US" altLang="ja-JP">
                <a:solidFill>
                  <a:schemeClr val="accent2"/>
                </a:solidFill>
              </a:rPr>
              <a:t>JUnit</a:t>
            </a:r>
            <a:r>
              <a:rPr lang="ja-JP" altLang="en-US">
                <a:solidFill>
                  <a:schemeClr val="accent2"/>
                </a:solidFill>
              </a:rPr>
              <a:t>で単体テスト</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3010A45B-86C6-03D3-2C5B-40787A60CB0E}"/>
              </a:ext>
            </a:extLst>
          </p:cNvPr>
          <p:cNvSpPr>
            <a:spLocks noGrp="1"/>
          </p:cNvSpPr>
          <p:nvPr>
            <p:ph sz="quarter" idx="10"/>
          </p:nvPr>
        </p:nvSpPr>
        <p:spPr>
          <a:xfrm>
            <a:off x="370800" y="1052512"/>
            <a:ext cx="11448000" cy="5331509"/>
          </a:xfrm>
        </p:spPr>
        <p:txBody>
          <a:bodyPr/>
          <a:lstStyle/>
          <a:p>
            <a:r>
              <a:rPr lang="ja-JP" altLang="en-US"/>
              <a:t>作成した</a:t>
            </a:r>
            <a:r>
              <a:rPr lang="en-US" altLang="ja-JP"/>
              <a:t>EC</a:t>
            </a:r>
            <a:r>
              <a:rPr lang="ja-JP" altLang="en-US"/>
              <a:t>サイト</a:t>
            </a:r>
            <a:r>
              <a:rPr lang="en-US" altLang="ja-JP"/>
              <a:t>Web</a:t>
            </a:r>
            <a:r>
              <a:rPr lang="ja-JP" altLang="en-US"/>
              <a:t>アプリケーションが正しく動作するか、品質を確認します。</a:t>
            </a:r>
            <a:endParaRPr lang="en-US" altLang="ja-JP"/>
          </a:p>
          <a:p>
            <a:r>
              <a:rPr kumimoji="1" lang="ja-JP" altLang="en-US"/>
              <a:t>以下の順序でテスト項目、テストクラスを作成し検証します。</a:t>
            </a:r>
            <a:endParaRPr kumimoji="1" lang="en-US" altLang="ja-JP"/>
          </a:p>
          <a:p>
            <a:endParaRPr kumimoji="1" lang="en-US" altLang="ja-JP"/>
          </a:p>
          <a:p>
            <a:pPr marL="342900" indent="-342900">
              <a:buFont typeface="+mj-ea"/>
              <a:buAutoNum type="circleNumDbPlain"/>
            </a:pPr>
            <a:r>
              <a:rPr kumimoji="1" lang="ja-JP" altLang="en-US"/>
              <a:t>テスト項目表を作成する。</a:t>
            </a:r>
            <a:endParaRPr kumimoji="1" lang="en-US" altLang="ja-JP"/>
          </a:p>
          <a:p>
            <a:pPr marL="342900" indent="-342900">
              <a:buFont typeface="+mj-ea"/>
              <a:buAutoNum type="circleNumDbPlain"/>
            </a:pPr>
            <a:endParaRPr lang="en-US" altLang="ja-JP"/>
          </a:p>
          <a:p>
            <a:pPr marL="342900" indent="-342900">
              <a:buFont typeface="+mj-ea"/>
              <a:buAutoNum type="circleNumDbPlain"/>
            </a:pPr>
            <a:r>
              <a:rPr kumimoji="1" lang="ja-JP" altLang="en-US"/>
              <a:t>①をもとに、</a:t>
            </a:r>
            <a:r>
              <a:rPr lang="ja-JP" altLang="en-US"/>
              <a:t>クラス（</a:t>
            </a:r>
            <a:r>
              <a:rPr lang="en-US" altLang="ja-JP"/>
              <a:t>Controller(</a:t>
            </a:r>
            <a:r>
              <a:rPr lang="en-US" altLang="ja-JP" err="1"/>
              <a:t>Thymeleaf</a:t>
            </a:r>
            <a:r>
              <a:rPr lang="en-US" altLang="ja-JP"/>
              <a:t>)</a:t>
            </a:r>
            <a:r>
              <a:rPr lang="ja-JP" altLang="en-US"/>
              <a:t>、</a:t>
            </a:r>
            <a:r>
              <a:rPr lang="en-US" altLang="ja-JP"/>
              <a:t>Service</a:t>
            </a:r>
            <a:r>
              <a:rPr lang="ja-JP" altLang="en-US"/>
              <a:t>、</a:t>
            </a:r>
            <a:r>
              <a:rPr lang="en-US" altLang="ja-JP"/>
              <a:t>Repository</a:t>
            </a:r>
            <a:r>
              <a:rPr lang="ja-JP" altLang="en-US"/>
              <a:t>）ごとに</a:t>
            </a:r>
            <a:r>
              <a:rPr kumimoji="1" lang="ja-JP" altLang="en-US"/>
              <a:t>テストクラスを作成し、実行する。</a:t>
            </a:r>
            <a:br>
              <a:rPr kumimoji="1" lang="en-US" altLang="ja-JP"/>
            </a:br>
            <a:r>
              <a:rPr kumimoji="1" lang="ja-JP" altLang="en-US"/>
              <a:t>（使用するテストフレームワーク：</a:t>
            </a:r>
            <a:r>
              <a:rPr kumimoji="1" lang="en-US" altLang="ja-JP"/>
              <a:t>JUnit5</a:t>
            </a:r>
            <a:r>
              <a:rPr kumimoji="1" lang="ja-JP" altLang="en-US"/>
              <a:t>、</a:t>
            </a:r>
            <a:r>
              <a:rPr kumimoji="1" lang="en-US" altLang="ja-JP"/>
              <a:t>Spring Test</a:t>
            </a:r>
            <a:r>
              <a:rPr kumimoji="1" lang="ja-JP" altLang="en-US"/>
              <a:t>）</a:t>
            </a:r>
            <a:endParaRPr kumimoji="1" lang="en-US" altLang="ja-JP"/>
          </a:p>
          <a:p>
            <a:pPr marL="342900" indent="-342900">
              <a:buFont typeface="+mj-ea"/>
              <a:buAutoNum type="circleNumDbPlain"/>
            </a:pPr>
            <a:endParaRPr lang="en-US" altLang="ja-JP"/>
          </a:p>
          <a:p>
            <a:pPr marL="342900" indent="-342900">
              <a:buFont typeface="+mj-ea"/>
              <a:buAutoNum type="circleNumDbPlain"/>
            </a:pPr>
            <a:r>
              <a:rPr kumimoji="1" lang="ja-JP" altLang="en-US"/>
              <a:t>テストに失敗した場合は</a:t>
            </a:r>
            <a:r>
              <a:rPr kumimoji="1" lang="en-US" altLang="ja-JP"/>
              <a:t>AI</a:t>
            </a:r>
            <a:r>
              <a:rPr kumimoji="1" lang="ja-JP" altLang="en-US"/>
              <a:t>にその原因を分析させ</a:t>
            </a:r>
            <a:r>
              <a:rPr lang="ja-JP" altLang="en-US"/>
              <a:t>て</a:t>
            </a:r>
            <a:r>
              <a:rPr kumimoji="1" lang="ja-JP" altLang="en-US"/>
              <a:t>修正させる。</a:t>
            </a:r>
            <a:endParaRPr kumimoji="1" lang="en-US" altLang="ja-JP"/>
          </a:p>
          <a:p>
            <a:endParaRPr lang="en-US" altLang="ja-JP"/>
          </a:p>
        </p:txBody>
      </p:sp>
    </p:spTree>
    <p:extLst>
      <p:ext uri="{BB962C8B-B14F-4D97-AF65-F5344CB8AC3E}">
        <p14:creationId xmlns:p14="http://schemas.microsoft.com/office/powerpoint/2010/main" val="3519301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C59A0-D0CE-3303-EDE7-D9F6CA76685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6F271C6-C82D-9A10-5133-541688F3ED57}"/>
              </a:ext>
            </a:extLst>
          </p:cNvPr>
          <p:cNvSpPr>
            <a:spLocks noGrp="1"/>
          </p:cNvSpPr>
          <p:nvPr>
            <p:ph type="title"/>
          </p:nvPr>
        </p:nvSpPr>
        <p:spPr>
          <a:xfrm>
            <a:off x="370800" y="2724073"/>
            <a:ext cx="7480800" cy="704927"/>
          </a:xfrm>
        </p:spPr>
        <p:txBody>
          <a:bodyPr/>
          <a:lstStyle/>
          <a:p>
            <a:r>
              <a:rPr lang="ja-JP" altLang="en-US" sz="3600">
                <a:solidFill>
                  <a:srgbClr val="0072BC"/>
                </a:solidFill>
              </a:rPr>
              <a:t>バイブコーディングで単体テスト</a:t>
            </a:r>
            <a:r>
              <a:rPr lang="en-US" altLang="ja-JP" sz="3600">
                <a:solidFill>
                  <a:srgbClr val="0072BC"/>
                </a:solidFill>
              </a:rPr>
              <a:t>(JUnit)</a:t>
            </a:r>
            <a:endParaRPr kumimoji="1" lang="ja-JP" altLang="en-US" sz="3600">
              <a:solidFill>
                <a:srgbClr val="0072BC"/>
              </a:solidFill>
            </a:endParaRPr>
          </a:p>
        </p:txBody>
      </p:sp>
    </p:spTree>
    <p:extLst>
      <p:ext uri="{BB962C8B-B14F-4D97-AF65-F5344CB8AC3E}">
        <p14:creationId xmlns:p14="http://schemas.microsoft.com/office/powerpoint/2010/main" val="2948394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BB605-C546-EEF1-271F-CBD9DC2E6DF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0057610-8129-9D38-D1CC-0D67D80FC621}"/>
              </a:ext>
            </a:extLst>
          </p:cNvPr>
          <p:cNvSpPr>
            <a:spLocks noGrp="1"/>
          </p:cNvSpPr>
          <p:nvPr>
            <p:ph type="title"/>
          </p:nvPr>
        </p:nvSpPr>
        <p:spPr/>
        <p:txBody>
          <a:bodyPr/>
          <a:lstStyle/>
          <a:p>
            <a:r>
              <a:rPr lang="ja-JP" altLang="en-US">
                <a:solidFill>
                  <a:schemeClr val="accent2"/>
                </a:solidFill>
              </a:rPr>
              <a:t>バイブコーディングで単体テスト </a:t>
            </a:r>
            <a:r>
              <a:rPr lang="en-US" altLang="ja-JP">
                <a:solidFill>
                  <a:schemeClr val="accent2"/>
                </a:solidFill>
              </a:rPr>
              <a:t>– </a:t>
            </a:r>
            <a:r>
              <a:rPr lang="ja-JP" altLang="en-US">
                <a:solidFill>
                  <a:schemeClr val="accent2"/>
                </a:solidFill>
              </a:rPr>
              <a:t>はじめに</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21679FE6-FF1D-EB29-CDFB-4FF9CC922867}"/>
              </a:ext>
            </a:extLst>
          </p:cNvPr>
          <p:cNvSpPr>
            <a:spLocks noGrp="1"/>
          </p:cNvSpPr>
          <p:nvPr>
            <p:ph sz="quarter" idx="10"/>
          </p:nvPr>
        </p:nvSpPr>
        <p:spPr>
          <a:xfrm>
            <a:off x="370800" y="1052513"/>
            <a:ext cx="11448000" cy="627452"/>
          </a:xfrm>
        </p:spPr>
        <p:txBody>
          <a:bodyPr/>
          <a:lstStyle/>
          <a:p>
            <a:r>
              <a:rPr kumimoji="1" lang="ja-JP" altLang="en-US"/>
              <a:t>まず、講師と一緒にステップバイステップで商品一覧画面に</a:t>
            </a:r>
            <a:r>
              <a:rPr lang="ja-JP" altLang="en-US"/>
              <a:t>対する</a:t>
            </a:r>
            <a:r>
              <a:rPr kumimoji="1" lang="ja-JP" altLang="en-US"/>
              <a:t>テストを作成します。</a:t>
            </a:r>
            <a:endParaRPr kumimoji="1" lang="en-US" altLang="ja-JP"/>
          </a:p>
          <a:p>
            <a:r>
              <a:rPr kumimoji="1" lang="ja-JP" altLang="en-US"/>
              <a:t>次スライド以降の手順に従ってプロンプトを投入し、結果を確認します</a:t>
            </a:r>
            <a:r>
              <a:rPr lang="ja-JP" altLang="en-US"/>
              <a:t>。</a:t>
            </a:r>
            <a:endParaRPr lang="en-US" altLang="ja-JP"/>
          </a:p>
        </p:txBody>
      </p:sp>
      <p:sp>
        <p:nvSpPr>
          <p:cNvPr id="6" name="コンテンツ プレースホルダー 2">
            <a:extLst>
              <a:ext uri="{FF2B5EF4-FFF2-40B4-BE49-F238E27FC236}">
                <a16:creationId xmlns:a16="http://schemas.microsoft.com/office/drawing/2014/main" id="{2E778524-E69B-3FA2-54D7-8347185DFA5B}"/>
              </a:ext>
            </a:extLst>
          </p:cNvPr>
          <p:cNvSpPr txBox="1">
            <a:spLocks/>
          </p:cNvSpPr>
          <p:nvPr/>
        </p:nvSpPr>
        <p:spPr>
          <a:xfrm>
            <a:off x="3227470" y="1831937"/>
            <a:ext cx="5238296" cy="232084"/>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1400"/>
              <a:t>▼作成イメージ（本画面デザインどおりに作成する必要はありません）</a:t>
            </a:r>
            <a:endParaRPr lang="en-US" altLang="ja-JP" sz="1400"/>
          </a:p>
        </p:txBody>
      </p:sp>
      <p:pic>
        <p:nvPicPr>
          <p:cNvPr id="8" name="図 7">
            <a:extLst>
              <a:ext uri="{FF2B5EF4-FFF2-40B4-BE49-F238E27FC236}">
                <a16:creationId xmlns:a16="http://schemas.microsoft.com/office/drawing/2014/main" id="{CAE982C4-D638-E118-A47B-87C36832FD41}"/>
              </a:ext>
            </a:extLst>
          </p:cNvPr>
          <p:cNvPicPr>
            <a:picLocks noChangeAspect="1"/>
          </p:cNvPicPr>
          <p:nvPr/>
        </p:nvPicPr>
        <p:blipFill>
          <a:blip r:embed="rId2"/>
          <a:stretch>
            <a:fillRect/>
          </a:stretch>
        </p:blipFill>
        <p:spPr>
          <a:xfrm>
            <a:off x="3119135" y="2101706"/>
            <a:ext cx="5953729" cy="4567382"/>
          </a:xfrm>
          <a:prstGeom prst="rect">
            <a:avLst/>
          </a:prstGeom>
        </p:spPr>
      </p:pic>
    </p:spTree>
    <p:extLst>
      <p:ext uri="{BB962C8B-B14F-4D97-AF65-F5344CB8AC3E}">
        <p14:creationId xmlns:p14="http://schemas.microsoft.com/office/powerpoint/2010/main" val="1995518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FF046-BAE6-BCD9-917C-C15904413CD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9617035-D890-5ED6-2E40-BEA3D420E4E1}"/>
              </a:ext>
            </a:extLst>
          </p:cNvPr>
          <p:cNvSpPr>
            <a:spLocks noGrp="1"/>
          </p:cNvSpPr>
          <p:nvPr>
            <p:ph type="title"/>
          </p:nvPr>
        </p:nvSpPr>
        <p:spPr/>
        <p:txBody>
          <a:bodyPr/>
          <a:lstStyle/>
          <a:p>
            <a:r>
              <a:rPr lang="ja-JP" altLang="en-US">
                <a:solidFill>
                  <a:schemeClr val="accent2"/>
                </a:solidFill>
              </a:rPr>
              <a:t>バイブコーディング単体テスト❶ テスト項目表を作る</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A90283E1-2318-8EC2-CAAD-93527DD1EE35}"/>
              </a:ext>
            </a:extLst>
          </p:cNvPr>
          <p:cNvSpPr>
            <a:spLocks noGrp="1"/>
          </p:cNvSpPr>
          <p:nvPr>
            <p:ph sz="quarter" idx="10"/>
          </p:nvPr>
        </p:nvSpPr>
        <p:spPr>
          <a:xfrm>
            <a:off x="371474" y="1052513"/>
            <a:ext cx="5724526" cy="323705"/>
          </a:xfrm>
        </p:spPr>
        <p:txBody>
          <a:bodyPr/>
          <a:lstStyle/>
          <a:p>
            <a:r>
              <a:rPr kumimoji="1" lang="ja-JP" altLang="en-US"/>
              <a:t>以下のプロンプトを入力する。</a:t>
            </a:r>
          </a:p>
        </p:txBody>
      </p:sp>
      <p:sp>
        <p:nvSpPr>
          <p:cNvPr id="5" name="正方形/長方形 4">
            <a:extLst>
              <a:ext uri="{FF2B5EF4-FFF2-40B4-BE49-F238E27FC236}">
                <a16:creationId xmlns:a16="http://schemas.microsoft.com/office/drawing/2014/main" id="{ED5A6433-D6DC-2A92-B3C7-BA2A1F7B51ED}"/>
              </a:ext>
            </a:extLst>
          </p:cNvPr>
          <p:cNvSpPr/>
          <p:nvPr/>
        </p:nvSpPr>
        <p:spPr>
          <a:xfrm>
            <a:off x="367281" y="1376217"/>
            <a:ext cx="8357619" cy="4429269"/>
          </a:xfrm>
          <a:prstGeom prst="rect">
            <a:avLst/>
          </a:prstGeom>
          <a:solidFill>
            <a:srgbClr val="FFFDD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200">
                <a:solidFill>
                  <a:schemeClr val="tx1"/>
                </a:solidFill>
                <a:latin typeface="+mj-ea"/>
                <a:ea typeface="+mj-ea"/>
              </a:rPr>
              <a:t>ここまで作成した商品一覧画面が正しく動作するか検証したいです。</a:t>
            </a:r>
          </a:p>
          <a:p>
            <a:r>
              <a:rPr lang="ja-JP" altLang="en-US" sz="1200">
                <a:solidFill>
                  <a:schemeClr val="tx1"/>
                </a:solidFill>
                <a:latin typeface="+mj-ea"/>
                <a:ea typeface="+mj-ea"/>
              </a:rPr>
              <a:t>どのようなテストをすべきか検討したいので、</a:t>
            </a:r>
            <a:r>
              <a:rPr lang="en-US" altLang="ja-JP" sz="1200">
                <a:solidFill>
                  <a:schemeClr val="tx1"/>
                </a:solidFill>
                <a:latin typeface="+mj-ea"/>
                <a:ea typeface="+mj-ea"/>
              </a:rPr>
              <a:t>JUnit</a:t>
            </a:r>
            <a:r>
              <a:rPr lang="ja-JP" altLang="en-US" sz="1200">
                <a:solidFill>
                  <a:schemeClr val="tx1"/>
                </a:solidFill>
                <a:latin typeface="+mj-ea"/>
                <a:ea typeface="+mj-ea"/>
              </a:rPr>
              <a:t>を使った単体テストのテスト項目表を一覧形式で作成してください。</a:t>
            </a:r>
          </a:p>
          <a:p>
            <a:r>
              <a:rPr lang="ja-JP" altLang="en-US" sz="1200">
                <a:solidFill>
                  <a:schemeClr val="tx1"/>
                </a:solidFill>
                <a:latin typeface="+mj-ea"/>
                <a:ea typeface="+mj-ea"/>
              </a:rPr>
              <a:t>同値分析、境界値分析、実行網羅（</a:t>
            </a:r>
            <a:r>
              <a:rPr lang="en-US" altLang="ja-JP" sz="1200">
                <a:solidFill>
                  <a:schemeClr val="tx1"/>
                </a:solidFill>
                <a:latin typeface="+mj-ea"/>
                <a:ea typeface="+mj-ea"/>
              </a:rPr>
              <a:t>C0/C1</a:t>
            </a:r>
            <a:r>
              <a:rPr lang="ja-JP" altLang="en-US" sz="1200">
                <a:solidFill>
                  <a:schemeClr val="tx1"/>
                </a:solidFill>
                <a:latin typeface="+mj-ea"/>
                <a:ea typeface="+mj-ea"/>
              </a:rPr>
              <a:t>）などのテスト技法を意識してほしいです。</a:t>
            </a:r>
            <a:endParaRPr lang="en-US" altLang="ja-JP" sz="1200">
              <a:solidFill>
                <a:schemeClr val="tx1"/>
              </a:solidFill>
              <a:latin typeface="+mj-ea"/>
              <a:ea typeface="+mj-ea"/>
            </a:endParaRPr>
          </a:p>
          <a:p>
            <a:r>
              <a:rPr lang="ja-JP" altLang="en-US" sz="1200">
                <a:solidFill>
                  <a:schemeClr val="tx1"/>
                </a:solidFill>
                <a:latin typeface="+mj-ea"/>
                <a:ea typeface="+mj-ea"/>
              </a:rPr>
              <a:t>また異常時のテストも実施したいです。</a:t>
            </a:r>
          </a:p>
          <a:p>
            <a:r>
              <a:rPr lang="ja-JP" altLang="en-US" sz="1200">
                <a:solidFill>
                  <a:schemeClr val="tx1"/>
                </a:solidFill>
                <a:latin typeface="+mj-ea"/>
                <a:ea typeface="+mj-ea"/>
              </a:rPr>
              <a:t>テスト項目表は、</a:t>
            </a:r>
            <a:r>
              <a:rPr lang="en-US" altLang="ja-JP" sz="1200" err="1">
                <a:solidFill>
                  <a:schemeClr val="tx1"/>
                </a:solidFill>
                <a:latin typeface="+mj-ea"/>
                <a:ea typeface="+mj-ea"/>
              </a:rPr>
              <a:t>test_docs</a:t>
            </a:r>
            <a:r>
              <a:rPr lang="ja-JP" altLang="en-US" sz="1200">
                <a:solidFill>
                  <a:schemeClr val="tx1"/>
                </a:solidFill>
                <a:latin typeface="+mj-ea"/>
                <a:ea typeface="+mj-ea"/>
              </a:rPr>
              <a:t>フォルダに「テスト項目表</a:t>
            </a:r>
            <a:r>
              <a:rPr lang="en-US" altLang="ja-JP" sz="1200">
                <a:solidFill>
                  <a:schemeClr val="tx1"/>
                </a:solidFill>
                <a:latin typeface="+mj-ea"/>
                <a:ea typeface="+mj-ea"/>
              </a:rPr>
              <a:t>-</a:t>
            </a:r>
            <a:r>
              <a:rPr lang="ja-JP" altLang="en-US" sz="1200">
                <a:solidFill>
                  <a:schemeClr val="tx1"/>
                </a:solidFill>
                <a:latin typeface="+mj-ea"/>
                <a:ea typeface="+mj-ea"/>
              </a:rPr>
              <a:t>商品一覧画面</a:t>
            </a:r>
            <a:r>
              <a:rPr lang="en-US" altLang="ja-JP" sz="1200">
                <a:solidFill>
                  <a:schemeClr val="tx1"/>
                </a:solidFill>
                <a:latin typeface="+mj-ea"/>
                <a:ea typeface="+mj-ea"/>
              </a:rPr>
              <a:t>.md</a:t>
            </a:r>
            <a:r>
              <a:rPr lang="ja-JP" altLang="en-US" sz="1200">
                <a:solidFill>
                  <a:schemeClr val="tx1"/>
                </a:solidFill>
                <a:latin typeface="+mj-ea"/>
                <a:ea typeface="+mj-ea"/>
              </a:rPr>
              <a:t>」を作成してください。</a:t>
            </a:r>
          </a:p>
          <a:p>
            <a:endParaRPr lang="ja-JP" altLang="en-US" sz="1200">
              <a:solidFill>
                <a:schemeClr val="tx1"/>
              </a:solidFill>
              <a:latin typeface="+mj-ea"/>
              <a:ea typeface="+mj-ea"/>
            </a:endParaRPr>
          </a:p>
          <a:p>
            <a:r>
              <a:rPr lang="ja-JP" altLang="en-US" sz="1200">
                <a:solidFill>
                  <a:schemeClr val="tx1"/>
                </a:solidFill>
                <a:latin typeface="+mj-ea"/>
                <a:ea typeface="+mj-ea"/>
              </a:rPr>
              <a:t>商品一覧画面の仕様は下記です。</a:t>
            </a:r>
          </a:p>
          <a:p>
            <a:r>
              <a:rPr lang="en-US" altLang="ja-JP" sz="1200">
                <a:solidFill>
                  <a:schemeClr val="tx1"/>
                </a:solidFill>
                <a:latin typeface="+mj-ea"/>
                <a:ea typeface="+mj-ea"/>
              </a:rPr>
              <a:t>## </a:t>
            </a:r>
            <a:r>
              <a:rPr lang="ja-JP" altLang="en-US" sz="1200">
                <a:solidFill>
                  <a:schemeClr val="tx1"/>
                </a:solidFill>
                <a:latin typeface="+mj-ea"/>
                <a:ea typeface="+mj-ea"/>
              </a:rPr>
              <a:t>画面表示内容</a:t>
            </a:r>
          </a:p>
          <a:p>
            <a:r>
              <a:rPr lang="en-US" altLang="ja-JP" sz="1200">
                <a:solidFill>
                  <a:schemeClr val="tx1"/>
                </a:solidFill>
                <a:latin typeface="+mj-ea"/>
                <a:ea typeface="+mj-ea"/>
              </a:rPr>
              <a:t>- </a:t>
            </a:r>
            <a:r>
              <a:rPr lang="ja-JP" altLang="en-US" sz="1200">
                <a:solidFill>
                  <a:schemeClr val="tx1"/>
                </a:solidFill>
                <a:latin typeface="+mj-ea"/>
                <a:ea typeface="+mj-ea"/>
              </a:rPr>
              <a:t>ページタイトル：「商品一覧」</a:t>
            </a:r>
          </a:p>
          <a:p>
            <a:r>
              <a:rPr lang="en-US" altLang="ja-JP" sz="1200">
                <a:solidFill>
                  <a:schemeClr val="tx1"/>
                </a:solidFill>
                <a:latin typeface="+mj-ea"/>
                <a:ea typeface="+mj-ea"/>
              </a:rPr>
              <a:t>- </a:t>
            </a:r>
            <a:r>
              <a:rPr lang="ja-JP" altLang="en-US" sz="1200">
                <a:solidFill>
                  <a:schemeClr val="tx1"/>
                </a:solidFill>
                <a:latin typeface="+mj-ea"/>
                <a:ea typeface="+mj-ea"/>
              </a:rPr>
              <a:t>ヘッダーに「</a:t>
            </a:r>
            <a:r>
              <a:rPr lang="en-US" altLang="ja-JP" sz="1200">
                <a:solidFill>
                  <a:schemeClr val="tx1"/>
                </a:solidFill>
                <a:latin typeface="+mj-ea"/>
                <a:ea typeface="+mj-ea"/>
              </a:rPr>
              <a:t>EC</a:t>
            </a:r>
            <a:r>
              <a:rPr lang="ja-JP" altLang="en-US" sz="1200">
                <a:solidFill>
                  <a:schemeClr val="tx1"/>
                </a:solidFill>
                <a:latin typeface="+mj-ea"/>
                <a:ea typeface="+mj-ea"/>
              </a:rPr>
              <a:t>サイト」というサイト名と「カートを見る」リンクを表示する</a:t>
            </a:r>
          </a:p>
          <a:p>
            <a:r>
              <a:rPr lang="en-US" altLang="ja-JP" sz="1200">
                <a:solidFill>
                  <a:schemeClr val="tx1"/>
                </a:solidFill>
                <a:latin typeface="+mj-ea"/>
                <a:ea typeface="+mj-ea"/>
              </a:rPr>
              <a:t>- </a:t>
            </a:r>
            <a:r>
              <a:rPr lang="ja-JP" altLang="en-US" sz="1200">
                <a:solidFill>
                  <a:schemeClr val="tx1"/>
                </a:solidFill>
                <a:latin typeface="+mj-ea"/>
                <a:ea typeface="+mj-ea"/>
              </a:rPr>
              <a:t>商品をカード形式のグリッドレイアウトで一覧表示する</a:t>
            </a:r>
          </a:p>
          <a:p>
            <a:r>
              <a:rPr lang="en-US" altLang="ja-JP" sz="1200">
                <a:solidFill>
                  <a:schemeClr val="tx1"/>
                </a:solidFill>
                <a:latin typeface="+mj-ea"/>
                <a:ea typeface="+mj-ea"/>
              </a:rPr>
              <a:t>- </a:t>
            </a:r>
            <a:r>
              <a:rPr lang="ja-JP" altLang="en-US" sz="1200">
                <a:solidFill>
                  <a:schemeClr val="tx1"/>
                </a:solidFill>
                <a:latin typeface="+mj-ea"/>
                <a:ea typeface="+mj-ea"/>
              </a:rPr>
              <a:t>各カードに以下を表示する</a:t>
            </a:r>
          </a:p>
          <a:p>
            <a:r>
              <a:rPr lang="ja-JP" altLang="en-US" sz="1200">
                <a:solidFill>
                  <a:schemeClr val="tx1"/>
                </a:solidFill>
                <a:latin typeface="+mj-ea"/>
                <a:ea typeface="+mj-ea"/>
              </a:rPr>
              <a:t>  </a:t>
            </a:r>
            <a:r>
              <a:rPr lang="en-US" altLang="ja-JP" sz="1200">
                <a:solidFill>
                  <a:schemeClr val="tx1"/>
                </a:solidFill>
                <a:latin typeface="+mj-ea"/>
                <a:ea typeface="+mj-ea"/>
              </a:rPr>
              <a:t>- </a:t>
            </a:r>
            <a:r>
              <a:rPr lang="ja-JP" altLang="en-US" sz="1200">
                <a:solidFill>
                  <a:schemeClr val="tx1"/>
                </a:solidFill>
                <a:latin typeface="+mj-ea"/>
                <a:ea typeface="+mj-ea"/>
              </a:rPr>
              <a:t>商品画像</a:t>
            </a:r>
          </a:p>
          <a:p>
            <a:r>
              <a:rPr lang="ja-JP" altLang="en-US" sz="1200">
                <a:solidFill>
                  <a:schemeClr val="tx1"/>
                </a:solidFill>
                <a:latin typeface="+mj-ea"/>
                <a:ea typeface="+mj-ea"/>
              </a:rPr>
              <a:t>  </a:t>
            </a:r>
            <a:r>
              <a:rPr lang="en-US" altLang="ja-JP" sz="1200">
                <a:solidFill>
                  <a:schemeClr val="tx1"/>
                </a:solidFill>
                <a:latin typeface="+mj-ea"/>
                <a:ea typeface="+mj-ea"/>
              </a:rPr>
              <a:t>- </a:t>
            </a:r>
            <a:r>
              <a:rPr lang="ja-JP" altLang="en-US" sz="1200">
                <a:solidFill>
                  <a:schemeClr val="tx1"/>
                </a:solidFill>
                <a:latin typeface="+mj-ea"/>
                <a:ea typeface="+mj-ea"/>
              </a:rPr>
              <a:t>商品名</a:t>
            </a:r>
          </a:p>
          <a:p>
            <a:r>
              <a:rPr lang="ja-JP" altLang="en-US" sz="1200">
                <a:solidFill>
                  <a:schemeClr val="tx1"/>
                </a:solidFill>
                <a:latin typeface="+mj-ea"/>
                <a:ea typeface="+mj-ea"/>
              </a:rPr>
              <a:t>  </a:t>
            </a:r>
            <a:r>
              <a:rPr lang="en-US" altLang="ja-JP" sz="1200">
                <a:solidFill>
                  <a:schemeClr val="tx1"/>
                </a:solidFill>
                <a:latin typeface="+mj-ea"/>
                <a:ea typeface="+mj-ea"/>
              </a:rPr>
              <a:t>- </a:t>
            </a:r>
            <a:r>
              <a:rPr lang="ja-JP" altLang="en-US" sz="1200">
                <a:solidFill>
                  <a:schemeClr val="tx1"/>
                </a:solidFill>
                <a:latin typeface="+mj-ea"/>
                <a:ea typeface="+mj-ea"/>
              </a:rPr>
              <a:t>価格（例：</a:t>
            </a:r>
            <a:r>
              <a:rPr lang="en-US" altLang="ja-JP" sz="1200">
                <a:solidFill>
                  <a:schemeClr val="tx1"/>
                </a:solidFill>
                <a:latin typeface="+mj-ea"/>
                <a:ea typeface="+mj-ea"/>
              </a:rPr>
              <a:t>¥5,980 </a:t>
            </a:r>
            <a:r>
              <a:rPr lang="ja-JP" altLang="en-US" sz="1200">
                <a:solidFill>
                  <a:schemeClr val="tx1"/>
                </a:solidFill>
                <a:latin typeface="+mj-ea"/>
                <a:ea typeface="+mj-ea"/>
              </a:rPr>
              <a:t>）</a:t>
            </a:r>
          </a:p>
          <a:p>
            <a:r>
              <a:rPr lang="ja-JP" altLang="en-US" sz="1200">
                <a:solidFill>
                  <a:schemeClr val="tx1"/>
                </a:solidFill>
                <a:latin typeface="+mj-ea"/>
                <a:ea typeface="+mj-ea"/>
              </a:rPr>
              <a:t>  </a:t>
            </a:r>
            <a:r>
              <a:rPr lang="en-US" altLang="ja-JP" sz="1200">
                <a:solidFill>
                  <a:schemeClr val="tx1"/>
                </a:solidFill>
                <a:latin typeface="+mj-ea"/>
                <a:ea typeface="+mj-ea"/>
              </a:rPr>
              <a:t>- </a:t>
            </a:r>
            <a:r>
              <a:rPr lang="ja-JP" altLang="en-US" sz="1200">
                <a:solidFill>
                  <a:schemeClr val="tx1"/>
                </a:solidFill>
                <a:latin typeface="+mj-ea"/>
                <a:ea typeface="+mj-ea"/>
              </a:rPr>
              <a:t>在庫状況（在庫あり／在庫なし）</a:t>
            </a:r>
          </a:p>
          <a:p>
            <a:r>
              <a:rPr lang="ja-JP" altLang="en-US" sz="1200">
                <a:solidFill>
                  <a:schemeClr val="tx1"/>
                </a:solidFill>
                <a:latin typeface="+mj-ea"/>
                <a:ea typeface="+mj-ea"/>
              </a:rPr>
              <a:t>  </a:t>
            </a:r>
            <a:r>
              <a:rPr lang="en-US" altLang="ja-JP" sz="1200">
                <a:solidFill>
                  <a:schemeClr val="tx1"/>
                </a:solidFill>
                <a:latin typeface="+mj-ea"/>
                <a:ea typeface="+mj-ea"/>
              </a:rPr>
              <a:t>- </a:t>
            </a:r>
            <a:r>
              <a:rPr lang="ja-JP" altLang="en-US" sz="1200">
                <a:solidFill>
                  <a:schemeClr val="tx1"/>
                </a:solidFill>
                <a:latin typeface="+mj-ea"/>
                <a:ea typeface="+mj-ea"/>
              </a:rPr>
              <a:t>「詳細を見る」ボタン</a:t>
            </a:r>
          </a:p>
          <a:p>
            <a:r>
              <a:rPr lang="ja-JP" altLang="en-US" sz="1200">
                <a:solidFill>
                  <a:schemeClr val="tx1"/>
                </a:solidFill>
                <a:latin typeface="+mj-ea"/>
                <a:ea typeface="+mj-ea"/>
              </a:rPr>
              <a:t>  </a:t>
            </a:r>
            <a:r>
              <a:rPr lang="en-US" altLang="ja-JP" sz="1200">
                <a:solidFill>
                  <a:schemeClr val="tx1"/>
                </a:solidFill>
                <a:latin typeface="+mj-ea"/>
                <a:ea typeface="+mj-ea"/>
              </a:rPr>
              <a:t>- </a:t>
            </a:r>
            <a:r>
              <a:rPr lang="ja-JP" altLang="en-US" sz="1200">
                <a:solidFill>
                  <a:schemeClr val="tx1"/>
                </a:solidFill>
                <a:latin typeface="+mj-ea"/>
                <a:ea typeface="+mj-ea"/>
              </a:rPr>
              <a:t>「カートに追加」ボタン（在庫なしの場合に押せる、数量は</a:t>
            </a:r>
            <a:r>
              <a:rPr lang="en-US" altLang="ja-JP" sz="1200">
                <a:solidFill>
                  <a:schemeClr val="tx1"/>
                </a:solidFill>
                <a:latin typeface="+mj-ea"/>
                <a:ea typeface="+mj-ea"/>
              </a:rPr>
              <a:t>1</a:t>
            </a:r>
            <a:r>
              <a:rPr lang="ja-JP" altLang="en-US" sz="1200">
                <a:solidFill>
                  <a:schemeClr val="tx1"/>
                </a:solidFill>
                <a:latin typeface="+mj-ea"/>
                <a:ea typeface="+mj-ea"/>
              </a:rPr>
              <a:t>つだけカートに追加できる）</a:t>
            </a:r>
          </a:p>
          <a:p>
            <a:r>
              <a:rPr lang="ja-JP" altLang="en-US" sz="1200">
                <a:solidFill>
                  <a:schemeClr val="tx1"/>
                </a:solidFill>
                <a:latin typeface="+mj-ea"/>
                <a:ea typeface="+mj-ea"/>
              </a:rPr>
              <a:t>  </a:t>
            </a:r>
            <a:r>
              <a:rPr lang="en-US" altLang="ja-JP" sz="1200">
                <a:solidFill>
                  <a:schemeClr val="tx1"/>
                </a:solidFill>
                <a:latin typeface="+mj-ea"/>
                <a:ea typeface="+mj-ea"/>
              </a:rPr>
              <a:t>- </a:t>
            </a:r>
            <a:r>
              <a:rPr lang="ja-JP" altLang="en-US" sz="1200">
                <a:solidFill>
                  <a:schemeClr val="tx1"/>
                </a:solidFill>
                <a:latin typeface="+mj-ea"/>
                <a:ea typeface="+mj-ea"/>
              </a:rPr>
              <a:t>「カートを見る」ボタン</a:t>
            </a:r>
          </a:p>
          <a:p>
            <a:r>
              <a:rPr lang="en-US" altLang="ja-JP" sz="1200">
                <a:solidFill>
                  <a:schemeClr val="tx1"/>
                </a:solidFill>
                <a:latin typeface="+mj-ea"/>
                <a:ea typeface="+mj-ea"/>
              </a:rPr>
              <a:t>## </a:t>
            </a:r>
            <a:r>
              <a:rPr lang="ja-JP" altLang="en-US" sz="1200">
                <a:solidFill>
                  <a:schemeClr val="tx1"/>
                </a:solidFill>
                <a:latin typeface="+mj-ea"/>
                <a:ea typeface="+mj-ea"/>
              </a:rPr>
              <a:t>ビジネスロジックとデータアクセス</a:t>
            </a:r>
          </a:p>
          <a:p>
            <a:r>
              <a:rPr lang="ja-JP" altLang="en-US" sz="1200">
                <a:solidFill>
                  <a:schemeClr val="tx1"/>
                </a:solidFill>
                <a:latin typeface="+mj-ea"/>
                <a:ea typeface="+mj-ea"/>
              </a:rPr>
              <a:t>商品データをデータベースから取得するビジネスロジックや</a:t>
            </a:r>
            <a:r>
              <a:rPr lang="en-US" altLang="ja-JP" sz="1200">
                <a:solidFill>
                  <a:schemeClr val="tx1"/>
                </a:solidFill>
                <a:latin typeface="+mj-ea"/>
                <a:ea typeface="+mj-ea"/>
              </a:rPr>
              <a:t>SQL</a:t>
            </a:r>
            <a:r>
              <a:rPr lang="ja-JP" altLang="en-US" sz="1200">
                <a:solidFill>
                  <a:schemeClr val="tx1"/>
                </a:solidFill>
                <a:latin typeface="+mj-ea"/>
                <a:ea typeface="+mj-ea"/>
              </a:rPr>
              <a:t>は</a:t>
            </a:r>
          </a:p>
          <a:p>
            <a:r>
              <a:rPr lang="en-US" altLang="ja-JP" sz="1200">
                <a:solidFill>
                  <a:schemeClr val="tx1"/>
                </a:solidFill>
                <a:latin typeface="+mj-ea"/>
                <a:ea typeface="+mj-ea"/>
              </a:rPr>
              <a:t>products</a:t>
            </a:r>
            <a:r>
              <a:rPr lang="ja-JP" altLang="en-US" sz="1200">
                <a:solidFill>
                  <a:schemeClr val="tx1"/>
                </a:solidFill>
                <a:latin typeface="+mj-ea"/>
                <a:ea typeface="+mj-ea"/>
              </a:rPr>
              <a:t>テーブルの定義に従い、販売中の商品のみを取得するようにします。</a:t>
            </a:r>
            <a:endParaRPr lang="en-US" altLang="ja-JP" sz="1200">
              <a:solidFill>
                <a:schemeClr val="tx1"/>
              </a:solidFill>
              <a:latin typeface="+mj-ea"/>
              <a:ea typeface="+mj-ea"/>
            </a:endParaRPr>
          </a:p>
          <a:p>
            <a:r>
              <a:rPr lang="ja-JP" altLang="en-US" sz="1200">
                <a:solidFill>
                  <a:schemeClr val="tx1"/>
                </a:solidFill>
                <a:latin typeface="+mj-ea"/>
              </a:rPr>
              <a:t>商品をカートに追加するときに在庫数を超える場合は、エラーとします。</a:t>
            </a:r>
            <a:endParaRPr lang="ja-JP" altLang="en-US" sz="1200">
              <a:solidFill>
                <a:schemeClr val="tx1"/>
              </a:solidFill>
              <a:latin typeface="+mj-ea"/>
              <a:ea typeface="+mj-ea"/>
            </a:endParaRPr>
          </a:p>
        </p:txBody>
      </p:sp>
      <p:pic>
        <p:nvPicPr>
          <p:cNvPr id="34" name="図 33">
            <a:extLst>
              <a:ext uri="{FF2B5EF4-FFF2-40B4-BE49-F238E27FC236}">
                <a16:creationId xmlns:a16="http://schemas.microsoft.com/office/drawing/2014/main" id="{7A483F42-BE10-0DC2-2B00-16146F916F61}"/>
              </a:ext>
            </a:extLst>
          </p:cNvPr>
          <p:cNvPicPr>
            <a:picLocks noChangeAspect="1"/>
          </p:cNvPicPr>
          <p:nvPr/>
        </p:nvPicPr>
        <p:blipFill>
          <a:blip r:embed="rId2"/>
          <a:stretch>
            <a:fillRect/>
          </a:stretch>
        </p:blipFill>
        <p:spPr>
          <a:xfrm>
            <a:off x="9776507" y="174699"/>
            <a:ext cx="2042293" cy="776646"/>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35" name="正方形/長方形 34">
            <a:extLst>
              <a:ext uri="{FF2B5EF4-FFF2-40B4-BE49-F238E27FC236}">
                <a16:creationId xmlns:a16="http://schemas.microsoft.com/office/drawing/2014/main" id="{8BE8C9A5-3563-687F-713A-141CDD2E48AD}"/>
              </a:ext>
            </a:extLst>
          </p:cNvPr>
          <p:cNvSpPr/>
          <p:nvPr/>
        </p:nvSpPr>
        <p:spPr>
          <a:xfrm>
            <a:off x="10113818" y="206775"/>
            <a:ext cx="1357747" cy="744570"/>
          </a:xfrm>
          <a:prstGeom prst="rect">
            <a:avLst/>
          </a:prstGeom>
          <a:solidFill>
            <a:srgbClr val="C00000">
              <a:alpha val="10196"/>
            </a:srgbClr>
          </a:solid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pic>
        <p:nvPicPr>
          <p:cNvPr id="38" name="図 37">
            <a:extLst>
              <a:ext uri="{FF2B5EF4-FFF2-40B4-BE49-F238E27FC236}">
                <a16:creationId xmlns:a16="http://schemas.microsoft.com/office/drawing/2014/main" id="{6924C007-0D2A-934B-5DDF-706FACF3BAB8}"/>
              </a:ext>
            </a:extLst>
          </p:cNvPr>
          <p:cNvPicPr>
            <a:picLocks noChangeAspect="1"/>
          </p:cNvPicPr>
          <p:nvPr/>
        </p:nvPicPr>
        <p:blipFill>
          <a:blip r:embed="rId3"/>
          <a:stretch>
            <a:fillRect/>
          </a:stretch>
        </p:blipFill>
        <p:spPr>
          <a:xfrm>
            <a:off x="9048750" y="1376218"/>
            <a:ext cx="2534004" cy="3820058"/>
          </a:xfrm>
          <a:prstGeom prst="rect">
            <a:avLst/>
          </a:prstGeom>
        </p:spPr>
      </p:pic>
      <p:sp>
        <p:nvSpPr>
          <p:cNvPr id="39" name="正方形/長方形 38">
            <a:extLst>
              <a:ext uri="{FF2B5EF4-FFF2-40B4-BE49-F238E27FC236}">
                <a16:creationId xmlns:a16="http://schemas.microsoft.com/office/drawing/2014/main" id="{1097BD7C-458C-CF89-DFEA-CF38B2C9DE4F}"/>
              </a:ext>
            </a:extLst>
          </p:cNvPr>
          <p:cNvSpPr/>
          <p:nvPr/>
        </p:nvSpPr>
        <p:spPr>
          <a:xfrm>
            <a:off x="8919796" y="3765528"/>
            <a:ext cx="2791912" cy="238816"/>
          </a:xfrm>
          <a:prstGeom prst="rect">
            <a:avLst/>
          </a:prstGeom>
          <a:no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40" name="コンテンツ プレースホルダー 2">
            <a:extLst>
              <a:ext uri="{FF2B5EF4-FFF2-40B4-BE49-F238E27FC236}">
                <a16:creationId xmlns:a16="http://schemas.microsoft.com/office/drawing/2014/main" id="{7B87258B-A83D-5CEA-A542-949023CA7304}"/>
              </a:ext>
            </a:extLst>
          </p:cNvPr>
          <p:cNvSpPr txBox="1">
            <a:spLocks/>
          </p:cNvSpPr>
          <p:nvPr/>
        </p:nvSpPr>
        <p:spPr>
          <a:xfrm>
            <a:off x="9048749" y="1132961"/>
            <a:ext cx="2662959" cy="238815"/>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1400"/>
              <a:t>▼プロンプト投入後のフォルダ</a:t>
            </a:r>
            <a:r>
              <a:rPr lang="en-US" altLang="ja-JP" sz="1400"/>
              <a:t>(</a:t>
            </a:r>
            <a:r>
              <a:rPr lang="ja-JP" altLang="en-US" sz="1400"/>
              <a:t>例</a:t>
            </a:r>
            <a:r>
              <a:rPr lang="en-US" altLang="ja-JP" sz="1400"/>
              <a:t>)</a:t>
            </a:r>
          </a:p>
        </p:txBody>
      </p:sp>
    </p:spTree>
    <p:extLst>
      <p:ext uri="{BB962C8B-B14F-4D97-AF65-F5344CB8AC3E}">
        <p14:creationId xmlns:p14="http://schemas.microsoft.com/office/powerpoint/2010/main" val="222903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8CF84-393B-1E10-0A43-80756615D26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FB905C-ABC1-BD23-E167-403894BAC036}"/>
              </a:ext>
            </a:extLst>
          </p:cNvPr>
          <p:cNvSpPr>
            <a:spLocks noGrp="1"/>
          </p:cNvSpPr>
          <p:nvPr>
            <p:ph type="title"/>
          </p:nvPr>
        </p:nvSpPr>
        <p:spPr/>
        <p:txBody>
          <a:bodyPr/>
          <a:lstStyle/>
          <a:p>
            <a:r>
              <a:rPr lang="ja-JP" altLang="en-US">
                <a:solidFill>
                  <a:schemeClr val="accent2"/>
                </a:solidFill>
              </a:rPr>
              <a:t>バイブコーディング単体テスト➋ </a:t>
            </a:r>
            <a:r>
              <a:rPr lang="en-US" altLang="ja-JP">
                <a:solidFill>
                  <a:schemeClr val="accent2"/>
                </a:solidFill>
              </a:rPr>
              <a:t>Repository</a:t>
            </a:r>
            <a:r>
              <a:rPr lang="ja-JP" altLang="en-US">
                <a:solidFill>
                  <a:schemeClr val="accent2"/>
                </a:solidFill>
              </a:rPr>
              <a:t>のテストを作る</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9FF66E36-4932-9C65-A7CC-B271061A99E0}"/>
              </a:ext>
            </a:extLst>
          </p:cNvPr>
          <p:cNvSpPr>
            <a:spLocks noGrp="1"/>
          </p:cNvSpPr>
          <p:nvPr>
            <p:ph sz="quarter" idx="10"/>
          </p:nvPr>
        </p:nvSpPr>
        <p:spPr>
          <a:xfrm>
            <a:off x="371474" y="1052513"/>
            <a:ext cx="5724526" cy="323705"/>
          </a:xfrm>
        </p:spPr>
        <p:txBody>
          <a:bodyPr/>
          <a:lstStyle/>
          <a:p>
            <a:r>
              <a:rPr kumimoji="1" lang="ja-JP" altLang="en-US"/>
              <a:t>以下のプロンプトを入力する。</a:t>
            </a:r>
          </a:p>
        </p:txBody>
      </p:sp>
      <p:sp>
        <p:nvSpPr>
          <p:cNvPr id="5" name="正方形/長方形 4">
            <a:extLst>
              <a:ext uri="{FF2B5EF4-FFF2-40B4-BE49-F238E27FC236}">
                <a16:creationId xmlns:a16="http://schemas.microsoft.com/office/drawing/2014/main" id="{EBFDC985-7B1D-C793-7872-8ACC00294F67}"/>
              </a:ext>
            </a:extLst>
          </p:cNvPr>
          <p:cNvSpPr/>
          <p:nvPr/>
        </p:nvSpPr>
        <p:spPr>
          <a:xfrm>
            <a:off x="367281" y="1376218"/>
            <a:ext cx="8357619" cy="1145309"/>
          </a:xfrm>
          <a:prstGeom prst="rect">
            <a:avLst/>
          </a:prstGeom>
          <a:solidFill>
            <a:srgbClr val="FFFDD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400">
                <a:solidFill>
                  <a:schemeClr val="tx1"/>
                </a:solidFill>
                <a:latin typeface="+mj-ea"/>
                <a:ea typeface="+mj-ea"/>
              </a:rPr>
              <a:t>作成したテスト項目表をもとにして、</a:t>
            </a:r>
            <a:r>
              <a:rPr lang="en-US" altLang="ja-JP" sz="1400">
                <a:solidFill>
                  <a:schemeClr val="tx1"/>
                </a:solidFill>
                <a:latin typeface="+mj-ea"/>
                <a:ea typeface="+mj-ea"/>
              </a:rPr>
              <a:t>Repository </a:t>
            </a:r>
            <a:r>
              <a:rPr lang="ja-JP" altLang="en-US" sz="1400">
                <a:solidFill>
                  <a:schemeClr val="tx1"/>
                </a:solidFill>
                <a:latin typeface="+mj-ea"/>
                <a:ea typeface="+mj-ea"/>
              </a:rPr>
              <a:t>の動作を検証するテストクラスを作成してください。</a:t>
            </a:r>
          </a:p>
          <a:p>
            <a:r>
              <a:rPr lang="ja-JP" altLang="en-US" sz="1400">
                <a:solidFill>
                  <a:schemeClr val="tx1"/>
                </a:solidFill>
                <a:latin typeface="+mj-ea"/>
                <a:ea typeface="+mj-ea"/>
              </a:rPr>
              <a:t>実際にデータベースにテストデータを作成して、データアクセスするテストクラスを作成して実行してください。</a:t>
            </a:r>
          </a:p>
          <a:p>
            <a:r>
              <a:rPr lang="ja-JP" altLang="en-US" sz="1400">
                <a:solidFill>
                  <a:schemeClr val="tx1"/>
                </a:solidFill>
                <a:latin typeface="+mj-ea"/>
              </a:rPr>
              <a:t>テストが終了したら結果を</a:t>
            </a:r>
            <a:r>
              <a:rPr lang="en-US" altLang="ja-JP" sz="1400" err="1">
                <a:solidFill>
                  <a:schemeClr val="tx1"/>
                </a:solidFill>
                <a:latin typeface="+mj-ea"/>
              </a:rPr>
              <a:t>test_docs</a:t>
            </a:r>
            <a:r>
              <a:rPr lang="ja-JP" altLang="en-US" sz="1400">
                <a:solidFill>
                  <a:schemeClr val="tx1"/>
                </a:solidFill>
                <a:latin typeface="+mj-ea"/>
              </a:rPr>
              <a:t>フォルダに作成してください。</a:t>
            </a:r>
          </a:p>
          <a:p>
            <a:r>
              <a:rPr lang="ja-JP" altLang="en-US" sz="1400">
                <a:solidFill>
                  <a:schemeClr val="tx1"/>
                </a:solidFill>
                <a:latin typeface="+mj-ea"/>
                <a:ea typeface="+mj-ea"/>
              </a:rPr>
              <a:t>技術要件は </a:t>
            </a:r>
            <a:r>
              <a:rPr lang="en-US" altLang="ja-JP" sz="1400">
                <a:solidFill>
                  <a:schemeClr val="tx1"/>
                </a:solidFill>
                <a:latin typeface="+mj-ea"/>
                <a:ea typeface="+mj-ea"/>
              </a:rPr>
              <a:t>docs/software_architecture.md </a:t>
            </a:r>
            <a:r>
              <a:rPr lang="ja-JP" altLang="en-US" sz="1400">
                <a:solidFill>
                  <a:schemeClr val="tx1"/>
                </a:solidFill>
                <a:latin typeface="+mj-ea"/>
                <a:ea typeface="+mj-ea"/>
              </a:rPr>
              <a:t>に従ってください。</a:t>
            </a:r>
          </a:p>
        </p:txBody>
      </p:sp>
      <p:pic>
        <p:nvPicPr>
          <p:cNvPr id="34" name="図 33">
            <a:extLst>
              <a:ext uri="{FF2B5EF4-FFF2-40B4-BE49-F238E27FC236}">
                <a16:creationId xmlns:a16="http://schemas.microsoft.com/office/drawing/2014/main" id="{E6CC47E2-7F34-2155-5E41-2304693ACA7D}"/>
              </a:ext>
            </a:extLst>
          </p:cNvPr>
          <p:cNvPicPr>
            <a:picLocks noChangeAspect="1"/>
          </p:cNvPicPr>
          <p:nvPr/>
        </p:nvPicPr>
        <p:blipFill>
          <a:blip r:embed="rId2"/>
          <a:stretch>
            <a:fillRect/>
          </a:stretch>
        </p:blipFill>
        <p:spPr>
          <a:xfrm>
            <a:off x="9776507" y="174699"/>
            <a:ext cx="2042293" cy="776646"/>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35" name="正方形/長方形 34">
            <a:extLst>
              <a:ext uri="{FF2B5EF4-FFF2-40B4-BE49-F238E27FC236}">
                <a16:creationId xmlns:a16="http://schemas.microsoft.com/office/drawing/2014/main" id="{7C0F2F23-82AB-C7D3-9735-EA6BF8596944}"/>
              </a:ext>
            </a:extLst>
          </p:cNvPr>
          <p:cNvSpPr/>
          <p:nvPr/>
        </p:nvSpPr>
        <p:spPr>
          <a:xfrm>
            <a:off x="11114429" y="206775"/>
            <a:ext cx="357136" cy="744570"/>
          </a:xfrm>
          <a:prstGeom prst="rect">
            <a:avLst/>
          </a:prstGeom>
          <a:solidFill>
            <a:srgbClr val="C00000">
              <a:alpha val="10196"/>
            </a:srgbClr>
          </a:solid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pic>
        <p:nvPicPr>
          <p:cNvPr id="6" name="図 5">
            <a:extLst>
              <a:ext uri="{FF2B5EF4-FFF2-40B4-BE49-F238E27FC236}">
                <a16:creationId xmlns:a16="http://schemas.microsoft.com/office/drawing/2014/main" id="{3D90C9E1-7ED9-85B0-F406-BF417A89559A}"/>
              </a:ext>
            </a:extLst>
          </p:cNvPr>
          <p:cNvPicPr>
            <a:picLocks noChangeAspect="1"/>
          </p:cNvPicPr>
          <p:nvPr/>
        </p:nvPicPr>
        <p:blipFill>
          <a:blip r:embed="rId3"/>
          <a:stretch>
            <a:fillRect/>
          </a:stretch>
        </p:blipFill>
        <p:spPr>
          <a:xfrm>
            <a:off x="9059931" y="1386662"/>
            <a:ext cx="2505425" cy="5296639"/>
          </a:xfrm>
          <a:prstGeom prst="rect">
            <a:avLst/>
          </a:prstGeom>
        </p:spPr>
      </p:pic>
      <p:sp>
        <p:nvSpPr>
          <p:cNvPr id="7" name="正方形/長方形 6">
            <a:extLst>
              <a:ext uri="{FF2B5EF4-FFF2-40B4-BE49-F238E27FC236}">
                <a16:creationId xmlns:a16="http://schemas.microsoft.com/office/drawing/2014/main" id="{9B027D55-4A4A-70B0-FF00-26BB61C01710}"/>
              </a:ext>
            </a:extLst>
          </p:cNvPr>
          <p:cNvSpPr/>
          <p:nvPr/>
        </p:nvSpPr>
        <p:spPr>
          <a:xfrm>
            <a:off x="8981164" y="5268139"/>
            <a:ext cx="2662959" cy="203200"/>
          </a:xfrm>
          <a:prstGeom prst="rect">
            <a:avLst/>
          </a:prstGeom>
          <a:no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8" name="コンテンツ プレースホルダー 2">
            <a:extLst>
              <a:ext uri="{FF2B5EF4-FFF2-40B4-BE49-F238E27FC236}">
                <a16:creationId xmlns:a16="http://schemas.microsoft.com/office/drawing/2014/main" id="{1AF022C5-A751-ABAC-9E00-BD535D9FB89B}"/>
              </a:ext>
            </a:extLst>
          </p:cNvPr>
          <p:cNvSpPr txBox="1">
            <a:spLocks/>
          </p:cNvSpPr>
          <p:nvPr/>
        </p:nvSpPr>
        <p:spPr>
          <a:xfrm>
            <a:off x="9048749" y="1132961"/>
            <a:ext cx="2662959" cy="238815"/>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1400"/>
              <a:t>▼プロンプト投入後のフォルダ</a:t>
            </a:r>
            <a:r>
              <a:rPr lang="en-US" altLang="ja-JP" sz="1400"/>
              <a:t>(</a:t>
            </a:r>
            <a:r>
              <a:rPr lang="ja-JP" altLang="en-US" sz="1400"/>
              <a:t>例</a:t>
            </a:r>
            <a:r>
              <a:rPr lang="en-US" altLang="ja-JP" sz="1400"/>
              <a:t>)</a:t>
            </a:r>
          </a:p>
        </p:txBody>
      </p:sp>
      <p:sp>
        <p:nvSpPr>
          <p:cNvPr id="9" name="正方形/長方形 8">
            <a:extLst>
              <a:ext uri="{FF2B5EF4-FFF2-40B4-BE49-F238E27FC236}">
                <a16:creationId xmlns:a16="http://schemas.microsoft.com/office/drawing/2014/main" id="{400B0496-72A3-D829-37A4-6869FDD399DB}"/>
              </a:ext>
            </a:extLst>
          </p:cNvPr>
          <p:cNvSpPr/>
          <p:nvPr/>
        </p:nvSpPr>
        <p:spPr>
          <a:xfrm>
            <a:off x="8981164" y="4056177"/>
            <a:ext cx="2662959" cy="203200"/>
          </a:xfrm>
          <a:prstGeom prst="rect">
            <a:avLst/>
          </a:prstGeom>
          <a:no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Tree>
    <p:extLst>
      <p:ext uri="{BB962C8B-B14F-4D97-AF65-F5344CB8AC3E}">
        <p14:creationId xmlns:p14="http://schemas.microsoft.com/office/powerpoint/2010/main" val="27688854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A4369-184F-919C-0C7C-301D2B965BD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AEB1E8-6950-28A1-9D4B-93B8EDEECD42}"/>
              </a:ext>
            </a:extLst>
          </p:cNvPr>
          <p:cNvSpPr>
            <a:spLocks noGrp="1"/>
          </p:cNvSpPr>
          <p:nvPr>
            <p:ph type="title"/>
          </p:nvPr>
        </p:nvSpPr>
        <p:spPr/>
        <p:txBody>
          <a:bodyPr/>
          <a:lstStyle/>
          <a:p>
            <a:r>
              <a:rPr lang="en-US" altLang="ja-JP">
                <a:solidFill>
                  <a:schemeClr val="accent2"/>
                </a:solidFill>
              </a:rPr>
              <a:t>[</a:t>
            </a:r>
            <a:r>
              <a:rPr lang="ja-JP" altLang="en-US">
                <a:solidFill>
                  <a:schemeClr val="accent2"/>
                </a:solidFill>
              </a:rPr>
              <a:t>解説</a:t>
            </a:r>
            <a:r>
              <a:rPr lang="en-US" altLang="ja-JP">
                <a:solidFill>
                  <a:schemeClr val="accent2"/>
                </a:solidFill>
              </a:rPr>
              <a:t>]</a:t>
            </a:r>
            <a:r>
              <a:rPr lang="ja-JP" altLang="en-US">
                <a:solidFill>
                  <a:schemeClr val="accent2"/>
                </a:solidFill>
              </a:rPr>
              <a:t> </a:t>
            </a:r>
            <a:r>
              <a:rPr lang="en-US" altLang="ja-JP">
                <a:solidFill>
                  <a:schemeClr val="accent2"/>
                </a:solidFill>
              </a:rPr>
              <a:t>Repository</a:t>
            </a:r>
            <a:r>
              <a:rPr lang="ja-JP" altLang="en-US">
                <a:solidFill>
                  <a:schemeClr val="accent2"/>
                </a:solidFill>
              </a:rPr>
              <a:t>のテストクラス（抜粋）</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BB4DCFF0-0633-F90C-F78A-A30933756043}"/>
              </a:ext>
            </a:extLst>
          </p:cNvPr>
          <p:cNvSpPr>
            <a:spLocks noGrp="1"/>
          </p:cNvSpPr>
          <p:nvPr>
            <p:ph sz="quarter" idx="10"/>
          </p:nvPr>
        </p:nvSpPr>
        <p:spPr>
          <a:xfrm>
            <a:off x="370801" y="1052513"/>
            <a:ext cx="5725200" cy="5470687"/>
          </a:xfrm>
          <a:solidFill>
            <a:schemeClr val="bg1">
              <a:lumMod val="95000"/>
            </a:schemeClr>
          </a:solidFill>
        </p:spPr>
        <p:txBody>
          <a:bodyPr/>
          <a:lstStyle/>
          <a:p>
            <a:r>
              <a:rPr lang="en-US" altLang="ja-JP" sz="1400" b="1">
                <a:latin typeface="+mj-ea"/>
                <a:ea typeface="+mj-ea"/>
              </a:rPr>
              <a:t>@SpringBootTest</a:t>
            </a:r>
          </a:p>
          <a:p>
            <a:r>
              <a:rPr lang="en-US" altLang="ja-JP" sz="1400">
                <a:latin typeface="+mj-ea"/>
                <a:ea typeface="+mj-ea"/>
              </a:rPr>
              <a:t>class </a:t>
            </a:r>
            <a:r>
              <a:rPr lang="en-US" altLang="ja-JP" sz="1400" err="1">
                <a:latin typeface="+mj-ea"/>
                <a:ea typeface="+mj-ea"/>
              </a:rPr>
              <a:t>ProductRepositoryTest</a:t>
            </a:r>
            <a:r>
              <a:rPr lang="en-US" altLang="ja-JP" sz="1400">
                <a:latin typeface="+mj-ea"/>
                <a:ea typeface="+mj-ea"/>
              </a:rPr>
              <a:t> {</a:t>
            </a:r>
          </a:p>
          <a:p>
            <a:r>
              <a:rPr lang="en-US" altLang="ja-JP" sz="1400">
                <a:latin typeface="+mj-ea"/>
                <a:ea typeface="+mj-ea"/>
              </a:rPr>
              <a:t>    </a:t>
            </a:r>
            <a:r>
              <a:rPr lang="en-US" altLang="ja-JP" sz="1400" b="1">
                <a:latin typeface="+mj-ea"/>
                <a:ea typeface="+mj-ea"/>
              </a:rPr>
              <a:t>@Autowired</a:t>
            </a:r>
          </a:p>
          <a:p>
            <a:r>
              <a:rPr lang="en-US" altLang="ja-JP" sz="1400">
                <a:latin typeface="+mj-ea"/>
                <a:ea typeface="+mj-ea"/>
              </a:rPr>
              <a:t>    private </a:t>
            </a:r>
            <a:r>
              <a:rPr lang="en-US" altLang="ja-JP" sz="1400" err="1">
                <a:latin typeface="+mj-ea"/>
                <a:ea typeface="+mj-ea"/>
              </a:rPr>
              <a:t>ProductRepository</a:t>
            </a:r>
            <a:r>
              <a:rPr lang="en-US" altLang="ja-JP" sz="1400">
                <a:latin typeface="+mj-ea"/>
                <a:ea typeface="+mj-ea"/>
              </a:rPr>
              <a:t> </a:t>
            </a:r>
            <a:r>
              <a:rPr lang="en-US" altLang="ja-JP" sz="1400" err="1">
                <a:latin typeface="+mj-ea"/>
                <a:ea typeface="+mj-ea"/>
              </a:rPr>
              <a:t>productRepository</a:t>
            </a:r>
            <a:r>
              <a:rPr lang="en-US" altLang="ja-JP" sz="1400">
                <a:latin typeface="+mj-ea"/>
                <a:ea typeface="+mj-ea"/>
              </a:rPr>
              <a:t>;</a:t>
            </a:r>
          </a:p>
          <a:p>
            <a:endParaRPr lang="en-US" altLang="ja-JP" sz="1400">
              <a:latin typeface="+mj-ea"/>
              <a:ea typeface="+mj-ea"/>
            </a:endParaRPr>
          </a:p>
          <a:p>
            <a:r>
              <a:rPr lang="en-US" altLang="ja-JP" sz="1400">
                <a:latin typeface="+mj-ea"/>
                <a:ea typeface="+mj-ea"/>
              </a:rPr>
              <a:t>    </a:t>
            </a:r>
            <a:r>
              <a:rPr lang="en-US" altLang="ja-JP" sz="1400" b="1">
                <a:latin typeface="+mj-ea"/>
                <a:ea typeface="+mj-ea"/>
              </a:rPr>
              <a:t>@BeforeEach</a:t>
            </a:r>
          </a:p>
          <a:p>
            <a:r>
              <a:rPr lang="en-US" altLang="ja-JP" sz="1400">
                <a:latin typeface="+mj-ea"/>
                <a:ea typeface="+mj-ea"/>
              </a:rPr>
              <a:t>    void </a:t>
            </a:r>
            <a:r>
              <a:rPr lang="en-US" altLang="ja-JP" sz="1400" err="1">
                <a:latin typeface="+mj-ea"/>
                <a:ea typeface="+mj-ea"/>
              </a:rPr>
              <a:t>setUp</a:t>
            </a:r>
            <a:r>
              <a:rPr lang="en-US" altLang="ja-JP" sz="1400">
                <a:latin typeface="+mj-ea"/>
                <a:ea typeface="+mj-ea"/>
              </a:rPr>
              <a:t>() {</a:t>
            </a:r>
          </a:p>
          <a:p>
            <a:r>
              <a:rPr lang="en-US" altLang="ja-JP" sz="1400">
                <a:latin typeface="+mj-ea"/>
                <a:ea typeface="+mj-ea"/>
              </a:rPr>
              <a:t>        // </a:t>
            </a:r>
            <a:r>
              <a:rPr lang="ja-JP" altLang="en-US" sz="1400">
                <a:latin typeface="+mj-ea"/>
                <a:ea typeface="+mj-ea"/>
              </a:rPr>
              <a:t>各テスト前にテーブルを空にしてテスト固有データのみ使用する</a:t>
            </a:r>
          </a:p>
          <a:p>
            <a:r>
              <a:rPr lang="ja-JP" altLang="en-US" sz="1400">
                <a:latin typeface="+mj-ea"/>
                <a:ea typeface="+mj-ea"/>
              </a:rPr>
              <a:t>        </a:t>
            </a:r>
            <a:r>
              <a:rPr lang="en-US" altLang="ja-JP" sz="1400" err="1">
                <a:latin typeface="+mj-ea"/>
                <a:ea typeface="+mj-ea"/>
              </a:rPr>
              <a:t>jdbcTemplate.execute</a:t>
            </a:r>
            <a:r>
              <a:rPr lang="en-US" altLang="ja-JP" sz="1400">
                <a:latin typeface="+mj-ea"/>
                <a:ea typeface="+mj-ea"/>
              </a:rPr>
              <a:t>(“DELETE FROM products”);</a:t>
            </a:r>
            <a:r>
              <a:rPr lang="ja-JP" altLang="en-US" sz="1400">
                <a:latin typeface="+mj-ea"/>
                <a:ea typeface="+mj-ea"/>
              </a:rPr>
              <a:t> </a:t>
            </a:r>
            <a:r>
              <a:rPr lang="en-US" altLang="ja-JP" sz="1400">
                <a:latin typeface="+mj-ea"/>
              </a:rPr>
              <a:t> </a:t>
            </a:r>
            <a:r>
              <a:rPr lang="en-US" altLang="ja-JP" sz="1400" b="1">
                <a:solidFill>
                  <a:srgbClr val="C00000"/>
                </a:solidFill>
                <a:latin typeface="+mj-ea"/>
              </a:rPr>
              <a:t>(*1)</a:t>
            </a:r>
            <a:endParaRPr lang="en-US" altLang="ja-JP" sz="1400">
              <a:latin typeface="+mj-ea"/>
              <a:ea typeface="+mj-ea"/>
            </a:endParaRPr>
          </a:p>
          <a:p>
            <a:r>
              <a:rPr lang="en-US" altLang="ja-JP" sz="1400">
                <a:latin typeface="+mj-ea"/>
                <a:ea typeface="+mj-ea"/>
              </a:rPr>
              <a:t>    }</a:t>
            </a:r>
          </a:p>
          <a:p>
            <a:endParaRPr lang="en-US" altLang="ja-JP" sz="1400">
              <a:latin typeface="+mj-ea"/>
              <a:ea typeface="+mj-ea"/>
            </a:endParaRPr>
          </a:p>
          <a:p>
            <a:r>
              <a:rPr lang="en-US" altLang="ja-JP" sz="1400">
                <a:latin typeface="+mj-ea"/>
                <a:ea typeface="+mj-ea"/>
              </a:rPr>
              <a:t>    </a:t>
            </a:r>
            <a:r>
              <a:rPr lang="en-US" altLang="ja-JP" sz="1400" b="1">
                <a:latin typeface="+mj-ea"/>
                <a:ea typeface="+mj-ea"/>
              </a:rPr>
              <a:t>@Test</a:t>
            </a:r>
          </a:p>
          <a:p>
            <a:r>
              <a:rPr lang="en-US" altLang="ja-JP" sz="1400">
                <a:latin typeface="+mj-ea"/>
                <a:ea typeface="+mj-ea"/>
              </a:rPr>
              <a:t>    </a:t>
            </a:r>
            <a:r>
              <a:rPr lang="en-US" altLang="ja-JP" sz="1400" b="1">
                <a:latin typeface="+mj-ea"/>
                <a:ea typeface="+mj-ea"/>
              </a:rPr>
              <a:t>@DisplayName(“XXX</a:t>
            </a:r>
            <a:r>
              <a:rPr lang="ja-JP" altLang="en-US" sz="1400" b="1">
                <a:latin typeface="+mj-ea"/>
                <a:ea typeface="+mj-ea"/>
              </a:rPr>
              <a:t>するテスト</a:t>
            </a:r>
            <a:r>
              <a:rPr lang="en-US" altLang="ja-JP" sz="1400" b="1">
                <a:latin typeface="+mj-ea"/>
                <a:ea typeface="+mj-ea"/>
              </a:rPr>
              <a:t>")</a:t>
            </a:r>
          </a:p>
          <a:p>
            <a:r>
              <a:rPr lang="en-US" altLang="ja-JP" sz="1400">
                <a:latin typeface="+mj-ea"/>
                <a:ea typeface="+mj-ea"/>
              </a:rPr>
              <a:t>    void </a:t>
            </a:r>
            <a:r>
              <a:rPr lang="en-US" altLang="ja-JP" sz="1400" err="1">
                <a:latin typeface="+mj-ea"/>
                <a:ea typeface="+mj-ea"/>
              </a:rPr>
              <a:t>xxxTest</a:t>
            </a:r>
            <a:r>
              <a:rPr lang="en-US" altLang="ja-JP" sz="1400">
                <a:latin typeface="+mj-ea"/>
                <a:ea typeface="+mj-ea"/>
              </a:rPr>
              <a:t>() {</a:t>
            </a:r>
          </a:p>
          <a:p>
            <a:r>
              <a:rPr lang="en-US" altLang="ja-JP" sz="1400">
                <a:latin typeface="+mj-ea"/>
                <a:ea typeface="+mj-ea"/>
              </a:rPr>
              <a:t>        </a:t>
            </a:r>
            <a:r>
              <a:rPr lang="en-US" altLang="ja-JP" sz="1400" err="1">
                <a:latin typeface="+mj-ea"/>
                <a:ea typeface="+mj-ea"/>
              </a:rPr>
              <a:t>jdbcTemplate.update</a:t>
            </a:r>
            <a:r>
              <a:rPr lang="en-US" altLang="ja-JP" sz="1400">
                <a:latin typeface="+mj-ea"/>
                <a:ea typeface="+mj-ea"/>
              </a:rPr>
              <a:t>(“INSERT INTO </a:t>
            </a:r>
            <a:r>
              <a:rPr lang="ja-JP" altLang="en-US" sz="1400">
                <a:latin typeface="+mj-ea"/>
                <a:ea typeface="+mj-ea"/>
              </a:rPr>
              <a:t>・・・</a:t>
            </a:r>
            <a:r>
              <a:rPr lang="en-US" altLang="ja-JP" sz="1400">
                <a:latin typeface="+mj-ea"/>
                <a:ea typeface="+mj-ea"/>
              </a:rPr>
              <a:t>");   </a:t>
            </a:r>
            <a:r>
              <a:rPr lang="en-US" altLang="ja-JP" sz="1400" b="1">
                <a:solidFill>
                  <a:srgbClr val="C00000"/>
                </a:solidFill>
                <a:latin typeface="+mj-ea"/>
                <a:ea typeface="+mj-ea"/>
              </a:rPr>
              <a:t>(*1)</a:t>
            </a:r>
          </a:p>
          <a:p>
            <a:r>
              <a:rPr lang="en-US" altLang="ja-JP" sz="1400">
                <a:latin typeface="+mj-ea"/>
                <a:ea typeface="+mj-ea"/>
              </a:rPr>
              <a:t>        // </a:t>
            </a:r>
            <a:r>
              <a:rPr lang="ja-JP" altLang="en-US" sz="1400">
                <a:latin typeface="+mj-ea"/>
                <a:ea typeface="+mj-ea"/>
              </a:rPr>
              <a:t>・・・</a:t>
            </a:r>
          </a:p>
          <a:p>
            <a:endParaRPr lang="ja-JP" altLang="en-US" sz="1400">
              <a:latin typeface="+mj-ea"/>
              <a:ea typeface="+mj-ea"/>
            </a:endParaRPr>
          </a:p>
          <a:p>
            <a:r>
              <a:rPr lang="ja-JP" altLang="en-US" sz="1400">
                <a:latin typeface="+mj-ea"/>
                <a:ea typeface="+mj-ea"/>
              </a:rPr>
              <a:t>        </a:t>
            </a:r>
            <a:r>
              <a:rPr lang="en-US" altLang="ja-JP" sz="1400">
                <a:latin typeface="+mj-ea"/>
                <a:ea typeface="+mj-ea"/>
              </a:rPr>
              <a:t>List&lt;Product&gt; result = </a:t>
            </a:r>
            <a:r>
              <a:rPr lang="en-US" altLang="ja-JP" sz="1400" err="1">
                <a:latin typeface="+mj-ea"/>
                <a:ea typeface="+mj-ea"/>
              </a:rPr>
              <a:t>productRepository.findXXX</a:t>
            </a:r>
            <a:r>
              <a:rPr lang="en-US" altLang="ja-JP" sz="1400">
                <a:latin typeface="+mj-ea"/>
                <a:ea typeface="+mj-ea"/>
              </a:rPr>
              <a:t>();</a:t>
            </a:r>
          </a:p>
          <a:p>
            <a:endParaRPr lang="en-US" altLang="ja-JP" sz="1400">
              <a:latin typeface="+mj-ea"/>
              <a:ea typeface="+mj-ea"/>
            </a:endParaRPr>
          </a:p>
          <a:p>
            <a:r>
              <a:rPr lang="en-US" altLang="ja-JP" sz="1400">
                <a:latin typeface="+mj-ea"/>
                <a:ea typeface="+mj-ea"/>
              </a:rPr>
              <a:t>        </a:t>
            </a:r>
            <a:r>
              <a:rPr lang="en-US" altLang="ja-JP" sz="1400" b="1" err="1">
                <a:latin typeface="+mj-ea"/>
                <a:ea typeface="+mj-ea"/>
              </a:rPr>
              <a:t>assertThat</a:t>
            </a:r>
            <a:r>
              <a:rPr lang="en-US" altLang="ja-JP" sz="1400">
                <a:latin typeface="+mj-ea"/>
                <a:ea typeface="+mj-ea"/>
              </a:rPr>
              <a:t>(result).</a:t>
            </a:r>
            <a:r>
              <a:rPr lang="en-US" altLang="ja-JP" sz="1400" err="1">
                <a:latin typeface="+mj-ea"/>
                <a:ea typeface="+mj-ea"/>
              </a:rPr>
              <a:t>hasSize</a:t>
            </a:r>
            <a:r>
              <a:rPr lang="en-US" altLang="ja-JP" sz="1400">
                <a:latin typeface="+mj-ea"/>
                <a:ea typeface="+mj-ea"/>
              </a:rPr>
              <a:t>(3);</a:t>
            </a:r>
          </a:p>
          <a:p>
            <a:endParaRPr lang="en-US" altLang="ja-JP" sz="1400">
              <a:latin typeface="+mj-ea"/>
              <a:ea typeface="+mj-ea"/>
            </a:endParaRPr>
          </a:p>
        </p:txBody>
      </p:sp>
      <p:sp>
        <p:nvSpPr>
          <p:cNvPr id="4" name="テキスト プレースホルダー 2">
            <a:extLst>
              <a:ext uri="{FF2B5EF4-FFF2-40B4-BE49-F238E27FC236}">
                <a16:creationId xmlns:a16="http://schemas.microsoft.com/office/drawing/2014/main" id="{D1C25E3F-56CA-6095-1A88-21A6A5FD86CB}"/>
              </a:ext>
            </a:extLst>
          </p:cNvPr>
          <p:cNvSpPr>
            <a:spLocks noGrp="1"/>
          </p:cNvSpPr>
          <p:nvPr/>
        </p:nvSpPr>
        <p:spPr>
          <a:xfrm>
            <a:off x="6280726" y="1376362"/>
            <a:ext cx="5538073" cy="5146838"/>
          </a:xfrm>
          <a:prstGeom prst="rect">
            <a:avLst/>
          </a:prstGeom>
          <a:ln>
            <a:solidFill>
              <a:schemeClr val="tx1"/>
            </a:solidFill>
          </a:ln>
        </p:spPr>
        <p:txBody>
          <a:bodyPr/>
          <a:lstStyle>
            <a:lvl1pPr marL="0" indent="0" algn="l" defTabSz="914400" rtl="0" eaLnBrk="1" latinLnBrk="0" hangingPunct="1">
              <a:lnSpc>
                <a:spcPct val="90000"/>
              </a:lnSpc>
              <a:spcBef>
                <a:spcPts val="1000"/>
              </a:spcBef>
              <a:buFontTx/>
              <a:buNone/>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1600" b="1">
                <a:solidFill>
                  <a:prstClr val="black"/>
                </a:solidFill>
              </a:rPr>
              <a:t>@SpringBootTest </a:t>
            </a:r>
            <a:r>
              <a:rPr lang="ja-JP" altLang="en-US" sz="1600" b="1">
                <a:solidFill>
                  <a:prstClr val="black"/>
                </a:solidFill>
              </a:rPr>
              <a:t>または </a:t>
            </a:r>
            <a:r>
              <a:rPr lang="en-US" altLang="ja-JP" sz="1600" b="1">
                <a:solidFill>
                  <a:prstClr val="black"/>
                </a:solidFill>
              </a:rPr>
              <a:t>@MybatisTest</a:t>
            </a:r>
          </a:p>
          <a:p>
            <a:pPr lvl="0">
              <a:defRPr/>
            </a:pPr>
            <a:r>
              <a:rPr lang="ja-JP" altLang="en-US" sz="1600">
                <a:solidFill>
                  <a:prstClr val="black"/>
                </a:solidFill>
              </a:rPr>
              <a:t>　　</a:t>
            </a:r>
            <a:r>
              <a:rPr lang="en-US" altLang="ja-JP" sz="1600">
                <a:solidFill>
                  <a:prstClr val="black"/>
                </a:solidFill>
              </a:rPr>
              <a:t>H2</a:t>
            </a:r>
            <a:r>
              <a:rPr lang="ja-JP" altLang="en-US" sz="1600">
                <a:solidFill>
                  <a:prstClr val="black"/>
                </a:solidFill>
              </a:rPr>
              <a:t>データベースを起動するためのアノテーション</a:t>
            </a:r>
            <a:endParaRPr lang="en-US" altLang="ja-JP" sz="1600">
              <a:solidFill>
                <a:prstClr val="black"/>
              </a:solidFill>
            </a:endParaRPr>
          </a:p>
          <a:p>
            <a:pPr lvl="0">
              <a:defRPr/>
            </a:pPr>
            <a:r>
              <a:rPr lang="en-US" altLang="ja-JP" sz="1600" b="1"/>
              <a:t>@Autowired</a:t>
            </a:r>
            <a:endParaRPr lang="en-US" altLang="ja-JP" sz="1600" b="1">
              <a:solidFill>
                <a:prstClr val="black"/>
              </a:solidFill>
            </a:endParaRPr>
          </a:p>
          <a:p>
            <a:pPr lvl="0">
              <a:defRPr/>
            </a:pPr>
            <a:r>
              <a:rPr lang="ja-JP" altLang="en-US" sz="1600">
                <a:solidFill>
                  <a:prstClr val="black"/>
                </a:solidFill>
              </a:rPr>
              <a:t>　　</a:t>
            </a:r>
            <a:r>
              <a:rPr lang="ja-JP" altLang="en-US" sz="1600"/>
              <a:t>テスト対象のクラスの参照を指定するためのアノテーション</a:t>
            </a:r>
            <a:endParaRPr lang="en-US" altLang="ja-JP" sz="1600">
              <a:solidFill>
                <a:prstClr val="black"/>
              </a:solidFill>
            </a:endParaRPr>
          </a:p>
          <a:p>
            <a:pPr lvl="0">
              <a:defRPr/>
            </a:pPr>
            <a:r>
              <a:rPr lang="en-US" altLang="ja-JP" sz="1600" b="1">
                <a:solidFill>
                  <a:prstClr val="black"/>
                </a:solidFill>
              </a:rPr>
              <a:t>@BeforeEach</a:t>
            </a:r>
          </a:p>
          <a:p>
            <a:pPr lvl="0">
              <a:defRPr/>
            </a:pPr>
            <a:r>
              <a:rPr lang="ja-JP" altLang="en-US" sz="1600">
                <a:solidFill>
                  <a:prstClr val="black"/>
                </a:solidFill>
              </a:rPr>
              <a:t>　　テストメソッドの直前に毎回実行する処理を示すアノテーション</a:t>
            </a:r>
            <a:endParaRPr lang="en-US" altLang="ja-JP" sz="1600">
              <a:solidFill>
                <a:prstClr val="black"/>
              </a:solidFill>
            </a:endParaRPr>
          </a:p>
          <a:p>
            <a:pPr lvl="0">
              <a:defRPr/>
            </a:pPr>
            <a:endParaRPr lang="en-US" altLang="ja-JP" sz="600">
              <a:latin typeface="+mj-ea"/>
            </a:endParaRPr>
          </a:p>
          <a:p>
            <a:pPr lvl="0">
              <a:defRPr/>
            </a:pPr>
            <a:r>
              <a:rPr lang="en-US" altLang="ja-JP" sz="1400" b="1">
                <a:solidFill>
                  <a:srgbClr val="C00000"/>
                </a:solidFill>
                <a:latin typeface="+mj-ea"/>
              </a:rPr>
              <a:t>           (*1)</a:t>
            </a:r>
            <a:r>
              <a:rPr lang="en-US" altLang="ja-JP" sz="1600">
                <a:latin typeface="+mj-ea"/>
              </a:rPr>
              <a:t> </a:t>
            </a:r>
            <a:r>
              <a:rPr lang="en-US" altLang="ja-JP" sz="1600">
                <a:solidFill>
                  <a:prstClr val="black"/>
                </a:solidFill>
              </a:rPr>
              <a:t>@Sql</a:t>
            </a:r>
            <a:r>
              <a:rPr lang="ja-JP" altLang="en-US" sz="1600">
                <a:solidFill>
                  <a:prstClr val="black"/>
                </a:solidFill>
              </a:rPr>
              <a:t>アノテーションで</a:t>
            </a:r>
            <a:r>
              <a:rPr lang="en-US" altLang="ja-JP" sz="1600">
                <a:solidFill>
                  <a:prstClr val="black"/>
                </a:solidFill>
              </a:rPr>
              <a:t>SQL</a:t>
            </a:r>
            <a:r>
              <a:rPr lang="ja-JP" altLang="en-US" sz="1600">
                <a:solidFill>
                  <a:prstClr val="black"/>
                </a:solidFill>
              </a:rPr>
              <a:t>を実行する場合もある</a:t>
            </a:r>
            <a:endParaRPr lang="en-US" altLang="ja-JP" sz="1600">
              <a:solidFill>
                <a:prstClr val="black"/>
              </a:solidFill>
            </a:endParaRPr>
          </a:p>
          <a:p>
            <a:pPr lvl="0">
              <a:defRPr/>
            </a:pPr>
            <a:endParaRPr lang="en-US" altLang="ja-JP" sz="800">
              <a:solidFill>
                <a:prstClr val="black"/>
              </a:solidFill>
            </a:endParaRPr>
          </a:p>
          <a:p>
            <a:pPr lvl="0">
              <a:defRPr/>
            </a:pPr>
            <a:r>
              <a:rPr lang="en-US" altLang="ja-JP" sz="1600" b="1">
                <a:solidFill>
                  <a:prstClr val="black"/>
                </a:solidFill>
              </a:rPr>
              <a:t>@Test</a:t>
            </a:r>
          </a:p>
          <a:p>
            <a:pPr lvl="0">
              <a:defRPr/>
            </a:pPr>
            <a:r>
              <a:rPr lang="ja-JP" altLang="en-US" sz="1600">
                <a:solidFill>
                  <a:prstClr val="black"/>
                </a:solidFill>
              </a:rPr>
              <a:t>　　テストメソッドを示すアノテーション</a:t>
            </a:r>
            <a:endParaRPr lang="en-US" altLang="ja-JP" sz="1600">
              <a:solidFill>
                <a:prstClr val="black"/>
              </a:solidFill>
            </a:endParaRPr>
          </a:p>
          <a:p>
            <a:pPr lvl="0">
              <a:defRPr/>
            </a:pPr>
            <a:r>
              <a:rPr lang="en-US" altLang="ja-JP" sz="1600" b="1">
                <a:solidFill>
                  <a:prstClr val="black"/>
                </a:solidFill>
              </a:rPr>
              <a:t>@DisplayName</a:t>
            </a:r>
          </a:p>
          <a:p>
            <a:pPr lvl="0">
              <a:defRPr/>
            </a:pPr>
            <a:r>
              <a:rPr lang="ja-JP" altLang="en-US" sz="1600">
                <a:solidFill>
                  <a:prstClr val="black"/>
                </a:solidFill>
              </a:rPr>
              <a:t>　　テストの表示名を示すアノテーション（結果やレポートで使用）</a:t>
            </a:r>
            <a:endParaRPr lang="en-US" altLang="ja-JP" sz="1600">
              <a:solidFill>
                <a:prstClr val="black"/>
              </a:solidFill>
            </a:endParaRPr>
          </a:p>
          <a:p>
            <a:pPr lvl="0">
              <a:defRPr/>
            </a:pPr>
            <a:r>
              <a:rPr lang="en-US" altLang="ja-JP" sz="1600" b="1" err="1">
                <a:solidFill>
                  <a:prstClr val="black"/>
                </a:solidFill>
              </a:rPr>
              <a:t>assertThat</a:t>
            </a:r>
            <a:endParaRPr lang="en-US" altLang="ja-JP" sz="1600" b="1">
              <a:solidFill>
                <a:prstClr val="black"/>
              </a:solidFill>
            </a:endParaRPr>
          </a:p>
          <a:p>
            <a:pPr lvl="0">
              <a:defRPr/>
            </a:pPr>
            <a:r>
              <a:rPr lang="ja-JP" altLang="en-US" sz="1600">
                <a:solidFill>
                  <a:prstClr val="black"/>
                </a:solidFill>
              </a:rPr>
              <a:t>　　テスト実行の結果を検証する</a:t>
            </a:r>
            <a:r>
              <a:rPr lang="en-US" altLang="ja-JP" sz="1600">
                <a:solidFill>
                  <a:prstClr val="black"/>
                </a:solidFill>
              </a:rPr>
              <a:t>JUnit</a:t>
            </a:r>
            <a:r>
              <a:rPr lang="ja-JP" altLang="en-US" sz="1600">
                <a:solidFill>
                  <a:prstClr val="black"/>
                </a:solidFill>
              </a:rPr>
              <a:t>のメソッド</a:t>
            </a:r>
            <a:br>
              <a:rPr lang="en-US" altLang="ja-JP" sz="1600">
                <a:solidFill>
                  <a:prstClr val="black"/>
                </a:solidFill>
              </a:rPr>
            </a:br>
            <a:r>
              <a:rPr lang="ja-JP" altLang="en-US" sz="1600">
                <a:solidFill>
                  <a:prstClr val="black"/>
                </a:solidFill>
              </a:rPr>
              <a:t>　　左図の場合、「検索結果が</a:t>
            </a:r>
            <a:r>
              <a:rPr lang="en-US" altLang="ja-JP" sz="1600">
                <a:solidFill>
                  <a:prstClr val="black"/>
                </a:solidFill>
              </a:rPr>
              <a:t>3</a:t>
            </a:r>
            <a:r>
              <a:rPr lang="ja-JP" altLang="en-US" sz="1600">
                <a:solidFill>
                  <a:prstClr val="black"/>
                </a:solidFill>
              </a:rPr>
              <a:t>件であれば成功」の意味</a:t>
            </a:r>
            <a:endParaRPr lang="en-US" altLang="ja-JP" sz="1600">
              <a:solidFill>
                <a:prstClr val="black"/>
              </a:solidFill>
            </a:endParaRPr>
          </a:p>
          <a:p>
            <a:pPr lvl="0">
              <a:defRPr/>
            </a:pPr>
            <a:endParaRPr lang="en-US" altLang="ja-JP" sz="1600">
              <a:solidFill>
                <a:prstClr val="black"/>
              </a:solidFill>
            </a:endParaRPr>
          </a:p>
        </p:txBody>
      </p:sp>
      <p:pic>
        <p:nvPicPr>
          <p:cNvPr id="5" name="図 4">
            <a:extLst>
              <a:ext uri="{FF2B5EF4-FFF2-40B4-BE49-F238E27FC236}">
                <a16:creationId xmlns:a16="http://schemas.microsoft.com/office/drawing/2014/main" id="{27CCA292-2759-66F6-7356-859DE6034E75}"/>
              </a:ext>
            </a:extLst>
          </p:cNvPr>
          <p:cNvPicPr>
            <a:picLocks noChangeAspect="1"/>
          </p:cNvPicPr>
          <p:nvPr/>
        </p:nvPicPr>
        <p:blipFill>
          <a:blip r:embed="rId3"/>
          <a:stretch>
            <a:fillRect/>
          </a:stretch>
        </p:blipFill>
        <p:spPr>
          <a:xfrm>
            <a:off x="9776507" y="174699"/>
            <a:ext cx="2042293" cy="776646"/>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7" name="正方形/長方形 6">
            <a:extLst>
              <a:ext uri="{FF2B5EF4-FFF2-40B4-BE49-F238E27FC236}">
                <a16:creationId xmlns:a16="http://schemas.microsoft.com/office/drawing/2014/main" id="{C5AAD1F8-4A49-A30B-00E0-89384EE3445B}"/>
              </a:ext>
            </a:extLst>
          </p:cNvPr>
          <p:cNvSpPr/>
          <p:nvPr/>
        </p:nvSpPr>
        <p:spPr>
          <a:xfrm>
            <a:off x="11114429" y="206775"/>
            <a:ext cx="357136" cy="744570"/>
          </a:xfrm>
          <a:prstGeom prst="rect">
            <a:avLst/>
          </a:prstGeom>
          <a:solidFill>
            <a:srgbClr val="C00000">
              <a:alpha val="10196"/>
            </a:srgbClr>
          </a:solid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Tree>
    <p:extLst>
      <p:ext uri="{BB962C8B-B14F-4D97-AF65-F5344CB8AC3E}">
        <p14:creationId xmlns:p14="http://schemas.microsoft.com/office/powerpoint/2010/main" val="3277885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ECE82-3176-07B5-E12A-28F6290A87A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8EFF755-1CC2-F83B-10AC-8323117F5435}"/>
              </a:ext>
            </a:extLst>
          </p:cNvPr>
          <p:cNvSpPr>
            <a:spLocks noGrp="1"/>
          </p:cNvSpPr>
          <p:nvPr>
            <p:ph type="title"/>
          </p:nvPr>
        </p:nvSpPr>
        <p:spPr/>
        <p:txBody>
          <a:bodyPr/>
          <a:lstStyle/>
          <a:p>
            <a:r>
              <a:rPr lang="ja-JP" altLang="en-US">
                <a:solidFill>
                  <a:schemeClr val="accent2"/>
                </a:solidFill>
              </a:rPr>
              <a:t>バイブコーディング単体テスト➌ </a:t>
            </a:r>
            <a:r>
              <a:rPr lang="en-US" altLang="ja-JP">
                <a:solidFill>
                  <a:schemeClr val="accent2"/>
                </a:solidFill>
              </a:rPr>
              <a:t>Service</a:t>
            </a:r>
            <a:r>
              <a:rPr lang="ja-JP" altLang="en-US">
                <a:solidFill>
                  <a:schemeClr val="accent2"/>
                </a:solidFill>
              </a:rPr>
              <a:t>のテストを作る</a:t>
            </a:r>
            <a:endParaRPr kumimoji="1" lang="ja-JP" altLang="en-US">
              <a:solidFill>
                <a:schemeClr val="accent2"/>
              </a:solidFill>
            </a:endParaRPr>
          </a:p>
        </p:txBody>
      </p:sp>
      <p:sp>
        <p:nvSpPr>
          <p:cNvPr id="5" name="正方形/長方形 4">
            <a:extLst>
              <a:ext uri="{FF2B5EF4-FFF2-40B4-BE49-F238E27FC236}">
                <a16:creationId xmlns:a16="http://schemas.microsoft.com/office/drawing/2014/main" id="{3C822DEF-0CC9-9833-0EAE-F69D40B900C8}"/>
              </a:ext>
            </a:extLst>
          </p:cNvPr>
          <p:cNvSpPr/>
          <p:nvPr/>
        </p:nvSpPr>
        <p:spPr>
          <a:xfrm>
            <a:off x="370801" y="1376218"/>
            <a:ext cx="8354100" cy="1173018"/>
          </a:xfrm>
          <a:prstGeom prst="rect">
            <a:avLst/>
          </a:prstGeom>
          <a:solidFill>
            <a:srgbClr val="FFFDD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400">
                <a:solidFill>
                  <a:schemeClr val="tx1"/>
                </a:solidFill>
                <a:latin typeface="+mj-ea"/>
                <a:ea typeface="+mj-ea"/>
              </a:rPr>
              <a:t>作成したテスト項目表をもとにして、</a:t>
            </a:r>
            <a:r>
              <a:rPr lang="en-US" altLang="ja-JP" sz="1400">
                <a:solidFill>
                  <a:schemeClr val="tx1"/>
                </a:solidFill>
                <a:latin typeface="+mj-ea"/>
                <a:ea typeface="+mj-ea"/>
              </a:rPr>
              <a:t>Service </a:t>
            </a:r>
            <a:r>
              <a:rPr lang="ja-JP" altLang="en-US" sz="1400">
                <a:solidFill>
                  <a:schemeClr val="tx1"/>
                </a:solidFill>
                <a:latin typeface="+mj-ea"/>
                <a:ea typeface="+mj-ea"/>
              </a:rPr>
              <a:t>の動作を検証するテストクラスを作成してください。</a:t>
            </a:r>
          </a:p>
          <a:p>
            <a:r>
              <a:rPr lang="ja-JP" altLang="en-US" sz="1400">
                <a:solidFill>
                  <a:schemeClr val="tx1"/>
                </a:solidFill>
                <a:latin typeface="+mj-ea"/>
                <a:ea typeface="+mj-ea"/>
              </a:rPr>
              <a:t>データベースには接続せず、</a:t>
            </a:r>
            <a:r>
              <a:rPr lang="en-US" altLang="ja-JP" sz="1400">
                <a:solidFill>
                  <a:schemeClr val="tx1"/>
                </a:solidFill>
                <a:latin typeface="+mj-ea"/>
                <a:ea typeface="+mj-ea"/>
              </a:rPr>
              <a:t>Repository </a:t>
            </a:r>
            <a:r>
              <a:rPr lang="ja-JP" altLang="en-US" sz="1400">
                <a:solidFill>
                  <a:schemeClr val="tx1"/>
                </a:solidFill>
                <a:latin typeface="+mj-ea"/>
                <a:ea typeface="+mj-ea"/>
              </a:rPr>
              <a:t>の動作はモックに置き換えてテストクラスを作成して実行してください。</a:t>
            </a:r>
          </a:p>
          <a:p>
            <a:r>
              <a:rPr lang="ja-JP" altLang="en-US" sz="1400">
                <a:solidFill>
                  <a:schemeClr val="tx1"/>
                </a:solidFill>
                <a:latin typeface="+mj-ea"/>
              </a:rPr>
              <a:t>テストが終了したら結果を</a:t>
            </a:r>
            <a:r>
              <a:rPr lang="en-US" altLang="ja-JP" sz="1400" err="1">
                <a:solidFill>
                  <a:schemeClr val="tx1"/>
                </a:solidFill>
                <a:latin typeface="+mj-ea"/>
              </a:rPr>
              <a:t>test_docs</a:t>
            </a:r>
            <a:r>
              <a:rPr lang="ja-JP" altLang="en-US" sz="1400">
                <a:solidFill>
                  <a:schemeClr val="tx1"/>
                </a:solidFill>
                <a:latin typeface="+mj-ea"/>
              </a:rPr>
              <a:t>フォルダに作成してください。</a:t>
            </a:r>
          </a:p>
          <a:p>
            <a:r>
              <a:rPr lang="ja-JP" altLang="en-US" sz="1400">
                <a:solidFill>
                  <a:schemeClr val="tx1"/>
                </a:solidFill>
                <a:latin typeface="+mj-ea"/>
                <a:ea typeface="+mj-ea"/>
              </a:rPr>
              <a:t>技術要件は </a:t>
            </a:r>
            <a:r>
              <a:rPr lang="en-US" altLang="ja-JP" sz="1400">
                <a:solidFill>
                  <a:schemeClr val="tx1"/>
                </a:solidFill>
                <a:latin typeface="+mj-ea"/>
                <a:ea typeface="+mj-ea"/>
              </a:rPr>
              <a:t>docs/software_architecture.md </a:t>
            </a:r>
            <a:r>
              <a:rPr lang="ja-JP" altLang="en-US" sz="1400">
                <a:solidFill>
                  <a:schemeClr val="tx1"/>
                </a:solidFill>
                <a:latin typeface="+mj-ea"/>
                <a:ea typeface="+mj-ea"/>
              </a:rPr>
              <a:t>に従ってください。</a:t>
            </a:r>
          </a:p>
        </p:txBody>
      </p:sp>
      <p:sp>
        <p:nvSpPr>
          <p:cNvPr id="3" name="コンテンツ プレースホルダー 2">
            <a:extLst>
              <a:ext uri="{FF2B5EF4-FFF2-40B4-BE49-F238E27FC236}">
                <a16:creationId xmlns:a16="http://schemas.microsoft.com/office/drawing/2014/main" id="{075681F1-017E-C84C-AD8F-7038E1A0D2E2}"/>
              </a:ext>
            </a:extLst>
          </p:cNvPr>
          <p:cNvSpPr>
            <a:spLocks noGrp="1"/>
          </p:cNvSpPr>
          <p:nvPr>
            <p:ph sz="quarter" idx="10"/>
          </p:nvPr>
        </p:nvSpPr>
        <p:spPr>
          <a:xfrm>
            <a:off x="371474" y="1052513"/>
            <a:ext cx="5724526" cy="323705"/>
          </a:xfrm>
        </p:spPr>
        <p:txBody>
          <a:bodyPr/>
          <a:lstStyle/>
          <a:p>
            <a:r>
              <a:rPr kumimoji="1" lang="ja-JP" altLang="en-US"/>
              <a:t>以下のプロンプトを入力する。</a:t>
            </a:r>
          </a:p>
        </p:txBody>
      </p:sp>
      <p:pic>
        <p:nvPicPr>
          <p:cNvPr id="8" name="図 7">
            <a:extLst>
              <a:ext uri="{FF2B5EF4-FFF2-40B4-BE49-F238E27FC236}">
                <a16:creationId xmlns:a16="http://schemas.microsoft.com/office/drawing/2014/main" id="{7880649B-57D8-7C38-978C-9E151D895C0A}"/>
              </a:ext>
            </a:extLst>
          </p:cNvPr>
          <p:cNvPicPr>
            <a:picLocks noChangeAspect="1"/>
          </p:cNvPicPr>
          <p:nvPr/>
        </p:nvPicPr>
        <p:blipFill>
          <a:blip r:embed="rId2"/>
          <a:stretch>
            <a:fillRect/>
          </a:stretch>
        </p:blipFill>
        <p:spPr>
          <a:xfrm>
            <a:off x="9776507" y="174699"/>
            <a:ext cx="2042293" cy="776646"/>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33" name="正方形/長方形 32">
            <a:extLst>
              <a:ext uri="{FF2B5EF4-FFF2-40B4-BE49-F238E27FC236}">
                <a16:creationId xmlns:a16="http://schemas.microsoft.com/office/drawing/2014/main" id="{1110CE52-29D8-7281-0621-76BA8DA8624A}"/>
              </a:ext>
            </a:extLst>
          </p:cNvPr>
          <p:cNvSpPr/>
          <p:nvPr/>
        </p:nvSpPr>
        <p:spPr>
          <a:xfrm>
            <a:off x="10769945" y="206775"/>
            <a:ext cx="357136" cy="744570"/>
          </a:xfrm>
          <a:prstGeom prst="rect">
            <a:avLst/>
          </a:prstGeom>
          <a:solidFill>
            <a:srgbClr val="C00000">
              <a:alpha val="10196"/>
            </a:srgbClr>
          </a:solid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pic>
        <p:nvPicPr>
          <p:cNvPr id="37" name="図 36">
            <a:extLst>
              <a:ext uri="{FF2B5EF4-FFF2-40B4-BE49-F238E27FC236}">
                <a16:creationId xmlns:a16="http://schemas.microsoft.com/office/drawing/2014/main" id="{74D179DB-AAEA-5AFA-5273-F29A7610C564}"/>
              </a:ext>
            </a:extLst>
          </p:cNvPr>
          <p:cNvPicPr>
            <a:picLocks noChangeAspect="1"/>
          </p:cNvPicPr>
          <p:nvPr/>
        </p:nvPicPr>
        <p:blipFill>
          <a:blip r:embed="rId3"/>
          <a:stretch>
            <a:fillRect/>
          </a:stretch>
        </p:blipFill>
        <p:spPr>
          <a:xfrm>
            <a:off x="9048750" y="1376218"/>
            <a:ext cx="2495898" cy="5363323"/>
          </a:xfrm>
          <a:prstGeom prst="rect">
            <a:avLst/>
          </a:prstGeom>
        </p:spPr>
      </p:pic>
      <p:sp>
        <p:nvSpPr>
          <p:cNvPr id="38" name="正方形/長方形 37">
            <a:extLst>
              <a:ext uri="{FF2B5EF4-FFF2-40B4-BE49-F238E27FC236}">
                <a16:creationId xmlns:a16="http://schemas.microsoft.com/office/drawing/2014/main" id="{9BD13474-6750-59F7-1351-5F72557B8A51}"/>
              </a:ext>
            </a:extLst>
          </p:cNvPr>
          <p:cNvSpPr/>
          <p:nvPr/>
        </p:nvSpPr>
        <p:spPr>
          <a:xfrm>
            <a:off x="8981164" y="5476368"/>
            <a:ext cx="2662959" cy="203200"/>
          </a:xfrm>
          <a:prstGeom prst="rect">
            <a:avLst/>
          </a:prstGeom>
          <a:no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39" name="コンテンツ プレースホルダー 2">
            <a:extLst>
              <a:ext uri="{FF2B5EF4-FFF2-40B4-BE49-F238E27FC236}">
                <a16:creationId xmlns:a16="http://schemas.microsoft.com/office/drawing/2014/main" id="{05DD07AA-11E6-8305-E4D8-2D397F0E3DB4}"/>
              </a:ext>
            </a:extLst>
          </p:cNvPr>
          <p:cNvSpPr txBox="1">
            <a:spLocks/>
          </p:cNvSpPr>
          <p:nvPr/>
        </p:nvSpPr>
        <p:spPr>
          <a:xfrm>
            <a:off x="9048749" y="1132961"/>
            <a:ext cx="2662959" cy="238815"/>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1400"/>
              <a:t>▼プロンプト投入後のフォルダ</a:t>
            </a:r>
            <a:r>
              <a:rPr lang="en-US" altLang="ja-JP" sz="1400"/>
              <a:t>(</a:t>
            </a:r>
            <a:r>
              <a:rPr lang="ja-JP" altLang="en-US" sz="1400"/>
              <a:t>例</a:t>
            </a:r>
            <a:r>
              <a:rPr lang="en-US" altLang="ja-JP" sz="1400"/>
              <a:t>)</a:t>
            </a:r>
          </a:p>
        </p:txBody>
      </p:sp>
      <p:sp>
        <p:nvSpPr>
          <p:cNvPr id="40" name="正方形/長方形 39">
            <a:extLst>
              <a:ext uri="{FF2B5EF4-FFF2-40B4-BE49-F238E27FC236}">
                <a16:creationId xmlns:a16="http://schemas.microsoft.com/office/drawing/2014/main" id="{77D2F112-B28F-7000-A7EF-838C21A4CD79}"/>
              </a:ext>
            </a:extLst>
          </p:cNvPr>
          <p:cNvSpPr/>
          <p:nvPr/>
        </p:nvSpPr>
        <p:spPr>
          <a:xfrm>
            <a:off x="8981164" y="4213195"/>
            <a:ext cx="2662959" cy="203200"/>
          </a:xfrm>
          <a:prstGeom prst="rect">
            <a:avLst/>
          </a:prstGeom>
          <a:no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Tree>
    <p:extLst>
      <p:ext uri="{BB962C8B-B14F-4D97-AF65-F5344CB8AC3E}">
        <p14:creationId xmlns:p14="http://schemas.microsoft.com/office/powerpoint/2010/main" val="3788120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ADB7E-FA8D-F64D-7141-3F35EF44EF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4EB0731-4494-5AC0-DB50-FA68616D4B4B}"/>
              </a:ext>
            </a:extLst>
          </p:cNvPr>
          <p:cNvSpPr>
            <a:spLocks noGrp="1"/>
          </p:cNvSpPr>
          <p:nvPr>
            <p:ph type="title"/>
          </p:nvPr>
        </p:nvSpPr>
        <p:spPr/>
        <p:txBody>
          <a:bodyPr/>
          <a:lstStyle/>
          <a:p>
            <a:r>
              <a:rPr lang="en-US" altLang="ja-JP">
                <a:solidFill>
                  <a:schemeClr val="accent2"/>
                </a:solidFill>
              </a:rPr>
              <a:t>[</a:t>
            </a:r>
            <a:r>
              <a:rPr lang="ja-JP" altLang="en-US">
                <a:solidFill>
                  <a:schemeClr val="accent2"/>
                </a:solidFill>
              </a:rPr>
              <a:t>解説</a:t>
            </a:r>
            <a:r>
              <a:rPr lang="en-US" altLang="ja-JP">
                <a:solidFill>
                  <a:schemeClr val="accent2"/>
                </a:solidFill>
              </a:rPr>
              <a:t>]</a:t>
            </a:r>
            <a:r>
              <a:rPr lang="ja-JP" altLang="en-US">
                <a:solidFill>
                  <a:schemeClr val="accent2"/>
                </a:solidFill>
              </a:rPr>
              <a:t> </a:t>
            </a:r>
            <a:r>
              <a:rPr lang="en-US" altLang="ja-JP">
                <a:solidFill>
                  <a:schemeClr val="accent2"/>
                </a:solidFill>
              </a:rPr>
              <a:t>Service</a:t>
            </a:r>
            <a:r>
              <a:rPr lang="ja-JP" altLang="en-US">
                <a:solidFill>
                  <a:schemeClr val="accent2"/>
                </a:solidFill>
              </a:rPr>
              <a:t>のテストクラス（抜粋）</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18DBDA73-D29B-9751-892B-94D1A4AFB027}"/>
              </a:ext>
            </a:extLst>
          </p:cNvPr>
          <p:cNvSpPr>
            <a:spLocks noGrp="1"/>
          </p:cNvSpPr>
          <p:nvPr>
            <p:ph sz="quarter" idx="10"/>
          </p:nvPr>
        </p:nvSpPr>
        <p:spPr>
          <a:xfrm>
            <a:off x="370801" y="1052513"/>
            <a:ext cx="5725200" cy="5470687"/>
          </a:xfrm>
          <a:solidFill>
            <a:schemeClr val="bg1">
              <a:lumMod val="95000"/>
            </a:schemeClr>
          </a:solidFill>
        </p:spPr>
        <p:txBody>
          <a:bodyPr/>
          <a:lstStyle/>
          <a:p>
            <a:r>
              <a:rPr lang="en-US" altLang="ja-JP" sz="1400" b="1">
                <a:latin typeface="+mj-ea"/>
                <a:ea typeface="+mj-ea"/>
              </a:rPr>
              <a:t>@ExtendWith(MockitoExtension.class)</a:t>
            </a:r>
          </a:p>
          <a:p>
            <a:r>
              <a:rPr lang="en-US" altLang="ja-JP" sz="1400">
                <a:latin typeface="+mj-ea"/>
                <a:ea typeface="+mj-ea"/>
              </a:rPr>
              <a:t>class </a:t>
            </a:r>
            <a:r>
              <a:rPr lang="en-US" altLang="ja-JP" sz="1400" err="1">
                <a:latin typeface="+mj-ea"/>
                <a:ea typeface="+mj-ea"/>
              </a:rPr>
              <a:t>ProductServiceTest</a:t>
            </a:r>
            <a:r>
              <a:rPr lang="en-US" altLang="ja-JP" sz="1400">
                <a:latin typeface="+mj-ea"/>
                <a:ea typeface="+mj-ea"/>
              </a:rPr>
              <a:t> {</a:t>
            </a:r>
          </a:p>
          <a:p>
            <a:r>
              <a:rPr lang="en-US" altLang="ja-JP" sz="1400">
                <a:latin typeface="+mj-ea"/>
                <a:ea typeface="+mj-ea"/>
              </a:rPr>
              <a:t>    </a:t>
            </a:r>
            <a:r>
              <a:rPr lang="en-US" altLang="ja-JP" sz="1400" b="1">
                <a:latin typeface="+mj-ea"/>
                <a:ea typeface="+mj-ea"/>
              </a:rPr>
              <a:t>@Mock</a:t>
            </a:r>
          </a:p>
          <a:p>
            <a:r>
              <a:rPr lang="en-US" altLang="ja-JP" sz="1400">
                <a:latin typeface="+mj-ea"/>
                <a:ea typeface="+mj-ea"/>
              </a:rPr>
              <a:t>    private </a:t>
            </a:r>
            <a:r>
              <a:rPr lang="en-US" altLang="ja-JP" sz="1400" err="1">
                <a:latin typeface="+mj-ea"/>
                <a:ea typeface="+mj-ea"/>
              </a:rPr>
              <a:t>ProductRepository</a:t>
            </a:r>
            <a:r>
              <a:rPr lang="en-US" altLang="ja-JP" sz="1400">
                <a:latin typeface="+mj-ea"/>
                <a:ea typeface="+mj-ea"/>
              </a:rPr>
              <a:t> </a:t>
            </a:r>
            <a:r>
              <a:rPr lang="en-US" altLang="ja-JP" sz="1400" err="1">
                <a:latin typeface="+mj-ea"/>
                <a:ea typeface="+mj-ea"/>
              </a:rPr>
              <a:t>productRepository</a:t>
            </a:r>
            <a:r>
              <a:rPr lang="en-US" altLang="ja-JP" sz="1400">
                <a:latin typeface="+mj-ea"/>
                <a:ea typeface="+mj-ea"/>
              </a:rPr>
              <a:t>;</a:t>
            </a:r>
          </a:p>
          <a:p>
            <a:r>
              <a:rPr lang="en-US" altLang="ja-JP" sz="1400">
                <a:latin typeface="+mj-ea"/>
                <a:ea typeface="+mj-ea"/>
              </a:rPr>
              <a:t>    </a:t>
            </a:r>
            <a:r>
              <a:rPr lang="en-US" altLang="ja-JP" sz="1400" b="1">
                <a:latin typeface="+mj-ea"/>
                <a:ea typeface="+mj-ea"/>
              </a:rPr>
              <a:t>@InjectMocks</a:t>
            </a:r>
          </a:p>
          <a:p>
            <a:r>
              <a:rPr lang="en-US" altLang="ja-JP" sz="1400">
                <a:latin typeface="+mj-ea"/>
                <a:ea typeface="+mj-ea"/>
              </a:rPr>
              <a:t>    private </a:t>
            </a:r>
            <a:r>
              <a:rPr lang="en-US" altLang="ja-JP" sz="1400" err="1">
                <a:latin typeface="+mj-ea"/>
                <a:ea typeface="+mj-ea"/>
              </a:rPr>
              <a:t>ProductService</a:t>
            </a:r>
            <a:r>
              <a:rPr lang="en-US" altLang="ja-JP" sz="1400">
                <a:latin typeface="+mj-ea"/>
                <a:ea typeface="+mj-ea"/>
              </a:rPr>
              <a:t> </a:t>
            </a:r>
            <a:r>
              <a:rPr lang="en-US" altLang="ja-JP" sz="1400" err="1">
                <a:latin typeface="+mj-ea"/>
                <a:ea typeface="+mj-ea"/>
              </a:rPr>
              <a:t>productService</a:t>
            </a:r>
            <a:r>
              <a:rPr lang="en-US" altLang="ja-JP" sz="1400">
                <a:latin typeface="+mj-ea"/>
                <a:ea typeface="+mj-ea"/>
              </a:rPr>
              <a:t>;</a:t>
            </a:r>
          </a:p>
          <a:p>
            <a:endParaRPr lang="en-US" altLang="ja-JP" sz="1400">
              <a:latin typeface="+mj-ea"/>
              <a:ea typeface="+mj-ea"/>
            </a:endParaRPr>
          </a:p>
          <a:p>
            <a:r>
              <a:rPr lang="en-US" altLang="ja-JP" sz="1400">
                <a:latin typeface="+mj-ea"/>
                <a:ea typeface="+mj-ea"/>
              </a:rPr>
              <a:t>    @Test</a:t>
            </a:r>
          </a:p>
          <a:p>
            <a:r>
              <a:rPr lang="en-US" altLang="ja-JP" sz="1400">
                <a:latin typeface="+mj-ea"/>
                <a:ea typeface="+mj-ea"/>
              </a:rPr>
              <a:t>    @DisplayName("XXX</a:t>
            </a:r>
            <a:r>
              <a:rPr lang="ja-JP" altLang="en-US" sz="1400">
                <a:latin typeface="+mj-ea"/>
                <a:ea typeface="+mj-ea"/>
              </a:rPr>
              <a:t>するテスト</a:t>
            </a:r>
            <a:r>
              <a:rPr lang="en-US" altLang="ja-JP" sz="1400">
                <a:latin typeface="+mj-ea"/>
                <a:ea typeface="+mj-ea"/>
              </a:rPr>
              <a:t>")</a:t>
            </a:r>
          </a:p>
          <a:p>
            <a:r>
              <a:rPr lang="en-US" altLang="ja-JP" sz="1400">
                <a:latin typeface="+mj-ea"/>
                <a:ea typeface="+mj-ea"/>
              </a:rPr>
              <a:t>    void </a:t>
            </a:r>
            <a:r>
              <a:rPr lang="en-US" altLang="ja-JP" sz="1400" err="1">
                <a:latin typeface="+mj-ea"/>
                <a:ea typeface="+mj-ea"/>
              </a:rPr>
              <a:t>xxxTest</a:t>
            </a:r>
            <a:r>
              <a:rPr lang="en-US" altLang="ja-JP" sz="1400">
                <a:latin typeface="+mj-ea"/>
                <a:ea typeface="+mj-ea"/>
              </a:rPr>
              <a:t>() {</a:t>
            </a:r>
          </a:p>
          <a:p>
            <a:r>
              <a:rPr lang="en-US" altLang="ja-JP" sz="1400">
                <a:latin typeface="+mj-ea"/>
                <a:ea typeface="+mj-ea"/>
              </a:rPr>
              <a:t>        Product p1 = </a:t>
            </a:r>
            <a:r>
              <a:rPr lang="en-US" altLang="ja-JP" sz="1400" err="1">
                <a:latin typeface="+mj-ea"/>
                <a:ea typeface="+mj-ea"/>
              </a:rPr>
              <a:t>createProduct</a:t>
            </a:r>
            <a:r>
              <a:rPr lang="en-US" altLang="ja-JP" sz="1400">
                <a:latin typeface="+mj-ea"/>
                <a:ea typeface="+mj-ea"/>
              </a:rPr>
              <a:t>(1, “</a:t>
            </a:r>
            <a:r>
              <a:rPr lang="ja-JP" altLang="en-US" sz="1400">
                <a:latin typeface="+mj-ea"/>
                <a:ea typeface="+mj-ea"/>
              </a:rPr>
              <a:t>商品</a:t>
            </a:r>
            <a:r>
              <a:rPr lang="en-US" altLang="ja-JP" sz="1400">
                <a:latin typeface="+mj-ea"/>
                <a:ea typeface="+mj-ea"/>
              </a:rPr>
              <a:t>A</a:t>
            </a:r>
            <a:r>
              <a:rPr lang="ja-JP" altLang="en-US" sz="1400">
                <a:latin typeface="+mj-ea"/>
                <a:ea typeface="+mj-ea"/>
              </a:rPr>
              <a:t>・・・</a:t>
            </a:r>
            <a:r>
              <a:rPr lang="en-US" altLang="ja-JP" sz="1400">
                <a:latin typeface="+mj-ea"/>
                <a:ea typeface="+mj-ea"/>
              </a:rPr>
              <a:t>");</a:t>
            </a:r>
          </a:p>
          <a:p>
            <a:r>
              <a:rPr lang="en-US" altLang="ja-JP" sz="1400">
                <a:latin typeface="+mj-ea"/>
                <a:ea typeface="+mj-ea"/>
              </a:rPr>
              <a:t>        Product p2 = </a:t>
            </a:r>
            <a:r>
              <a:rPr lang="en-US" altLang="ja-JP" sz="1400" err="1">
                <a:latin typeface="+mj-ea"/>
                <a:ea typeface="+mj-ea"/>
              </a:rPr>
              <a:t>createProduct</a:t>
            </a:r>
            <a:r>
              <a:rPr lang="en-US" altLang="ja-JP" sz="1400">
                <a:latin typeface="+mj-ea"/>
                <a:ea typeface="+mj-ea"/>
              </a:rPr>
              <a:t>(2, “</a:t>
            </a:r>
            <a:r>
              <a:rPr lang="ja-JP" altLang="en-US" sz="1400">
                <a:latin typeface="+mj-ea"/>
                <a:ea typeface="+mj-ea"/>
              </a:rPr>
              <a:t>商品</a:t>
            </a:r>
            <a:r>
              <a:rPr lang="en-US" altLang="ja-JP" sz="1400">
                <a:latin typeface="+mj-ea"/>
                <a:ea typeface="+mj-ea"/>
              </a:rPr>
              <a:t>B</a:t>
            </a:r>
            <a:r>
              <a:rPr lang="ja-JP" altLang="en-US" sz="1400">
                <a:latin typeface="+mj-ea"/>
                <a:ea typeface="+mj-ea"/>
              </a:rPr>
              <a:t>・・・</a:t>
            </a:r>
            <a:r>
              <a:rPr lang="en-US" altLang="ja-JP" sz="1400">
                <a:latin typeface="+mj-ea"/>
                <a:ea typeface="+mj-ea"/>
              </a:rPr>
              <a:t>");</a:t>
            </a:r>
          </a:p>
          <a:p>
            <a:r>
              <a:rPr lang="en-US" altLang="ja-JP" sz="1400">
                <a:latin typeface="+mj-ea"/>
                <a:ea typeface="+mj-ea"/>
              </a:rPr>
              <a:t>        Product p3 = </a:t>
            </a:r>
            <a:r>
              <a:rPr lang="en-US" altLang="ja-JP" sz="1400" err="1">
                <a:latin typeface="+mj-ea"/>
                <a:ea typeface="+mj-ea"/>
              </a:rPr>
              <a:t>createProduct</a:t>
            </a:r>
            <a:r>
              <a:rPr lang="en-US" altLang="ja-JP" sz="1400">
                <a:latin typeface="+mj-ea"/>
                <a:ea typeface="+mj-ea"/>
              </a:rPr>
              <a:t>(3, “</a:t>
            </a:r>
            <a:r>
              <a:rPr lang="ja-JP" altLang="en-US" sz="1400">
                <a:latin typeface="+mj-ea"/>
                <a:ea typeface="+mj-ea"/>
              </a:rPr>
              <a:t>商品</a:t>
            </a:r>
            <a:r>
              <a:rPr lang="en-US" altLang="ja-JP" sz="1400">
                <a:latin typeface="+mj-ea"/>
                <a:ea typeface="+mj-ea"/>
              </a:rPr>
              <a:t>C</a:t>
            </a:r>
            <a:r>
              <a:rPr lang="ja-JP" altLang="en-US" sz="1400">
                <a:latin typeface="+mj-ea"/>
                <a:ea typeface="+mj-ea"/>
              </a:rPr>
              <a:t>・・・</a:t>
            </a:r>
            <a:r>
              <a:rPr lang="en-US" altLang="ja-JP" sz="1400">
                <a:latin typeface="+mj-ea"/>
                <a:ea typeface="+mj-ea"/>
              </a:rPr>
              <a:t>");</a:t>
            </a:r>
          </a:p>
          <a:p>
            <a:r>
              <a:rPr lang="en-US" altLang="ja-JP" sz="1400">
                <a:latin typeface="+mj-ea"/>
                <a:ea typeface="+mj-ea"/>
              </a:rPr>
              <a:t>        </a:t>
            </a:r>
            <a:r>
              <a:rPr lang="en-US" altLang="ja-JP" sz="1400" b="1">
                <a:latin typeface="+mj-ea"/>
                <a:ea typeface="+mj-ea"/>
              </a:rPr>
              <a:t>when</a:t>
            </a:r>
            <a:r>
              <a:rPr lang="en-US" altLang="ja-JP" sz="1400">
                <a:latin typeface="+mj-ea"/>
                <a:ea typeface="+mj-ea"/>
              </a:rPr>
              <a:t>(</a:t>
            </a:r>
            <a:r>
              <a:rPr lang="en-US" altLang="ja-JP" sz="1400" err="1">
                <a:latin typeface="+mj-ea"/>
                <a:ea typeface="+mj-ea"/>
              </a:rPr>
              <a:t>productRepository.findOnSaleProducts</a:t>
            </a:r>
            <a:r>
              <a:rPr lang="en-US" altLang="ja-JP" sz="1400">
                <a:latin typeface="+mj-ea"/>
                <a:ea typeface="+mj-ea"/>
              </a:rPr>
              <a:t>())</a:t>
            </a:r>
          </a:p>
          <a:p>
            <a:r>
              <a:rPr lang="ja-JP" altLang="en-US" sz="1400">
                <a:latin typeface="+mj-ea"/>
                <a:ea typeface="+mj-ea"/>
              </a:rPr>
              <a:t>　　　　　　　　　</a:t>
            </a:r>
            <a:r>
              <a:rPr lang="en-US" altLang="ja-JP" sz="1400">
                <a:latin typeface="+mj-ea"/>
                <a:ea typeface="+mj-ea"/>
              </a:rPr>
              <a:t>.</a:t>
            </a:r>
            <a:r>
              <a:rPr lang="en-US" altLang="ja-JP" sz="1400" b="1" err="1">
                <a:latin typeface="+mj-ea"/>
                <a:ea typeface="+mj-ea"/>
              </a:rPr>
              <a:t>thenReturn</a:t>
            </a:r>
            <a:r>
              <a:rPr lang="en-US" altLang="ja-JP" sz="1400">
                <a:latin typeface="+mj-ea"/>
                <a:ea typeface="+mj-ea"/>
              </a:rPr>
              <a:t>(</a:t>
            </a:r>
            <a:r>
              <a:rPr lang="en-US" altLang="ja-JP" sz="1400" err="1">
                <a:latin typeface="+mj-ea"/>
                <a:ea typeface="+mj-ea"/>
              </a:rPr>
              <a:t>List.of</a:t>
            </a:r>
            <a:r>
              <a:rPr lang="en-US" altLang="ja-JP" sz="1400">
                <a:latin typeface="+mj-ea"/>
                <a:ea typeface="+mj-ea"/>
              </a:rPr>
              <a:t>(p1, p2, p3));</a:t>
            </a:r>
          </a:p>
          <a:p>
            <a:endParaRPr lang="en-US" altLang="ja-JP" sz="1400">
              <a:latin typeface="+mj-ea"/>
              <a:ea typeface="+mj-ea"/>
            </a:endParaRPr>
          </a:p>
          <a:p>
            <a:r>
              <a:rPr lang="en-US" altLang="ja-JP" sz="1400">
                <a:latin typeface="+mj-ea"/>
                <a:ea typeface="+mj-ea"/>
              </a:rPr>
              <a:t>        List&lt;</a:t>
            </a:r>
            <a:r>
              <a:rPr lang="en-US" altLang="ja-JP" sz="1400" err="1">
                <a:latin typeface="+mj-ea"/>
                <a:ea typeface="+mj-ea"/>
              </a:rPr>
              <a:t>ProductModel</a:t>
            </a:r>
            <a:r>
              <a:rPr lang="en-US" altLang="ja-JP" sz="1400">
                <a:latin typeface="+mj-ea"/>
                <a:ea typeface="+mj-ea"/>
              </a:rPr>
              <a:t>&gt; result = </a:t>
            </a:r>
            <a:r>
              <a:rPr lang="en-US" altLang="ja-JP" sz="1400" err="1">
                <a:latin typeface="+mj-ea"/>
                <a:ea typeface="+mj-ea"/>
              </a:rPr>
              <a:t>productService.getXXX</a:t>
            </a:r>
            <a:r>
              <a:rPr lang="en-US" altLang="ja-JP" sz="1400">
                <a:latin typeface="+mj-ea"/>
                <a:ea typeface="+mj-ea"/>
              </a:rPr>
              <a:t>();</a:t>
            </a:r>
          </a:p>
          <a:p>
            <a:endParaRPr lang="en-US" altLang="ja-JP" sz="1400">
              <a:latin typeface="+mj-ea"/>
              <a:ea typeface="+mj-ea"/>
            </a:endParaRPr>
          </a:p>
          <a:p>
            <a:r>
              <a:rPr lang="en-US" altLang="ja-JP" sz="1400">
                <a:latin typeface="+mj-ea"/>
                <a:ea typeface="+mj-ea"/>
              </a:rPr>
              <a:t>        </a:t>
            </a:r>
            <a:r>
              <a:rPr lang="en-US" altLang="ja-JP" sz="1400" b="1" err="1">
                <a:latin typeface="+mj-ea"/>
                <a:ea typeface="+mj-ea"/>
              </a:rPr>
              <a:t>assertThat</a:t>
            </a:r>
            <a:r>
              <a:rPr lang="en-US" altLang="ja-JP" sz="1400">
                <a:latin typeface="+mj-ea"/>
                <a:ea typeface="+mj-ea"/>
              </a:rPr>
              <a:t>(result).</a:t>
            </a:r>
            <a:r>
              <a:rPr lang="en-US" altLang="ja-JP" sz="1400" err="1">
                <a:latin typeface="+mj-ea"/>
                <a:ea typeface="+mj-ea"/>
              </a:rPr>
              <a:t>hasSize</a:t>
            </a:r>
            <a:r>
              <a:rPr lang="en-US" altLang="ja-JP" sz="1400">
                <a:latin typeface="+mj-ea"/>
                <a:ea typeface="+mj-ea"/>
              </a:rPr>
              <a:t>(3);</a:t>
            </a:r>
          </a:p>
          <a:p>
            <a:r>
              <a:rPr lang="en-US" altLang="ja-JP" sz="1400">
                <a:latin typeface="+mj-ea"/>
                <a:ea typeface="+mj-ea"/>
              </a:rPr>
              <a:t>        </a:t>
            </a:r>
            <a:r>
              <a:rPr lang="en-US" altLang="ja-JP" sz="1400" b="1" err="1">
                <a:latin typeface="+mj-ea"/>
                <a:ea typeface="+mj-ea"/>
              </a:rPr>
              <a:t>assertThatThrownBy</a:t>
            </a:r>
            <a:r>
              <a:rPr lang="en-US" altLang="ja-JP" sz="1400">
                <a:latin typeface="+mj-ea"/>
                <a:ea typeface="+mj-ea"/>
              </a:rPr>
              <a:t>(</a:t>
            </a:r>
            <a:r>
              <a:rPr lang="ja-JP" altLang="en-US" sz="1400">
                <a:latin typeface="+mj-ea"/>
                <a:ea typeface="+mj-ea"/>
              </a:rPr>
              <a:t>・・・</a:t>
            </a:r>
            <a:r>
              <a:rPr lang="en-US" altLang="ja-JP" sz="1400">
                <a:latin typeface="+mj-ea"/>
                <a:ea typeface="+mj-ea"/>
              </a:rPr>
              <a:t>);</a:t>
            </a:r>
          </a:p>
        </p:txBody>
      </p:sp>
      <p:sp>
        <p:nvSpPr>
          <p:cNvPr id="4" name="テキスト プレースホルダー 2">
            <a:extLst>
              <a:ext uri="{FF2B5EF4-FFF2-40B4-BE49-F238E27FC236}">
                <a16:creationId xmlns:a16="http://schemas.microsoft.com/office/drawing/2014/main" id="{8E9C9C63-3F0C-3132-93E5-20C0B5D12E1A}"/>
              </a:ext>
            </a:extLst>
          </p:cNvPr>
          <p:cNvSpPr>
            <a:spLocks noGrp="1"/>
          </p:cNvSpPr>
          <p:nvPr/>
        </p:nvSpPr>
        <p:spPr>
          <a:xfrm>
            <a:off x="6280726" y="1376362"/>
            <a:ext cx="5538073" cy="5146838"/>
          </a:xfrm>
          <a:prstGeom prst="rect">
            <a:avLst/>
          </a:prstGeom>
          <a:ln>
            <a:solidFill>
              <a:schemeClr val="tx1"/>
            </a:solidFill>
          </a:ln>
        </p:spPr>
        <p:txBody>
          <a:bodyPr/>
          <a:lstStyle>
            <a:lvl1pPr marL="0" indent="0" algn="l" defTabSz="914400" rtl="0" eaLnBrk="1" latinLnBrk="0" hangingPunct="1">
              <a:lnSpc>
                <a:spcPct val="90000"/>
              </a:lnSpc>
              <a:spcBef>
                <a:spcPts val="1000"/>
              </a:spcBef>
              <a:buFontTx/>
              <a:buNone/>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1600" b="1">
                <a:latin typeface="+mj-ea"/>
              </a:rPr>
              <a:t>@ExtendWith(MockitoExtension.class)</a:t>
            </a:r>
            <a:endParaRPr lang="en-US" altLang="ja-JP" sz="1600" b="1">
              <a:solidFill>
                <a:prstClr val="black"/>
              </a:solidFill>
            </a:endParaRPr>
          </a:p>
          <a:p>
            <a:pPr lvl="0">
              <a:defRPr/>
            </a:pPr>
            <a:r>
              <a:rPr lang="ja-JP" altLang="en-US" sz="1600">
                <a:solidFill>
                  <a:prstClr val="black"/>
                </a:solidFill>
              </a:rPr>
              <a:t>　　モック機能を有効にするためのアノテーション</a:t>
            </a:r>
            <a:endParaRPr lang="en-US" altLang="ja-JP" sz="1600">
              <a:solidFill>
                <a:prstClr val="black"/>
              </a:solidFill>
            </a:endParaRPr>
          </a:p>
          <a:p>
            <a:pPr lvl="0">
              <a:defRPr/>
            </a:pPr>
            <a:r>
              <a:rPr lang="en-US" altLang="ja-JP" sz="1600" b="1"/>
              <a:t>@Mock</a:t>
            </a:r>
            <a:endParaRPr lang="en-US" altLang="ja-JP" sz="1600" b="1">
              <a:solidFill>
                <a:prstClr val="black"/>
              </a:solidFill>
            </a:endParaRPr>
          </a:p>
          <a:p>
            <a:pPr lvl="0">
              <a:defRPr/>
            </a:pPr>
            <a:r>
              <a:rPr lang="ja-JP" altLang="en-US" sz="1600">
                <a:solidFill>
                  <a:prstClr val="black"/>
                </a:solidFill>
              </a:rPr>
              <a:t>　　</a:t>
            </a:r>
            <a:r>
              <a:rPr lang="ja-JP" altLang="en-US" sz="1600"/>
              <a:t>モック化する対象を示すアノテーション</a:t>
            </a:r>
            <a:endParaRPr lang="en-US" altLang="ja-JP" sz="1600">
              <a:solidFill>
                <a:prstClr val="black"/>
              </a:solidFill>
            </a:endParaRPr>
          </a:p>
          <a:p>
            <a:pPr lvl="0">
              <a:defRPr/>
            </a:pPr>
            <a:r>
              <a:rPr lang="en-US" altLang="ja-JP" sz="1600" b="1">
                <a:solidFill>
                  <a:prstClr val="black"/>
                </a:solidFill>
              </a:rPr>
              <a:t>@</a:t>
            </a:r>
            <a:r>
              <a:rPr lang="en-US" altLang="ja-JP" sz="1600" b="1">
                <a:latin typeface="+mj-ea"/>
              </a:rPr>
              <a:t>InjectMocks</a:t>
            </a:r>
            <a:endParaRPr lang="en-US" altLang="ja-JP" sz="1600" b="1">
              <a:solidFill>
                <a:prstClr val="black"/>
              </a:solidFill>
            </a:endParaRPr>
          </a:p>
          <a:p>
            <a:pPr lvl="0">
              <a:defRPr/>
            </a:pPr>
            <a:r>
              <a:rPr lang="ja-JP" altLang="en-US" sz="1600">
                <a:solidFill>
                  <a:prstClr val="black"/>
                </a:solidFill>
              </a:rPr>
              <a:t>　　モック化したクラスを注入するクラスを示すアノテーション</a:t>
            </a:r>
            <a:endParaRPr lang="en-US" altLang="ja-JP" sz="1600">
              <a:solidFill>
                <a:prstClr val="black"/>
              </a:solidFill>
            </a:endParaRPr>
          </a:p>
          <a:p>
            <a:pPr lvl="0">
              <a:defRPr/>
            </a:pPr>
            <a:endParaRPr lang="en-US" altLang="ja-JP" sz="1600">
              <a:solidFill>
                <a:prstClr val="black"/>
              </a:solidFill>
            </a:endParaRPr>
          </a:p>
          <a:p>
            <a:pPr lvl="0">
              <a:defRPr/>
            </a:pPr>
            <a:r>
              <a:rPr lang="en-US" altLang="ja-JP" sz="1600" b="1">
                <a:solidFill>
                  <a:prstClr val="black"/>
                </a:solidFill>
              </a:rPr>
              <a:t>when - </a:t>
            </a:r>
            <a:r>
              <a:rPr lang="en-US" altLang="ja-JP" sz="1600" b="1" err="1">
                <a:solidFill>
                  <a:prstClr val="black"/>
                </a:solidFill>
              </a:rPr>
              <a:t>thenReturn</a:t>
            </a:r>
            <a:endParaRPr lang="en-US" altLang="ja-JP" sz="1600" b="1">
              <a:solidFill>
                <a:prstClr val="black"/>
              </a:solidFill>
            </a:endParaRPr>
          </a:p>
          <a:p>
            <a:pPr lvl="0">
              <a:defRPr/>
            </a:pPr>
            <a:r>
              <a:rPr lang="ja-JP" altLang="en-US" sz="1600">
                <a:solidFill>
                  <a:prstClr val="black"/>
                </a:solidFill>
              </a:rPr>
              <a:t>　　モック対象メソッドを実行したときに返却される戻り値を指定する</a:t>
            </a:r>
            <a:endParaRPr lang="en-US" altLang="ja-JP" sz="1600">
              <a:solidFill>
                <a:prstClr val="black"/>
              </a:solidFill>
            </a:endParaRPr>
          </a:p>
          <a:p>
            <a:pPr lvl="0">
              <a:defRPr/>
            </a:pPr>
            <a:r>
              <a:rPr lang="en-US" altLang="ja-JP" sz="1600" b="1" err="1">
                <a:latin typeface="+mj-ea"/>
              </a:rPr>
              <a:t>assertThat</a:t>
            </a:r>
            <a:endParaRPr lang="en-US" altLang="ja-JP" sz="1600" b="1">
              <a:solidFill>
                <a:prstClr val="black"/>
              </a:solidFill>
            </a:endParaRPr>
          </a:p>
          <a:p>
            <a:pPr lvl="0">
              <a:defRPr/>
            </a:pPr>
            <a:r>
              <a:rPr lang="ja-JP" altLang="en-US" sz="1600">
                <a:solidFill>
                  <a:prstClr val="black"/>
                </a:solidFill>
              </a:rPr>
              <a:t>　　テスト実行の結果を検証する</a:t>
            </a:r>
            <a:r>
              <a:rPr lang="en-US" altLang="ja-JP" sz="1600">
                <a:solidFill>
                  <a:prstClr val="black"/>
                </a:solidFill>
              </a:rPr>
              <a:t>JUnit</a:t>
            </a:r>
            <a:r>
              <a:rPr lang="ja-JP" altLang="en-US" sz="1600">
                <a:solidFill>
                  <a:prstClr val="black"/>
                </a:solidFill>
              </a:rPr>
              <a:t>のメソッド</a:t>
            </a:r>
            <a:endParaRPr lang="en-US" altLang="ja-JP" sz="1600">
              <a:solidFill>
                <a:prstClr val="black"/>
              </a:solidFill>
            </a:endParaRPr>
          </a:p>
          <a:p>
            <a:pPr lvl="0">
              <a:defRPr/>
            </a:pPr>
            <a:r>
              <a:rPr lang="en-US" altLang="ja-JP" sz="1600" b="1" err="1">
                <a:latin typeface="+mj-ea"/>
              </a:rPr>
              <a:t>assertThatThrownBy</a:t>
            </a:r>
            <a:endParaRPr lang="en-US" altLang="ja-JP" sz="1600" b="1">
              <a:solidFill>
                <a:prstClr val="black"/>
              </a:solidFill>
            </a:endParaRPr>
          </a:p>
          <a:p>
            <a:pPr lvl="0">
              <a:defRPr/>
            </a:pPr>
            <a:r>
              <a:rPr lang="ja-JP" altLang="en-US" sz="1600">
                <a:solidFill>
                  <a:prstClr val="black"/>
                </a:solidFill>
              </a:rPr>
              <a:t>　　テスト実行時に例外が発生したかを検証する</a:t>
            </a:r>
            <a:r>
              <a:rPr lang="en-US" altLang="ja-JP" sz="1600">
                <a:solidFill>
                  <a:prstClr val="black"/>
                </a:solidFill>
              </a:rPr>
              <a:t>JUnit</a:t>
            </a:r>
            <a:r>
              <a:rPr lang="ja-JP" altLang="en-US" sz="1600">
                <a:solidFill>
                  <a:prstClr val="black"/>
                </a:solidFill>
              </a:rPr>
              <a:t>のメソッド</a:t>
            </a:r>
            <a:br>
              <a:rPr lang="en-US" altLang="ja-JP" sz="1600">
                <a:solidFill>
                  <a:prstClr val="black"/>
                </a:solidFill>
              </a:rPr>
            </a:br>
            <a:endParaRPr lang="en-US" altLang="ja-JP" sz="1600">
              <a:solidFill>
                <a:prstClr val="black"/>
              </a:solidFill>
            </a:endParaRPr>
          </a:p>
          <a:p>
            <a:pPr lvl="0">
              <a:defRPr/>
            </a:pPr>
            <a:endParaRPr lang="en-US" altLang="ja-JP" sz="1600">
              <a:solidFill>
                <a:prstClr val="black"/>
              </a:solidFill>
            </a:endParaRPr>
          </a:p>
        </p:txBody>
      </p:sp>
      <p:pic>
        <p:nvPicPr>
          <p:cNvPr id="9" name="図 8">
            <a:extLst>
              <a:ext uri="{FF2B5EF4-FFF2-40B4-BE49-F238E27FC236}">
                <a16:creationId xmlns:a16="http://schemas.microsoft.com/office/drawing/2014/main" id="{B0BFE66D-5222-5D56-408F-AEF502A15F66}"/>
              </a:ext>
            </a:extLst>
          </p:cNvPr>
          <p:cNvPicPr>
            <a:picLocks noChangeAspect="1"/>
          </p:cNvPicPr>
          <p:nvPr/>
        </p:nvPicPr>
        <p:blipFill>
          <a:blip r:embed="rId3"/>
          <a:stretch>
            <a:fillRect/>
          </a:stretch>
        </p:blipFill>
        <p:spPr>
          <a:xfrm>
            <a:off x="9776507" y="174699"/>
            <a:ext cx="2042293" cy="776646"/>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10" name="正方形/長方形 9">
            <a:extLst>
              <a:ext uri="{FF2B5EF4-FFF2-40B4-BE49-F238E27FC236}">
                <a16:creationId xmlns:a16="http://schemas.microsoft.com/office/drawing/2014/main" id="{26695366-3943-A739-8379-D4BE7FD74BA5}"/>
              </a:ext>
            </a:extLst>
          </p:cNvPr>
          <p:cNvSpPr/>
          <p:nvPr/>
        </p:nvSpPr>
        <p:spPr>
          <a:xfrm>
            <a:off x="10769945" y="206775"/>
            <a:ext cx="357136" cy="744570"/>
          </a:xfrm>
          <a:prstGeom prst="rect">
            <a:avLst/>
          </a:prstGeom>
          <a:solidFill>
            <a:srgbClr val="C00000">
              <a:alpha val="10196"/>
            </a:srgbClr>
          </a:solid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Tree>
    <p:extLst>
      <p:ext uri="{BB962C8B-B14F-4D97-AF65-F5344CB8AC3E}">
        <p14:creationId xmlns:p14="http://schemas.microsoft.com/office/powerpoint/2010/main" val="4236010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E2E29-C166-8982-2721-36B08C8F0DF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EE70A68-7972-C3E9-8BAF-03CFE4AF014D}"/>
              </a:ext>
            </a:extLst>
          </p:cNvPr>
          <p:cNvSpPr>
            <a:spLocks noGrp="1"/>
          </p:cNvSpPr>
          <p:nvPr>
            <p:ph type="title"/>
          </p:nvPr>
        </p:nvSpPr>
        <p:spPr/>
        <p:txBody>
          <a:bodyPr/>
          <a:lstStyle/>
          <a:p>
            <a:r>
              <a:rPr lang="ja-JP" altLang="en-US">
                <a:solidFill>
                  <a:schemeClr val="accent2"/>
                </a:solidFill>
              </a:rPr>
              <a:t>バイブコーディング単体テスト❹ </a:t>
            </a:r>
            <a:r>
              <a:rPr lang="en-US" altLang="ja-JP">
                <a:solidFill>
                  <a:schemeClr val="accent2"/>
                </a:solidFill>
              </a:rPr>
              <a:t>Controller</a:t>
            </a:r>
            <a:r>
              <a:rPr lang="ja-JP" altLang="en-US">
                <a:solidFill>
                  <a:schemeClr val="accent2"/>
                </a:solidFill>
              </a:rPr>
              <a:t>のテストを作る</a:t>
            </a:r>
            <a:endParaRPr kumimoji="1" lang="ja-JP" altLang="en-US">
              <a:solidFill>
                <a:schemeClr val="accent2"/>
              </a:solidFill>
            </a:endParaRPr>
          </a:p>
        </p:txBody>
      </p:sp>
      <p:sp>
        <p:nvSpPr>
          <p:cNvPr id="5" name="正方形/長方形 4">
            <a:extLst>
              <a:ext uri="{FF2B5EF4-FFF2-40B4-BE49-F238E27FC236}">
                <a16:creationId xmlns:a16="http://schemas.microsoft.com/office/drawing/2014/main" id="{D5CE7312-5D2D-7BB1-6253-D1156A1E5E70}"/>
              </a:ext>
            </a:extLst>
          </p:cNvPr>
          <p:cNvSpPr/>
          <p:nvPr/>
        </p:nvSpPr>
        <p:spPr>
          <a:xfrm>
            <a:off x="370802" y="1376218"/>
            <a:ext cx="8354098" cy="1662546"/>
          </a:xfrm>
          <a:prstGeom prst="rect">
            <a:avLst/>
          </a:prstGeom>
          <a:solidFill>
            <a:srgbClr val="FFFDD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400">
                <a:solidFill>
                  <a:schemeClr val="tx1"/>
                </a:solidFill>
                <a:latin typeface="+mj-ea"/>
                <a:ea typeface="+mj-ea"/>
              </a:rPr>
              <a:t>作成したテスト項目表をもとにして、</a:t>
            </a:r>
            <a:r>
              <a:rPr lang="en-US" altLang="ja-JP" sz="1400">
                <a:solidFill>
                  <a:schemeClr val="tx1"/>
                </a:solidFill>
                <a:latin typeface="+mj-ea"/>
                <a:ea typeface="+mj-ea"/>
              </a:rPr>
              <a:t>Controller</a:t>
            </a:r>
            <a:r>
              <a:rPr lang="ja-JP" altLang="en-US" sz="1400">
                <a:solidFill>
                  <a:schemeClr val="tx1"/>
                </a:solidFill>
                <a:latin typeface="+mj-ea"/>
                <a:ea typeface="+mj-ea"/>
              </a:rPr>
              <a:t>の動作と</a:t>
            </a:r>
            <a:r>
              <a:rPr lang="en-US" altLang="ja-JP" sz="1400" err="1">
                <a:solidFill>
                  <a:schemeClr val="tx1"/>
                </a:solidFill>
                <a:latin typeface="+mj-ea"/>
                <a:ea typeface="+mj-ea"/>
              </a:rPr>
              <a:t>Thymeleaf</a:t>
            </a:r>
            <a:r>
              <a:rPr lang="ja-JP" altLang="en-US" sz="1400">
                <a:solidFill>
                  <a:schemeClr val="tx1"/>
                </a:solidFill>
                <a:latin typeface="+mj-ea"/>
                <a:ea typeface="+mj-ea"/>
              </a:rPr>
              <a:t>の表示内容を検証するテストクラスを作成してください。</a:t>
            </a:r>
          </a:p>
          <a:p>
            <a:r>
              <a:rPr lang="ja-JP" altLang="en-US" sz="1400">
                <a:solidFill>
                  <a:schemeClr val="tx1"/>
                </a:solidFill>
                <a:latin typeface="+mj-ea"/>
                <a:ea typeface="+mj-ea"/>
              </a:rPr>
              <a:t>実際のサーバーは起動せず、</a:t>
            </a:r>
            <a:r>
              <a:rPr lang="en-US" altLang="ja-JP" sz="1400">
                <a:solidFill>
                  <a:schemeClr val="tx1"/>
                </a:solidFill>
                <a:latin typeface="+mj-ea"/>
                <a:ea typeface="+mj-ea"/>
              </a:rPr>
              <a:t>HTTP</a:t>
            </a:r>
            <a:r>
              <a:rPr lang="ja-JP" altLang="en-US" sz="1400">
                <a:solidFill>
                  <a:schemeClr val="tx1"/>
                </a:solidFill>
                <a:latin typeface="+mj-ea"/>
                <a:ea typeface="+mj-ea"/>
              </a:rPr>
              <a:t>リクエストをシミュレートする形でテストしてください。</a:t>
            </a:r>
          </a:p>
          <a:p>
            <a:r>
              <a:rPr lang="en-US" altLang="ja-JP" sz="1400">
                <a:solidFill>
                  <a:schemeClr val="tx1"/>
                </a:solidFill>
                <a:latin typeface="+mj-ea"/>
                <a:ea typeface="+mj-ea"/>
              </a:rPr>
              <a:t>Service </a:t>
            </a:r>
            <a:r>
              <a:rPr lang="ja-JP" altLang="en-US" sz="1400">
                <a:solidFill>
                  <a:schemeClr val="tx1"/>
                </a:solidFill>
                <a:latin typeface="+mj-ea"/>
                <a:ea typeface="+mj-ea"/>
              </a:rPr>
              <a:t>の動作はモックに置き換えてテストクラスを作成して実行してください。</a:t>
            </a:r>
          </a:p>
          <a:p>
            <a:r>
              <a:rPr lang="ja-JP" altLang="en-US" sz="1400">
                <a:solidFill>
                  <a:schemeClr val="tx1"/>
                </a:solidFill>
                <a:latin typeface="+mj-ea"/>
                <a:ea typeface="+mj-ea"/>
              </a:rPr>
              <a:t>テストが終了したら結果を</a:t>
            </a:r>
            <a:r>
              <a:rPr lang="en-US" altLang="ja-JP" sz="1400" err="1">
                <a:solidFill>
                  <a:schemeClr val="tx1"/>
                </a:solidFill>
                <a:latin typeface="+mj-ea"/>
                <a:ea typeface="+mj-ea"/>
              </a:rPr>
              <a:t>test_docs</a:t>
            </a:r>
            <a:r>
              <a:rPr lang="ja-JP" altLang="en-US" sz="1400">
                <a:solidFill>
                  <a:schemeClr val="tx1"/>
                </a:solidFill>
                <a:latin typeface="+mj-ea"/>
                <a:ea typeface="+mj-ea"/>
              </a:rPr>
              <a:t>フォルダに作成してください。</a:t>
            </a:r>
          </a:p>
          <a:p>
            <a:r>
              <a:rPr lang="ja-JP" altLang="en-US" sz="1400">
                <a:solidFill>
                  <a:schemeClr val="tx1"/>
                </a:solidFill>
                <a:latin typeface="+mj-ea"/>
                <a:ea typeface="+mj-ea"/>
              </a:rPr>
              <a:t>技術要件は </a:t>
            </a:r>
            <a:r>
              <a:rPr lang="en-US" altLang="ja-JP" sz="1400">
                <a:solidFill>
                  <a:schemeClr val="tx1"/>
                </a:solidFill>
                <a:latin typeface="+mj-ea"/>
                <a:ea typeface="+mj-ea"/>
              </a:rPr>
              <a:t>docs/software_architecture.md </a:t>
            </a:r>
            <a:r>
              <a:rPr lang="ja-JP" altLang="en-US" sz="1400">
                <a:solidFill>
                  <a:schemeClr val="tx1"/>
                </a:solidFill>
                <a:latin typeface="+mj-ea"/>
                <a:ea typeface="+mj-ea"/>
              </a:rPr>
              <a:t>に従ってください。</a:t>
            </a:r>
          </a:p>
        </p:txBody>
      </p:sp>
      <p:sp>
        <p:nvSpPr>
          <p:cNvPr id="3" name="コンテンツ プレースホルダー 2">
            <a:extLst>
              <a:ext uri="{FF2B5EF4-FFF2-40B4-BE49-F238E27FC236}">
                <a16:creationId xmlns:a16="http://schemas.microsoft.com/office/drawing/2014/main" id="{F2FBF47A-6767-7F7D-F42E-C4AE30FA3CF2}"/>
              </a:ext>
            </a:extLst>
          </p:cNvPr>
          <p:cNvSpPr>
            <a:spLocks noGrp="1"/>
          </p:cNvSpPr>
          <p:nvPr>
            <p:ph sz="quarter" idx="10"/>
          </p:nvPr>
        </p:nvSpPr>
        <p:spPr>
          <a:xfrm>
            <a:off x="371474" y="1052513"/>
            <a:ext cx="5724526" cy="323705"/>
          </a:xfrm>
        </p:spPr>
        <p:txBody>
          <a:bodyPr/>
          <a:lstStyle/>
          <a:p>
            <a:r>
              <a:rPr kumimoji="1" lang="ja-JP" altLang="en-US"/>
              <a:t>以下のプロンプトを入力する。</a:t>
            </a:r>
          </a:p>
        </p:txBody>
      </p:sp>
      <p:pic>
        <p:nvPicPr>
          <p:cNvPr id="4" name="図 3">
            <a:extLst>
              <a:ext uri="{FF2B5EF4-FFF2-40B4-BE49-F238E27FC236}">
                <a16:creationId xmlns:a16="http://schemas.microsoft.com/office/drawing/2014/main" id="{0F78052D-87AB-000F-0811-CA90A8454A21}"/>
              </a:ext>
            </a:extLst>
          </p:cNvPr>
          <p:cNvPicPr>
            <a:picLocks noChangeAspect="1"/>
          </p:cNvPicPr>
          <p:nvPr/>
        </p:nvPicPr>
        <p:blipFill>
          <a:blip r:embed="rId2"/>
          <a:stretch>
            <a:fillRect/>
          </a:stretch>
        </p:blipFill>
        <p:spPr>
          <a:xfrm>
            <a:off x="9776507" y="174699"/>
            <a:ext cx="2042293" cy="776646"/>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7" name="正方形/長方形 6">
            <a:extLst>
              <a:ext uri="{FF2B5EF4-FFF2-40B4-BE49-F238E27FC236}">
                <a16:creationId xmlns:a16="http://schemas.microsoft.com/office/drawing/2014/main" id="{A41EB698-567A-8C7A-230A-CF018D466128}"/>
              </a:ext>
            </a:extLst>
          </p:cNvPr>
          <p:cNvSpPr/>
          <p:nvPr/>
        </p:nvSpPr>
        <p:spPr>
          <a:xfrm>
            <a:off x="10104583" y="206775"/>
            <a:ext cx="655782" cy="744570"/>
          </a:xfrm>
          <a:prstGeom prst="rect">
            <a:avLst/>
          </a:prstGeom>
          <a:solidFill>
            <a:srgbClr val="C00000">
              <a:alpha val="10196"/>
            </a:srgbClr>
          </a:solid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pic>
        <p:nvPicPr>
          <p:cNvPr id="39" name="図 38">
            <a:extLst>
              <a:ext uri="{FF2B5EF4-FFF2-40B4-BE49-F238E27FC236}">
                <a16:creationId xmlns:a16="http://schemas.microsoft.com/office/drawing/2014/main" id="{9F340AD1-235C-9DF0-CB32-B45EC15A6390}"/>
              </a:ext>
            </a:extLst>
          </p:cNvPr>
          <p:cNvPicPr>
            <a:picLocks noChangeAspect="1"/>
          </p:cNvPicPr>
          <p:nvPr/>
        </p:nvPicPr>
        <p:blipFill>
          <a:blip r:embed="rId3"/>
          <a:stretch>
            <a:fillRect/>
          </a:stretch>
        </p:blipFill>
        <p:spPr>
          <a:xfrm>
            <a:off x="9048750" y="1376218"/>
            <a:ext cx="2524477" cy="5439534"/>
          </a:xfrm>
          <a:prstGeom prst="rect">
            <a:avLst/>
          </a:prstGeom>
        </p:spPr>
      </p:pic>
      <p:sp>
        <p:nvSpPr>
          <p:cNvPr id="40" name="正方形/長方形 39">
            <a:extLst>
              <a:ext uri="{FF2B5EF4-FFF2-40B4-BE49-F238E27FC236}">
                <a16:creationId xmlns:a16="http://schemas.microsoft.com/office/drawing/2014/main" id="{83837145-F439-FF92-2F98-DC6427E963A5}"/>
              </a:ext>
            </a:extLst>
          </p:cNvPr>
          <p:cNvSpPr/>
          <p:nvPr/>
        </p:nvSpPr>
        <p:spPr>
          <a:xfrm>
            <a:off x="8981164" y="5268139"/>
            <a:ext cx="2662959" cy="203200"/>
          </a:xfrm>
          <a:prstGeom prst="rect">
            <a:avLst/>
          </a:prstGeom>
          <a:no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41" name="コンテンツ プレースホルダー 2">
            <a:extLst>
              <a:ext uri="{FF2B5EF4-FFF2-40B4-BE49-F238E27FC236}">
                <a16:creationId xmlns:a16="http://schemas.microsoft.com/office/drawing/2014/main" id="{FE5E9762-BB54-B2C1-CAA8-319747662C48}"/>
              </a:ext>
            </a:extLst>
          </p:cNvPr>
          <p:cNvSpPr txBox="1">
            <a:spLocks/>
          </p:cNvSpPr>
          <p:nvPr/>
        </p:nvSpPr>
        <p:spPr>
          <a:xfrm>
            <a:off x="9048749" y="1132961"/>
            <a:ext cx="2662959" cy="238815"/>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1400"/>
              <a:t>▼プロンプト投入後のフォルダ</a:t>
            </a:r>
            <a:r>
              <a:rPr lang="en-US" altLang="ja-JP" sz="1400"/>
              <a:t>(</a:t>
            </a:r>
            <a:r>
              <a:rPr lang="ja-JP" altLang="en-US" sz="1400"/>
              <a:t>例</a:t>
            </a:r>
            <a:r>
              <a:rPr lang="en-US" altLang="ja-JP" sz="1400"/>
              <a:t>)</a:t>
            </a:r>
          </a:p>
        </p:txBody>
      </p:sp>
      <p:sp>
        <p:nvSpPr>
          <p:cNvPr id="42" name="正方形/長方形 41">
            <a:extLst>
              <a:ext uri="{FF2B5EF4-FFF2-40B4-BE49-F238E27FC236}">
                <a16:creationId xmlns:a16="http://schemas.microsoft.com/office/drawing/2014/main" id="{18EDA62D-02DA-E88A-110B-5675B3E9FB70}"/>
              </a:ext>
            </a:extLst>
          </p:cNvPr>
          <p:cNvSpPr/>
          <p:nvPr/>
        </p:nvSpPr>
        <p:spPr>
          <a:xfrm>
            <a:off x="8981164" y="3822126"/>
            <a:ext cx="2662959" cy="203200"/>
          </a:xfrm>
          <a:prstGeom prst="rect">
            <a:avLst/>
          </a:prstGeom>
          <a:no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Tree>
    <p:extLst>
      <p:ext uri="{BB962C8B-B14F-4D97-AF65-F5344CB8AC3E}">
        <p14:creationId xmlns:p14="http://schemas.microsoft.com/office/powerpoint/2010/main" val="363121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A8D7F-AE07-8D05-410D-C9DA454D66E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8211E4B-C06B-8D69-D2E8-AD4C9D24FA2D}"/>
              </a:ext>
            </a:extLst>
          </p:cNvPr>
          <p:cNvSpPr>
            <a:spLocks noGrp="1"/>
          </p:cNvSpPr>
          <p:nvPr>
            <p:ph type="title"/>
          </p:nvPr>
        </p:nvSpPr>
        <p:spPr/>
        <p:txBody>
          <a:bodyPr/>
          <a:lstStyle/>
          <a:p>
            <a:r>
              <a:rPr lang="en-US" altLang="ja-JP">
                <a:solidFill>
                  <a:schemeClr val="accent2"/>
                </a:solidFill>
              </a:rPr>
              <a:t>[</a:t>
            </a:r>
            <a:r>
              <a:rPr lang="ja-JP" altLang="en-US">
                <a:solidFill>
                  <a:schemeClr val="accent2"/>
                </a:solidFill>
              </a:rPr>
              <a:t>解説</a:t>
            </a:r>
            <a:r>
              <a:rPr lang="en-US" altLang="ja-JP">
                <a:solidFill>
                  <a:schemeClr val="accent2"/>
                </a:solidFill>
              </a:rPr>
              <a:t>]</a:t>
            </a:r>
            <a:r>
              <a:rPr lang="ja-JP" altLang="en-US">
                <a:solidFill>
                  <a:schemeClr val="accent2"/>
                </a:solidFill>
              </a:rPr>
              <a:t> </a:t>
            </a:r>
            <a:r>
              <a:rPr lang="en-US" altLang="ja-JP">
                <a:solidFill>
                  <a:schemeClr val="accent2"/>
                </a:solidFill>
              </a:rPr>
              <a:t>Controller</a:t>
            </a:r>
            <a:r>
              <a:rPr lang="ja-JP" altLang="en-US">
                <a:solidFill>
                  <a:schemeClr val="accent2"/>
                </a:solidFill>
              </a:rPr>
              <a:t>のテストクラス（抜粋）</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CE48382E-BBBA-7DE1-F966-E02D426D6392}"/>
              </a:ext>
            </a:extLst>
          </p:cNvPr>
          <p:cNvSpPr>
            <a:spLocks noGrp="1"/>
          </p:cNvSpPr>
          <p:nvPr>
            <p:ph sz="quarter" idx="10"/>
          </p:nvPr>
        </p:nvSpPr>
        <p:spPr>
          <a:xfrm>
            <a:off x="370801" y="1052513"/>
            <a:ext cx="5725200" cy="5470687"/>
          </a:xfrm>
          <a:solidFill>
            <a:schemeClr val="bg1">
              <a:lumMod val="95000"/>
            </a:schemeClr>
          </a:solidFill>
        </p:spPr>
        <p:txBody>
          <a:bodyPr/>
          <a:lstStyle/>
          <a:p>
            <a:r>
              <a:rPr lang="en-US" altLang="ja-JP" sz="1400" b="1">
                <a:latin typeface="+mj-ea"/>
                <a:ea typeface="+mj-ea"/>
              </a:rPr>
              <a:t>@WebMvcTest(ProductController.class)</a:t>
            </a:r>
          </a:p>
          <a:p>
            <a:r>
              <a:rPr lang="en-US" altLang="ja-JP" sz="1400">
                <a:latin typeface="+mj-ea"/>
                <a:ea typeface="+mj-ea"/>
              </a:rPr>
              <a:t>class </a:t>
            </a:r>
            <a:r>
              <a:rPr lang="en-US" altLang="ja-JP" sz="1400" err="1">
                <a:latin typeface="+mj-ea"/>
                <a:ea typeface="+mj-ea"/>
              </a:rPr>
              <a:t>ProductControllerTest</a:t>
            </a:r>
            <a:r>
              <a:rPr lang="en-US" altLang="ja-JP" sz="1400">
                <a:latin typeface="+mj-ea"/>
                <a:ea typeface="+mj-ea"/>
              </a:rPr>
              <a:t> {</a:t>
            </a:r>
          </a:p>
          <a:p>
            <a:r>
              <a:rPr lang="en-US" altLang="ja-JP" sz="1400">
                <a:latin typeface="+mj-ea"/>
                <a:ea typeface="+mj-ea"/>
              </a:rPr>
              <a:t>    @Autowired</a:t>
            </a:r>
          </a:p>
          <a:p>
            <a:r>
              <a:rPr lang="en-US" altLang="ja-JP" sz="1400">
                <a:latin typeface="+mj-ea"/>
                <a:ea typeface="+mj-ea"/>
              </a:rPr>
              <a:t>    private </a:t>
            </a:r>
            <a:r>
              <a:rPr lang="en-US" altLang="ja-JP" sz="1400" b="1" err="1">
                <a:latin typeface="+mj-ea"/>
                <a:ea typeface="+mj-ea"/>
              </a:rPr>
              <a:t>MockMvc</a:t>
            </a:r>
            <a:r>
              <a:rPr lang="en-US" altLang="ja-JP" sz="1400">
                <a:latin typeface="+mj-ea"/>
                <a:ea typeface="+mj-ea"/>
              </a:rPr>
              <a:t> </a:t>
            </a:r>
            <a:r>
              <a:rPr lang="en-US" altLang="ja-JP" sz="1400" err="1">
                <a:latin typeface="+mj-ea"/>
                <a:ea typeface="+mj-ea"/>
              </a:rPr>
              <a:t>mockMvc</a:t>
            </a:r>
            <a:r>
              <a:rPr lang="en-US" altLang="ja-JP" sz="1400">
                <a:latin typeface="+mj-ea"/>
                <a:ea typeface="+mj-ea"/>
              </a:rPr>
              <a:t>;</a:t>
            </a:r>
          </a:p>
          <a:p>
            <a:endParaRPr lang="en-US" altLang="ja-JP" sz="1400">
              <a:latin typeface="+mj-ea"/>
              <a:ea typeface="+mj-ea"/>
            </a:endParaRPr>
          </a:p>
          <a:p>
            <a:r>
              <a:rPr lang="en-US" altLang="ja-JP" sz="1400">
                <a:latin typeface="+mj-ea"/>
                <a:ea typeface="+mj-ea"/>
              </a:rPr>
              <a:t>    </a:t>
            </a:r>
            <a:r>
              <a:rPr lang="en-US" altLang="ja-JP" sz="1400" b="1">
                <a:latin typeface="+mj-ea"/>
                <a:ea typeface="+mj-ea"/>
              </a:rPr>
              <a:t>@MockitoBean</a:t>
            </a:r>
          </a:p>
          <a:p>
            <a:r>
              <a:rPr lang="en-US" altLang="ja-JP" sz="1400">
                <a:latin typeface="+mj-ea"/>
                <a:ea typeface="+mj-ea"/>
              </a:rPr>
              <a:t>    private </a:t>
            </a:r>
            <a:r>
              <a:rPr lang="en-US" altLang="ja-JP" sz="1400" err="1">
                <a:latin typeface="+mj-ea"/>
                <a:ea typeface="+mj-ea"/>
              </a:rPr>
              <a:t>ProductService</a:t>
            </a:r>
            <a:r>
              <a:rPr lang="en-US" altLang="ja-JP" sz="1400">
                <a:latin typeface="+mj-ea"/>
                <a:ea typeface="+mj-ea"/>
              </a:rPr>
              <a:t> </a:t>
            </a:r>
            <a:r>
              <a:rPr lang="en-US" altLang="ja-JP" sz="1400" err="1">
                <a:latin typeface="+mj-ea"/>
                <a:ea typeface="+mj-ea"/>
              </a:rPr>
              <a:t>productService</a:t>
            </a:r>
            <a:r>
              <a:rPr lang="en-US" altLang="ja-JP" sz="1400">
                <a:latin typeface="+mj-ea"/>
                <a:ea typeface="+mj-ea"/>
              </a:rPr>
              <a:t>;</a:t>
            </a:r>
          </a:p>
          <a:p>
            <a:endParaRPr lang="en-US" altLang="ja-JP" sz="1400">
              <a:latin typeface="+mj-ea"/>
              <a:ea typeface="+mj-ea"/>
            </a:endParaRPr>
          </a:p>
          <a:p>
            <a:r>
              <a:rPr lang="en-US" altLang="ja-JP" sz="1400">
                <a:latin typeface="+mj-ea"/>
                <a:ea typeface="+mj-ea"/>
              </a:rPr>
              <a:t>    @Test</a:t>
            </a:r>
          </a:p>
          <a:p>
            <a:r>
              <a:rPr lang="en-US" altLang="ja-JP" sz="1400">
                <a:latin typeface="+mj-ea"/>
                <a:ea typeface="+mj-ea"/>
              </a:rPr>
              <a:t>    @DisplayName("XXX</a:t>
            </a:r>
            <a:r>
              <a:rPr lang="ja-JP" altLang="en-US" sz="1400">
                <a:latin typeface="+mj-ea"/>
                <a:ea typeface="+mj-ea"/>
              </a:rPr>
              <a:t>するテスト</a:t>
            </a:r>
            <a:r>
              <a:rPr lang="en-US" altLang="ja-JP" sz="1400">
                <a:latin typeface="+mj-ea"/>
                <a:ea typeface="+mj-ea"/>
              </a:rPr>
              <a:t>")</a:t>
            </a:r>
          </a:p>
          <a:p>
            <a:r>
              <a:rPr lang="en-US" altLang="ja-JP" sz="1400">
                <a:latin typeface="+mj-ea"/>
                <a:ea typeface="+mj-ea"/>
              </a:rPr>
              <a:t>    void </a:t>
            </a:r>
            <a:r>
              <a:rPr lang="en-US" altLang="ja-JP" sz="1400" err="1">
                <a:latin typeface="+mj-ea"/>
                <a:ea typeface="+mj-ea"/>
              </a:rPr>
              <a:t>xxxTest</a:t>
            </a:r>
            <a:r>
              <a:rPr lang="en-US" altLang="ja-JP" sz="1400">
                <a:latin typeface="+mj-ea"/>
                <a:ea typeface="+mj-ea"/>
              </a:rPr>
              <a:t>() {</a:t>
            </a:r>
          </a:p>
          <a:p>
            <a:r>
              <a:rPr lang="en-US" altLang="ja-JP" sz="1400">
                <a:latin typeface="+mj-ea"/>
                <a:ea typeface="+mj-ea"/>
              </a:rPr>
              <a:t>        </a:t>
            </a:r>
            <a:r>
              <a:rPr lang="en-US" altLang="ja-JP" sz="1400" b="1">
                <a:latin typeface="+mj-ea"/>
                <a:ea typeface="+mj-ea"/>
              </a:rPr>
              <a:t>when</a:t>
            </a:r>
            <a:r>
              <a:rPr lang="en-US" altLang="ja-JP" sz="1400">
                <a:latin typeface="+mj-ea"/>
                <a:ea typeface="+mj-ea"/>
              </a:rPr>
              <a:t>(</a:t>
            </a:r>
            <a:r>
              <a:rPr lang="en-US" altLang="ja-JP" sz="1400" err="1">
                <a:latin typeface="+mj-ea"/>
                <a:ea typeface="+mj-ea"/>
              </a:rPr>
              <a:t>productService.getOnSaleProducts</a:t>
            </a:r>
            <a:r>
              <a:rPr lang="en-US" altLang="ja-JP" sz="1400">
                <a:latin typeface="+mj-ea"/>
                <a:ea typeface="+mj-ea"/>
              </a:rPr>
              <a:t>())</a:t>
            </a:r>
          </a:p>
          <a:p>
            <a:r>
              <a:rPr lang="ja-JP" altLang="en-US" sz="1400">
                <a:latin typeface="+mj-ea"/>
                <a:ea typeface="+mj-ea"/>
              </a:rPr>
              <a:t>　　　　　　</a:t>
            </a:r>
            <a:r>
              <a:rPr lang="en-US" altLang="ja-JP" sz="1400">
                <a:latin typeface="+mj-ea"/>
                <a:ea typeface="+mj-ea"/>
              </a:rPr>
              <a:t>.</a:t>
            </a:r>
            <a:r>
              <a:rPr lang="en-US" altLang="ja-JP" sz="1400" b="1" err="1">
                <a:latin typeface="+mj-ea"/>
                <a:ea typeface="+mj-ea"/>
              </a:rPr>
              <a:t>thenReturn</a:t>
            </a:r>
            <a:r>
              <a:rPr lang="en-US" altLang="ja-JP" sz="1400">
                <a:latin typeface="+mj-ea"/>
                <a:ea typeface="+mj-ea"/>
              </a:rPr>
              <a:t>(</a:t>
            </a:r>
            <a:r>
              <a:rPr lang="en-US" altLang="ja-JP" sz="1400" err="1">
                <a:latin typeface="+mj-ea"/>
                <a:ea typeface="+mj-ea"/>
              </a:rPr>
              <a:t>List.of</a:t>
            </a:r>
            <a:r>
              <a:rPr lang="en-US" altLang="ja-JP" sz="1400">
                <a:latin typeface="+mj-ea"/>
                <a:ea typeface="+mj-ea"/>
              </a:rPr>
              <a:t>(</a:t>
            </a:r>
            <a:r>
              <a:rPr lang="en-US" altLang="ja-JP" sz="1400" err="1">
                <a:latin typeface="+mj-ea"/>
                <a:ea typeface="+mj-ea"/>
              </a:rPr>
              <a:t>createProductModel</a:t>
            </a:r>
            <a:r>
              <a:rPr lang="en-US" altLang="ja-JP" sz="1400">
                <a:latin typeface="+mj-ea"/>
                <a:ea typeface="+mj-ea"/>
              </a:rPr>
              <a:t>(1, “</a:t>
            </a:r>
            <a:r>
              <a:rPr lang="ja-JP" altLang="en-US" sz="1400">
                <a:latin typeface="+mj-ea"/>
                <a:ea typeface="+mj-ea"/>
              </a:rPr>
              <a:t>商品</a:t>
            </a:r>
            <a:r>
              <a:rPr lang="en-US" altLang="ja-JP" sz="1400">
                <a:latin typeface="+mj-ea"/>
                <a:ea typeface="+mj-ea"/>
              </a:rPr>
              <a:t>A</a:t>
            </a:r>
            <a:r>
              <a:rPr lang="ja-JP" altLang="en-US" sz="1400">
                <a:latin typeface="+mj-ea"/>
                <a:ea typeface="+mj-ea"/>
              </a:rPr>
              <a:t>・・・</a:t>
            </a:r>
            <a:r>
              <a:rPr lang="en-US" altLang="ja-JP" sz="1400">
                <a:latin typeface="+mj-ea"/>
                <a:ea typeface="+mj-ea"/>
              </a:rPr>
              <a:t>")</a:t>
            </a:r>
          </a:p>
          <a:p>
            <a:r>
              <a:rPr lang="en-US" altLang="ja-JP" sz="1400">
                <a:latin typeface="+mj-ea"/>
                <a:ea typeface="+mj-ea"/>
              </a:rPr>
              <a:t>        ));</a:t>
            </a:r>
          </a:p>
          <a:p>
            <a:endParaRPr lang="en-US" altLang="ja-JP" sz="1400">
              <a:latin typeface="+mj-ea"/>
              <a:ea typeface="+mj-ea"/>
            </a:endParaRPr>
          </a:p>
          <a:p>
            <a:r>
              <a:rPr lang="en-US" altLang="ja-JP" sz="1400">
                <a:latin typeface="+mj-ea"/>
                <a:ea typeface="+mj-ea"/>
              </a:rPr>
              <a:t>        </a:t>
            </a:r>
            <a:r>
              <a:rPr lang="en-US" altLang="ja-JP" sz="1400" b="1" err="1">
                <a:latin typeface="+mj-ea"/>
                <a:ea typeface="+mj-ea"/>
              </a:rPr>
              <a:t>mockMvc.perform</a:t>
            </a:r>
            <a:r>
              <a:rPr lang="en-US" altLang="ja-JP" sz="1400">
                <a:latin typeface="+mj-ea"/>
                <a:ea typeface="+mj-ea"/>
              </a:rPr>
              <a:t>(get("/products"))</a:t>
            </a:r>
          </a:p>
          <a:p>
            <a:r>
              <a:rPr lang="en-US" altLang="ja-JP" sz="1400">
                <a:latin typeface="+mj-ea"/>
                <a:ea typeface="+mj-ea"/>
              </a:rPr>
              <a:t>                .</a:t>
            </a:r>
            <a:r>
              <a:rPr lang="en-US" altLang="ja-JP" sz="1400" b="1" err="1">
                <a:latin typeface="+mj-ea"/>
                <a:ea typeface="+mj-ea"/>
              </a:rPr>
              <a:t>andExpect</a:t>
            </a:r>
            <a:r>
              <a:rPr lang="en-US" altLang="ja-JP" sz="1400">
                <a:latin typeface="+mj-ea"/>
                <a:ea typeface="+mj-ea"/>
              </a:rPr>
              <a:t>(status().</a:t>
            </a:r>
            <a:r>
              <a:rPr lang="en-US" altLang="ja-JP" sz="1400" err="1">
                <a:latin typeface="+mj-ea"/>
                <a:ea typeface="+mj-ea"/>
              </a:rPr>
              <a:t>isOk</a:t>
            </a:r>
            <a:r>
              <a:rPr lang="en-US" altLang="ja-JP" sz="1400">
                <a:latin typeface="+mj-ea"/>
                <a:ea typeface="+mj-ea"/>
              </a:rPr>
              <a:t>());</a:t>
            </a:r>
          </a:p>
        </p:txBody>
      </p:sp>
      <p:sp>
        <p:nvSpPr>
          <p:cNvPr id="4" name="テキスト プレースホルダー 2">
            <a:extLst>
              <a:ext uri="{FF2B5EF4-FFF2-40B4-BE49-F238E27FC236}">
                <a16:creationId xmlns:a16="http://schemas.microsoft.com/office/drawing/2014/main" id="{92915D5D-99F9-23C9-1E3E-CA958E17E0A1}"/>
              </a:ext>
            </a:extLst>
          </p:cNvPr>
          <p:cNvSpPr>
            <a:spLocks noGrp="1"/>
          </p:cNvSpPr>
          <p:nvPr/>
        </p:nvSpPr>
        <p:spPr>
          <a:xfrm>
            <a:off x="6280726" y="1376362"/>
            <a:ext cx="5725200" cy="5146838"/>
          </a:xfrm>
          <a:prstGeom prst="rect">
            <a:avLst/>
          </a:prstGeom>
          <a:ln>
            <a:solidFill>
              <a:schemeClr val="tx1"/>
            </a:solidFill>
          </a:ln>
        </p:spPr>
        <p:txBody>
          <a:bodyPr/>
          <a:lstStyle>
            <a:lvl1pPr marL="0" indent="0" algn="l" defTabSz="914400" rtl="0" eaLnBrk="1" latinLnBrk="0" hangingPunct="1">
              <a:lnSpc>
                <a:spcPct val="90000"/>
              </a:lnSpc>
              <a:spcBef>
                <a:spcPts val="1000"/>
              </a:spcBef>
              <a:buFontTx/>
              <a:buNone/>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1600" b="1">
                <a:latin typeface="+mj-ea"/>
              </a:rPr>
              <a:t>@WebMvcTest(ProductController.class)</a:t>
            </a:r>
            <a:endParaRPr lang="en-US" altLang="ja-JP" sz="1600" b="1">
              <a:solidFill>
                <a:prstClr val="black"/>
              </a:solidFill>
            </a:endParaRPr>
          </a:p>
          <a:p>
            <a:pPr lvl="0">
              <a:defRPr/>
            </a:pPr>
            <a:r>
              <a:rPr lang="ja-JP" altLang="en-US" sz="1600">
                <a:solidFill>
                  <a:prstClr val="black"/>
                </a:solidFill>
              </a:rPr>
              <a:t>　　</a:t>
            </a:r>
            <a:r>
              <a:rPr lang="en-US" altLang="ja-JP" sz="1600" err="1">
                <a:solidFill>
                  <a:prstClr val="black"/>
                </a:solidFill>
              </a:rPr>
              <a:t>SpringBoot</a:t>
            </a:r>
            <a:r>
              <a:rPr lang="ja-JP" altLang="en-US" sz="1600">
                <a:solidFill>
                  <a:prstClr val="black"/>
                </a:solidFill>
              </a:rPr>
              <a:t>サーバーをシミュレートするアノテーション</a:t>
            </a:r>
            <a:endParaRPr lang="en-US" altLang="ja-JP" sz="1600">
              <a:solidFill>
                <a:prstClr val="black"/>
              </a:solidFill>
            </a:endParaRPr>
          </a:p>
          <a:p>
            <a:pPr lvl="0">
              <a:defRPr/>
            </a:pPr>
            <a:r>
              <a:rPr lang="en-US" altLang="ja-JP" sz="1600" b="1" err="1"/>
              <a:t>MockMvc</a:t>
            </a:r>
            <a:endParaRPr lang="en-US" altLang="ja-JP" sz="1600" b="1">
              <a:solidFill>
                <a:prstClr val="black"/>
              </a:solidFill>
            </a:endParaRPr>
          </a:p>
          <a:p>
            <a:pPr lvl="0">
              <a:defRPr/>
            </a:pPr>
            <a:r>
              <a:rPr lang="ja-JP" altLang="en-US" sz="1600">
                <a:solidFill>
                  <a:prstClr val="black"/>
                </a:solidFill>
              </a:rPr>
              <a:t>　　</a:t>
            </a:r>
            <a:r>
              <a:rPr lang="ja-JP" altLang="en-US" sz="1600"/>
              <a:t>疑似的に画面からリクエストを送信するためのクラス</a:t>
            </a:r>
            <a:endParaRPr lang="en-US" altLang="ja-JP" sz="1600">
              <a:solidFill>
                <a:prstClr val="black"/>
              </a:solidFill>
            </a:endParaRPr>
          </a:p>
          <a:p>
            <a:pPr lvl="0">
              <a:defRPr/>
            </a:pPr>
            <a:r>
              <a:rPr lang="en-US" altLang="ja-JP" sz="1600" b="1">
                <a:solidFill>
                  <a:prstClr val="black"/>
                </a:solidFill>
              </a:rPr>
              <a:t>@</a:t>
            </a:r>
            <a:r>
              <a:rPr lang="en-US" altLang="ja-JP" sz="1600" b="1">
                <a:latin typeface="+mj-ea"/>
              </a:rPr>
              <a:t>MockitoBean</a:t>
            </a:r>
            <a:endParaRPr lang="en-US" altLang="ja-JP" sz="1600" b="1">
              <a:solidFill>
                <a:prstClr val="black"/>
              </a:solidFill>
            </a:endParaRPr>
          </a:p>
          <a:p>
            <a:pPr lvl="0">
              <a:defRPr/>
            </a:pPr>
            <a:r>
              <a:rPr lang="ja-JP" altLang="en-US" sz="1600">
                <a:solidFill>
                  <a:prstClr val="black"/>
                </a:solidFill>
              </a:rPr>
              <a:t>　　</a:t>
            </a:r>
            <a:r>
              <a:rPr lang="ja-JP" altLang="en-US" sz="1600"/>
              <a:t>モック化する対象を示すアノテーション</a:t>
            </a:r>
            <a:endParaRPr lang="en-US" altLang="ja-JP" sz="1600">
              <a:solidFill>
                <a:prstClr val="black"/>
              </a:solidFill>
            </a:endParaRPr>
          </a:p>
          <a:p>
            <a:pPr lvl="0">
              <a:defRPr/>
            </a:pPr>
            <a:endParaRPr lang="en-US" altLang="ja-JP" sz="1600">
              <a:solidFill>
                <a:prstClr val="black"/>
              </a:solidFill>
            </a:endParaRPr>
          </a:p>
          <a:p>
            <a:pPr lvl="0">
              <a:defRPr/>
            </a:pPr>
            <a:r>
              <a:rPr lang="en-US" altLang="ja-JP" sz="1600" b="1">
                <a:solidFill>
                  <a:prstClr val="black"/>
                </a:solidFill>
              </a:rPr>
              <a:t>when - </a:t>
            </a:r>
            <a:r>
              <a:rPr lang="en-US" altLang="ja-JP" sz="1600" b="1" err="1">
                <a:solidFill>
                  <a:prstClr val="black"/>
                </a:solidFill>
              </a:rPr>
              <a:t>thenReturn</a:t>
            </a:r>
            <a:endParaRPr lang="en-US" altLang="ja-JP" sz="1600" b="1">
              <a:solidFill>
                <a:prstClr val="black"/>
              </a:solidFill>
            </a:endParaRPr>
          </a:p>
          <a:p>
            <a:pPr lvl="0">
              <a:defRPr/>
            </a:pPr>
            <a:r>
              <a:rPr lang="ja-JP" altLang="en-US" sz="1600">
                <a:solidFill>
                  <a:prstClr val="black"/>
                </a:solidFill>
              </a:rPr>
              <a:t>　　モック対象メソッドを実行したときに返却される戻り値を指定する</a:t>
            </a:r>
            <a:endParaRPr lang="en-US" altLang="ja-JP" sz="1600">
              <a:solidFill>
                <a:prstClr val="black"/>
              </a:solidFill>
            </a:endParaRPr>
          </a:p>
          <a:p>
            <a:pPr lvl="0">
              <a:defRPr/>
            </a:pPr>
            <a:r>
              <a:rPr lang="en-US" altLang="ja-JP" sz="1600" b="1" err="1">
                <a:latin typeface="+mj-ea"/>
              </a:rPr>
              <a:t>mockMvc.perform</a:t>
            </a:r>
            <a:r>
              <a:rPr lang="en-US" altLang="ja-JP" sz="1600" b="1">
                <a:latin typeface="+mj-ea"/>
              </a:rPr>
              <a:t> </a:t>
            </a:r>
          </a:p>
          <a:p>
            <a:pPr lvl="0">
              <a:defRPr/>
            </a:pPr>
            <a:r>
              <a:rPr lang="ja-JP" altLang="en-US" sz="1600">
                <a:solidFill>
                  <a:prstClr val="black"/>
                </a:solidFill>
              </a:rPr>
              <a:t>　　</a:t>
            </a:r>
            <a:r>
              <a:rPr lang="en-US" altLang="ja-JP" sz="1600">
                <a:solidFill>
                  <a:prstClr val="black"/>
                </a:solidFill>
              </a:rPr>
              <a:t>Controller</a:t>
            </a:r>
            <a:r>
              <a:rPr lang="ja-JP" altLang="en-US" sz="1600">
                <a:solidFill>
                  <a:prstClr val="black"/>
                </a:solidFill>
              </a:rPr>
              <a:t>の</a:t>
            </a:r>
            <a:r>
              <a:rPr lang="en-US" altLang="ja-JP" sz="1600">
                <a:solidFill>
                  <a:prstClr val="black"/>
                </a:solidFill>
              </a:rPr>
              <a:t>URL</a:t>
            </a:r>
            <a:r>
              <a:rPr lang="ja-JP" altLang="en-US" sz="1600">
                <a:solidFill>
                  <a:prstClr val="black"/>
                </a:solidFill>
              </a:rPr>
              <a:t>を呼び出す処理</a:t>
            </a:r>
            <a:br>
              <a:rPr lang="en-US" altLang="ja-JP" sz="1600">
                <a:solidFill>
                  <a:prstClr val="black"/>
                </a:solidFill>
              </a:rPr>
            </a:br>
            <a:r>
              <a:rPr lang="ja-JP" altLang="en-US" sz="1600">
                <a:solidFill>
                  <a:prstClr val="black"/>
                </a:solidFill>
              </a:rPr>
              <a:t>　　左図の場合、</a:t>
            </a:r>
            <a:r>
              <a:rPr lang="en-US" altLang="ja-JP" sz="1600">
                <a:solidFill>
                  <a:prstClr val="black"/>
                </a:solidFill>
              </a:rPr>
              <a:t>GET</a:t>
            </a:r>
            <a:r>
              <a:rPr lang="ja-JP" altLang="en-US" sz="1600">
                <a:solidFill>
                  <a:prstClr val="black"/>
                </a:solidFill>
              </a:rPr>
              <a:t>メソッドで</a:t>
            </a:r>
            <a:r>
              <a:rPr lang="en-US" altLang="ja-JP" sz="1600">
                <a:solidFill>
                  <a:prstClr val="black"/>
                </a:solidFill>
              </a:rPr>
              <a:t>/products</a:t>
            </a:r>
            <a:r>
              <a:rPr lang="ja-JP" altLang="en-US" sz="1600">
                <a:solidFill>
                  <a:prstClr val="black"/>
                </a:solidFill>
              </a:rPr>
              <a:t>を呼び出している</a:t>
            </a:r>
            <a:endParaRPr lang="en-US" altLang="ja-JP" sz="1600">
              <a:solidFill>
                <a:prstClr val="black"/>
              </a:solidFill>
            </a:endParaRPr>
          </a:p>
          <a:p>
            <a:pPr lvl="0">
              <a:defRPr/>
            </a:pPr>
            <a:r>
              <a:rPr lang="en-US" altLang="ja-JP" sz="1600" b="1" err="1">
                <a:latin typeface="+mj-ea"/>
              </a:rPr>
              <a:t>andExpect</a:t>
            </a:r>
            <a:endParaRPr lang="en-US" altLang="ja-JP" sz="1600" b="1">
              <a:solidFill>
                <a:prstClr val="black"/>
              </a:solidFill>
            </a:endParaRPr>
          </a:p>
          <a:p>
            <a:pPr lvl="0">
              <a:defRPr/>
            </a:pPr>
            <a:r>
              <a:rPr lang="ja-JP" altLang="en-US" sz="1600">
                <a:solidFill>
                  <a:prstClr val="black"/>
                </a:solidFill>
              </a:rPr>
              <a:t>　　</a:t>
            </a:r>
            <a:r>
              <a:rPr lang="en-US" altLang="ja-JP" sz="1600">
                <a:solidFill>
                  <a:prstClr val="black"/>
                </a:solidFill>
              </a:rPr>
              <a:t>URL</a:t>
            </a:r>
            <a:r>
              <a:rPr lang="ja-JP" altLang="en-US" sz="1600">
                <a:solidFill>
                  <a:prstClr val="black"/>
                </a:solidFill>
              </a:rPr>
              <a:t>を呼び出したあとのレスポンスを検証する</a:t>
            </a:r>
            <a:br>
              <a:rPr lang="en-US" altLang="ja-JP" sz="1600">
                <a:solidFill>
                  <a:prstClr val="black"/>
                </a:solidFill>
              </a:rPr>
            </a:br>
            <a:r>
              <a:rPr lang="ja-JP" altLang="en-US" sz="1600">
                <a:solidFill>
                  <a:prstClr val="black"/>
                </a:solidFill>
              </a:rPr>
              <a:t>　　左図の場合、「ステータスコードが</a:t>
            </a:r>
            <a:r>
              <a:rPr lang="en-US" altLang="ja-JP" sz="1600">
                <a:solidFill>
                  <a:prstClr val="black"/>
                </a:solidFill>
              </a:rPr>
              <a:t>200(OK)</a:t>
            </a:r>
            <a:r>
              <a:rPr lang="ja-JP" altLang="en-US" sz="1600">
                <a:solidFill>
                  <a:prstClr val="black"/>
                </a:solidFill>
              </a:rPr>
              <a:t>であれば成功」の意味</a:t>
            </a:r>
            <a:br>
              <a:rPr lang="en-US" altLang="ja-JP" sz="1600">
                <a:solidFill>
                  <a:prstClr val="black"/>
                </a:solidFill>
              </a:rPr>
            </a:br>
            <a:r>
              <a:rPr lang="ja-JP" altLang="en-US" sz="1600">
                <a:solidFill>
                  <a:prstClr val="black"/>
                </a:solidFill>
              </a:rPr>
              <a:t>　　さまざまなレスポンス内容を検証できる</a:t>
            </a:r>
            <a:br>
              <a:rPr lang="en-US" altLang="ja-JP" sz="1600">
                <a:solidFill>
                  <a:prstClr val="black"/>
                </a:solidFill>
              </a:rPr>
            </a:br>
            <a:endParaRPr lang="en-US" altLang="ja-JP" sz="1600">
              <a:solidFill>
                <a:prstClr val="black"/>
              </a:solidFill>
            </a:endParaRPr>
          </a:p>
          <a:p>
            <a:pPr lvl="0">
              <a:defRPr/>
            </a:pPr>
            <a:endParaRPr lang="en-US" altLang="ja-JP" sz="1600">
              <a:solidFill>
                <a:prstClr val="black"/>
              </a:solidFill>
            </a:endParaRPr>
          </a:p>
        </p:txBody>
      </p:sp>
      <p:pic>
        <p:nvPicPr>
          <p:cNvPr id="5" name="図 4">
            <a:extLst>
              <a:ext uri="{FF2B5EF4-FFF2-40B4-BE49-F238E27FC236}">
                <a16:creationId xmlns:a16="http://schemas.microsoft.com/office/drawing/2014/main" id="{D26B1F0B-0202-CF4A-E30B-A72FB5FCDEA0}"/>
              </a:ext>
            </a:extLst>
          </p:cNvPr>
          <p:cNvPicPr>
            <a:picLocks noChangeAspect="1"/>
          </p:cNvPicPr>
          <p:nvPr/>
        </p:nvPicPr>
        <p:blipFill>
          <a:blip r:embed="rId3"/>
          <a:stretch>
            <a:fillRect/>
          </a:stretch>
        </p:blipFill>
        <p:spPr>
          <a:xfrm>
            <a:off x="9776507" y="174699"/>
            <a:ext cx="2042293" cy="776646"/>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7" name="正方形/長方形 6">
            <a:extLst>
              <a:ext uri="{FF2B5EF4-FFF2-40B4-BE49-F238E27FC236}">
                <a16:creationId xmlns:a16="http://schemas.microsoft.com/office/drawing/2014/main" id="{EB2ACFD8-F5AA-C47A-1607-AE927C6E7961}"/>
              </a:ext>
            </a:extLst>
          </p:cNvPr>
          <p:cNvSpPr/>
          <p:nvPr/>
        </p:nvSpPr>
        <p:spPr>
          <a:xfrm>
            <a:off x="10104583" y="206775"/>
            <a:ext cx="655782" cy="744570"/>
          </a:xfrm>
          <a:prstGeom prst="rect">
            <a:avLst/>
          </a:prstGeom>
          <a:solidFill>
            <a:srgbClr val="C00000">
              <a:alpha val="10196"/>
            </a:srgbClr>
          </a:solid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Tree>
    <p:extLst>
      <p:ext uri="{BB962C8B-B14F-4D97-AF65-F5344CB8AC3E}">
        <p14:creationId xmlns:p14="http://schemas.microsoft.com/office/powerpoint/2010/main" val="5575915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CDCBD-79A7-2DCA-B4E4-86DF65C8C8F7}"/>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025BABD6-4876-C0EF-5DAD-C6F3E7298B62}"/>
              </a:ext>
            </a:extLst>
          </p:cNvPr>
          <p:cNvSpPr>
            <a:spLocks noGrp="1"/>
          </p:cNvSpPr>
          <p:nvPr>
            <p:ph sz="quarter" idx="10"/>
          </p:nvPr>
        </p:nvSpPr>
        <p:spPr>
          <a:xfrm>
            <a:off x="372000" y="356647"/>
            <a:ext cx="11448000" cy="898835"/>
          </a:xfrm>
        </p:spPr>
        <p:txBody>
          <a:bodyPr/>
          <a:lstStyle/>
          <a:p>
            <a:pPr algn="ctr"/>
            <a:r>
              <a:rPr lang="ja-JP" altLang="en-US" sz="4400"/>
              <a:t>ここから各自で</a:t>
            </a:r>
            <a:r>
              <a:rPr kumimoji="1" lang="ja-JP" altLang="en-US" sz="4400"/>
              <a:t>演習を始めましょう。</a:t>
            </a:r>
            <a:endParaRPr kumimoji="1" lang="en-US" altLang="ja-JP" sz="4400"/>
          </a:p>
        </p:txBody>
      </p:sp>
      <p:sp>
        <p:nvSpPr>
          <p:cNvPr id="2" name="コンテンツ プレースホルダー 2">
            <a:extLst>
              <a:ext uri="{FF2B5EF4-FFF2-40B4-BE49-F238E27FC236}">
                <a16:creationId xmlns:a16="http://schemas.microsoft.com/office/drawing/2014/main" id="{C8A239DB-9001-9B71-27F7-D9CFC4CF2C66}"/>
              </a:ext>
            </a:extLst>
          </p:cNvPr>
          <p:cNvSpPr txBox="1">
            <a:spLocks/>
          </p:cNvSpPr>
          <p:nvPr/>
        </p:nvSpPr>
        <p:spPr>
          <a:xfrm>
            <a:off x="754143" y="1507874"/>
            <a:ext cx="10994511" cy="1057027"/>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a:t>講師と一緒に作成した「商品一覧画面」の単体テストを参考に、</a:t>
            </a:r>
            <a:endParaRPr lang="en-US" altLang="ja-JP"/>
          </a:p>
          <a:p>
            <a:r>
              <a:rPr lang="ja-JP" altLang="en-US"/>
              <a:t>　 </a:t>
            </a:r>
            <a:r>
              <a:rPr lang="ja-JP" altLang="en-US" b="1">
                <a:highlight>
                  <a:srgbClr val="FFFDD1"/>
                </a:highlight>
              </a:rPr>
              <a:t>①「商品詳細画面」→②「カート画面」→③「注文確認画面」→④「注文完了画面」</a:t>
            </a:r>
            <a:r>
              <a:rPr lang="ja-JP" altLang="en-US"/>
              <a:t>の順に単体テストを進めてください。</a:t>
            </a:r>
            <a:endParaRPr lang="en-US" altLang="ja-JP"/>
          </a:p>
          <a:p>
            <a:r>
              <a:rPr lang="ja-JP" altLang="en-US"/>
              <a:t>プロンプトを入力して生成</a:t>
            </a:r>
            <a:r>
              <a:rPr lang="en-US" altLang="ja-JP"/>
              <a:t>AI</a:t>
            </a:r>
            <a:r>
              <a:rPr lang="ja-JP" altLang="en-US"/>
              <a:t>に指示し、試行錯誤してみましょう。</a:t>
            </a:r>
            <a:endParaRPr lang="en-US" altLang="ja-JP"/>
          </a:p>
        </p:txBody>
      </p:sp>
      <p:sp>
        <p:nvSpPr>
          <p:cNvPr id="4" name="コンテンツ プレースホルダー 2">
            <a:extLst>
              <a:ext uri="{FF2B5EF4-FFF2-40B4-BE49-F238E27FC236}">
                <a16:creationId xmlns:a16="http://schemas.microsoft.com/office/drawing/2014/main" id="{2001F101-A79E-282F-EA7D-203A7B78CB29}"/>
              </a:ext>
            </a:extLst>
          </p:cNvPr>
          <p:cNvSpPr txBox="1">
            <a:spLocks/>
          </p:cNvSpPr>
          <p:nvPr/>
        </p:nvSpPr>
        <p:spPr>
          <a:xfrm>
            <a:off x="372002" y="5075919"/>
            <a:ext cx="5650108" cy="1303946"/>
          </a:xfrm>
          <a:prstGeom prst="roundRect">
            <a:avLst>
              <a:gd name="adj" fmla="val 7694"/>
            </a:avLst>
          </a:prstGeom>
          <a:solidFill>
            <a:schemeClr val="accent6">
              <a:lumMod val="20000"/>
              <a:lumOff val="80000"/>
            </a:schemeClr>
          </a:solidFill>
          <a:ln>
            <a:solidFill>
              <a:schemeClr val="tx1">
                <a:lumMod val="50000"/>
                <a:lumOff val="50000"/>
              </a:schemeClr>
            </a:solidFill>
          </a:ln>
        </p:spPr>
        <p:txBody>
          <a:bodyPr vert="horz" lIns="180000" tIns="36000" rIns="180000" bIns="3600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1600"/>
              <a:t>　　　　分からないことがあったら・・・</a:t>
            </a:r>
            <a:endParaRPr lang="en-US" altLang="ja-JP" sz="1600"/>
          </a:p>
          <a:p>
            <a:pPr marL="1005750" lvl="3" indent="-285750"/>
            <a:r>
              <a:rPr lang="ja-JP" altLang="en-US" sz="1600"/>
              <a:t>まず生成</a:t>
            </a:r>
            <a:r>
              <a:rPr lang="en-US" altLang="ja-JP" sz="1600"/>
              <a:t>AI</a:t>
            </a:r>
            <a:r>
              <a:rPr lang="ja-JP" altLang="en-US" sz="1600"/>
              <a:t>に質問しましょう。</a:t>
            </a:r>
            <a:endParaRPr lang="en-US" altLang="ja-JP" sz="1600"/>
          </a:p>
          <a:p>
            <a:pPr marL="1005750" lvl="3" indent="-285750"/>
            <a:r>
              <a:rPr lang="ja-JP" altLang="en-US" sz="1600"/>
              <a:t>周りの受講生と相談して構いません。</a:t>
            </a:r>
            <a:endParaRPr lang="en-US" altLang="ja-JP" sz="1600"/>
          </a:p>
          <a:p>
            <a:pPr marL="1005750" lvl="3" indent="-285750"/>
            <a:r>
              <a:rPr lang="ja-JP" altLang="en-US" sz="1600"/>
              <a:t>それでも分からない場合は</a:t>
            </a:r>
            <a:r>
              <a:rPr lang="en-US" altLang="ja-JP" sz="1600"/>
              <a:t>TA</a:t>
            </a:r>
            <a:r>
              <a:rPr lang="ja-JP" altLang="en-US" sz="1600"/>
              <a:t>、講師に質問しましょう。</a:t>
            </a:r>
            <a:endParaRPr lang="en-US" altLang="ja-JP" sz="1600"/>
          </a:p>
        </p:txBody>
      </p:sp>
      <p:pic>
        <p:nvPicPr>
          <p:cNvPr id="12" name="グラフィックス 11" descr="ヘルプ 単色塗りつぶし">
            <a:extLst>
              <a:ext uri="{FF2B5EF4-FFF2-40B4-BE49-F238E27FC236}">
                <a16:creationId xmlns:a16="http://schemas.microsoft.com/office/drawing/2014/main" id="{2BF5BF30-0FD0-038C-0CB9-41685236901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72000" y="5075925"/>
            <a:ext cx="651967" cy="651967"/>
          </a:xfrm>
          <a:prstGeom prst="rect">
            <a:avLst/>
          </a:prstGeom>
        </p:spPr>
      </p:pic>
      <p:pic>
        <p:nvPicPr>
          <p:cNvPr id="16" name="図 15">
            <a:extLst>
              <a:ext uri="{FF2B5EF4-FFF2-40B4-BE49-F238E27FC236}">
                <a16:creationId xmlns:a16="http://schemas.microsoft.com/office/drawing/2014/main" id="{5C683C52-58D3-5F66-146F-E5874267652A}"/>
              </a:ext>
            </a:extLst>
          </p:cNvPr>
          <p:cNvPicPr>
            <a:picLocks noChangeAspect="1"/>
          </p:cNvPicPr>
          <p:nvPr/>
        </p:nvPicPr>
        <p:blipFill>
          <a:blip r:embed="rId3"/>
          <a:stretch>
            <a:fillRect/>
          </a:stretch>
        </p:blipFill>
        <p:spPr>
          <a:xfrm>
            <a:off x="2325814" y="2662562"/>
            <a:ext cx="7540372" cy="2184857"/>
          </a:xfrm>
          <a:prstGeom prst="rect">
            <a:avLst/>
          </a:prstGeom>
          <a:ln>
            <a:solidFill>
              <a:schemeClr val="bg1">
                <a:lumMod val="50000"/>
              </a:schemeClr>
            </a:solidFill>
          </a:ln>
        </p:spPr>
      </p:pic>
      <p:sp>
        <p:nvSpPr>
          <p:cNvPr id="7" name="正方形/長方形 6">
            <a:extLst>
              <a:ext uri="{FF2B5EF4-FFF2-40B4-BE49-F238E27FC236}">
                <a16:creationId xmlns:a16="http://schemas.microsoft.com/office/drawing/2014/main" id="{1348EB9F-92C5-D705-28F7-8C24CE9BF5FF}"/>
              </a:ext>
            </a:extLst>
          </p:cNvPr>
          <p:cNvSpPr/>
          <p:nvPr/>
        </p:nvSpPr>
        <p:spPr>
          <a:xfrm>
            <a:off x="3816303" y="2948373"/>
            <a:ext cx="348778" cy="354638"/>
          </a:xfrm>
          <a:prstGeom prst="rect">
            <a:avLst/>
          </a:prstGeom>
          <a:solidFill>
            <a:srgbClr val="FFFDD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sz="1600" b="1">
                <a:solidFill>
                  <a:schemeClr val="tx1"/>
                </a:solidFill>
              </a:rPr>
              <a:t>①</a:t>
            </a:r>
          </a:p>
        </p:txBody>
      </p:sp>
      <p:sp>
        <p:nvSpPr>
          <p:cNvPr id="8" name="正方形/長方形 7">
            <a:extLst>
              <a:ext uri="{FF2B5EF4-FFF2-40B4-BE49-F238E27FC236}">
                <a16:creationId xmlns:a16="http://schemas.microsoft.com/office/drawing/2014/main" id="{064DF1FF-C866-DDA8-B06C-F8C6EA99EDCE}"/>
              </a:ext>
            </a:extLst>
          </p:cNvPr>
          <p:cNvSpPr/>
          <p:nvPr/>
        </p:nvSpPr>
        <p:spPr>
          <a:xfrm>
            <a:off x="5590116" y="2948373"/>
            <a:ext cx="348778" cy="354638"/>
          </a:xfrm>
          <a:prstGeom prst="rect">
            <a:avLst/>
          </a:prstGeom>
          <a:solidFill>
            <a:srgbClr val="FFFDD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sz="1600" b="1">
                <a:solidFill>
                  <a:schemeClr val="tx1"/>
                </a:solidFill>
              </a:rPr>
              <a:t>②</a:t>
            </a:r>
          </a:p>
        </p:txBody>
      </p:sp>
      <p:sp>
        <p:nvSpPr>
          <p:cNvPr id="9" name="正方形/長方形 8">
            <a:extLst>
              <a:ext uri="{FF2B5EF4-FFF2-40B4-BE49-F238E27FC236}">
                <a16:creationId xmlns:a16="http://schemas.microsoft.com/office/drawing/2014/main" id="{733D0164-115E-7651-7187-6EFE0214DBC6}"/>
              </a:ext>
            </a:extLst>
          </p:cNvPr>
          <p:cNvSpPr/>
          <p:nvPr/>
        </p:nvSpPr>
        <p:spPr>
          <a:xfrm>
            <a:off x="7066832" y="2948373"/>
            <a:ext cx="348778" cy="354638"/>
          </a:xfrm>
          <a:prstGeom prst="rect">
            <a:avLst/>
          </a:prstGeom>
          <a:solidFill>
            <a:srgbClr val="FFFDD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600" b="1">
                <a:solidFill>
                  <a:schemeClr val="tx1"/>
                </a:solidFill>
              </a:rPr>
              <a:t>③</a:t>
            </a:r>
            <a:endParaRPr kumimoji="1" lang="ja-JP" altLang="en-US" sz="1600" b="1">
              <a:solidFill>
                <a:schemeClr val="tx1"/>
              </a:solidFill>
            </a:endParaRPr>
          </a:p>
        </p:txBody>
      </p:sp>
      <p:sp>
        <p:nvSpPr>
          <p:cNvPr id="10" name="正方形/長方形 9">
            <a:extLst>
              <a:ext uri="{FF2B5EF4-FFF2-40B4-BE49-F238E27FC236}">
                <a16:creationId xmlns:a16="http://schemas.microsoft.com/office/drawing/2014/main" id="{760073E6-BD20-8E0B-8732-BB513D0DBC54}"/>
              </a:ext>
            </a:extLst>
          </p:cNvPr>
          <p:cNvSpPr/>
          <p:nvPr/>
        </p:nvSpPr>
        <p:spPr>
          <a:xfrm>
            <a:off x="8466509" y="2948373"/>
            <a:ext cx="348778" cy="354638"/>
          </a:xfrm>
          <a:prstGeom prst="rect">
            <a:avLst/>
          </a:prstGeom>
          <a:solidFill>
            <a:srgbClr val="FFFDD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600" b="1">
                <a:solidFill>
                  <a:schemeClr val="tx1"/>
                </a:solidFill>
              </a:rPr>
              <a:t>④</a:t>
            </a:r>
            <a:endParaRPr kumimoji="1" lang="ja-JP" altLang="en-US" sz="1600" b="1">
              <a:solidFill>
                <a:schemeClr val="tx1"/>
              </a:solidFill>
            </a:endParaRPr>
          </a:p>
        </p:txBody>
      </p:sp>
      <p:sp>
        <p:nvSpPr>
          <p:cNvPr id="5" name="コンテンツ プレースホルダー 2">
            <a:extLst>
              <a:ext uri="{FF2B5EF4-FFF2-40B4-BE49-F238E27FC236}">
                <a16:creationId xmlns:a16="http://schemas.microsoft.com/office/drawing/2014/main" id="{BEADC8B4-4D11-2B64-4BD5-E30DC3DDF8D5}"/>
              </a:ext>
            </a:extLst>
          </p:cNvPr>
          <p:cNvSpPr txBox="1">
            <a:spLocks/>
          </p:cNvSpPr>
          <p:nvPr/>
        </p:nvSpPr>
        <p:spPr>
          <a:xfrm>
            <a:off x="6170417" y="5075919"/>
            <a:ext cx="5650108" cy="1303946"/>
          </a:xfrm>
          <a:prstGeom prst="roundRect">
            <a:avLst>
              <a:gd name="adj" fmla="val 7694"/>
            </a:avLst>
          </a:prstGeom>
          <a:solidFill>
            <a:schemeClr val="accent6">
              <a:lumMod val="20000"/>
              <a:lumOff val="80000"/>
            </a:schemeClr>
          </a:solidFill>
          <a:ln>
            <a:solidFill>
              <a:schemeClr val="tx1">
                <a:lumMod val="50000"/>
                <a:lumOff val="50000"/>
              </a:schemeClr>
            </a:solidFill>
          </a:ln>
        </p:spPr>
        <p:txBody>
          <a:bodyPr vert="horz" lIns="180000" tIns="36000" rIns="180000" bIns="3600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1600"/>
              <a:t>　　　　万が一、時間内に終わらなかったら・・・</a:t>
            </a:r>
            <a:endParaRPr lang="en-US" altLang="ja-JP" sz="1600"/>
          </a:p>
          <a:p>
            <a:pPr marL="1005750" lvl="3" indent="-285750"/>
            <a:r>
              <a:rPr lang="ja-JP" altLang="en-US" sz="1600"/>
              <a:t>作成途中の資材は保存のうえ、</a:t>
            </a:r>
            <a:br>
              <a:rPr lang="en-US" altLang="ja-JP" sz="1600"/>
            </a:br>
            <a:r>
              <a:rPr lang="ja-JP" altLang="en-US" sz="1600"/>
              <a:t>研修期間後に取り組み、最後までやり切ってください</a:t>
            </a:r>
            <a:endParaRPr lang="en-US" altLang="ja-JP" sz="1600"/>
          </a:p>
        </p:txBody>
      </p:sp>
      <p:pic>
        <p:nvPicPr>
          <p:cNvPr id="13" name="グラフィックス 12" descr="警告 単色塗りつぶし">
            <a:extLst>
              <a:ext uri="{FF2B5EF4-FFF2-40B4-BE49-F238E27FC236}">
                <a16:creationId xmlns:a16="http://schemas.microsoft.com/office/drawing/2014/main" id="{050FF8D4-FA9D-DEC1-4029-FDB00C68F5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07361" y="5075919"/>
            <a:ext cx="651600" cy="651600"/>
          </a:xfrm>
          <a:prstGeom prst="rect">
            <a:avLst/>
          </a:prstGeom>
        </p:spPr>
      </p:pic>
    </p:spTree>
    <p:extLst>
      <p:ext uri="{BB962C8B-B14F-4D97-AF65-F5344CB8AC3E}">
        <p14:creationId xmlns:p14="http://schemas.microsoft.com/office/powerpoint/2010/main" val="497061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908EC-634A-B047-79C2-89DE50E7170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E82D1D3-7A0D-A654-16D0-7A7101BE7BB6}"/>
              </a:ext>
            </a:extLst>
          </p:cNvPr>
          <p:cNvSpPr>
            <a:spLocks noGrp="1"/>
          </p:cNvSpPr>
          <p:nvPr>
            <p:ph type="title"/>
          </p:nvPr>
        </p:nvSpPr>
        <p:spPr/>
        <p:txBody>
          <a:bodyPr/>
          <a:lstStyle/>
          <a:p>
            <a:r>
              <a:rPr lang="en-US" altLang="ja-JP">
                <a:solidFill>
                  <a:schemeClr val="accent2"/>
                </a:solidFill>
              </a:rPr>
              <a:t>[</a:t>
            </a:r>
            <a:r>
              <a:rPr lang="ja-JP" altLang="en-US">
                <a:solidFill>
                  <a:schemeClr val="accent2"/>
                </a:solidFill>
              </a:rPr>
              <a:t>終了条件</a:t>
            </a:r>
            <a:r>
              <a:rPr lang="en-US" altLang="ja-JP">
                <a:solidFill>
                  <a:schemeClr val="accent2"/>
                </a:solidFill>
              </a:rPr>
              <a:t>] </a:t>
            </a:r>
            <a:r>
              <a:rPr lang="ja-JP" altLang="en-US">
                <a:solidFill>
                  <a:schemeClr val="accent2"/>
                </a:solidFill>
              </a:rPr>
              <a:t>講師配布のテストプログラム</a:t>
            </a:r>
            <a:r>
              <a:rPr lang="en-US" altLang="ja-JP">
                <a:solidFill>
                  <a:schemeClr val="accent2"/>
                </a:solidFill>
              </a:rPr>
              <a:t>(JUnit)</a:t>
            </a:r>
            <a:r>
              <a:rPr lang="ja-JP" altLang="en-US">
                <a:solidFill>
                  <a:schemeClr val="accent2"/>
                </a:solidFill>
              </a:rPr>
              <a:t>が成功すること</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8D3117DB-2064-C953-34C1-B4DEDBDD65A4}"/>
              </a:ext>
            </a:extLst>
          </p:cNvPr>
          <p:cNvSpPr>
            <a:spLocks noGrp="1"/>
          </p:cNvSpPr>
          <p:nvPr>
            <p:ph sz="quarter" idx="10"/>
          </p:nvPr>
        </p:nvSpPr>
        <p:spPr>
          <a:xfrm>
            <a:off x="370800" y="1052512"/>
            <a:ext cx="11448000" cy="5421311"/>
          </a:xfrm>
        </p:spPr>
        <p:txBody>
          <a:bodyPr/>
          <a:lstStyle/>
          <a:p>
            <a:r>
              <a:rPr lang="ja-JP" altLang="en-US"/>
              <a:t>講師配布のテストプログラム</a:t>
            </a:r>
            <a:r>
              <a:rPr lang="en-US" altLang="ja-JP"/>
              <a:t>(JUnit)</a:t>
            </a:r>
            <a:r>
              <a:rPr lang="ja-JP" altLang="en-US"/>
              <a:t>は、</a:t>
            </a:r>
            <a:r>
              <a:rPr lang="en-US" altLang="ja-JP"/>
              <a:t>HTTP</a:t>
            </a:r>
            <a:r>
              <a:rPr lang="ja-JP" altLang="en-US"/>
              <a:t>リクエストに対するステータス・リダイレクト先・遷移先</a:t>
            </a:r>
            <a:r>
              <a:rPr lang="en-US" altLang="ja-JP"/>
              <a:t>URL</a:t>
            </a:r>
            <a:r>
              <a:rPr lang="ja-JP" altLang="en-US"/>
              <a:t>・</a:t>
            </a:r>
            <a:br>
              <a:rPr lang="en-US" altLang="ja-JP"/>
            </a:br>
            <a:r>
              <a:rPr lang="ja-JP" altLang="en-US"/>
              <a:t>初期データ表示・主要文言のみをテストします。</a:t>
            </a:r>
            <a:endParaRPr lang="en-US" altLang="ja-JP"/>
          </a:p>
          <a:p>
            <a:pPr marL="342900" indent="-342900">
              <a:buFont typeface="+mj-ea"/>
              <a:buAutoNum type="circleNumDbPlain"/>
            </a:pPr>
            <a:endParaRPr lang="en-US" altLang="ja-JP"/>
          </a:p>
          <a:p>
            <a:r>
              <a:rPr lang="ja-JP" altLang="en-US"/>
              <a:t>① 配布された</a:t>
            </a:r>
            <a:r>
              <a:rPr lang="en-US" altLang="ja-JP"/>
              <a:t>JUnit</a:t>
            </a:r>
            <a:r>
              <a:rPr lang="ja-JP" altLang="en-US"/>
              <a:t>を「</a:t>
            </a:r>
            <a:r>
              <a:rPr lang="en-US" altLang="ja-JP" err="1"/>
              <a:t>ec</a:t>
            </a:r>
            <a:r>
              <a:rPr lang="en-US" altLang="ja-JP"/>
              <a:t>-webapp\src\</a:t>
            </a:r>
            <a:r>
              <a:rPr lang="en-US" altLang="ja-JP" b="1"/>
              <a:t>test\java\com\example\</a:t>
            </a:r>
            <a:r>
              <a:rPr lang="en-US" altLang="ja-JP" b="1" err="1"/>
              <a:t>ec</a:t>
            </a:r>
            <a:r>
              <a:rPr lang="ja-JP" altLang="en-US"/>
              <a:t>」</a:t>
            </a:r>
            <a:r>
              <a:rPr lang="en-US" altLang="ja-JP"/>
              <a:t> </a:t>
            </a:r>
            <a:r>
              <a:rPr lang="ja-JP" altLang="en-US"/>
              <a:t>下に配置する。</a:t>
            </a:r>
            <a:br>
              <a:rPr lang="en-US" altLang="ja-JP"/>
            </a:br>
            <a:endParaRPr lang="en-US" altLang="ja-JP"/>
          </a:p>
          <a:p>
            <a:endParaRPr lang="en-US" altLang="ja-JP"/>
          </a:p>
          <a:p>
            <a:endParaRPr lang="en-US" altLang="ja-JP"/>
          </a:p>
          <a:p>
            <a:r>
              <a:rPr lang="ja-JP" altLang="en-US"/>
              <a:t>                                      ② ターミナルで「</a:t>
            </a:r>
            <a:r>
              <a:rPr lang="en-US" altLang="ja-JP" b="1"/>
              <a:t>mvnw.cmd test -</a:t>
            </a:r>
            <a:r>
              <a:rPr lang="en-US" altLang="ja-JP" b="1" err="1"/>
              <a:t>Dtest</a:t>
            </a:r>
            <a:r>
              <a:rPr lang="en-US" altLang="ja-JP" b="1"/>
              <a:t>=</a:t>
            </a:r>
            <a:r>
              <a:rPr lang="en-US" altLang="ja-JP" b="1" err="1"/>
              <a:t>WebSpecificationTest</a:t>
            </a:r>
            <a:r>
              <a:rPr lang="ja-JP" altLang="en-US"/>
              <a:t>」を実行する。</a:t>
            </a:r>
            <a:endParaRPr lang="en-US" altLang="ja-JP"/>
          </a:p>
          <a:p>
            <a:pPr marL="342900" indent="-342900">
              <a:buFont typeface="+mj-ea"/>
              <a:buAutoNum type="circleNumDbPlain"/>
            </a:pPr>
            <a:endParaRPr lang="en-US" altLang="ja-JP"/>
          </a:p>
          <a:p>
            <a:pPr marL="342900" indent="-342900">
              <a:buFont typeface="+mj-ea"/>
              <a:buAutoNum type="circleNumDbPlain"/>
            </a:pPr>
            <a:endParaRPr lang="en-US" altLang="ja-JP"/>
          </a:p>
          <a:p>
            <a:endParaRPr lang="en-US" altLang="ja-JP"/>
          </a:p>
          <a:p>
            <a:pPr marL="342900" indent="-342900">
              <a:buFont typeface="+mj-ea"/>
              <a:buAutoNum type="circleNumDbPlain"/>
            </a:pPr>
            <a:endParaRPr lang="en-US" altLang="ja-JP" sz="1050"/>
          </a:p>
          <a:p>
            <a:r>
              <a:rPr lang="ja-JP" altLang="en-US"/>
              <a:t>③ ビルドが </a:t>
            </a:r>
            <a:r>
              <a:rPr lang="en-US" altLang="ja-JP"/>
              <a:t>BUILD SUCCESS</a:t>
            </a:r>
            <a:r>
              <a:rPr lang="ja-JP" altLang="en-US"/>
              <a:t> で終了し、テスト失敗 </a:t>
            </a:r>
            <a:r>
              <a:rPr lang="en-US" altLang="ja-JP"/>
              <a:t>0 </a:t>
            </a:r>
            <a:r>
              <a:rPr lang="ja-JP" altLang="en-US"/>
              <a:t>件であれば完了（</a:t>
            </a:r>
            <a:r>
              <a:rPr lang="ja-JP" altLang="en-US" b="1"/>
              <a:t>証跡としてスクリーンショットを残しておくこと</a:t>
            </a:r>
            <a:r>
              <a:rPr lang="ja-JP" altLang="en-US"/>
              <a:t>）。</a:t>
            </a:r>
          </a:p>
          <a:p>
            <a:endParaRPr kumimoji="1" lang="ja-JP" altLang="en-US"/>
          </a:p>
        </p:txBody>
      </p:sp>
      <p:sp>
        <p:nvSpPr>
          <p:cNvPr id="5" name="吹き出し: 四角形 4">
            <a:extLst>
              <a:ext uri="{FF2B5EF4-FFF2-40B4-BE49-F238E27FC236}">
                <a16:creationId xmlns:a16="http://schemas.microsoft.com/office/drawing/2014/main" id="{AF7AD052-61B9-BF71-5446-79BE1E80C7D5}"/>
              </a:ext>
            </a:extLst>
          </p:cNvPr>
          <p:cNvSpPr/>
          <p:nvPr/>
        </p:nvSpPr>
        <p:spPr>
          <a:xfrm>
            <a:off x="5004812" y="1411654"/>
            <a:ext cx="7002461" cy="463709"/>
          </a:xfrm>
          <a:prstGeom prst="wedgeRectCallout">
            <a:avLst>
              <a:gd name="adj1" fmla="val -54095"/>
              <a:gd name="adj2" fmla="val -44688"/>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1400">
                <a:solidFill>
                  <a:schemeClr val="tx1"/>
                </a:solidFill>
              </a:rPr>
              <a:t>画面デザインや内部処理は受講生ごとに異なるため、</a:t>
            </a:r>
            <a:r>
              <a:rPr lang="ja-JP" altLang="en-US" sz="1400" i="1" u="sng">
                <a:solidFill>
                  <a:schemeClr val="tx1"/>
                </a:solidFill>
              </a:rPr>
              <a:t>要件・仕様で定められている範囲</a:t>
            </a:r>
            <a:r>
              <a:rPr lang="ja-JP" altLang="en-US" sz="1400">
                <a:solidFill>
                  <a:schemeClr val="tx1"/>
                </a:solidFill>
              </a:rPr>
              <a:t>を検証する</a:t>
            </a:r>
            <a:endParaRPr kumimoji="1" lang="ja-JP" altLang="en-US" sz="1400">
              <a:solidFill>
                <a:schemeClr val="tx1"/>
              </a:solidFill>
            </a:endParaRPr>
          </a:p>
        </p:txBody>
      </p:sp>
      <p:pic>
        <p:nvPicPr>
          <p:cNvPr id="7" name="図 6">
            <a:extLst>
              <a:ext uri="{FF2B5EF4-FFF2-40B4-BE49-F238E27FC236}">
                <a16:creationId xmlns:a16="http://schemas.microsoft.com/office/drawing/2014/main" id="{D90BEB1F-9308-EF21-FAB2-C4FC030CB937}"/>
              </a:ext>
            </a:extLst>
          </p:cNvPr>
          <p:cNvPicPr>
            <a:picLocks noChangeAspect="1"/>
          </p:cNvPicPr>
          <p:nvPr/>
        </p:nvPicPr>
        <p:blipFill>
          <a:blip r:embed="rId2"/>
          <a:stretch>
            <a:fillRect/>
          </a:stretch>
        </p:blipFill>
        <p:spPr>
          <a:xfrm>
            <a:off x="877041" y="2324792"/>
            <a:ext cx="2037353" cy="1517535"/>
          </a:xfrm>
          <a:prstGeom prst="rect">
            <a:avLst/>
          </a:prstGeom>
        </p:spPr>
      </p:pic>
      <p:sp>
        <p:nvSpPr>
          <p:cNvPr id="9" name="正方形/長方形 8">
            <a:extLst>
              <a:ext uri="{FF2B5EF4-FFF2-40B4-BE49-F238E27FC236}">
                <a16:creationId xmlns:a16="http://schemas.microsoft.com/office/drawing/2014/main" id="{8FC1A382-03F2-2E83-61BF-154FE9BB2A03}"/>
              </a:ext>
            </a:extLst>
          </p:cNvPr>
          <p:cNvSpPr/>
          <p:nvPr/>
        </p:nvSpPr>
        <p:spPr>
          <a:xfrm>
            <a:off x="763895" y="3639127"/>
            <a:ext cx="2222545" cy="203200"/>
          </a:xfrm>
          <a:prstGeom prst="rect">
            <a:avLst/>
          </a:prstGeom>
          <a:no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pic>
        <p:nvPicPr>
          <p:cNvPr id="12" name="図 11">
            <a:extLst>
              <a:ext uri="{FF2B5EF4-FFF2-40B4-BE49-F238E27FC236}">
                <a16:creationId xmlns:a16="http://schemas.microsoft.com/office/drawing/2014/main" id="{EAE322C6-E7D1-1144-F77D-757EDFBFC5F4}"/>
              </a:ext>
            </a:extLst>
          </p:cNvPr>
          <p:cNvPicPr>
            <a:picLocks noChangeAspect="1"/>
          </p:cNvPicPr>
          <p:nvPr/>
        </p:nvPicPr>
        <p:blipFill>
          <a:blip r:embed="rId3"/>
          <a:stretch>
            <a:fillRect/>
          </a:stretch>
        </p:blipFill>
        <p:spPr>
          <a:xfrm>
            <a:off x="3628829" y="3592945"/>
            <a:ext cx="4637068" cy="967446"/>
          </a:xfrm>
          <a:prstGeom prst="rect">
            <a:avLst/>
          </a:prstGeom>
        </p:spPr>
      </p:pic>
      <p:pic>
        <p:nvPicPr>
          <p:cNvPr id="16" name="図 15">
            <a:extLst>
              <a:ext uri="{FF2B5EF4-FFF2-40B4-BE49-F238E27FC236}">
                <a16:creationId xmlns:a16="http://schemas.microsoft.com/office/drawing/2014/main" id="{005BCA1A-D652-9B9B-5F82-51C45011765D}"/>
              </a:ext>
            </a:extLst>
          </p:cNvPr>
          <p:cNvPicPr>
            <a:picLocks noChangeAspect="1"/>
          </p:cNvPicPr>
          <p:nvPr/>
        </p:nvPicPr>
        <p:blipFill>
          <a:blip r:embed="rId4"/>
          <a:stretch>
            <a:fillRect/>
          </a:stretch>
        </p:blipFill>
        <p:spPr>
          <a:xfrm>
            <a:off x="737350" y="5114607"/>
            <a:ext cx="5489028" cy="1346607"/>
          </a:xfrm>
          <a:prstGeom prst="rect">
            <a:avLst/>
          </a:prstGeom>
        </p:spPr>
      </p:pic>
      <p:sp>
        <p:nvSpPr>
          <p:cNvPr id="17" name="正方形/長方形 16">
            <a:extLst>
              <a:ext uri="{FF2B5EF4-FFF2-40B4-BE49-F238E27FC236}">
                <a16:creationId xmlns:a16="http://schemas.microsoft.com/office/drawing/2014/main" id="{35F3204F-B54A-AB77-86D3-32D7C9596845}"/>
              </a:ext>
            </a:extLst>
          </p:cNvPr>
          <p:cNvSpPr/>
          <p:nvPr/>
        </p:nvSpPr>
        <p:spPr>
          <a:xfrm>
            <a:off x="4896437" y="3592945"/>
            <a:ext cx="460654" cy="244589"/>
          </a:xfrm>
          <a:prstGeom prst="rect">
            <a:avLst/>
          </a:prstGeom>
          <a:noFill/>
          <a:ln w="38100">
            <a:solidFill>
              <a:srgbClr val="FF0000"/>
            </a:solidFill>
          </a:ln>
        </p:spPr>
        <p:txBody>
          <a:bodyPr rtlCol="0" anchor="ctr">
            <a:noAutofit/>
          </a:body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8" name="正方形/長方形 17">
            <a:extLst>
              <a:ext uri="{FF2B5EF4-FFF2-40B4-BE49-F238E27FC236}">
                <a16:creationId xmlns:a16="http://schemas.microsoft.com/office/drawing/2014/main" id="{5C9CA7A5-8AEB-9176-3668-D7CA524B8B95}"/>
              </a:ext>
            </a:extLst>
          </p:cNvPr>
          <p:cNvSpPr/>
          <p:nvPr/>
        </p:nvSpPr>
        <p:spPr>
          <a:xfrm>
            <a:off x="5690038" y="4491696"/>
            <a:ext cx="2515832" cy="36000"/>
          </a:xfrm>
          <a:prstGeom prst="rect">
            <a:avLst/>
          </a:prstGeom>
          <a:noFill/>
          <a:ln w="38100">
            <a:solidFill>
              <a:srgbClr val="FF0000"/>
            </a:solidFill>
          </a:ln>
        </p:spPr>
        <p:txBody>
          <a:bodyPr rtlCol="0" anchor="ctr">
            <a:noAutofit/>
          </a:body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9" name="正方形/長方形 18">
            <a:extLst>
              <a:ext uri="{FF2B5EF4-FFF2-40B4-BE49-F238E27FC236}">
                <a16:creationId xmlns:a16="http://schemas.microsoft.com/office/drawing/2014/main" id="{33F7FBAB-60A0-C84F-6282-4CD0840C1BB3}"/>
              </a:ext>
            </a:extLst>
          </p:cNvPr>
          <p:cNvSpPr/>
          <p:nvPr/>
        </p:nvSpPr>
        <p:spPr>
          <a:xfrm>
            <a:off x="1061036" y="5454192"/>
            <a:ext cx="2309091" cy="295389"/>
          </a:xfrm>
          <a:prstGeom prst="rect">
            <a:avLst/>
          </a:prstGeom>
          <a:noFill/>
          <a:ln w="38100">
            <a:solidFill>
              <a:srgbClr val="FF0000"/>
            </a:solidFill>
          </a:ln>
        </p:spPr>
        <p:txBody>
          <a:bodyPr rtlCol="0" anchor="ctr">
            <a:noAutofit/>
          </a:body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Tree>
    <p:extLst>
      <p:ext uri="{BB962C8B-B14F-4D97-AF65-F5344CB8AC3E}">
        <p14:creationId xmlns:p14="http://schemas.microsoft.com/office/powerpoint/2010/main" val="26490749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1599651"/>
      </p:ext>
    </p:extLst>
  </p:cSld>
  <p:clrMapOvr>
    <a:masterClrMapping/>
  </p:clrMapOvr>
</p:sld>
</file>

<file path=ppt/theme/theme1.xml><?xml version="1.0" encoding="utf-8"?>
<a:theme xmlns:a="http://schemas.openxmlformats.org/drawingml/2006/main" name="表紙_Light">
  <a:themeElements>
    <a:clrScheme name="NTT DATA Group Corp.">
      <a:dk1>
        <a:srgbClr val="000000"/>
      </a:dk1>
      <a:lt1>
        <a:srgbClr val="FFFFFF"/>
      </a:lt1>
      <a:dk2>
        <a:srgbClr val="2E404D"/>
      </a:dk2>
      <a:lt2>
        <a:srgbClr val="19A3FC"/>
      </a:lt2>
      <a:accent1>
        <a:srgbClr val="070F26"/>
      </a:accent1>
      <a:accent2>
        <a:srgbClr val="0071BC"/>
      </a:accent2>
      <a:accent3>
        <a:srgbClr val="005B95"/>
      </a:accent3>
      <a:accent4>
        <a:srgbClr val="00DFED"/>
      </a:accent4>
      <a:accent5>
        <a:srgbClr val="00CB5D"/>
      </a:accent5>
      <a:accent6>
        <a:srgbClr val="949494"/>
      </a:accent6>
      <a:hlink>
        <a:srgbClr val="19A3FC"/>
      </a:hlink>
      <a:folHlink>
        <a:srgbClr val="0071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C17DAC3C-3B6A-4F7C-B6AE-649D134EDE8C}" vid="{82D63627-ABDC-4DAD-AFD9-43B6057B663C}"/>
    </a:ext>
  </a:extLst>
</a:theme>
</file>

<file path=ppt/theme/theme2.xml><?xml version="1.0" encoding="utf-8"?>
<a:theme xmlns:a="http://schemas.openxmlformats.org/drawingml/2006/main" name="1_コンテンツ_Light">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FY25デジタルブートキャンプ_受講生用ガイドブック.potx" id="{8FDAF180-069F-456D-A5EF-F95A072FF7CF}" vid="{75B7210C-09B5-47B0-A5E1-C99827A57B28}"/>
    </a:ext>
  </a:extLst>
</a:theme>
</file>

<file path=ppt/theme/theme3.xml><?xml version="1.0" encoding="utf-8"?>
<a:theme xmlns:a="http://schemas.openxmlformats.org/drawingml/2006/main" name="4_コンテンツ_Light">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D6C1FB68-3CCA-4342-AEB0-C0D0D42D7617}" vid="{E1B7EFED-FF62-4F58-A91E-0D2C1D8AB2B6}"/>
    </a:ext>
  </a:extLst>
</a:theme>
</file>

<file path=ppt/theme/theme4.xml><?xml version="1.0" encoding="utf-8"?>
<a:theme xmlns:a="http://schemas.openxmlformats.org/drawingml/2006/main" name="表紙_Dark">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D6C1FB68-3CCA-4342-AEB0-C0D0D42D7617}" vid="{E1C1217F-E6D8-4E50-B83A-0BB2972E93DC}"/>
    </a:ext>
  </a:extLst>
</a:theme>
</file>

<file path=ppt/theme/theme5.xml><?xml version="1.0" encoding="utf-8"?>
<a:theme xmlns:a="http://schemas.openxmlformats.org/drawingml/2006/main" name="ホワイト">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ホワイト">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B57F87D80BC18745B0A2F78E3C2CA320" ma:contentTypeVersion="3" ma:contentTypeDescription="新しいドキュメントを作成します。" ma:contentTypeScope="" ma:versionID="219b608f28962122c458bdba41ff8225">
  <xsd:schema xmlns:xsd="http://www.w3.org/2001/XMLSchema" xmlns:xs="http://www.w3.org/2001/XMLSchema" xmlns:p="http://schemas.microsoft.com/office/2006/metadata/properties" xmlns:ns2="11d8c85d-1826-47fa-a5d0-9526e53fc34b" targetNamespace="http://schemas.microsoft.com/office/2006/metadata/properties" ma:root="true" ma:fieldsID="7ea3c1caea18927db56b37cdd8f3f590" ns2:_="">
    <xsd:import namespace="11d8c85d-1826-47fa-a5d0-9526e53fc34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d8c85d-1826-47fa-a5d0-9526e53fc34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21E64A2-6BF1-4430-963C-CCDFCE2AE214}"/>
</file>

<file path=customXml/itemProps2.xml><?xml version="1.0" encoding="utf-8"?>
<ds:datastoreItem xmlns:ds="http://schemas.openxmlformats.org/officeDocument/2006/customXml" ds:itemID="{D0419E40-F43F-4E87-9667-C0579279BEA3}">
  <ds:schemaRefs>
    <ds:schemaRef ds:uri="76c3601a-363f-43d4-a036-3992c2f72613"/>
    <ds:schemaRef ds:uri="e78bdc00-a74b-48b7-906b-ce2f11e16a8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548F579-53B8-4B8C-9F58-0D818877B6A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FY25DBC実施報告_0624対面月次用</Template>
  <TotalTime>0</TotalTime>
  <Words>2042</Words>
  <Application>Microsoft Office PowerPoint</Application>
  <PresentationFormat>ワイド画面</PresentationFormat>
  <Paragraphs>258</Paragraphs>
  <Slides>17</Slides>
  <Notes>5</Notes>
  <HiddenSlides>0</HiddenSlides>
  <MMClips>0</MMClips>
  <ScaleCrop>false</ScaleCrop>
  <HeadingPairs>
    <vt:vector size="6" baseType="variant">
      <vt:variant>
        <vt:lpstr>使用されているフォント</vt:lpstr>
      </vt:variant>
      <vt:variant>
        <vt:i4>2</vt:i4>
      </vt:variant>
      <vt:variant>
        <vt:lpstr>テーマ</vt:lpstr>
      </vt:variant>
      <vt:variant>
        <vt:i4>4</vt:i4>
      </vt:variant>
      <vt:variant>
        <vt:lpstr>スライド タイトル</vt:lpstr>
      </vt:variant>
      <vt:variant>
        <vt:i4>17</vt:i4>
      </vt:variant>
    </vt:vector>
  </HeadingPairs>
  <TitlesOfParts>
    <vt:vector size="23" baseType="lpstr">
      <vt:lpstr>Meiryo UI</vt:lpstr>
      <vt:lpstr>Arial</vt:lpstr>
      <vt:lpstr>表紙_Light</vt:lpstr>
      <vt:lpstr>1_コンテンツ_Light</vt:lpstr>
      <vt:lpstr>4_コンテンツ_Light</vt:lpstr>
      <vt:lpstr>表紙_Dark</vt:lpstr>
      <vt:lpstr>FY26 新入社員向け AI Native開発研修</vt:lpstr>
      <vt:lpstr>演習課題の概要</vt:lpstr>
      <vt:lpstr>[構造理解] Webアプリケーションで必要なもの  ※再掲</vt:lpstr>
      <vt:lpstr>テストクラスを作成する単位</vt:lpstr>
      <vt:lpstr>JUnitで単体テスト</vt:lpstr>
      <vt:lpstr>バイブコーディングで単体テスト(JUnit)</vt:lpstr>
      <vt:lpstr>バイブコーディングで単体テスト – はじめに</vt:lpstr>
      <vt:lpstr>バイブコーディング単体テスト❶ テスト項目表を作る</vt:lpstr>
      <vt:lpstr>バイブコーディング単体テスト➋ Repositoryのテストを作る</vt:lpstr>
      <vt:lpstr>[解説] Repositoryのテストクラス（抜粋）</vt:lpstr>
      <vt:lpstr>バイブコーディング単体テスト➌ Serviceのテストを作る</vt:lpstr>
      <vt:lpstr>[解説] Serviceのテストクラス（抜粋）</vt:lpstr>
      <vt:lpstr>バイブコーディング単体テスト❹ Controllerのテストを作る</vt:lpstr>
      <vt:lpstr>[解説] Controllerのテストクラス（抜粋）</vt:lpstr>
      <vt:lpstr>PowerPoint プレゼンテーション</vt:lpstr>
      <vt:lpstr>[終了条件] 講師配布のテストプログラム(JUnit)が成功すること</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PS3 真弓 愛理/Mayumi, Airi (NTT DATA)</dc:creator>
  <cp:lastModifiedBy>PS3 石川 星/Ishikawa, Sho (NTT DATA)</cp:lastModifiedBy>
  <cp:revision>2</cp:revision>
  <dcterms:created xsi:type="dcterms:W3CDTF">2025-06-20T05:30:54Z</dcterms:created>
  <dcterms:modified xsi:type="dcterms:W3CDTF">2026-06-03T04:14:00Z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0x010100B57F87D80BC18745B0A2F78E3C2CA320</vt:lpwstr>
  </property>
  <property fmtid="{D5CDD505-2E9C-101B-9397-08002B2CF9AE}" pid="3" name="MediaServiceImageTags">
    <vt:lpwstr/>
  </property>
</Properties>
</file>