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9" r:id="rId4"/>
    <p:sldMasterId id="2147484027" r:id="rId5"/>
    <p:sldMasterId id="2147484085" r:id="rId6"/>
    <p:sldMasterId id="2147484102" r:id="rId7"/>
  </p:sldMasterIdLst>
  <p:notesMasterIdLst>
    <p:notesMasterId r:id="rId48"/>
  </p:notesMasterIdLst>
  <p:handoutMasterIdLst>
    <p:handoutMasterId r:id="rId49"/>
  </p:handoutMasterIdLst>
  <p:sldIdLst>
    <p:sldId id="288" r:id="rId8"/>
    <p:sldId id="2147483546" r:id="rId9"/>
    <p:sldId id="2147483572" r:id="rId10"/>
    <p:sldId id="2147483539" r:id="rId11"/>
    <p:sldId id="2147483549" r:id="rId12"/>
    <p:sldId id="2147483575" r:id="rId13"/>
    <p:sldId id="299" r:id="rId14"/>
    <p:sldId id="298" r:id="rId15"/>
    <p:sldId id="2147483547" r:id="rId16"/>
    <p:sldId id="2147483578" r:id="rId17"/>
    <p:sldId id="2147483576" r:id="rId18"/>
    <p:sldId id="2147483565" r:id="rId19"/>
    <p:sldId id="2147483548" r:id="rId20"/>
    <p:sldId id="2147483525" r:id="rId21"/>
    <p:sldId id="2147483557" r:id="rId22"/>
    <p:sldId id="2147483526" r:id="rId23"/>
    <p:sldId id="2147483527" r:id="rId24"/>
    <p:sldId id="2147483528" r:id="rId25"/>
    <p:sldId id="2147483529" r:id="rId26"/>
    <p:sldId id="2147483540" r:id="rId27"/>
    <p:sldId id="2147483560" r:id="rId28"/>
    <p:sldId id="2147483558" r:id="rId29"/>
    <p:sldId id="2147483559" r:id="rId30"/>
    <p:sldId id="2147483577" r:id="rId31"/>
    <p:sldId id="2147483566" r:id="rId32"/>
    <p:sldId id="2147483564" r:id="rId33"/>
    <p:sldId id="2147483571" r:id="rId34"/>
    <p:sldId id="2147483568" r:id="rId35"/>
    <p:sldId id="2147483569" r:id="rId36"/>
    <p:sldId id="2147483573" r:id="rId37"/>
    <p:sldId id="2147483555" r:id="rId38"/>
    <p:sldId id="2147483556" r:id="rId39"/>
    <p:sldId id="2147483554" r:id="rId40"/>
    <p:sldId id="2147483574" r:id="rId41"/>
    <p:sldId id="2147483552" r:id="rId42"/>
    <p:sldId id="2147483562" r:id="rId43"/>
    <p:sldId id="2147483553" r:id="rId44"/>
    <p:sldId id="2147483570" r:id="rId45"/>
    <p:sldId id="2147483550" r:id="rId46"/>
    <p:sldId id="282" r:id="rId4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vaでECサイトAPを作成" id="{8FCB8184-C3FF-4AD7-A678-E0B3F63B9446}">
          <p14:sldIdLst>
            <p14:sldId id="288"/>
            <p14:sldId id="2147483546"/>
            <p14:sldId id="2147483572"/>
            <p14:sldId id="2147483539"/>
            <p14:sldId id="2147483549"/>
            <p14:sldId id="2147483575"/>
            <p14:sldId id="299"/>
            <p14:sldId id="298"/>
            <p14:sldId id="2147483547"/>
            <p14:sldId id="2147483578"/>
            <p14:sldId id="2147483576"/>
            <p14:sldId id="2147483565"/>
            <p14:sldId id="2147483548"/>
            <p14:sldId id="2147483525"/>
            <p14:sldId id="2147483557"/>
            <p14:sldId id="2147483526"/>
            <p14:sldId id="2147483527"/>
            <p14:sldId id="2147483528"/>
            <p14:sldId id="2147483529"/>
            <p14:sldId id="2147483540"/>
            <p14:sldId id="2147483560"/>
            <p14:sldId id="2147483558"/>
            <p14:sldId id="2147483559"/>
            <p14:sldId id="2147483577"/>
            <p14:sldId id="2147483566"/>
            <p14:sldId id="2147483564"/>
            <p14:sldId id="2147483571"/>
            <p14:sldId id="2147483568"/>
            <p14:sldId id="2147483569"/>
            <p14:sldId id="2147483573"/>
            <p14:sldId id="2147483555"/>
            <p14:sldId id="2147483556"/>
            <p14:sldId id="2147483554"/>
            <p14:sldId id="2147483574"/>
            <p14:sldId id="2147483552"/>
            <p14:sldId id="2147483562"/>
            <p14:sldId id="2147483553"/>
            <p14:sldId id="2147483570"/>
            <p14:sldId id="2147483550"/>
            <p14:sldId id="28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FFDD1"/>
    <a:srgbClr val="0072BC"/>
    <a:srgbClr val="C00000"/>
    <a:srgbClr val="CCCCCD"/>
    <a:srgbClr val="285081"/>
    <a:srgbClr val="F9F9F9"/>
    <a:srgbClr val="F3F6FB"/>
    <a:srgbClr val="F4C2EE"/>
    <a:srgbClr val="637CEF"/>
    <a:srgbClr val="E3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7AFB6-F889-F0F0-BC60-FB9FA60DD26E}" v="1" dt="2026-06-02T01:21:47.90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1.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S3 天野 学/Amano, Gaku (NTT DATA)" userId="cb64374a-b8ae-459f-8218-8fe0a6ba244e" providerId="ADAL" clId="{D11B0B6E-B536-465D-989F-9C53E44D9774}"/>
    <pc:docChg chg="undo custSel modSld">
      <pc:chgData name="PS3 天野 学/Amano, Gaku (NTT DATA)" userId="cb64374a-b8ae-459f-8218-8fe0a6ba244e" providerId="ADAL" clId="{D11B0B6E-B536-465D-989F-9C53E44D9774}" dt="2026-05-29T11:44:21.837" v="585" actId="1035"/>
      <pc:docMkLst>
        <pc:docMk/>
      </pc:docMkLst>
      <pc:sldChg chg="modSp mod">
        <pc:chgData name="PS3 天野 学/Amano, Gaku (NTT DATA)" userId="cb64374a-b8ae-459f-8218-8fe0a6ba244e" providerId="ADAL" clId="{D11B0B6E-B536-465D-989F-9C53E44D9774}" dt="2026-05-29T07:10:36.089" v="248" actId="6549"/>
        <pc:sldMkLst>
          <pc:docMk/>
          <pc:sldMk cId="3573041391" sldId="2147483552"/>
        </pc:sldMkLst>
        <pc:spChg chg="mod">
          <ac:chgData name="PS3 天野 学/Amano, Gaku (NTT DATA)" userId="cb64374a-b8ae-459f-8218-8fe0a6ba244e" providerId="ADAL" clId="{D11B0B6E-B536-465D-989F-9C53E44D9774}" dt="2026-05-29T07:10:36.089" v="248" actId="6549"/>
          <ac:spMkLst>
            <pc:docMk/>
            <pc:sldMk cId="3573041391" sldId="2147483552"/>
            <ac:spMk id="27" creationId="{518F8245-0BA7-5F0A-F7D0-16BD92815869}"/>
          </ac:spMkLst>
        </pc:spChg>
      </pc:sldChg>
      <pc:sldChg chg="addSp modSp mod">
        <pc:chgData name="PS3 天野 学/Amano, Gaku (NTT DATA)" userId="cb64374a-b8ae-459f-8218-8fe0a6ba244e" providerId="ADAL" clId="{D11B0B6E-B536-465D-989F-9C53E44D9774}" dt="2026-05-29T07:45:54.096" v="429" actId="14100"/>
        <pc:sldMkLst>
          <pc:docMk/>
          <pc:sldMk cId="3391412801" sldId="2147483553"/>
        </pc:sldMkLst>
        <pc:spChg chg="mod">
          <ac:chgData name="PS3 天野 学/Amano, Gaku (NTT DATA)" userId="cb64374a-b8ae-459f-8218-8fe0a6ba244e" providerId="ADAL" clId="{D11B0B6E-B536-465D-989F-9C53E44D9774}" dt="2026-05-29T07:45:54.096" v="429" actId="14100"/>
          <ac:spMkLst>
            <pc:docMk/>
            <pc:sldMk cId="3391412801" sldId="2147483553"/>
            <ac:spMk id="3" creationId="{BBBAC1FD-F40A-C974-EA81-D179606875FD}"/>
          </ac:spMkLst>
        </pc:spChg>
        <pc:spChg chg="add mod">
          <ac:chgData name="PS3 天野 学/Amano, Gaku (NTT DATA)" userId="cb64374a-b8ae-459f-8218-8fe0a6ba244e" providerId="ADAL" clId="{D11B0B6E-B536-465D-989F-9C53E44D9774}" dt="2026-05-29T07:45:50.878" v="428" actId="14100"/>
          <ac:spMkLst>
            <pc:docMk/>
            <pc:sldMk cId="3391412801" sldId="2147483553"/>
            <ac:spMk id="5" creationId="{183AA7C0-C5BC-971A-06C8-FA4C8C71D273}"/>
          </ac:spMkLst>
        </pc:spChg>
      </pc:sldChg>
      <pc:sldChg chg="modSp mod">
        <pc:chgData name="PS3 天野 学/Amano, Gaku (NTT DATA)" userId="cb64374a-b8ae-459f-8218-8fe0a6ba244e" providerId="ADAL" clId="{D11B0B6E-B536-465D-989F-9C53E44D9774}" dt="2026-05-29T11:43:59.640" v="576" actId="6549"/>
        <pc:sldMkLst>
          <pc:docMk/>
          <pc:sldMk cId="651476689" sldId="2147483565"/>
        </pc:sldMkLst>
        <pc:spChg chg="mod">
          <ac:chgData name="PS3 天野 学/Amano, Gaku (NTT DATA)" userId="cb64374a-b8ae-459f-8218-8fe0a6ba244e" providerId="ADAL" clId="{D11B0B6E-B536-465D-989F-9C53E44D9774}" dt="2026-05-29T11:43:59.640" v="576" actId="6549"/>
          <ac:spMkLst>
            <pc:docMk/>
            <pc:sldMk cId="651476689" sldId="2147483565"/>
            <ac:spMk id="3" creationId="{94DF2508-AE81-F41F-F2C1-0B4FF7277BF4}"/>
          </ac:spMkLst>
        </pc:spChg>
      </pc:sldChg>
      <pc:sldChg chg="modSp mod">
        <pc:chgData name="PS3 天野 学/Amano, Gaku (NTT DATA)" userId="cb64374a-b8ae-459f-8218-8fe0a6ba244e" providerId="ADAL" clId="{D11B0B6E-B536-465D-989F-9C53E44D9774}" dt="2026-05-29T11:44:21.837" v="585" actId="1035"/>
        <pc:sldMkLst>
          <pc:docMk/>
          <pc:sldMk cId="363121219" sldId="2147483571"/>
        </pc:sldMkLst>
        <pc:spChg chg="mod">
          <ac:chgData name="PS3 天野 学/Amano, Gaku (NTT DATA)" userId="cb64374a-b8ae-459f-8218-8fe0a6ba244e" providerId="ADAL" clId="{D11B0B6E-B536-465D-989F-9C53E44D9774}" dt="2026-05-29T11:44:12.153" v="577" actId="20577"/>
          <ac:spMkLst>
            <pc:docMk/>
            <pc:sldMk cId="363121219" sldId="2147483571"/>
            <ac:spMk id="5" creationId="{D5CE7312-5D2D-7BB1-6253-D1156A1E5E70}"/>
          </ac:spMkLst>
        </pc:spChg>
        <pc:spChg chg="mod">
          <ac:chgData name="PS3 天野 学/Amano, Gaku (NTT DATA)" userId="cb64374a-b8ae-459f-8218-8fe0a6ba244e" providerId="ADAL" clId="{D11B0B6E-B536-465D-989F-9C53E44D9774}" dt="2026-05-29T11:44:21.837" v="585" actId="1035"/>
          <ac:spMkLst>
            <pc:docMk/>
            <pc:sldMk cId="363121219" sldId="2147483571"/>
            <ac:spMk id="9" creationId="{BCDB494A-D4B8-B1B9-1EF6-32C9A0C64E56}"/>
          </ac:spMkLst>
        </pc:spChg>
        <pc:spChg chg="mod">
          <ac:chgData name="PS3 天野 学/Amano, Gaku (NTT DATA)" userId="cb64374a-b8ae-459f-8218-8fe0a6ba244e" providerId="ADAL" clId="{D11B0B6E-B536-465D-989F-9C53E44D9774}" dt="2026-05-29T11:44:21.837" v="585" actId="1035"/>
          <ac:spMkLst>
            <pc:docMk/>
            <pc:sldMk cId="363121219" sldId="2147483571"/>
            <ac:spMk id="12" creationId="{541E3E13-2A87-B694-52EC-62B84C6297DA}"/>
          </ac:spMkLst>
        </pc:spChg>
      </pc:sldChg>
      <pc:sldChg chg="modSp mod">
        <pc:chgData name="PS3 天野 学/Amano, Gaku (NTT DATA)" userId="cb64374a-b8ae-459f-8218-8fe0a6ba244e" providerId="ADAL" clId="{D11B0B6E-B536-465D-989F-9C53E44D9774}" dt="2026-05-29T11:39:28.002" v="569" actId="14100"/>
        <pc:sldMkLst>
          <pc:docMk/>
          <pc:sldMk cId="3263752324" sldId="2147483573"/>
        </pc:sldMkLst>
        <pc:spChg chg="mod">
          <ac:chgData name="PS3 天野 学/Amano, Gaku (NTT DATA)" userId="cb64374a-b8ae-459f-8218-8fe0a6ba244e" providerId="ADAL" clId="{D11B0B6E-B536-465D-989F-9C53E44D9774}" dt="2026-05-29T11:39:28.002" v="569" actId="14100"/>
          <ac:spMkLst>
            <pc:docMk/>
            <pc:sldMk cId="3263752324" sldId="2147483573"/>
            <ac:spMk id="5" creationId="{8AC0CC5D-FD51-EA70-A27D-0FD54AB9D2CD}"/>
          </ac:spMkLst>
        </pc:spChg>
      </pc:sldChg>
      <pc:sldChg chg="modSp mod">
        <pc:chgData name="PS3 天野 学/Amano, Gaku (NTT DATA)" userId="cb64374a-b8ae-459f-8218-8fe0a6ba244e" providerId="ADAL" clId="{D11B0B6E-B536-465D-989F-9C53E44D9774}" dt="2026-05-29T11:39:54.931" v="575" actId="14100"/>
        <pc:sldMkLst>
          <pc:docMk/>
          <pc:sldMk cId="497464129" sldId="2147483574"/>
        </pc:sldMkLst>
        <pc:spChg chg="mod">
          <ac:chgData name="PS3 天野 学/Amano, Gaku (NTT DATA)" userId="cb64374a-b8ae-459f-8218-8fe0a6ba244e" providerId="ADAL" clId="{D11B0B6E-B536-465D-989F-9C53E44D9774}" dt="2026-05-29T11:39:54.931" v="575" actId="14100"/>
          <ac:spMkLst>
            <pc:docMk/>
            <pc:sldMk cId="497464129" sldId="2147483574"/>
            <ac:spMk id="5" creationId="{9741C410-DE3F-779C-A87D-DF8927CECE74}"/>
          </ac:spMkLst>
        </pc:spChg>
      </pc:sldChg>
    </pc:docChg>
  </pc:docChgLst>
  <pc:docChgLst>
    <pc:chgData name="PS3 石川 星/Ishikawa, Sho (NTT DATA)" userId="02c132a7-2049-4e7b-a292-e2101025765b" providerId="ADAL" clId="{5963EF00-8023-431A-B5E3-7791A55D19A7}"/>
    <pc:docChg chg="undo custSel addSld delSld modSld sldOrd delMainMaster modMainMaster addSection delSection modSection">
      <pc:chgData name="PS3 石川 星/Ishikawa, Sho (NTT DATA)" userId="02c132a7-2049-4e7b-a292-e2101025765b" providerId="ADAL" clId="{5963EF00-8023-431A-B5E3-7791A55D19A7}" dt="2026-05-29T10:33:24.084" v="37175"/>
      <pc:docMkLst>
        <pc:docMk/>
      </pc:docMkLst>
      <pc:sldChg chg="add ord">
        <pc:chgData name="PS3 石川 星/Ishikawa, Sho (NTT DATA)" userId="02c132a7-2049-4e7b-a292-e2101025765b" providerId="ADAL" clId="{5963EF00-8023-431A-B5E3-7791A55D19A7}" dt="2026-05-21T01:30:50.461" v="33254"/>
        <pc:sldMkLst>
          <pc:docMk/>
          <pc:sldMk cId="3891599651" sldId="282"/>
        </pc:sldMkLst>
      </pc:sldChg>
      <pc:sldChg chg="modSp add mod ord">
        <pc:chgData name="PS3 石川 星/Ishikawa, Sho (NTT DATA)" userId="02c132a7-2049-4e7b-a292-e2101025765b" providerId="ADAL" clId="{5963EF00-8023-431A-B5E3-7791A55D19A7}" dt="2026-05-29T02:07:12.382" v="36704" actId="20577"/>
        <pc:sldMkLst>
          <pc:docMk/>
          <pc:sldMk cId="1121628382" sldId="288"/>
        </pc:sldMkLst>
        <pc:spChg chg="mod">
          <ac:chgData name="PS3 石川 星/Ishikawa, Sho (NTT DATA)" userId="02c132a7-2049-4e7b-a292-e2101025765b" providerId="ADAL" clId="{5963EF00-8023-431A-B5E3-7791A55D19A7}" dt="2026-05-29T02:07:12.382" v="36704" actId="20577"/>
          <ac:spMkLst>
            <pc:docMk/>
            <pc:sldMk cId="1121628382" sldId="288"/>
            <ac:spMk id="2" creationId="{F23590E3-C1A1-6EE5-33A3-1BA188D38A25}"/>
          </ac:spMkLst>
        </pc:spChg>
        <pc:spChg chg="mod">
          <ac:chgData name="PS3 石川 星/Ishikawa, Sho (NTT DATA)" userId="02c132a7-2049-4e7b-a292-e2101025765b" providerId="ADAL" clId="{5963EF00-8023-431A-B5E3-7791A55D19A7}" dt="2026-05-29T01:48:06.644" v="36697" actId="20577"/>
          <ac:spMkLst>
            <pc:docMk/>
            <pc:sldMk cId="1121628382" sldId="288"/>
            <ac:spMk id="3" creationId="{364265A2-61B5-45D8-6463-6418F44F076D}"/>
          </ac:spMkLst>
        </pc:spChg>
        <pc:spChg chg="mod">
          <ac:chgData name="PS3 石川 星/Ishikawa, Sho (NTT DATA)" userId="02c132a7-2049-4e7b-a292-e2101025765b" providerId="ADAL" clId="{5963EF00-8023-431A-B5E3-7791A55D19A7}" dt="2026-05-15T02:09:47.208" v="21130"/>
          <ac:spMkLst>
            <pc:docMk/>
            <pc:sldMk cId="1121628382" sldId="288"/>
            <ac:spMk id="4" creationId="{DCF65AA0-1FFF-132D-52B8-6DB3C5784AF4}"/>
          </ac:spMkLst>
        </pc:spChg>
      </pc:sldChg>
      <pc:sldChg chg="modSp add mod ord modNotesTx">
        <pc:chgData name="PS3 石川 星/Ishikawa, Sho (NTT DATA)" userId="02c132a7-2049-4e7b-a292-e2101025765b" providerId="ADAL" clId="{5963EF00-8023-431A-B5E3-7791A55D19A7}" dt="2026-05-20T06:47:05.095" v="28548" actId="13926"/>
        <pc:sldMkLst>
          <pc:docMk/>
          <pc:sldMk cId="2149851124" sldId="298"/>
        </pc:sldMkLst>
        <pc:spChg chg="mod">
          <ac:chgData name="PS3 石川 星/Ishikawa, Sho (NTT DATA)" userId="02c132a7-2049-4e7b-a292-e2101025765b" providerId="ADAL" clId="{5963EF00-8023-431A-B5E3-7791A55D19A7}" dt="2026-05-14T09:21:02.414" v="19239"/>
          <ac:spMkLst>
            <pc:docMk/>
            <pc:sldMk cId="2149851124" sldId="298"/>
            <ac:spMk id="2" creationId="{70A06ED3-8B1B-97E9-E584-BB2D6601EC49}"/>
          </ac:spMkLst>
        </pc:spChg>
        <pc:spChg chg="mod">
          <ac:chgData name="PS3 石川 星/Ishikawa, Sho (NTT DATA)" userId="02c132a7-2049-4e7b-a292-e2101025765b" providerId="ADAL" clId="{5963EF00-8023-431A-B5E3-7791A55D19A7}" dt="2026-05-14T09:31:19.753" v="19448"/>
          <ac:spMkLst>
            <pc:docMk/>
            <pc:sldMk cId="2149851124" sldId="298"/>
            <ac:spMk id="3" creationId="{67110BCC-F361-A0DB-CACC-32ADA2E28BDC}"/>
          </ac:spMkLst>
        </pc:spChg>
        <pc:graphicFrameChg chg="mod modGraphic">
          <ac:chgData name="PS3 石川 星/Ishikawa, Sho (NTT DATA)" userId="02c132a7-2049-4e7b-a292-e2101025765b" providerId="ADAL" clId="{5963EF00-8023-431A-B5E3-7791A55D19A7}" dt="2026-05-20T06:47:05.095" v="28548" actId="13926"/>
          <ac:graphicFrameMkLst>
            <pc:docMk/>
            <pc:sldMk cId="2149851124" sldId="298"/>
            <ac:graphicFrameMk id="4" creationId="{18630F09-E8B5-9033-A8DE-C82365B9F666}"/>
          </ac:graphicFrameMkLst>
        </pc:graphicFrameChg>
      </pc:sldChg>
      <pc:sldChg chg="addSp delSp modSp add mod">
        <pc:chgData name="PS3 石川 星/Ishikawa, Sho (NTT DATA)" userId="02c132a7-2049-4e7b-a292-e2101025765b" providerId="ADAL" clId="{5963EF00-8023-431A-B5E3-7791A55D19A7}" dt="2026-05-13T04:42:26.488" v="17874" actId="20577"/>
        <pc:sldMkLst>
          <pc:docMk/>
          <pc:sldMk cId="838342772" sldId="299"/>
        </pc:sldMkLst>
        <pc:spChg chg="mod">
          <ac:chgData name="PS3 石川 星/Ishikawa, Sho (NTT DATA)" userId="02c132a7-2049-4e7b-a292-e2101025765b" providerId="ADAL" clId="{5963EF00-8023-431A-B5E3-7791A55D19A7}" dt="2026-05-13T04:42:26.488" v="17874" actId="20577"/>
          <ac:spMkLst>
            <pc:docMk/>
            <pc:sldMk cId="838342772" sldId="299"/>
            <ac:spMk id="2" creationId="{9BC6BF08-36A7-77F6-F93B-219213BFFB4A}"/>
          </ac:spMkLst>
        </pc:spChg>
      </pc:sldChg>
      <pc:sldChg chg="addSp delSp modSp add mod ord modNotesTx">
        <pc:chgData name="PS3 石川 星/Ishikawa, Sho (NTT DATA)" userId="02c132a7-2049-4e7b-a292-e2101025765b" providerId="ADAL" clId="{5963EF00-8023-431A-B5E3-7791A55D19A7}" dt="2026-05-21T08:14:04.406" v="33737" actId="20577"/>
        <pc:sldMkLst>
          <pc:docMk/>
          <pc:sldMk cId="1768998300" sldId="2147483525"/>
        </pc:sldMkLst>
        <pc:spChg chg="mod">
          <ac:chgData name="PS3 石川 星/Ishikawa, Sho (NTT DATA)" userId="02c132a7-2049-4e7b-a292-e2101025765b" providerId="ADAL" clId="{5963EF00-8023-431A-B5E3-7791A55D19A7}" dt="2026-05-21T08:14:04.406" v="33737" actId="20577"/>
          <ac:spMkLst>
            <pc:docMk/>
            <pc:sldMk cId="1768998300" sldId="2147483525"/>
            <ac:spMk id="2" creationId="{8CBC4E75-D625-04B1-0322-A97F467C6613}"/>
          </ac:spMkLst>
        </pc:spChg>
        <pc:spChg chg="mod">
          <ac:chgData name="PS3 石川 星/Ishikawa, Sho (NTT DATA)" userId="02c132a7-2049-4e7b-a292-e2101025765b" providerId="ADAL" clId="{5963EF00-8023-431A-B5E3-7791A55D19A7}" dt="2026-05-14T09:40:06.288" v="19558" actId="1035"/>
          <ac:spMkLst>
            <pc:docMk/>
            <pc:sldMk cId="1768998300" sldId="2147483525"/>
            <ac:spMk id="3" creationId="{17AA8C1E-9A9F-BD47-C693-7A92727BD6F9}"/>
          </ac:spMkLst>
        </pc:spChg>
        <pc:graphicFrameChg chg="mod modGraphic">
          <ac:chgData name="PS3 石川 星/Ishikawa, Sho (NTT DATA)" userId="02c132a7-2049-4e7b-a292-e2101025765b" providerId="ADAL" clId="{5963EF00-8023-431A-B5E3-7791A55D19A7}" dt="2026-05-20T13:16:52.974" v="32770" actId="14734"/>
          <ac:graphicFrameMkLst>
            <pc:docMk/>
            <pc:sldMk cId="1768998300" sldId="2147483525"/>
            <ac:graphicFrameMk id="4" creationId="{C12F63B4-12A0-D78F-B175-44461172F425}"/>
          </ac:graphicFrameMkLst>
        </pc:graphicFrameChg>
      </pc:sldChg>
      <pc:sldChg chg="addSp delSp modSp add mod ord">
        <pc:chgData name="PS3 石川 星/Ishikawa, Sho (NTT DATA)" userId="02c132a7-2049-4e7b-a292-e2101025765b" providerId="ADAL" clId="{5963EF00-8023-431A-B5E3-7791A55D19A7}" dt="2026-05-21T08:14:25.832" v="33741" actId="20577"/>
        <pc:sldMkLst>
          <pc:docMk/>
          <pc:sldMk cId="934779785" sldId="2147483526"/>
        </pc:sldMkLst>
        <pc:spChg chg="mod">
          <ac:chgData name="PS3 石川 星/Ishikawa, Sho (NTT DATA)" userId="02c132a7-2049-4e7b-a292-e2101025765b" providerId="ADAL" clId="{5963EF00-8023-431A-B5E3-7791A55D19A7}" dt="2026-05-21T08:14:25.832" v="33741" actId="20577"/>
          <ac:spMkLst>
            <pc:docMk/>
            <pc:sldMk cId="934779785" sldId="2147483526"/>
            <ac:spMk id="2" creationId="{36E20926-97D5-D4EA-E991-CC06F983AF85}"/>
          </ac:spMkLst>
        </pc:spChg>
        <pc:spChg chg="mod">
          <ac:chgData name="PS3 石川 星/Ishikawa, Sho (NTT DATA)" userId="02c132a7-2049-4e7b-a292-e2101025765b" providerId="ADAL" clId="{5963EF00-8023-431A-B5E3-7791A55D19A7}" dt="2026-05-08T06:53:24.241" v="11802" actId="20577"/>
          <ac:spMkLst>
            <pc:docMk/>
            <pc:sldMk cId="934779785" sldId="2147483526"/>
            <ac:spMk id="3" creationId="{E5D5DB7C-7E41-1F07-D9BB-DF958CBFFB79}"/>
          </ac:spMkLst>
        </pc:spChg>
        <pc:graphicFrameChg chg="mod modGraphic">
          <ac:chgData name="PS3 石川 星/Ishikawa, Sho (NTT DATA)" userId="02c132a7-2049-4e7b-a292-e2101025765b" providerId="ADAL" clId="{5963EF00-8023-431A-B5E3-7791A55D19A7}" dt="2026-05-14T06:39:41.120" v="19093" actId="20577"/>
          <ac:graphicFrameMkLst>
            <pc:docMk/>
            <pc:sldMk cId="934779785" sldId="2147483526"/>
            <ac:graphicFrameMk id="4" creationId="{D1C37A68-9B92-2EBC-001C-5C563AA1C012}"/>
          </ac:graphicFrameMkLst>
        </pc:graphicFrameChg>
      </pc:sldChg>
      <pc:sldChg chg="modSp add mod ord">
        <pc:chgData name="PS3 石川 星/Ishikawa, Sho (NTT DATA)" userId="02c132a7-2049-4e7b-a292-e2101025765b" providerId="ADAL" clId="{5963EF00-8023-431A-B5E3-7791A55D19A7}" dt="2026-05-21T08:14:31.683" v="33743" actId="20577"/>
        <pc:sldMkLst>
          <pc:docMk/>
          <pc:sldMk cId="3215789927" sldId="2147483527"/>
        </pc:sldMkLst>
        <pc:spChg chg="mod">
          <ac:chgData name="PS3 石川 星/Ishikawa, Sho (NTT DATA)" userId="02c132a7-2049-4e7b-a292-e2101025765b" providerId="ADAL" clId="{5963EF00-8023-431A-B5E3-7791A55D19A7}" dt="2026-05-21T08:14:31.683" v="33743" actId="20577"/>
          <ac:spMkLst>
            <pc:docMk/>
            <pc:sldMk cId="3215789927" sldId="2147483527"/>
            <ac:spMk id="2" creationId="{0C7A8738-782E-E391-43A4-6B71DE2C4644}"/>
          </ac:spMkLst>
        </pc:spChg>
        <pc:spChg chg="mod">
          <ac:chgData name="PS3 石川 星/Ishikawa, Sho (NTT DATA)" userId="02c132a7-2049-4e7b-a292-e2101025765b" providerId="ADAL" clId="{5963EF00-8023-431A-B5E3-7791A55D19A7}" dt="2026-05-08T06:53:35.868" v="11805" actId="20577"/>
          <ac:spMkLst>
            <pc:docMk/>
            <pc:sldMk cId="3215789927" sldId="2147483527"/>
            <ac:spMk id="3" creationId="{3244FC00-9014-CEF5-4055-8F4C27A8400F}"/>
          </ac:spMkLst>
        </pc:spChg>
        <pc:graphicFrameChg chg="mod modGraphic">
          <ac:chgData name="PS3 石川 星/Ishikawa, Sho (NTT DATA)" userId="02c132a7-2049-4e7b-a292-e2101025765b" providerId="ADAL" clId="{5963EF00-8023-431A-B5E3-7791A55D19A7}" dt="2026-05-20T12:46:04.259" v="32747" actId="14734"/>
          <ac:graphicFrameMkLst>
            <pc:docMk/>
            <pc:sldMk cId="3215789927" sldId="2147483527"/>
            <ac:graphicFrameMk id="4" creationId="{E564FA97-BE0D-2669-5E1F-0383CA8F7638}"/>
          </ac:graphicFrameMkLst>
        </pc:graphicFrameChg>
      </pc:sldChg>
      <pc:sldChg chg="modSp add mod ord">
        <pc:chgData name="PS3 石川 星/Ishikawa, Sho (NTT DATA)" userId="02c132a7-2049-4e7b-a292-e2101025765b" providerId="ADAL" clId="{5963EF00-8023-431A-B5E3-7791A55D19A7}" dt="2026-05-21T08:14:37.974" v="33745" actId="20577"/>
        <pc:sldMkLst>
          <pc:docMk/>
          <pc:sldMk cId="2560121866" sldId="2147483528"/>
        </pc:sldMkLst>
        <pc:spChg chg="mod">
          <ac:chgData name="PS3 石川 星/Ishikawa, Sho (NTT DATA)" userId="02c132a7-2049-4e7b-a292-e2101025765b" providerId="ADAL" clId="{5963EF00-8023-431A-B5E3-7791A55D19A7}" dt="2026-05-21T08:14:37.974" v="33745" actId="20577"/>
          <ac:spMkLst>
            <pc:docMk/>
            <pc:sldMk cId="2560121866" sldId="2147483528"/>
            <ac:spMk id="2" creationId="{22E2D10C-EE10-90D2-3874-09F8FEABF0F9}"/>
          </ac:spMkLst>
        </pc:spChg>
        <pc:spChg chg="mod">
          <ac:chgData name="PS3 石川 星/Ishikawa, Sho (NTT DATA)" userId="02c132a7-2049-4e7b-a292-e2101025765b" providerId="ADAL" clId="{5963EF00-8023-431A-B5E3-7791A55D19A7}" dt="2026-05-08T06:53:45.698" v="11808" actId="20577"/>
          <ac:spMkLst>
            <pc:docMk/>
            <pc:sldMk cId="2560121866" sldId="2147483528"/>
            <ac:spMk id="3" creationId="{BA0DF559-0C31-8D8F-72D2-FA935AE4B6A6}"/>
          </ac:spMkLst>
        </pc:spChg>
        <pc:graphicFrameChg chg="mod modGraphic">
          <ac:chgData name="PS3 石川 星/Ishikawa, Sho (NTT DATA)" userId="02c132a7-2049-4e7b-a292-e2101025765b" providerId="ADAL" clId="{5963EF00-8023-431A-B5E3-7791A55D19A7}" dt="2026-05-20T12:45:43.011" v="32730"/>
          <ac:graphicFrameMkLst>
            <pc:docMk/>
            <pc:sldMk cId="2560121866" sldId="2147483528"/>
            <ac:graphicFrameMk id="4" creationId="{13256768-12E3-8E9D-AADE-D155F15E5175}"/>
          </ac:graphicFrameMkLst>
        </pc:graphicFrameChg>
      </pc:sldChg>
      <pc:sldChg chg="addSp delSp modSp add mod ord">
        <pc:chgData name="PS3 石川 星/Ishikawa, Sho (NTT DATA)" userId="02c132a7-2049-4e7b-a292-e2101025765b" providerId="ADAL" clId="{5963EF00-8023-431A-B5E3-7791A55D19A7}" dt="2026-05-21T08:14:43.033" v="33747" actId="20577"/>
        <pc:sldMkLst>
          <pc:docMk/>
          <pc:sldMk cId="2654339327" sldId="2147483529"/>
        </pc:sldMkLst>
        <pc:spChg chg="mod">
          <ac:chgData name="PS3 石川 星/Ishikawa, Sho (NTT DATA)" userId="02c132a7-2049-4e7b-a292-e2101025765b" providerId="ADAL" clId="{5963EF00-8023-431A-B5E3-7791A55D19A7}" dt="2026-05-21T08:14:43.033" v="33747" actId="20577"/>
          <ac:spMkLst>
            <pc:docMk/>
            <pc:sldMk cId="2654339327" sldId="2147483529"/>
            <ac:spMk id="2" creationId="{631798F6-7B5D-34D8-A18D-641C91CF421A}"/>
          </ac:spMkLst>
        </pc:spChg>
        <pc:spChg chg="mod">
          <ac:chgData name="PS3 石川 星/Ishikawa, Sho (NTT DATA)" userId="02c132a7-2049-4e7b-a292-e2101025765b" providerId="ADAL" clId="{5963EF00-8023-431A-B5E3-7791A55D19A7}" dt="2026-05-08T06:53:55.561" v="11811" actId="20577"/>
          <ac:spMkLst>
            <pc:docMk/>
            <pc:sldMk cId="2654339327" sldId="2147483529"/>
            <ac:spMk id="3" creationId="{374868EB-D37C-2840-2786-0050B3A59080}"/>
          </ac:spMkLst>
        </pc:spChg>
        <pc:graphicFrameChg chg="mod modGraphic">
          <ac:chgData name="PS3 石川 星/Ishikawa, Sho (NTT DATA)" userId="02c132a7-2049-4e7b-a292-e2101025765b" providerId="ADAL" clId="{5963EF00-8023-431A-B5E3-7791A55D19A7}" dt="2026-05-20T12:45:25.816" v="32717"/>
          <ac:graphicFrameMkLst>
            <pc:docMk/>
            <pc:sldMk cId="2654339327" sldId="2147483529"/>
            <ac:graphicFrameMk id="4" creationId="{EAF645B8-A9D9-3FB7-0113-EE36FD566C28}"/>
          </ac:graphicFrameMkLst>
        </pc:graphicFrameChg>
      </pc:sldChg>
      <pc:sldChg chg="addSp delSp modSp add mod ord">
        <pc:chgData name="PS3 石川 星/Ishikawa, Sho (NTT DATA)" userId="02c132a7-2049-4e7b-a292-e2101025765b" providerId="ADAL" clId="{5963EF00-8023-431A-B5E3-7791A55D19A7}" dt="2026-05-22T11:45:06.077" v="36417"/>
        <pc:sldMkLst>
          <pc:docMk/>
          <pc:sldMk cId="3409436438" sldId="2147483539"/>
        </pc:sldMkLst>
        <pc:spChg chg="mod">
          <ac:chgData name="PS3 石川 星/Ishikawa, Sho (NTT DATA)" userId="02c132a7-2049-4e7b-a292-e2101025765b" providerId="ADAL" clId="{5963EF00-8023-431A-B5E3-7791A55D19A7}" dt="2026-05-13T05:40:59.146" v="18484"/>
          <ac:spMkLst>
            <pc:docMk/>
            <pc:sldMk cId="3409436438" sldId="2147483539"/>
            <ac:spMk id="2" creationId="{C1E49F72-B454-2227-53C1-7984D266EAB9}"/>
          </ac:spMkLst>
        </pc:spChg>
        <pc:spChg chg="mod">
          <ac:chgData name="PS3 石川 星/Ishikawa, Sho (NTT DATA)" userId="02c132a7-2049-4e7b-a292-e2101025765b" providerId="ADAL" clId="{5963EF00-8023-431A-B5E3-7791A55D19A7}" dt="2026-05-22T11:45:06.077" v="36417"/>
          <ac:spMkLst>
            <pc:docMk/>
            <pc:sldMk cId="3409436438" sldId="2147483539"/>
            <ac:spMk id="3" creationId="{282E744F-3BD4-4320-C534-DF31A770C6F4}"/>
          </ac:spMkLst>
        </pc:spChg>
      </pc:sldChg>
      <pc:sldChg chg="addSp delSp modSp add mod ord">
        <pc:chgData name="PS3 石川 星/Ishikawa, Sho (NTT DATA)" userId="02c132a7-2049-4e7b-a292-e2101025765b" providerId="ADAL" clId="{5963EF00-8023-431A-B5E3-7791A55D19A7}" dt="2026-05-21T08:14:48.916" v="33749" actId="20577"/>
        <pc:sldMkLst>
          <pc:docMk/>
          <pc:sldMk cId="3698629867" sldId="2147483540"/>
        </pc:sldMkLst>
        <pc:spChg chg="mod">
          <ac:chgData name="PS3 石川 星/Ishikawa, Sho (NTT DATA)" userId="02c132a7-2049-4e7b-a292-e2101025765b" providerId="ADAL" clId="{5963EF00-8023-431A-B5E3-7791A55D19A7}" dt="2026-05-21T08:14:48.916" v="33749" actId="20577"/>
          <ac:spMkLst>
            <pc:docMk/>
            <pc:sldMk cId="3698629867" sldId="2147483540"/>
            <ac:spMk id="2" creationId="{28C3F73E-A3B5-EF8B-8AA1-87C942567939}"/>
          </ac:spMkLst>
        </pc:spChg>
        <pc:spChg chg="mod">
          <ac:chgData name="PS3 石川 星/Ishikawa, Sho (NTT DATA)" userId="02c132a7-2049-4e7b-a292-e2101025765b" providerId="ADAL" clId="{5963EF00-8023-431A-B5E3-7791A55D19A7}" dt="2026-05-13T08:34:57.232" v="18507"/>
          <ac:spMkLst>
            <pc:docMk/>
            <pc:sldMk cId="3698629867" sldId="2147483540"/>
            <ac:spMk id="3" creationId="{E29E0F18-DC29-AF04-3300-60929FF12470}"/>
          </ac:spMkLst>
        </pc:spChg>
        <pc:graphicFrameChg chg="mod modGraphic">
          <ac:chgData name="PS3 石川 星/Ishikawa, Sho (NTT DATA)" userId="02c132a7-2049-4e7b-a292-e2101025765b" providerId="ADAL" clId="{5963EF00-8023-431A-B5E3-7791A55D19A7}" dt="2026-05-15T12:30:22.047" v="25729"/>
          <ac:graphicFrameMkLst>
            <pc:docMk/>
            <pc:sldMk cId="3698629867" sldId="2147483540"/>
            <ac:graphicFrameMk id="4" creationId="{1B6723CA-02CE-66B1-F306-A91AF6C9756A}"/>
          </ac:graphicFrameMkLst>
        </pc:graphicFrameChg>
      </pc:sldChg>
      <pc:sldChg chg="addSp delSp modSp add mod ord modNotesTx">
        <pc:chgData name="PS3 石川 星/Ishikawa, Sho (NTT DATA)" userId="02c132a7-2049-4e7b-a292-e2101025765b" providerId="ADAL" clId="{5963EF00-8023-431A-B5E3-7791A55D19A7}" dt="2026-05-28T09:16:41.470" v="36690" actId="20577"/>
        <pc:sldMkLst>
          <pc:docMk/>
          <pc:sldMk cId="2753819577" sldId="2147483546"/>
        </pc:sldMkLst>
        <pc:spChg chg="mod">
          <ac:chgData name="PS3 石川 星/Ishikawa, Sho (NTT DATA)" userId="02c132a7-2049-4e7b-a292-e2101025765b" providerId="ADAL" clId="{5963EF00-8023-431A-B5E3-7791A55D19A7}" dt="2026-05-13T05:40:53.978" v="18473"/>
          <ac:spMkLst>
            <pc:docMk/>
            <pc:sldMk cId="2753819577" sldId="2147483546"/>
            <ac:spMk id="2" creationId="{2CBECE61-1B78-E898-6750-8988E31422BD}"/>
          </ac:spMkLst>
        </pc:spChg>
        <pc:spChg chg="mod">
          <ac:chgData name="PS3 石川 星/Ishikawa, Sho (NTT DATA)" userId="02c132a7-2049-4e7b-a292-e2101025765b" providerId="ADAL" clId="{5963EF00-8023-431A-B5E3-7791A55D19A7}" dt="2026-05-28T09:16:23.590" v="36664"/>
          <ac:spMkLst>
            <pc:docMk/>
            <pc:sldMk cId="2753819577" sldId="2147483546"/>
            <ac:spMk id="3" creationId="{BBD39BBD-844E-A4EC-0281-835E3F6F4497}"/>
          </ac:spMkLst>
        </pc:spChg>
        <pc:spChg chg="mod">
          <ac:chgData name="PS3 石川 星/Ishikawa, Sho (NTT DATA)" userId="02c132a7-2049-4e7b-a292-e2101025765b" providerId="ADAL" clId="{5963EF00-8023-431A-B5E3-7791A55D19A7}" dt="2026-05-28T09:16:41.470" v="36690" actId="20577"/>
          <ac:spMkLst>
            <pc:docMk/>
            <pc:sldMk cId="2753819577" sldId="2147483546"/>
            <ac:spMk id="5" creationId="{50301F22-C623-2757-CD5D-725DB6E6CDAC}"/>
          </ac:spMkLst>
        </pc:spChg>
        <pc:spChg chg="add mod">
          <ac:chgData name="PS3 石川 星/Ishikawa, Sho (NTT DATA)" userId="02c132a7-2049-4e7b-a292-e2101025765b" providerId="ADAL" clId="{5963EF00-8023-431A-B5E3-7791A55D19A7}" dt="2026-05-13T04:33:57.961" v="17559" actId="14100"/>
          <ac:spMkLst>
            <pc:docMk/>
            <pc:sldMk cId="2753819577" sldId="2147483546"/>
            <ac:spMk id="9" creationId="{24B6AE76-DE29-4093-B356-B2FA8EBAB3EA}"/>
          </ac:spMkLst>
        </pc:spChg>
        <pc:spChg chg="add mod">
          <ac:chgData name="PS3 石川 星/Ishikawa, Sho (NTT DATA)" userId="02c132a7-2049-4e7b-a292-e2101025765b" providerId="ADAL" clId="{5963EF00-8023-431A-B5E3-7791A55D19A7}" dt="2026-05-13T04:34:14.488" v="17561" actId="1076"/>
          <ac:spMkLst>
            <pc:docMk/>
            <pc:sldMk cId="2753819577" sldId="2147483546"/>
            <ac:spMk id="12" creationId="{8E6907CF-F15D-CF9F-CE47-3D5BA9BD0F3B}"/>
          </ac:spMkLst>
        </pc:spChg>
        <pc:spChg chg="add mod">
          <ac:chgData name="PS3 石川 星/Ishikawa, Sho (NTT DATA)" userId="02c132a7-2049-4e7b-a292-e2101025765b" providerId="ADAL" clId="{5963EF00-8023-431A-B5E3-7791A55D19A7}" dt="2026-05-28T09:16:28.380" v="36676"/>
          <ac:spMkLst>
            <pc:docMk/>
            <pc:sldMk cId="2753819577" sldId="2147483546"/>
            <ac:spMk id="13" creationId="{7AB07655-88F8-4026-B433-91F9105203F0}"/>
          </ac:spMkLst>
        </pc:spChg>
        <pc:spChg chg="add mod">
          <ac:chgData name="PS3 石川 星/Ishikawa, Sho (NTT DATA)" userId="02c132a7-2049-4e7b-a292-e2101025765b" providerId="ADAL" clId="{5963EF00-8023-431A-B5E3-7791A55D19A7}" dt="2026-05-12T11:17:13.104" v="17513" actId="1038"/>
          <ac:spMkLst>
            <pc:docMk/>
            <pc:sldMk cId="2753819577" sldId="2147483546"/>
            <ac:spMk id="20" creationId="{C80F00C9-9D9A-9020-4D2D-67CFF5A6C003}"/>
          </ac:spMkLst>
        </pc:spChg>
        <pc:spChg chg="add mod">
          <ac:chgData name="PS3 石川 星/Ishikawa, Sho (NTT DATA)" userId="02c132a7-2049-4e7b-a292-e2101025765b" providerId="ADAL" clId="{5963EF00-8023-431A-B5E3-7791A55D19A7}" dt="2026-05-14T09:17:49.940" v="19214" actId="1037"/>
          <ac:spMkLst>
            <pc:docMk/>
            <pc:sldMk cId="2753819577" sldId="2147483546"/>
            <ac:spMk id="22" creationId="{39945E82-EB28-A483-6CB0-0D38E9357B7C}"/>
          </ac:spMkLst>
        </pc:spChg>
        <pc:spChg chg="add mod">
          <ac:chgData name="PS3 石川 星/Ishikawa, Sho (NTT DATA)" userId="02c132a7-2049-4e7b-a292-e2101025765b" providerId="ADAL" clId="{5963EF00-8023-431A-B5E3-7791A55D19A7}" dt="2026-05-12T11:15:49.576" v="17485" actId="1076"/>
          <ac:spMkLst>
            <pc:docMk/>
            <pc:sldMk cId="2753819577" sldId="2147483546"/>
            <ac:spMk id="33" creationId="{135CE0AD-0D62-73D9-3B27-E73604FBF614}"/>
          </ac:spMkLst>
        </pc:spChg>
        <pc:spChg chg="add mod">
          <ac:chgData name="PS3 石川 星/Ishikawa, Sho (NTT DATA)" userId="02c132a7-2049-4e7b-a292-e2101025765b" providerId="ADAL" clId="{5963EF00-8023-431A-B5E3-7791A55D19A7}" dt="2026-05-13T04:34:02.535" v="17560" actId="14100"/>
          <ac:spMkLst>
            <pc:docMk/>
            <pc:sldMk cId="2753819577" sldId="2147483546"/>
            <ac:spMk id="34" creationId="{4E259210-5FFF-8665-5622-07DD3895F90F}"/>
          </ac:spMkLst>
        </pc:spChg>
        <pc:picChg chg="mod">
          <ac:chgData name="PS3 石川 星/Ishikawa, Sho (NTT DATA)" userId="02c132a7-2049-4e7b-a292-e2101025765b" providerId="ADAL" clId="{5963EF00-8023-431A-B5E3-7791A55D19A7}" dt="2026-05-12T11:17:13.104" v="17513" actId="1038"/>
          <ac:picMkLst>
            <pc:docMk/>
            <pc:sldMk cId="2753819577" sldId="2147483546"/>
            <ac:picMk id="4" creationId="{6BB63223-475F-C119-C8A8-E121D776C835}"/>
          </ac:picMkLst>
        </pc:picChg>
        <pc:picChg chg="mod">
          <ac:chgData name="PS3 石川 星/Ishikawa, Sho (NTT DATA)" userId="02c132a7-2049-4e7b-a292-e2101025765b" providerId="ADAL" clId="{5963EF00-8023-431A-B5E3-7791A55D19A7}" dt="2026-05-12T11:17:13.104" v="17513" actId="1038"/>
          <ac:picMkLst>
            <pc:docMk/>
            <pc:sldMk cId="2753819577" sldId="2147483546"/>
            <ac:picMk id="6" creationId="{9E352F69-EEE9-BA1F-D3F0-CE1CBA4D18EE}"/>
          </ac:picMkLst>
        </pc:picChg>
        <pc:picChg chg="add mod">
          <ac:chgData name="PS3 石川 星/Ishikawa, Sho (NTT DATA)" userId="02c132a7-2049-4e7b-a292-e2101025765b" providerId="ADAL" clId="{5963EF00-8023-431A-B5E3-7791A55D19A7}" dt="2026-05-14T09:16:02.375" v="19151" actId="14100"/>
          <ac:picMkLst>
            <pc:docMk/>
            <pc:sldMk cId="2753819577" sldId="2147483546"/>
            <ac:picMk id="7" creationId="{1D45A36C-6831-D91C-3DC9-DFAE2425764C}"/>
          </ac:picMkLst>
        </pc:picChg>
        <pc:picChg chg="add mod">
          <ac:chgData name="PS3 石川 星/Ishikawa, Sho (NTT DATA)" userId="02c132a7-2049-4e7b-a292-e2101025765b" providerId="ADAL" clId="{5963EF00-8023-431A-B5E3-7791A55D19A7}" dt="2026-05-14T09:16:14.180" v="19153" actId="1076"/>
          <ac:picMkLst>
            <pc:docMk/>
            <pc:sldMk cId="2753819577" sldId="2147483546"/>
            <ac:picMk id="10" creationId="{25C4DAE2-E2A8-2C88-07F5-DED3E36B7EAC}"/>
          </ac:picMkLst>
        </pc:picChg>
        <pc:picChg chg="add mod">
          <ac:chgData name="PS3 石川 星/Ishikawa, Sho (NTT DATA)" userId="02c132a7-2049-4e7b-a292-e2101025765b" providerId="ADAL" clId="{5963EF00-8023-431A-B5E3-7791A55D19A7}" dt="2026-05-14T09:16:45.709" v="19157" actId="1076"/>
          <ac:picMkLst>
            <pc:docMk/>
            <pc:sldMk cId="2753819577" sldId="2147483546"/>
            <ac:picMk id="11" creationId="{3ECB1A53-6EFA-EFA9-38CB-5785B5B3024E}"/>
          </ac:picMkLst>
        </pc:picChg>
        <pc:picChg chg="add mod">
          <ac:chgData name="PS3 石川 星/Ishikawa, Sho (NTT DATA)" userId="02c132a7-2049-4e7b-a292-e2101025765b" providerId="ADAL" clId="{5963EF00-8023-431A-B5E3-7791A55D19A7}" dt="2026-05-14T09:16:45.709" v="19157" actId="1076"/>
          <ac:picMkLst>
            <pc:docMk/>
            <pc:sldMk cId="2753819577" sldId="2147483546"/>
            <ac:picMk id="14" creationId="{77611022-59BD-D411-81D0-C6115CA5A11C}"/>
          </ac:picMkLst>
        </pc:picChg>
        <pc:picChg chg="add mod">
          <ac:chgData name="PS3 石川 星/Ishikawa, Sho (NTT DATA)" userId="02c132a7-2049-4e7b-a292-e2101025765b" providerId="ADAL" clId="{5963EF00-8023-431A-B5E3-7791A55D19A7}" dt="2026-05-12T11:03:53.243" v="17229" actId="1037"/>
          <ac:picMkLst>
            <pc:docMk/>
            <pc:sldMk cId="2753819577" sldId="2147483546"/>
            <ac:picMk id="19" creationId="{382C8686-E55F-1B52-FD04-5E0EFF6CE13C}"/>
          </ac:picMkLst>
        </pc:picChg>
        <pc:picChg chg="add mod">
          <ac:chgData name="PS3 石川 星/Ishikawa, Sho (NTT DATA)" userId="02c132a7-2049-4e7b-a292-e2101025765b" providerId="ADAL" clId="{5963EF00-8023-431A-B5E3-7791A55D19A7}" dt="2026-05-12T11:14:46.672" v="17379" actId="1038"/>
          <ac:picMkLst>
            <pc:docMk/>
            <pc:sldMk cId="2753819577" sldId="2147483546"/>
            <ac:picMk id="24" creationId="{D8657E05-43F4-54E6-20EB-989CC3C24F02}"/>
          </ac:picMkLst>
        </pc:picChg>
        <pc:cxnChg chg="add mod">
          <ac:chgData name="PS3 石川 星/Ishikawa, Sho (NTT DATA)" userId="02c132a7-2049-4e7b-a292-e2101025765b" providerId="ADAL" clId="{5963EF00-8023-431A-B5E3-7791A55D19A7}" dt="2026-05-14T09:18:31.915" v="19217" actId="14100"/>
          <ac:cxnSpMkLst>
            <pc:docMk/>
            <pc:sldMk cId="2753819577" sldId="2147483546"/>
            <ac:cxnSpMk id="26" creationId="{5DC46E5B-CFA9-A41B-91A1-F732C30D3B31}"/>
          </ac:cxnSpMkLst>
        </pc:cxnChg>
        <pc:cxnChg chg="add mod">
          <ac:chgData name="PS3 石川 星/Ishikawa, Sho (NTT DATA)" userId="02c132a7-2049-4e7b-a292-e2101025765b" providerId="ADAL" clId="{5963EF00-8023-431A-B5E3-7791A55D19A7}" dt="2026-05-14T09:18:38.258" v="19218" actId="14100"/>
          <ac:cxnSpMkLst>
            <pc:docMk/>
            <pc:sldMk cId="2753819577" sldId="2147483546"/>
            <ac:cxnSpMk id="27" creationId="{E49AA7CD-8C90-471C-6F68-5D0CF44C7743}"/>
          </ac:cxnSpMkLst>
        </pc:cxnChg>
      </pc:sldChg>
      <pc:sldChg chg="addSp delSp modSp add mod modNotesTx">
        <pc:chgData name="PS3 石川 星/Ishikawa, Sho (NTT DATA)" userId="02c132a7-2049-4e7b-a292-e2101025765b" providerId="ADAL" clId="{5963EF00-8023-431A-B5E3-7791A55D19A7}" dt="2026-05-20T08:38:56.665" v="28903" actId="1036"/>
        <pc:sldMkLst>
          <pc:docMk/>
          <pc:sldMk cId="3952112721" sldId="2147483547"/>
        </pc:sldMkLst>
        <pc:spChg chg="mod">
          <ac:chgData name="PS3 石川 星/Ishikawa, Sho (NTT DATA)" userId="02c132a7-2049-4e7b-a292-e2101025765b" providerId="ADAL" clId="{5963EF00-8023-431A-B5E3-7791A55D19A7}" dt="2026-05-14T09:20:32.070" v="19230"/>
          <ac:spMkLst>
            <pc:docMk/>
            <pc:sldMk cId="3952112721" sldId="2147483547"/>
            <ac:spMk id="2" creationId="{4459138F-EC19-1CC4-86F9-94379FC320CF}"/>
          </ac:spMkLst>
        </pc:spChg>
        <pc:spChg chg="mod">
          <ac:chgData name="PS3 石川 星/Ishikawa, Sho (NTT DATA)" userId="02c132a7-2049-4e7b-a292-e2101025765b" providerId="ADAL" clId="{5963EF00-8023-431A-B5E3-7791A55D19A7}" dt="2026-05-14T10:49:14.333" v="20018" actId="1035"/>
          <ac:spMkLst>
            <pc:docMk/>
            <pc:sldMk cId="3952112721" sldId="2147483547"/>
            <ac:spMk id="3" creationId="{8EB5F41A-98F0-AB1E-4A38-96FF2F900249}"/>
          </ac:spMkLst>
        </pc:spChg>
        <pc:picChg chg="add mod">
          <ac:chgData name="PS3 石川 星/Ishikawa, Sho (NTT DATA)" userId="02c132a7-2049-4e7b-a292-e2101025765b" providerId="ADAL" clId="{5963EF00-8023-431A-B5E3-7791A55D19A7}" dt="2026-05-20T08:38:56.665" v="28903" actId="1036"/>
          <ac:picMkLst>
            <pc:docMk/>
            <pc:sldMk cId="3952112721" sldId="2147483547"/>
            <ac:picMk id="7" creationId="{CDA54F89-994E-46E3-405C-67DEFC12B486}"/>
          </ac:picMkLst>
        </pc:picChg>
      </pc:sldChg>
      <pc:sldChg chg="modSp add mod">
        <pc:chgData name="PS3 石川 星/Ishikawa, Sho (NTT DATA)" userId="02c132a7-2049-4e7b-a292-e2101025765b" providerId="ADAL" clId="{5963EF00-8023-431A-B5E3-7791A55D19A7}" dt="2026-05-21T08:12:28.375" v="33730"/>
        <pc:sldMkLst>
          <pc:docMk/>
          <pc:sldMk cId="2780618984" sldId="2147483548"/>
        </pc:sldMkLst>
        <pc:spChg chg="mod">
          <ac:chgData name="PS3 石川 星/Ishikawa, Sho (NTT DATA)" userId="02c132a7-2049-4e7b-a292-e2101025765b" providerId="ADAL" clId="{5963EF00-8023-431A-B5E3-7791A55D19A7}" dt="2026-05-21T08:12:28.375" v="33730"/>
          <ac:spMkLst>
            <pc:docMk/>
            <pc:sldMk cId="2780618984" sldId="2147483548"/>
            <ac:spMk id="2" creationId="{ADDFE7AF-4EB6-7D7D-79C1-F8C998474D32}"/>
          </ac:spMkLst>
        </pc:spChg>
      </pc:sldChg>
      <pc:sldChg chg="modSp add mod ord">
        <pc:chgData name="PS3 石川 星/Ishikawa, Sho (NTT DATA)" userId="02c132a7-2049-4e7b-a292-e2101025765b" providerId="ADAL" clId="{5963EF00-8023-431A-B5E3-7791A55D19A7}" dt="2026-05-14T10:47:41.450" v="20010"/>
        <pc:sldMkLst>
          <pc:docMk/>
          <pc:sldMk cId="4072787612" sldId="2147483549"/>
        </pc:sldMkLst>
        <pc:spChg chg="mod">
          <ac:chgData name="PS3 石川 星/Ishikawa, Sho (NTT DATA)" userId="02c132a7-2049-4e7b-a292-e2101025765b" providerId="ADAL" clId="{5963EF00-8023-431A-B5E3-7791A55D19A7}" dt="2026-05-14T09:46:13.080" v="19694"/>
          <ac:spMkLst>
            <pc:docMk/>
            <pc:sldMk cId="4072787612" sldId="2147483549"/>
            <ac:spMk id="2" creationId="{7CFBD2C8-A1AD-C10A-3D73-24C9B457A781}"/>
          </ac:spMkLst>
        </pc:spChg>
      </pc:sldChg>
      <pc:sldChg chg="addSp delSp modSp add mod ord">
        <pc:chgData name="PS3 石川 星/Ishikawa, Sho (NTT DATA)" userId="02c132a7-2049-4e7b-a292-e2101025765b" providerId="ADAL" clId="{5963EF00-8023-431A-B5E3-7791A55D19A7}" dt="2026-05-22T10:14:45.723" v="35297"/>
        <pc:sldMkLst>
          <pc:docMk/>
          <pc:sldMk cId="245936235" sldId="2147483550"/>
        </pc:sldMkLst>
        <pc:spChg chg="mod">
          <ac:chgData name="PS3 石川 星/Ishikawa, Sho (NTT DATA)" userId="02c132a7-2049-4e7b-a292-e2101025765b" providerId="ADAL" clId="{5963EF00-8023-431A-B5E3-7791A55D19A7}" dt="2026-05-22T10:14:45.723" v="35297"/>
          <ac:spMkLst>
            <pc:docMk/>
            <pc:sldMk cId="245936235" sldId="2147483550"/>
            <ac:spMk id="3" creationId="{025BABD6-4876-C0EF-5DAD-C6F3E7298B62}"/>
          </ac:spMkLst>
        </pc:spChg>
      </pc:sldChg>
      <pc:sldChg chg="addSp delSp modSp add mod ord modNotesTx">
        <pc:chgData name="PS3 石川 星/Ishikawa, Sho (NTT DATA)" userId="02c132a7-2049-4e7b-a292-e2101025765b" providerId="ADAL" clId="{5963EF00-8023-431A-B5E3-7791A55D19A7}" dt="2026-05-22T09:53:39.145" v="35117"/>
        <pc:sldMkLst>
          <pc:docMk/>
          <pc:sldMk cId="3573041391" sldId="2147483552"/>
        </pc:sldMkLst>
        <pc:spChg chg="mod">
          <ac:chgData name="PS3 石川 星/Ishikawa, Sho (NTT DATA)" userId="02c132a7-2049-4e7b-a292-e2101025765b" providerId="ADAL" clId="{5963EF00-8023-431A-B5E3-7791A55D19A7}" dt="2026-05-15T14:08:48.271" v="27207"/>
          <ac:spMkLst>
            <pc:docMk/>
            <pc:sldMk cId="3573041391" sldId="2147483552"/>
            <ac:spMk id="2" creationId="{E5518396-6830-8411-AE46-0059D930A118}"/>
          </ac:spMkLst>
        </pc:spChg>
        <pc:spChg chg="add mod">
          <ac:chgData name="PS3 石川 星/Ishikawa, Sho (NTT DATA)" userId="02c132a7-2049-4e7b-a292-e2101025765b" providerId="ADAL" clId="{5963EF00-8023-431A-B5E3-7791A55D19A7}" dt="2026-05-22T04:33:13.717" v="34245" actId="14100"/>
          <ac:spMkLst>
            <pc:docMk/>
            <pc:sldMk cId="3573041391" sldId="2147483552"/>
            <ac:spMk id="4" creationId="{DE4E0846-FBE2-A22D-2E50-9E61B4DCCDCE}"/>
          </ac:spMkLst>
        </pc:spChg>
        <pc:spChg chg="add mod">
          <ac:chgData name="PS3 石川 星/Ishikawa, Sho (NTT DATA)" userId="02c132a7-2049-4e7b-a292-e2101025765b" providerId="ADAL" clId="{5963EF00-8023-431A-B5E3-7791A55D19A7}" dt="2026-05-22T04:33:25.888" v="34247" actId="14100"/>
          <ac:spMkLst>
            <pc:docMk/>
            <pc:sldMk cId="3573041391" sldId="2147483552"/>
            <ac:spMk id="27" creationId="{518F8245-0BA7-5F0A-F7D0-16BD92815869}"/>
          </ac:spMkLst>
        </pc:spChg>
      </pc:sldChg>
      <pc:sldChg chg="addSp modSp add mod ord">
        <pc:chgData name="PS3 石川 星/Ishikawa, Sho (NTT DATA)" userId="02c132a7-2049-4e7b-a292-e2101025765b" providerId="ADAL" clId="{5963EF00-8023-431A-B5E3-7791A55D19A7}" dt="2026-05-22T11:41:58.988" v="36210" actId="1035"/>
        <pc:sldMkLst>
          <pc:docMk/>
          <pc:sldMk cId="3391412801" sldId="2147483553"/>
        </pc:sldMkLst>
        <pc:spChg chg="mod">
          <ac:chgData name="PS3 石川 星/Ishikawa, Sho (NTT DATA)" userId="02c132a7-2049-4e7b-a292-e2101025765b" providerId="ADAL" clId="{5963EF00-8023-431A-B5E3-7791A55D19A7}" dt="2026-05-15T14:08:42.714" v="27202"/>
          <ac:spMkLst>
            <pc:docMk/>
            <pc:sldMk cId="3391412801" sldId="2147483553"/>
            <ac:spMk id="2" creationId="{96328DF8-EA63-BAA6-7C6F-871B1CA6CAA1}"/>
          </ac:spMkLst>
        </pc:spChg>
        <pc:spChg chg="mod">
          <ac:chgData name="PS3 石川 星/Ishikawa, Sho (NTT DATA)" userId="02c132a7-2049-4e7b-a292-e2101025765b" providerId="ADAL" clId="{5963EF00-8023-431A-B5E3-7791A55D19A7}" dt="2026-05-20T12:40:28.579" v="32704" actId="13926"/>
          <ac:spMkLst>
            <pc:docMk/>
            <pc:sldMk cId="3391412801" sldId="2147483553"/>
            <ac:spMk id="3" creationId="{BBBAC1FD-F40A-C974-EA81-D179606875FD}"/>
          </ac:spMkLst>
        </pc:spChg>
        <pc:spChg chg="add mod">
          <ac:chgData name="PS3 石川 星/Ishikawa, Sho (NTT DATA)" userId="02c132a7-2049-4e7b-a292-e2101025765b" providerId="ADAL" clId="{5963EF00-8023-431A-B5E3-7791A55D19A7}" dt="2026-05-22T11:41:58.988" v="36210" actId="1035"/>
          <ac:spMkLst>
            <pc:docMk/>
            <pc:sldMk cId="3391412801" sldId="2147483553"/>
            <ac:spMk id="4" creationId="{F4700462-D293-D0D3-2A0A-B335E9BBD226}"/>
          </ac:spMkLst>
        </pc:spChg>
      </pc:sldChg>
      <pc:sldChg chg="addSp modSp add mod ord">
        <pc:chgData name="PS3 石川 星/Ishikawa, Sho (NTT DATA)" userId="02c132a7-2049-4e7b-a292-e2101025765b" providerId="ADAL" clId="{5963EF00-8023-431A-B5E3-7791A55D19A7}" dt="2026-05-22T09:50:58.311" v="35113"/>
        <pc:sldMkLst>
          <pc:docMk/>
          <pc:sldMk cId="3358292468" sldId="2147483554"/>
        </pc:sldMkLst>
        <pc:spChg chg="mod">
          <ac:chgData name="PS3 石川 星/Ishikawa, Sho (NTT DATA)" userId="02c132a7-2049-4e7b-a292-e2101025765b" providerId="ADAL" clId="{5963EF00-8023-431A-B5E3-7791A55D19A7}" dt="2026-05-15T14:08:57.800" v="27219"/>
          <ac:spMkLst>
            <pc:docMk/>
            <pc:sldMk cId="3358292468" sldId="2147483554"/>
            <ac:spMk id="2" creationId="{2B129E87-3574-20DB-06F3-E33381CA4F9D}"/>
          </ac:spMkLst>
        </pc:spChg>
        <pc:spChg chg="mod">
          <ac:chgData name="PS3 石川 星/Ishikawa, Sho (NTT DATA)" userId="02c132a7-2049-4e7b-a292-e2101025765b" providerId="ADAL" clId="{5963EF00-8023-431A-B5E3-7791A55D19A7}" dt="2026-05-22T04:31:34.546" v="34235" actId="14100"/>
          <ac:spMkLst>
            <pc:docMk/>
            <pc:sldMk cId="3358292468" sldId="2147483554"/>
            <ac:spMk id="3" creationId="{9F794BB8-2284-133C-8EEE-2905A060B60F}"/>
          </ac:spMkLst>
        </pc:spChg>
        <pc:spChg chg="add mod">
          <ac:chgData name="PS3 石川 星/Ishikawa, Sho (NTT DATA)" userId="02c132a7-2049-4e7b-a292-e2101025765b" providerId="ADAL" clId="{5963EF00-8023-431A-B5E3-7791A55D19A7}" dt="2026-05-22T04:31:11.718" v="34233" actId="1076"/>
          <ac:spMkLst>
            <pc:docMk/>
            <pc:sldMk cId="3358292468" sldId="2147483554"/>
            <ac:spMk id="4" creationId="{C0D970AC-4083-C9E3-237C-0C55E81C79C5}"/>
          </ac:spMkLst>
        </pc:spChg>
      </pc:sldChg>
      <pc:sldChg chg="addSp modSp add mod ord modNotesTx">
        <pc:chgData name="PS3 石川 星/Ishikawa, Sho (NTT DATA)" userId="02c132a7-2049-4e7b-a292-e2101025765b" providerId="ADAL" clId="{5963EF00-8023-431A-B5E3-7791A55D19A7}" dt="2026-05-22T09:50:47.903" v="35109"/>
        <pc:sldMkLst>
          <pc:docMk/>
          <pc:sldMk cId="3277885360" sldId="2147483555"/>
        </pc:sldMkLst>
        <pc:spChg chg="mod">
          <ac:chgData name="PS3 石川 星/Ishikawa, Sho (NTT DATA)" userId="02c132a7-2049-4e7b-a292-e2101025765b" providerId="ADAL" clId="{5963EF00-8023-431A-B5E3-7791A55D19A7}" dt="2026-05-15T14:09:09.109" v="27234"/>
          <ac:spMkLst>
            <pc:docMk/>
            <pc:sldMk cId="3277885360" sldId="2147483555"/>
            <ac:spMk id="2" creationId="{DFAEB1E8-6950-28A1-9D4B-93B8EDEECD42}"/>
          </ac:spMkLst>
        </pc:spChg>
        <pc:spChg chg="mod">
          <ac:chgData name="PS3 石川 星/Ishikawa, Sho (NTT DATA)" userId="02c132a7-2049-4e7b-a292-e2101025765b" providerId="ADAL" clId="{5963EF00-8023-431A-B5E3-7791A55D19A7}" dt="2026-05-20T05:39:12.271" v="28450" actId="20577"/>
          <ac:spMkLst>
            <pc:docMk/>
            <pc:sldMk cId="3277885360" sldId="2147483555"/>
            <ac:spMk id="3" creationId="{BB4DCFF0-0633-F90C-F78A-A30933756043}"/>
          </ac:spMkLst>
        </pc:spChg>
        <pc:spChg chg="add mod">
          <ac:chgData name="PS3 石川 星/Ishikawa, Sho (NTT DATA)" userId="02c132a7-2049-4e7b-a292-e2101025765b" providerId="ADAL" clId="{5963EF00-8023-431A-B5E3-7791A55D19A7}" dt="2026-05-22T04:27:52.090" v="34214" actId="1076"/>
          <ac:spMkLst>
            <pc:docMk/>
            <pc:sldMk cId="3277885360" sldId="2147483555"/>
            <ac:spMk id="4" creationId="{D1C25E3F-56CA-6095-1A88-21A6A5FD86CB}"/>
          </ac:spMkLst>
        </pc:spChg>
        <pc:spChg chg="add mod">
          <ac:chgData name="PS3 石川 星/Ishikawa, Sho (NTT DATA)" userId="02c132a7-2049-4e7b-a292-e2101025765b" providerId="ADAL" clId="{5963EF00-8023-431A-B5E3-7791A55D19A7}" dt="2026-05-22T04:27:39.044" v="34213" actId="404"/>
          <ac:spMkLst>
            <pc:docMk/>
            <pc:sldMk cId="3277885360" sldId="2147483555"/>
            <ac:spMk id="6" creationId="{A1094CC3-C694-6296-4720-40A44F4FDFBA}"/>
          </ac:spMkLst>
        </pc:spChg>
        <pc:cxnChg chg="add mod">
          <ac:chgData name="PS3 石川 星/Ishikawa, Sho (NTT DATA)" userId="02c132a7-2049-4e7b-a292-e2101025765b" providerId="ADAL" clId="{5963EF00-8023-431A-B5E3-7791A55D19A7}" dt="2026-05-22T04:22:59.617" v="34066" actId="14100"/>
          <ac:cxnSpMkLst>
            <pc:docMk/>
            <pc:sldMk cId="3277885360" sldId="2147483555"/>
            <ac:cxnSpMk id="8" creationId="{164A4C84-C525-C5FC-96EF-914B541AB241}"/>
          </ac:cxnSpMkLst>
        </pc:cxnChg>
      </pc:sldChg>
      <pc:sldChg chg="addSp modSp add mod ord">
        <pc:chgData name="PS3 石川 星/Ishikawa, Sho (NTT DATA)" userId="02c132a7-2049-4e7b-a292-e2101025765b" providerId="ADAL" clId="{5963EF00-8023-431A-B5E3-7791A55D19A7}" dt="2026-05-22T10:16:57.591" v="35312" actId="1582"/>
        <pc:sldMkLst>
          <pc:docMk/>
          <pc:sldMk cId="3479561612" sldId="2147483556"/>
        </pc:sldMkLst>
        <pc:spChg chg="mod">
          <ac:chgData name="PS3 石川 星/Ishikawa, Sho (NTT DATA)" userId="02c132a7-2049-4e7b-a292-e2101025765b" providerId="ADAL" clId="{5963EF00-8023-431A-B5E3-7791A55D19A7}" dt="2026-05-22T10:16:19.332" v="35305" actId="20577"/>
          <ac:spMkLst>
            <pc:docMk/>
            <pc:sldMk cId="3479561612" sldId="2147483556"/>
            <ac:spMk id="2" creationId="{0FA3E2C9-66C3-F9F5-548D-0AD9C847B75A}"/>
          </ac:spMkLst>
        </pc:spChg>
        <pc:spChg chg="mod">
          <ac:chgData name="PS3 石川 星/Ishikawa, Sho (NTT DATA)" userId="02c132a7-2049-4e7b-a292-e2101025765b" providerId="ADAL" clId="{5963EF00-8023-431A-B5E3-7791A55D19A7}" dt="2026-05-20T12:38:14.036" v="32686" actId="20577"/>
          <ac:spMkLst>
            <pc:docMk/>
            <pc:sldMk cId="3479561612" sldId="2147483556"/>
            <ac:spMk id="3" creationId="{8105C5FA-176D-3673-A976-262A8964C31A}"/>
          </ac:spMkLst>
        </pc:spChg>
        <pc:spChg chg="add mod">
          <ac:chgData name="PS3 石川 星/Ishikawa, Sho (NTT DATA)" userId="02c132a7-2049-4e7b-a292-e2101025765b" providerId="ADAL" clId="{5963EF00-8023-431A-B5E3-7791A55D19A7}" dt="2026-05-22T04:28:45.874" v="34216" actId="1076"/>
          <ac:spMkLst>
            <pc:docMk/>
            <pc:sldMk cId="3479561612" sldId="2147483556"/>
            <ac:spMk id="5" creationId="{9C742860-96A8-AC8C-3242-EF1DE0DA2694}"/>
          </ac:spMkLst>
        </pc:spChg>
      </pc:sldChg>
      <pc:sldChg chg="addSp delSp modSp add mod ord modNotesTx">
        <pc:chgData name="PS3 石川 星/Ishikawa, Sho (NTT DATA)" userId="02c132a7-2049-4e7b-a292-e2101025765b" providerId="ADAL" clId="{5963EF00-8023-431A-B5E3-7791A55D19A7}" dt="2026-05-26T10:34:07.787" v="36549" actId="1076"/>
        <pc:sldMkLst>
          <pc:docMk/>
          <pc:sldMk cId="3044335894" sldId="2147483557"/>
        </pc:sldMkLst>
        <pc:spChg chg="mod">
          <ac:chgData name="PS3 石川 星/Ishikawa, Sho (NTT DATA)" userId="02c132a7-2049-4e7b-a292-e2101025765b" providerId="ADAL" clId="{5963EF00-8023-431A-B5E3-7791A55D19A7}" dt="2026-05-21T08:14:18.019" v="33739" actId="20577"/>
          <ac:spMkLst>
            <pc:docMk/>
            <pc:sldMk cId="3044335894" sldId="2147483557"/>
            <ac:spMk id="2" creationId="{B4504F21-5BF4-673B-FCBD-C3CA65CE8A13}"/>
          </ac:spMkLst>
        </pc:spChg>
        <pc:spChg chg="mod">
          <ac:chgData name="PS3 石川 星/Ishikawa, Sho (NTT DATA)" userId="02c132a7-2049-4e7b-a292-e2101025765b" providerId="ADAL" clId="{5963EF00-8023-431A-B5E3-7791A55D19A7}" dt="2026-05-15T13:55:11.391" v="27152"/>
          <ac:spMkLst>
            <pc:docMk/>
            <pc:sldMk cId="3044335894" sldId="2147483557"/>
            <ac:spMk id="3" creationId="{5457DB4D-4DEF-38D6-A15F-3D29D90D989F}"/>
          </ac:spMkLst>
        </pc:spChg>
        <pc:spChg chg="add mod">
          <ac:chgData name="PS3 石川 星/Ishikawa, Sho (NTT DATA)" userId="02c132a7-2049-4e7b-a292-e2101025765b" providerId="ADAL" clId="{5963EF00-8023-431A-B5E3-7791A55D19A7}" dt="2026-05-26T10:32:16.188" v="36511" actId="1076"/>
          <ac:spMkLst>
            <pc:docMk/>
            <pc:sldMk cId="3044335894" sldId="2147483557"/>
            <ac:spMk id="5" creationId="{80816853-9D9A-E82B-DBC2-7E25617BB220}"/>
          </ac:spMkLst>
        </pc:spChg>
        <pc:spChg chg="add mod">
          <ac:chgData name="PS3 石川 星/Ishikawa, Sho (NTT DATA)" userId="02c132a7-2049-4e7b-a292-e2101025765b" providerId="ADAL" clId="{5963EF00-8023-431A-B5E3-7791A55D19A7}" dt="2026-05-26T10:32:01.480" v="36509"/>
          <ac:spMkLst>
            <pc:docMk/>
            <pc:sldMk cId="3044335894" sldId="2147483557"/>
            <ac:spMk id="6" creationId="{A2DA59DA-F026-48F0-D5AC-184B12E3E650}"/>
          </ac:spMkLst>
        </pc:spChg>
        <pc:spChg chg="add mod ord">
          <ac:chgData name="PS3 石川 星/Ishikawa, Sho (NTT DATA)" userId="02c132a7-2049-4e7b-a292-e2101025765b" providerId="ADAL" clId="{5963EF00-8023-431A-B5E3-7791A55D19A7}" dt="2026-05-15T13:41:01.864" v="26786" actId="14100"/>
          <ac:spMkLst>
            <pc:docMk/>
            <pc:sldMk cId="3044335894" sldId="2147483557"/>
            <ac:spMk id="7" creationId="{BC7BFB56-2836-A635-095B-C6D4C07464BE}"/>
          </ac:spMkLst>
        </pc:spChg>
        <pc:spChg chg="add mod">
          <ac:chgData name="PS3 石川 星/Ishikawa, Sho (NTT DATA)" userId="02c132a7-2049-4e7b-a292-e2101025765b" providerId="ADAL" clId="{5963EF00-8023-431A-B5E3-7791A55D19A7}" dt="2026-05-15T13:43:49.991" v="26869" actId="1076"/>
          <ac:spMkLst>
            <pc:docMk/>
            <pc:sldMk cId="3044335894" sldId="2147483557"/>
            <ac:spMk id="8" creationId="{21780FDD-2854-D9C8-ECFA-C8155989D09F}"/>
          </ac:spMkLst>
        </pc:spChg>
        <pc:spChg chg="add mod">
          <ac:chgData name="PS3 石川 星/Ishikawa, Sho (NTT DATA)" userId="02c132a7-2049-4e7b-a292-e2101025765b" providerId="ADAL" clId="{5963EF00-8023-431A-B5E3-7791A55D19A7}" dt="2026-05-15T13:21:37.954" v="26538" actId="1076"/>
          <ac:spMkLst>
            <pc:docMk/>
            <pc:sldMk cId="3044335894" sldId="2147483557"/>
            <ac:spMk id="9" creationId="{5A71C658-7EDC-65DC-C4FD-92F23A817170}"/>
          </ac:spMkLst>
        </pc:spChg>
        <pc:spChg chg="add mod">
          <ac:chgData name="PS3 石川 星/Ishikawa, Sho (NTT DATA)" userId="02c132a7-2049-4e7b-a292-e2101025765b" providerId="ADAL" clId="{5963EF00-8023-431A-B5E3-7791A55D19A7}" dt="2026-05-26T06:11:34.266" v="36449" actId="1076"/>
          <ac:spMkLst>
            <pc:docMk/>
            <pc:sldMk cId="3044335894" sldId="2147483557"/>
            <ac:spMk id="13" creationId="{B9FCFFD3-293A-EF54-5BC5-0002332910B8}"/>
          </ac:spMkLst>
        </pc:spChg>
        <pc:spChg chg="add mod ord">
          <ac:chgData name="PS3 石川 星/Ishikawa, Sho (NTT DATA)" userId="02c132a7-2049-4e7b-a292-e2101025765b" providerId="ADAL" clId="{5963EF00-8023-431A-B5E3-7791A55D19A7}" dt="2026-05-20T07:42:45.782" v="28562" actId="1076"/>
          <ac:spMkLst>
            <pc:docMk/>
            <pc:sldMk cId="3044335894" sldId="2147483557"/>
            <ac:spMk id="14" creationId="{1EC23392-19B2-75C7-92BC-19E403599F99}"/>
          </ac:spMkLst>
        </pc:spChg>
        <pc:spChg chg="add mod">
          <ac:chgData name="PS3 石川 星/Ishikawa, Sho (NTT DATA)" userId="02c132a7-2049-4e7b-a292-e2101025765b" providerId="ADAL" clId="{5963EF00-8023-431A-B5E3-7791A55D19A7}" dt="2026-05-26T06:11:44.448" v="36450" actId="1076"/>
          <ac:spMkLst>
            <pc:docMk/>
            <pc:sldMk cId="3044335894" sldId="2147483557"/>
            <ac:spMk id="15" creationId="{EAEC6FA4-0298-1081-BF7F-BF9186BC2C88}"/>
          </ac:spMkLst>
        </pc:spChg>
        <pc:spChg chg="add mod">
          <ac:chgData name="PS3 石川 星/Ishikawa, Sho (NTT DATA)" userId="02c132a7-2049-4e7b-a292-e2101025765b" providerId="ADAL" clId="{5963EF00-8023-431A-B5E3-7791A55D19A7}" dt="2026-05-26T06:12:04.997" v="36453" actId="1076"/>
          <ac:spMkLst>
            <pc:docMk/>
            <pc:sldMk cId="3044335894" sldId="2147483557"/>
            <ac:spMk id="16" creationId="{D7FFCBD7-33F3-55F8-A820-410BDFF0CAEF}"/>
          </ac:spMkLst>
        </pc:spChg>
        <pc:spChg chg="add mod topLvl">
          <ac:chgData name="PS3 石川 星/Ishikawa, Sho (NTT DATA)" userId="02c132a7-2049-4e7b-a292-e2101025765b" providerId="ADAL" clId="{5963EF00-8023-431A-B5E3-7791A55D19A7}" dt="2026-05-20T07:42:53.314" v="28563" actId="1076"/>
          <ac:spMkLst>
            <pc:docMk/>
            <pc:sldMk cId="3044335894" sldId="2147483557"/>
            <ac:spMk id="18" creationId="{A73A562D-AC5B-F95D-40D6-1057F960D2E8}"/>
          </ac:spMkLst>
        </pc:spChg>
        <pc:spChg chg="add mod">
          <ac:chgData name="PS3 石川 星/Ishikawa, Sho (NTT DATA)" userId="02c132a7-2049-4e7b-a292-e2101025765b" providerId="ADAL" clId="{5963EF00-8023-431A-B5E3-7791A55D19A7}" dt="2026-05-26T10:33:36.035" v="36546" actId="1076"/>
          <ac:spMkLst>
            <pc:docMk/>
            <pc:sldMk cId="3044335894" sldId="2147483557"/>
            <ac:spMk id="20" creationId="{85514D30-DAC9-C05A-4A7D-DB7DD3A5C1E3}"/>
          </ac:spMkLst>
        </pc:spChg>
        <pc:spChg chg="add mod">
          <ac:chgData name="PS3 石川 星/Ishikawa, Sho (NTT DATA)" userId="02c132a7-2049-4e7b-a292-e2101025765b" providerId="ADAL" clId="{5963EF00-8023-431A-B5E3-7791A55D19A7}" dt="2026-05-26T10:33:57.386" v="36548" actId="1076"/>
          <ac:spMkLst>
            <pc:docMk/>
            <pc:sldMk cId="3044335894" sldId="2147483557"/>
            <ac:spMk id="21" creationId="{72095B92-B692-9F3C-6020-5E008AA212DA}"/>
          </ac:spMkLst>
        </pc:spChg>
        <pc:spChg chg="add mod ord">
          <ac:chgData name="PS3 石川 星/Ishikawa, Sho (NTT DATA)" userId="02c132a7-2049-4e7b-a292-e2101025765b" providerId="ADAL" clId="{5963EF00-8023-431A-B5E3-7791A55D19A7}" dt="2026-05-20T07:43:43.856" v="28569" actId="1076"/>
          <ac:spMkLst>
            <pc:docMk/>
            <pc:sldMk cId="3044335894" sldId="2147483557"/>
            <ac:spMk id="24" creationId="{04786335-22D1-E094-333D-F710EFAD9499}"/>
          </ac:spMkLst>
        </pc:spChg>
        <pc:spChg chg="add mod">
          <ac:chgData name="PS3 石川 星/Ishikawa, Sho (NTT DATA)" userId="02c132a7-2049-4e7b-a292-e2101025765b" providerId="ADAL" clId="{5963EF00-8023-431A-B5E3-7791A55D19A7}" dt="2026-05-20T07:44:40.208" v="28573" actId="1076"/>
          <ac:spMkLst>
            <pc:docMk/>
            <pc:sldMk cId="3044335894" sldId="2147483557"/>
            <ac:spMk id="25" creationId="{1B70E12F-462F-2D59-98C8-32C6C8B4CEB9}"/>
          </ac:spMkLst>
        </pc:spChg>
        <pc:spChg chg="add mod">
          <ac:chgData name="PS3 石川 星/Ishikawa, Sho (NTT DATA)" userId="02c132a7-2049-4e7b-a292-e2101025765b" providerId="ADAL" clId="{5963EF00-8023-431A-B5E3-7791A55D19A7}" dt="2026-05-20T07:44:28.813" v="28572" actId="1076"/>
          <ac:spMkLst>
            <pc:docMk/>
            <pc:sldMk cId="3044335894" sldId="2147483557"/>
            <ac:spMk id="27" creationId="{FC8CE132-BCD9-F2F1-6B6D-FC030D9C53C4}"/>
          </ac:spMkLst>
        </pc:spChg>
        <pc:spChg chg="add mod">
          <ac:chgData name="PS3 石川 星/Ishikawa, Sho (NTT DATA)" userId="02c132a7-2049-4e7b-a292-e2101025765b" providerId="ADAL" clId="{5963EF00-8023-431A-B5E3-7791A55D19A7}" dt="2026-05-15T13:23:07.836" v="26552" actId="1076"/>
          <ac:spMkLst>
            <pc:docMk/>
            <pc:sldMk cId="3044335894" sldId="2147483557"/>
            <ac:spMk id="28" creationId="{7F5BA194-94FC-BEBC-2A3A-159C10571F20}"/>
          </ac:spMkLst>
        </pc:spChg>
        <pc:spChg chg="add mod">
          <ac:chgData name="PS3 石川 星/Ishikawa, Sho (NTT DATA)" userId="02c132a7-2049-4e7b-a292-e2101025765b" providerId="ADAL" clId="{5963EF00-8023-431A-B5E3-7791A55D19A7}" dt="2026-05-20T07:44:52.442" v="28574" actId="1076"/>
          <ac:spMkLst>
            <pc:docMk/>
            <pc:sldMk cId="3044335894" sldId="2147483557"/>
            <ac:spMk id="29" creationId="{7AC01E23-3743-93AC-53DE-6914877C0E90}"/>
          </ac:spMkLst>
        </pc:spChg>
        <pc:spChg chg="add mod">
          <ac:chgData name="PS3 石川 星/Ishikawa, Sho (NTT DATA)" userId="02c132a7-2049-4e7b-a292-e2101025765b" providerId="ADAL" clId="{5963EF00-8023-431A-B5E3-7791A55D19A7}" dt="2026-05-26T10:34:07.787" v="36549" actId="1076"/>
          <ac:spMkLst>
            <pc:docMk/>
            <pc:sldMk cId="3044335894" sldId="2147483557"/>
            <ac:spMk id="30" creationId="{211C8A65-DFC7-2F98-D4CD-B7F53FCD9EA5}"/>
          </ac:spMkLst>
        </pc:spChg>
        <pc:spChg chg="add mod topLvl">
          <ac:chgData name="PS3 石川 星/Ishikawa, Sho (NTT DATA)" userId="02c132a7-2049-4e7b-a292-e2101025765b" providerId="ADAL" clId="{5963EF00-8023-431A-B5E3-7791A55D19A7}" dt="2026-05-20T07:43:09.273" v="28564" actId="1076"/>
          <ac:spMkLst>
            <pc:docMk/>
            <pc:sldMk cId="3044335894" sldId="2147483557"/>
            <ac:spMk id="40" creationId="{E605B434-7C7F-0974-DEB6-29F8D5C3B3F2}"/>
          </ac:spMkLst>
        </pc:spChg>
        <pc:spChg chg="add mod topLvl">
          <ac:chgData name="PS3 石川 星/Ishikawa, Sho (NTT DATA)" userId="02c132a7-2049-4e7b-a292-e2101025765b" providerId="ADAL" clId="{5963EF00-8023-431A-B5E3-7791A55D19A7}" dt="2026-05-20T07:43:21.637" v="28566" actId="165"/>
          <ac:spMkLst>
            <pc:docMk/>
            <pc:sldMk cId="3044335894" sldId="2147483557"/>
            <ac:spMk id="41" creationId="{D22A6EBA-772F-48BD-5CBC-BDE4A5D731DF}"/>
          </ac:spMkLst>
        </pc:spChg>
        <pc:spChg chg="add mod topLvl">
          <ac:chgData name="PS3 石川 星/Ishikawa, Sho (NTT DATA)" userId="02c132a7-2049-4e7b-a292-e2101025765b" providerId="ADAL" clId="{5963EF00-8023-431A-B5E3-7791A55D19A7}" dt="2026-05-20T07:43:21.637" v="28566" actId="165"/>
          <ac:spMkLst>
            <pc:docMk/>
            <pc:sldMk cId="3044335894" sldId="2147483557"/>
            <ac:spMk id="43" creationId="{6CBFB06D-F878-0791-A817-F762F3F4CD44}"/>
          </ac:spMkLst>
        </pc:spChg>
        <pc:spChg chg="mod topLvl">
          <ac:chgData name="PS3 石川 星/Ishikawa, Sho (NTT DATA)" userId="02c132a7-2049-4e7b-a292-e2101025765b" providerId="ADAL" clId="{5963EF00-8023-431A-B5E3-7791A55D19A7}" dt="2026-05-15T13:41:53.132" v="26824" actId="1037"/>
          <ac:spMkLst>
            <pc:docMk/>
            <pc:sldMk cId="3044335894" sldId="2147483557"/>
            <ac:spMk id="72" creationId="{D311EB78-8B72-F5D3-22FA-81EE940F2977}"/>
          </ac:spMkLst>
        </pc:spChg>
        <pc:spChg chg="mod topLvl">
          <ac:chgData name="PS3 石川 星/Ishikawa, Sho (NTT DATA)" userId="02c132a7-2049-4e7b-a292-e2101025765b" providerId="ADAL" clId="{5963EF00-8023-431A-B5E3-7791A55D19A7}" dt="2026-05-15T13:41:53.132" v="26824" actId="1037"/>
          <ac:spMkLst>
            <pc:docMk/>
            <pc:sldMk cId="3044335894" sldId="2147483557"/>
            <ac:spMk id="73" creationId="{6D7C95F4-842F-0888-BD9A-63FF08D0CADD}"/>
          </ac:spMkLst>
        </pc:spChg>
        <pc:spChg chg="mod topLvl">
          <ac:chgData name="PS3 石川 星/Ishikawa, Sho (NTT DATA)" userId="02c132a7-2049-4e7b-a292-e2101025765b" providerId="ADAL" clId="{5963EF00-8023-431A-B5E3-7791A55D19A7}" dt="2026-05-15T13:36:49.508" v="26707" actId="1076"/>
          <ac:spMkLst>
            <pc:docMk/>
            <pc:sldMk cId="3044335894" sldId="2147483557"/>
            <ac:spMk id="76" creationId="{80B28585-85D2-FE64-1FA6-90DB1D92F263}"/>
          </ac:spMkLst>
        </pc:spChg>
        <pc:spChg chg="mod topLvl">
          <ac:chgData name="PS3 石川 星/Ishikawa, Sho (NTT DATA)" userId="02c132a7-2049-4e7b-a292-e2101025765b" providerId="ADAL" clId="{5963EF00-8023-431A-B5E3-7791A55D19A7}" dt="2026-05-15T13:36:32.869" v="26701" actId="1076"/>
          <ac:spMkLst>
            <pc:docMk/>
            <pc:sldMk cId="3044335894" sldId="2147483557"/>
            <ac:spMk id="77" creationId="{0C04AF94-55E4-EF03-B541-2D4AB0B4300F}"/>
          </ac:spMkLst>
        </pc:spChg>
        <pc:spChg chg="add mod">
          <ac:chgData name="PS3 石川 星/Ishikawa, Sho (NTT DATA)" userId="02c132a7-2049-4e7b-a292-e2101025765b" providerId="ADAL" clId="{5963EF00-8023-431A-B5E3-7791A55D19A7}" dt="2026-05-20T08:11:28.264" v="28695" actId="1076"/>
          <ac:spMkLst>
            <pc:docMk/>
            <pc:sldMk cId="3044335894" sldId="2147483557"/>
            <ac:spMk id="97" creationId="{F11D2CF6-26A7-B788-C01F-90ECAB7BC9D7}"/>
          </ac:spMkLst>
        </pc:spChg>
        <pc:spChg chg="mod topLvl">
          <ac:chgData name="PS3 石川 星/Ishikawa, Sho (NTT DATA)" userId="02c132a7-2049-4e7b-a292-e2101025765b" providerId="ADAL" clId="{5963EF00-8023-431A-B5E3-7791A55D19A7}" dt="2026-05-15T13:37:01.825" v="26709" actId="165"/>
          <ac:spMkLst>
            <pc:docMk/>
            <pc:sldMk cId="3044335894" sldId="2147483557"/>
            <ac:spMk id="100" creationId="{E8CA2041-783C-42AB-A1B7-C2A5A81105F2}"/>
          </ac:spMkLst>
        </pc:spChg>
        <pc:spChg chg="add mod">
          <ac:chgData name="PS3 石川 星/Ishikawa, Sho (NTT DATA)" userId="02c132a7-2049-4e7b-a292-e2101025765b" providerId="ADAL" clId="{5963EF00-8023-431A-B5E3-7791A55D19A7}" dt="2026-05-26T10:32:32.141" v="36512" actId="1076"/>
          <ac:spMkLst>
            <pc:docMk/>
            <pc:sldMk cId="3044335894" sldId="2147483557"/>
            <ac:spMk id="102" creationId="{5E64D9AA-09C9-F560-149B-C7B623599166}"/>
          </ac:spMkLst>
        </pc:spChg>
        <pc:spChg chg="add mod">
          <ac:chgData name="PS3 石川 星/Ishikawa, Sho (NTT DATA)" userId="02c132a7-2049-4e7b-a292-e2101025765b" providerId="ADAL" clId="{5963EF00-8023-431A-B5E3-7791A55D19A7}" dt="2026-05-15T13:36:46.864" v="26706" actId="1076"/>
          <ac:spMkLst>
            <pc:docMk/>
            <pc:sldMk cId="3044335894" sldId="2147483557"/>
            <ac:spMk id="104" creationId="{9D9F5330-7ACA-1DC5-4872-8BD912D3BE98}"/>
          </ac:spMkLst>
        </pc:spChg>
        <pc:spChg chg="add mod">
          <ac:chgData name="PS3 石川 星/Ishikawa, Sho (NTT DATA)" userId="02c132a7-2049-4e7b-a292-e2101025765b" providerId="ADAL" clId="{5963EF00-8023-431A-B5E3-7791A55D19A7}" dt="2026-05-26T10:32:45.270" v="36514" actId="1076"/>
          <ac:spMkLst>
            <pc:docMk/>
            <pc:sldMk cId="3044335894" sldId="2147483557"/>
            <ac:spMk id="110" creationId="{7F9570B9-720B-9F9D-900D-5CC9FB44B7CE}"/>
          </ac:spMkLst>
        </pc:spChg>
        <pc:spChg chg="add mod">
          <ac:chgData name="PS3 石川 星/Ishikawa, Sho (NTT DATA)" userId="02c132a7-2049-4e7b-a292-e2101025765b" providerId="ADAL" clId="{5963EF00-8023-431A-B5E3-7791A55D19A7}" dt="2026-05-26T06:10:50.424" v="36424" actId="1076"/>
          <ac:spMkLst>
            <pc:docMk/>
            <pc:sldMk cId="3044335894" sldId="2147483557"/>
            <ac:spMk id="113" creationId="{DB8264E6-F775-9E1B-0203-A3E943E27A69}"/>
          </ac:spMkLst>
        </pc:spChg>
        <pc:spChg chg="add mod">
          <ac:chgData name="PS3 石川 星/Ishikawa, Sho (NTT DATA)" userId="02c132a7-2049-4e7b-a292-e2101025765b" providerId="ADAL" clId="{5963EF00-8023-431A-B5E3-7791A55D19A7}" dt="2026-05-15T13:44:14.241" v="26895" actId="1037"/>
          <ac:spMkLst>
            <pc:docMk/>
            <pc:sldMk cId="3044335894" sldId="2147483557"/>
            <ac:spMk id="115" creationId="{36275F38-C117-BE34-D643-56750A099408}"/>
          </ac:spMkLst>
        </pc:spChg>
        <pc:spChg chg="add mod">
          <ac:chgData name="PS3 石川 星/Ishikawa, Sho (NTT DATA)" userId="02c132a7-2049-4e7b-a292-e2101025765b" providerId="ADAL" clId="{5963EF00-8023-431A-B5E3-7791A55D19A7}" dt="2026-05-15T13:45:35.918" v="26938" actId="1076"/>
          <ac:spMkLst>
            <pc:docMk/>
            <pc:sldMk cId="3044335894" sldId="2147483557"/>
            <ac:spMk id="116" creationId="{2CF49ABD-9D09-0E83-9D00-AEEEBF22263B}"/>
          </ac:spMkLst>
        </pc:spChg>
        <pc:spChg chg="add mod">
          <ac:chgData name="PS3 石川 星/Ishikawa, Sho (NTT DATA)" userId="02c132a7-2049-4e7b-a292-e2101025765b" providerId="ADAL" clId="{5963EF00-8023-431A-B5E3-7791A55D19A7}" dt="2026-05-15T13:45:42.581" v="26940" actId="1076"/>
          <ac:spMkLst>
            <pc:docMk/>
            <pc:sldMk cId="3044335894" sldId="2147483557"/>
            <ac:spMk id="130" creationId="{3F712856-8638-B4C3-B6B2-E8B59F61E03F}"/>
          </ac:spMkLst>
        </pc:spChg>
        <pc:spChg chg="add mod">
          <ac:chgData name="PS3 石川 星/Ishikawa, Sho (NTT DATA)" userId="02c132a7-2049-4e7b-a292-e2101025765b" providerId="ADAL" clId="{5963EF00-8023-431A-B5E3-7791A55D19A7}" dt="2026-05-15T13:44:34.307" v="26900" actId="1076"/>
          <ac:spMkLst>
            <pc:docMk/>
            <pc:sldMk cId="3044335894" sldId="2147483557"/>
            <ac:spMk id="134" creationId="{517A74F2-F10E-7660-4C22-0481AB5F0085}"/>
          </ac:spMkLst>
        </pc:spChg>
        <pc:spChg chg="add mod">
          <ac:chgData name="PS3 石川 星/Ishikawa, Sho (NTT DATA)" userId="02c132a7-2049-4e7b-a292-e2101025765b" providerId="ADAL" clId="{5963EF00-8023-431A-B5E3-7791A55D19A7}" dt="2026-05-15T13:44:59.246" v="26932" actId="1076"/>
          <ac:spMkLst>
            <pc:docMk/>
            <pc:sldMk cId="3044335894" sldId="2147483557"/>
            <ac:spMk id="135" creationId="{82519249-0CDC-28AF-176A-0137589A1AB7}"/>
          </ac:spMkLst>
        </pc:spChg>
        <pc:spChg chg="add mod">
          <ac:chgData name="PS3 石川 星/Ishikawa, Sho (NTT DATA)" userId="02c132a7-2049-4e7b-a292-e2101025765b" providerId="ADAL" clId="{5963EF00-8023-431A-B5E3-7791A55D19A7}" dt="2026-05-15T13:45:13.707" v="26935" actId="1076"/>
          <ac:spMkLst>
            <pc:docMk/>
            <pc:sldMk cId="3044335894" sldId="2147483557"/>
            <ac:spMk id="137" creationId="{A5681B5D-14A9-4D7E-FA35-6C3498113E34}"/>
          </ac:spMkLst>
        </pc:spChg>
        <pc:spChg chg="add mod">
          <ac:chgData name="PS3 石川 星/Ishikawa, Sho (NTT DATA)" userId="02c132a7-2049-4e7b-a292-e2101025765b" providerId="ADAL" clId="{5963EF00-8023-431A-B5E3-7791A55D19A7}" dt="2026-05-15T13:46:00.965" v="27003" actId="1037"/>
          <ac:spMkLst>
            <pc:docMk/>
            <pc:sldMk cId="3044335894" sldId="2147483557"/>
            <ac:spMk id="143" creationId="{249B618D-8AE9-BF4C-C27D-80D9373DD0FE}"/>
          </ac:spMkLst>
        </pc:spChg>
        <pc:spChg chg="add mod">
          <ac:chgData name="PS3 石川 星/Ishikawa, Sho (NTT DATA)" userId="02c132a7-2049-4e7b-a292-e2101025765b" providerId="ADAL" clId="{5963EF00-8023-431A-B5E3-7791A55D19A7}" dt="2026-05-15T13:46:45.247" v="27045" actId="1076"/>
          <ac:spMkLst>
            <pc:docMk/>
            <pc:sldMk cId="3044335894" sldId="2147483557"/>
            <ac:spMk id="147" creationId="{D32373A1-5764-6AD5-EC67-7A6F95EEE487}"/>
          </ac:spMkLst>
        </pc:spChg>
        <pc:spChg chg="add mod">
          <ac:chgData name="PS3 石川 星/Ishikawa, Sho (NTT DATA)" userId="02c132a7-2049-4e7b-a292-e2101025765b" providerId="ADAL" clId="{5963EF00-8023-431A-B5E3-7791A55D19A7}" dt="2026-05-15T13:47:04.212" v="27047" actId="1076"/>
          <ac:spMkLst>
            <pc:docMk/>
            <pc:sldMk cId="3044335894" sldId="2147483557"/>
            <ac:spMk id="148" creationId="{8FCF80AB-A7DD-083A-D33B-48691C0405D9}"/>
          </ac:spMkLst>
        </pc:spChg>
        <pc:spChg chg="add mod">
          <ac:chgData name="PS3 石川 星/Ishikawa, Sho (NTT DATA)" userId="02c132a7-2049-4e7b-a292-e2101025765b" providerId="ADAL" clId="{5963EF00-8023-431A-B5E3-7791A55D19A7}" dt="2026-05-15T13:47:11.767" v="27049" actId="1076"/>
          <ac:spMkLst>
            <pc:docMk/>
            <pc:sldMk cId="3044335894" sldId="2147483557"/>
            <ac:spMk id="149" creationId="{E77154AC-7DAE-3E4D-2168-BB6CF0AD86CC}"/>
          </ac:spMkLst>
        </pc:spChg>
        <pc:spChg chg="add mod">
          <ac:chgData name="PS3 石川 星/Ishikawa, Sho (NTT DATA)" userId="02c132a7-2049-4e7b-a292-e2101025765b" providerId="ADAL" clId="{5963EF00-8023-431A-B5E3-7791A55D19A7}" dt="2026-05-15T13:54:40.250" v="27131" actId="1076"/>
          <ac:spMkLst>
            <pc:docMk/>
            <pc:sldMk cId="3044335894" sldId="2147483557"/>
            <ac:spMk id="153" creationId="{FC37640D-0A03-5A42-7963-1061899DBDA8}"/>
          </ac:spMkLst>
        </pc:spChg>
        <pc:cxnChg chg="add mod">
          <ac:chgData name="PS3 石川 星/Ishikawa, Sho (NTT DATA)" userId="02c132a7-2049-4e7b-a292-e2101025765b" providerId="ADAL" clId="{5963EF00-8023-431A-B5E3-7791A55D19A7}" dt="2026-05-26T06:11:52.490" v="36451" actId="14100"/>
          <ac:cxnSpMkLst>
            <pc:docMk/>
            <pc:sldMk cId="3044335894" sldId="2147483557"/>
            <ac:cxnSpMk id="10" creationId="{D6D25BF7-2C4F-C256-0270-92965F04AD18}"/>
          </ac:cxnSpMkLst>
        </pc:cxnChg>
        <pc:cxnChg chg="add mod topLvl">
          <ac:chgData name="PS3 石川 星/Ishikawa, Sho (NTT DATA)" userId="02c132a7-2049-4e7b-a292-e2101025765b" providerId="ADAL" clId="{5963EF00-8023-431A-B5E3-7791A55D19A7}" dt="2026-05-20T07:43:32.841" v="28568" actId="14100"/>
          <ac:cxnSpMkLst>
            <pc:docMk/>
            <pc:sldMk cId="3044335894" sldId="2147483557"/>
            <ac:cxnSpMk id="11" creationId="{909D92A3-226E-BB48-632F-57A7CF134F6C}"/>
          </ac:cxnSpMkLst>
        </pc:cxnChg>
        <pc:cxnChg chg="add mod topLvl">
          <ac:chgData name="PS3 石川 星/Ishikawa, Sho (NTT DATA)" userId="02c132a7-2049-4e7b-a292-e2101025765b" providerId="ADAL" clId="{5963EF00-8023-431A-B5E3-7791A55D19A7}" dt="2026-05-20T07:43:13.149" v="28565" actId="14100"/>
          <ac:cxnSpMkLst>
            <pc:docMk/>
            <pc:sldMk cId="3044335894" sldId="2147483557"/>
            <ac:cxnSpMk id="12" creationId="{1E0FA306-847C-CC25-1F66-9E54D887EA2D}"/>
          </ac:cxnSpMkLst>
        </pc:cxnChg>
        <pc:cxnChg chg="add mod">
          <ac:chgData name="PS3 石川 星/Ishikawa, Sho (NTT DATA)" userId="02c132a7-2049-4e7b-a292-e2101025765b" providerId="ADAL" clId="{5963EF00-8023-431A-B5E3-7791A55D19A7}" dt="2026-05-26T10:33:57.386" v="36548" actId="1076"/>
          <ac:cxnSpMkLst>
            <pc:docMk/>
            <pc:sldMk cId="3044335894" sldId="2147483557"/>
            <ac:cxnSpMk id="22" creationId="{0FACBFCA-BAF6-D90F-EFF7-C354CEFD656C}"/>
          </ac:cxnSpMkLst>
        </pc:cxnChg>
        <pc:cxnChg chg="add mod">
          <ac:chgData name="PS3 石川 星/Ishikawa, Sho (NTT DATA)" userId="02c132a7-2049-4e7b-a292-e2101025765b" providerId="ADAL" clId="{5963EF00-8023-431A-B5E3-7791A55D19A7}" dt="2026-05-20T07:44:40.208" v="28573" actId="1076"/>
          <ac:cxnSpMkLst>
            <pc:docMk/>
            <pc:sldMk cId="3044335894" sldId="2147483557"/>
            <ac:cxnSpMk id="23" creationId="{305E566D-99DB-5206-1E32-A978370BEFC0}"/>
          </ac:cxnSpMkLst>
        </pc:cxnChg>
        <pc:cxnChg chg="add mod">
          <ac:chgData name="PS3 石川 星/Ishikawa, Sho (NTT DATA)" userId="02c132a7-2049-4e7b-a292-e2101025765b" providerId="ADAL" clId="{5963EF00-8023-431A-B5E3-7791A55D19A7}" dt="2026-05-26T10:32:16.188" v="36511" actId="1076"/>
          <ac:cxnSpMkLst>
            <pc:docMk/>
            <pc:sldMk cId="3044335894" sldId="2147483557"/>
            <ac:cxnSpMk id="26" creationId="{BE57295F-ABC8-50D1-EA7F-585F1CEEAD7F}"/>
          </ac:cxnSpMkLst>
        </pc:cxnChg>
        <pc:cxnChg chg="mod topLvl">
          <ac:chgData name="PS3 石川 星/Ishikawa, Sho (NTT DATA)" userId="02c132a7-2049-4e7b-a292-e2101025765b" providerId="ADAL" clId="{5963EF00-8023-431A-B5E3-7791A55D19A7}" dt="2026-05-26T06:10:41.205" v="36423" actId="14100"/>
          <ac:cxnSpMkLst>
            <pc:docMk/>
            <pc:sldMk cId="3044335894" sldId="2147483557"/>
            <ac:cxnSpMk id="71" creationId="{CD335BE9-E4BD-CC98-EF27-3DC631A7C70D}"/>
          </ac:cxnSpMkLst>
        </pc:cxnChg>
        <pc:cxnChg chg="mod topLvl">
          <ac:chgData name="PS3 石川 星/Ishikawa, Sho (NTT DATA)" userId="02c132a7-2049-4e7b-a292-e2101025765b" providerId="ADAL" clId="{5963EF00-8023-431A-B5E3-7791A55D19A7}" dt="2026-05-26T10:32:40.310" v="36513" actId="14100"/>
          <ac:cxnSpMkLst>
            <pc:docMk/>
            <pc:sldMk cId="3044335894" sldId="2147483557"/>
            <ac:cxnSpMk id="75" creationId="{1FD0C4BE-2A6A-2050-0ACA-089889C1B730}"/>
          </ac:cxnSpMkLst>
        </pc:cxnChg>
        <pc:cxnChg chg="add mod">
          <ac:chgData name="PS3 石川 星/Ishikawa, Sho (NTT DATA)" userId="02c132a7-2049-4e7b-a292-e2101025765b" providerId="ADAL" clId="{5963EF00-8023-431A-B5E3-7791A55D19A7}" dt="2026-05-20T08:11:28.264" v="28695" actId="1076"/>
          <ac:cxnSpMkLst>
            <pc:docMk/>
            <pc:sldMk cId="3044335894" sldId="2147483557"/>
            <ac:cxnSpMk id="96" creationId="{987AF314-426C-F4E3-23ED-68C4F14A9B9F}"/>
          </ac:cxnSpMkLst>
        </pc:cxnChg>
        <pc:cxnChg chg="mod topLvl">
          <ac:chgData name="PS3 石川 星/Ishikawa, Sho (NTT DATA)" userId="02c132a7-2049-4e7b-a292-e2101025765b" providerId="ADAL" clId="{5963EF00-8023-431A-B5E3-7791A55D19A7}" dt="2026-05-15T13:46:17.661" v="27006" actId="14100"/>
          <ac:cxnSpMkLst>
            <pc:docMk/>
            <pc:sldMk cId="3044335894" sldId="2147483557"/>
            <ac:cxnSpMk id="99" creationId="{C2AA3483-DEDE-F6B9-CC13-F1BAD80DABA1}"/>
          </ac:cxnSpMkLst>
        </pc:cxnChg>
        <pc:cxnChg chg="add mod">
          <ac:chgData name="PS3 石川 星/Ishikawa, Sho (NTT DATA)" userId="02c132a7-2049-4e7b-a292-e2101025765b" providerId="ADAL" clId="{5963EF00-8023-431A-B5E3-7791A55D19A7}" dt="2026-05-15T13:45:40.564" v="26939" actId="14100"/>
          <ac:cxnSpMkLst>
            <pc:docMk/>
            <pc:sldMk cId="3044335894" sldId="2147483557"/>
            <ac:cxnSpMk id="126" creationId="{07D83296-A470-8F89-809A-4CF1273337D4}"/>
          </ac:cxnSpMkLst>
        </pc:cxnChg>
        <pc:cxnChg chg="add mod">
          <ac:chgData name="PS3 石川 星/Ishikawa, Sho (NTT DATA)" userId="02c132a7-2049-4e7b-a292-e2101025765b" providerId="ADAL" clId="{5963EF00-8023-431A-B5E3-7791A55D19A7}" dt="2026-05-15T13:45:23.637" v="26937" actId="14100"/>
          <ac:cxnSpMkLst>
            <pc:docMk/>
            <pc:sldMk cId="3044335894" sldId="2147483557"/>
            <ac:cxnSpMk id="136" creationId="{F24D8A60-8295-9787-82C2-BBA877BB2CD8}"/>
          </ac:cxnSpMkLst>
        </pc:cxnChg>
        <pc:cxnChg chg="add mod">
          <ac:chgData name="PS3 石川 星/Ishikawa, Sho (NTT DATA)" userId="02c132a7-2049-4e7b-a292-e2101025765b" providerId="ADAL" clId="{5963EF00-8023-431A-B5E3-7791A55D19A7}" dt="2026-05-15T13:54:35.745" v="27130" actId="14100"/>
          <ac:cxnSpMkLst>
            <pc:docMk/>
            <pc:sldMk cId="3044335894" sldId="2147483557"/>
            <ac:cxnSpMk id="150" creationId="{4EA7A019-7453-DF3C-55DB-A4FFFC013559}"/>
          </ac:cxnSpMkLst>
        </pc:cxnChg>
      </pc:sldChg>
      <pc:sldChg chg="addSp delSp modSp add mod ord">
        <pc:chgData name="PS3 石川 星/Ishikawa, Sho (NTT DATA)" userId="02c132a7-2049-4e7b-a292-e2101025765b" providerId="ADAL" clId="{5963EF00-8023-431A-B5E3-7791A55D19A7}" dt="2026-05-26T06:13:33.346" v="36469" actId="20577"/>
        <pc:sldMkLst>
          <pc:docMk/>
          <pc:sldMk cId="1514673633" sldId="2147483558"/>
        </pc:sldMkLst>
        <pc:spChg chg="mod">
          <ac:chgData name="PS3 石川 星/Ishikawa, Sho (NTT DATA)" userId="02c132a7-2049-4e7b-a292-e2101025765b" providerId="ADAL" clId="{5963EF00-8023-431A-B5E3-7791A55D19A7}" dt="2026-05-21T08:15:03.385" v="33754" actId="20577"/>
          <ac:spMkLst>
            <pc:docMk/>
            <pc:sldMk cId="1514673633" sldId="2147483558"/>
            <ac:spMk id="2" creationId="{D2A1B1B8-C239-2470-CE10-815EA97CDF61}"/>
          </ac:spMkLst>
        </pc:spChg>
        <pc:spChg chg="add mod">
          <ac:chgData name="PS3 石川 星/Ishikawa, Sho (NTT DATA)" userId="02c132a7-2049-4e7b-a292-e2101025765b" providerId="ADAL" clId="{5963EF00-8023-431A-B5E3-7791A55D19A7}" dt="2026-05-26T06:12:53.951" v="36459" actId="20577"/>
          <ac:spMkLst>
            <pc:docMk/>
            <pc:sldMk cId="1514673633" sldId="2147483558"/>
            <ac:spMk id="5" creationId="{2FA6C518-0F88-0A8A-9945-254B5667885B}"/>
          </ac:spMkLst>
        </pc:spChg>
        <pc:spChg chg="add mod">
          <ac:chgData name="PS3 石川 星/Ishikawa, Sho (NTT DATA)" userId="02c132a7-2049-4e7b-a292-e2101025765b" providerId="ADAL" clId="{5963EF00-8023-431A-B5E3-7791A55D19A7}" dt="2026-05-26T06:13:33.346" v="36469" actId="20577"/>
          <ac:spMkLst>
            <pc:docMk/>
            <pc:sldMk cId="1514673633" sldId="2147483558"/>
            <ac:spMk id="11" creationId="{E5037F44-AAE8-EC2D-0C69-A205194D3973}"/>
          </ac:spMkLst>
        </pc:spChg>
        <pc:picChg chg="add mod">
          <ac:chgData name="PS3 石川 星/Ishikawa, Sho (NTT DATA)" userId="02c132a7-2049-4e7b-a292-e2101025765b" providerId="ADAL" clId="{5963EF00-8023-431A-B5E3-7791A55D19A7}" dt="2026-05-20T11:09:22.632" v="31816" actId="1076"/>
          <ac:picMkLst>
            <pc:docMk/>
            <pc:sldMk cId="1514673633" sldId="2147483558"/>
            <ac:picMk id="7" creationId="{DEBF2E9C-1AD3-EA42-D9E2-FFC0F4A8C497}"/>
          </ac:picMkLst>
        </pc:picChg>
      </pc:sldChg>
      <pc:sldChg chg="addSp delSp modSp add mod">
        <pc:chgData name="PS3 石川 星/Ishikawa, Sho (NTT DATA)" userId="02c132a7-2049-4e7b-a292-e2101025765b" providerId="ADAL" clId="{5963EF00-8023-431A-B5E3-7791A55D19A7}" dt="2026-05-21T08:15:10.133" v="33756" actId="20577"/>
        <pc:sldMkLst>
          <pc:docMk/>
          <pc:sldMk cId="2001103935" sldId="2147483559"/>
        </pc:sldMkLst>
        <pc:spChg chg="mod">
          <ac:chgData name="PS3 石川 星/Ishikawa, Sho (NTT DATA)" userId="02c132a7-2049-4e7b-a292-e2101025765b" providerId="ADAL" clId="{5963EF00-8023-431A-B5E3-7791A55D19A7}" dt="2026-05-21T08:15:10.133" v="33756" actId="20577"/>
          <ac:spMkLst>
            <pc:docMk/>
            <pc:sldMk cId="2001103935" sldId="2147483559"/>
            <ac:spMk id="2" creationId="{BCD4059B-E0B1-0307-52B6-4F665BFA52E7}"/>
          </ac:spMkLst>
        </pc:spChg>
        <pc:spChg chg="add mod">
          <ac:chgData name="PS3 石川 星/Ishikawa, Sho (NTT DATA)" userId="02c132a7-2049-4e7b-a292-e2101025765b" providerId="ADAL" clId="{5963EF00-8023-431A-B5E3-7791A55D19A7}" dt="2026-05-20T11:14:42.641" v="31817" actId="20577"/>
          <ac:spMkLst>
            <pc:docMk/>
            <pc:sldMk cId="2001103935" sldId="2147483559"/>
            <ac:spMk id="4" creationId="{3EB24163-903E-8D3A-76E1-A8099B1B7E34}"/>
          </ac:spMkLst>
        </pc:spChg>
        <pc:spChg chg="add mod">
          <ac:chgData name="PS3 石川 星/Ishikawa, Sho (NTT DATA)" userId="02c132a7-2049-4e7b-a292-e2101025765b" providerId="ADAL" clId="{5963EF00-8023-431A-B5E3-7791A55D19A7}" dt="2026-05-20T11:19:56.516" v="31852" actId="1076"/>
          <ac:spMkLst>
            <pc:docMk/>
            <pc:sldMk cId="2001103935" sldId="2147483559"/>
            <ac:spMk id="11" creationId="{0EB683D2-0670-DB3E-B8B9-51EFFDEA760B}"/>
          </ac:spMkLst>
        </pc:spChg>
        <pc:spChg chg="add mod">
          <ac:chgData name="PS3 石川 星/Ishikawa, Sho (NTT DATA)" userId="02c132a7-2049-4e7b-a292-e2101025765b" providerId="ADAL" clId="{5963EF00-8023-431A-B5E3-7791A55D19A7}" dt="2026-05-20T11:20:25.835" v="31856" actId="14100"/>
          <ac:spMkLst>
            <pc:docMk/>
            <pc:sldMk cId="2001103935" sldId="2147483559"/>
            <ac:spMk id="16" creationId="{FF47A475-5CB2-0704-1D33-B1FB427921DA}"/>
          </ac:spMkLst>
        </pc:spChg>
        <pc:spChg chg="add mod">
          <ac:chgData name="PS3 石川 星/Ishikawa, Sho (NTT DATA)" userId="02c132a7-2049-4e7b-a292-e2101025765b" providerId="ADAL" clId="{5963EF00-8023-431A-B5E3-7791A55D19A7}" dt="2026-05-20T11:20:12.852" v="31854" actId="14100"/>
          <ac:spMkLst>
            <pc:docMk/>
            <pc:sldMk cId="2001103935" sldId="2147483559"/>
            <ac:spMk id="24" creationId="{2BB56181-0422-CB50-B46D-0A5100AFD15C}"/>
          </ac:spMkLst>
        </pc:spChg>
        <pc:spChg chg="add mod">
          <ac:chgData name="PS3 石川 星/Ishikawa, Sho (NTT DATA)" userId="02c132a7-2049-4e7b-a292-e2101025765b" providerId="ADAL" clId="{5963EF00-8023-431A-B5E3-7791A55D19A7}" dt="2026-05-20T11:20:37.658" v="31858" actId="14100"/>
          <ac:spMkLst>
            <pc:docMk/>
            <pc:sldMk cId="2001103935" sldId="2147483559"/>
            <ac:spMk id="27" creationId="{A145409E-62BD-C020-3EB9-5A3B14A38615}"/>
          </ac:spMkLst>
        </pc:spChg>
        <pc:picChg chg="add mod ord">
          <ac:chgData name="PS3 石川 星/Ishikawa, Sho (NTT DATA)" userId="02c132a7-2049-4e7b-a292-e2101025765b" providerId="ADAL" clId="{5963EF00-8023-431A-B5E3-7791A55D19A7}" dt="2026-05-20T11:19:40.462" v="31851" actId="1076"/>
          <ac:picMkLst>
            <pc:docMk/>
            <pc:sldMk cId="2001103935" sldId="2147483559"/>
            <ac:picMk id="7" creationId="{EB0C2C51-25E0-4253-BFE2-06C7E1BA5A1E}"/>
          </ac:picMkLst>
        </pc:picChg>
        <pc:cxnChg chg="add mod">
          <ac:chgData name="PS3 石川 星/Ishikawa, Sho (NTT DATA)" userId="02c132a7-2049-4e7b-a292-e2101025765b" providerId="ADAL" clId="{5963EF00-8023-431A-B5E3-7791A55D19A7}" dt="2026-05-20T11:19:56.516" v="31852" actId="1076"/>
          <ac:cxnSpMkLst>
            <pc:docMk/>
            <pc:sldMk cId="2001103935" sldId="2147483559"/>
            <ac:cxnSpMk id="12" creationId="{A9162292-DCB3-CEA4-0A4C-B6CB1330C0B2}"/>
          </ac:cxnSpMkLst>
        </pc:cxnChg>
        <pc:cxnChg chg="add mod">
          <ac:chgData name="PS3 石川 星/Ishikawa, Sho (NTT DATA)" userId="02c132a7-2049-4e7b-a292-e2101025765b" providerId="ADAL" clId="{5963EF00-8023-431A-B5E3-7791A55D19A7}" dt="2026-05-20T11:20:25.835" v="31856" actId="14100"/>
          <ac:cxnSpMkLst>
            <pc:docMk/>
            <pc:sldMk cId="2001103935" sldId="2147483559"/>
            <ac:cxnSpMk id="17" creationId="{BF7BAFE9-2B60-2BE5-08AE-2E831A4D12F5}"/>
          </ac:cxnSpMkLst>
        </pc:cxnChg>
        <pc:cxnChg chg="add mod">
          <ac:chgData name="PS3 石川 星/Ishikawa, Sho (NTT DATA)" userId="02c132a7-2049-4e7b-a292-e2101025765b" providerId="ADAL" clId="{5963EF00-8023-431A-B5E3-7791A55D19A7}" dt="2026-05-20T11:20:12.852" v="31854" actId="14100"/>
          <ac:cxnSpMkLst>
            <pc:docMk/>
            <pc:sldMk cId="2001103935" sldId="2147483559"/>
            <ac:cxnSpMk id="22" creationId="{51B0150E-2F49-7E7E-0C59-A1117F8C2C09}"/>
          </ac:cxnSpMkLst>
        </pc:cxnChg>
        <pc:cxnChg chg="add mod">
          <ac:chgData name="PS3 石川 星/Ishikawa, Sho (NTT DATA)" userId="02c132a7-2049-4e7b-a292-e2101025765b" providerId="ADAL" clId="{5963EF00-8023-431A-B5E3-7791A55D19A7}" dt="2026-05-20T11:20:37.658" v="31858" actId="14100"/>
          <ac:cxnSpMkLst>
            <pc:docMk/>
            <pc:sldMk cId="2001103935" sldId="2147483559"/>
            <ac:cxnSpMk id="28" creationId="{82CF70C1-D9E8-A032-4243-44EA8D461C87}"/>
          </ac:cxnSpMkLst>
        </pc:cxnChg>
      </pc:sldChg>
      <pc:sldChg chg="addSp delSp modSp add mod ord">
        <pc:chgData name="PS3 石川 星/Ishikawa, Sho (NTT DATA)" userId="02c132a7-2049-4e7b-a292-e2101025765b" providerId="ADAL" clId="{5963EF00-8023-431A-B5E3-7791A55D19A7}" dt="2026-05-21T08:14:54.518" v="33751" actId="20577"/>
        <pc:sldMkLst>
          <pc:docMk/>
          <pc:sldMk cId="2760674520" sldId="2147483560"/>
        </pc:sldMkLst>
        <pc:spChg chg="mod">
          <ac:chgData name="PS3 石川 星/Ishikawa, Sho (NTT DATA)" userId="02c132a7-2049-4e7b-a292-e2101025765b" providerId="ADAL" clId="{5963EF00-8023-431A-B5E3-7791A55D19A7}" dt="2026-05-21T08:14:54.518" v="33751" actId="20577"/>
          <ac:spMkLst>
            <pc:docMk/>
            <pc:sldMk cId="2760674520" sldId="2147483560"/>
            <ac:spMk id="2" creationId="{005C97AB-9363-CEDC-36F6-CBE0413846E1}"/>
          </ac:spMkLst>
        </pc:spChg>
        <pc:spChg chg="mod">
          <ac:chgData name="PS3 石川 星/Ishikawa, Sho (NTT DATA)" userId="02c132a7-2049-4e7b-a292-e2101025765b" providerId="ADAL" clId="{5963EF00-8023-431A-B5E3-7791A55D19A7}" dt="2026-05-20T11:21:28.373" v="31865" actId="14100"/>
          <ac:spMkLst>
            <pc:docMk/>
            <pc:sldMk cId="2760674520" sldId="2147483560"/>
            <ac:spMk id="3" creationId="{A89EE6AE-7B3F-54C3-CB49-AD07B1A5C1A0}"/>
          </ac:spMkLst>
        </pc:spChg>
        <pc:picChg chg="add mod">
          <ac:chgData name="PS3 石川 星/Ishikawa, Sho (NTT DATA)" userId="02c132a7-2049-4e7b-a292-e2101025765b" providerId="ADAL" clId="{5963EF00-8023-431A-B5E3-7791A55D19A7}" dt="2026-05-20T11:07:03.292" v="31805" actId="14100"/>
          <ac:picMkLst>
            <pc:docMk/>
            <pc:sldMk cId="2760674520" sldId="2147483560"/>
            <ac:picMk id="5" creationId="{9A7CBBBF-883A-E68D-7315-7A31B6EC0AC2}"/>
          </ac:picMkLst>
        </pc:picChg>
      </pc:sldChg>
      <pc:sldChg chg="addSp modSp add del mod ord modNotesTx">
        <pc:chgData name="PS3 石川 星/Ishikawa, Sho (NTT DATA)" userId="02c132a7-2049-4e7b-a292-e2101025765b" providerId="ADAL" clId="{5963EF00-8023-431A-B5E3-7791A55D19A7}" dt="2026-05-22T09:53:58.867" v="35119"/>
        <pc:sldMkLst>
          <pc:docMk/>
          <pc:sldMk cId="3170659014" sldId="2147483562"/>
        </pc:sldMkLst>
        <pc:spChg chg="mod">
          <ac:chgData name="PS3 石川 星/Ishikawa, Sho (NTT DATA)" userId="02c132a7-2049-4e7b-a292-e2101025765b" providerId="ADAL" clId="{5963EF00-8023-431A-B5E3-7791A55D19A7}" dt="2026-05-15T14:09:50.665" v="27289"/>
          <ac:spMkLst>
            <pc:docMk/>
            <pc:sldMk cId="3170659014" sldId="2147483562"/>
            <ac:spMk id="2" creationId="{CA8BA4F3-62BD-8E44-AE46-FD973B23328F}"/>
          </ac:spMkLst>
        </pc:spChg>
        <pc:spChg chg="mod">
          <ac:chgData name="PS3 石川 星/Ishikawa, Sho (NTT DATA)" userId="02c132a7-2049-4e7b-a292-e2101025765b" providerId="ADAL" clId="{5963EF00-8023-431A-B5E3-7791A55D19A7}" dt="2026-05-22T04:37:03.786" v="34318" actId="1076"/>
          <ac:spMkLst>
            <pc:docMk/>
            <pc:sldMk cId="3170659014" sldId="2147483562"/>
            <ac:spMk id="3" creationId="{0EF12319-468F-4354-A993-8CF4F14C6792}"/>
          </ac:spMkLst>
        </pc:spChg>
      </pc:sldChg>
      <pc:sldChg chg="addSp delSp modSp add mod ord">
        <pc:chgData name="PS3 石川 星/Ishikawa, Sho (NTT DATA)" userId="02c132a7-2049-4e7b-a292-e2101025765b" providerId="ADAL" clId="{5963EF00-8023-431A-B5E3-7791A55D19A7}" dt="2026-05-21T05:30:49.063" v="33276"/>
        <pc:sldMkLst>
          <pc:docMk/>
          <pc:sldMk cId="2093047169" sldId="2147483564"/>
        </pc:sldMkLst>
        <pc:spChg chg="mod">
          <ac:chgData name="PS3 石川 星/Ishikawa, Sho (NTT DATA)" userId="02c132a7-2049-4e7b-a292-e2101025765b" providerId="ADAL" clId="{5963EF00-8023-431A-B5E3-7791A55D19A7}" dt="2026-05-20T08:23:19.017" v="28888" actId="20577"/>
          <ac:spMkLst>
            <pc:docMk/>
            <pc:sldMk cId="2093047169" sldId="2147483564"/>
            <ac:spMk id="3" creationId="{208CC09A-4D6B-DB85-FE48-0E8E24E912E8}"/>
          </ac:spMkLst>
        </pc:spChg>
        <pc:spChg chg="add mod">
          <ac:chgData name="PS3 石川 星/Ishikawa, Sho (NTT DATA)" userId="02c132a7-2049-4e7b-a292-e2101025765b" providerId="ADAL" clId="{5963EF00-8023-431A-B5E3-7791A55D19A7}" dt="2026-05-20T05:35:40.125" v="28382" actId="1076"/>
          <ac:spMkLst>
            <pc:docMk/>
            <pc:sldMk cId="2093047169" sldId="2147483564"/>
            <ac:spMk id="4" creationId="{7E353490-D77E-A2F6-B7B1-B942461D17C2}"/>
          </ac:spMkLst>
        </pc:spChg>
        <pc:spChg chg="mod ord">
          <ac:chgData name="PS3 石川 星/Ishikawa, Sho (NTT DATA)" userId="02c132a7-2049-4e7b-a292-e2101025765b" providerId="ADAL" clId="{5963EF00-8023-431A-B5E3-7791A55D19A7}" dt="2026-05-20T08:15:52.554" v="28731" actId="166"/>
          <ac:spMkLst>
            <pc:docMk/>
            <pc:sldMk cId="2093047169" sldId="2147483564"/>
            <ac:spMk id="15" creationId="{3F85E2A7-4FDB-0FA8-1F46-C994880C7145}"/>
          </ac:spMkLst>
        </pc:spChg>
        <pc:spChg chg="mod">
          <ac:chgData name="PS3 石川 星/Ishikawa, Sho (NTT DATA)" userId="02c132a7-2049-4e7b-a292-e2101025765b" providerId="ADAL" clId="{5963EF00-8023-431A-B5E3-7791A55D19A7}" dt="2026-05-20T05:35:33.187" v="28380" actId="20577"/>
          <ac:spMkLst>
            <pc:docMk/>
            <pc:sldMk cId="2093047169" sldId="2147483564"/>
            <ac:spMk id="17" creationId="{D9320844-E18D-0F66-5CBE-ACC8D4C9B2DF}"/>
          </ac:spMkLst>
        </pc:spChg>
        <pc:spChg chg="mod">
          <ac:chgData name="PS3 石川 星/Ishikawa, Sho (NTT DATA)" userId="02c132a7-2049-4e7b-a292-e2101025765b" providerId="ADAL" clId="{5963EF00-8023-431A-B5E3-7791A55D19A7}" dt="2026-05-20T05:35:20.369" v="28374" actId="20577"/>
          <ac:spMkLst>
            <pc:docMk/>
            <pc:sldMk cId="2093047169" sldId="2147483564"/>
            <ac:spMk id="19" creationId="{D765D021-75F8-01AA-D0FC-3F4DC43D90FB}"/>
          </ac:spMkLst>
        </pc:spChg>
        <pc:spChg chg="mod">
          <ac:chgData name="PS3 石川 星/Ishikawa, Sho (NTT DATA)" userId="02c132a7-2049-4e7b-a292-e2101025765b" providerId="ADAL" clId="{5963EF00-8023-431A-B5E3-7791A55D19A7}" dt="2026-05-20T05:35:26.904" v="28375"/>
          <ac:spMkLst>
            <pc:docMk/>
            <pc:sldMk cId="2093047169" sldId="2147483564"/>
            <ac:spMk id="31" creationId="{3065B98F-25E8-F89F-5326-37E820FE62F3}"/>
          </ac:spMkLst>
        </pc:spChg>
        <pc:spChg chg="mod">
          <ac:chgData name="PS3 石川 星/Ishikawa, Sho (NTT DATA)" userId="02c132a7-2049-4e7b-a292-e2101025765b" providerId="ADAL" clId="{5963EF00-8023-431A-B5E3-7791A55D19A7}" dt="2026-05-20T08:15:42.983" v="28730" actId="1076"/>
          <ac:spMkLst>
            <pc:docMk/>
            <pc:sldMk cId="2093047169" sldId="2147483564"/>
            <ac:spMk id="35" creationId="{30470F07-8F9F-C2A3-7676-DD462C46CF2F}"/>
          </ac:spMkLst>
        </pc:spChg>
      </pc:sldChg>
      <pc:sldChg chg="delSp modSp add mod modNotesTx">
        <pc:chgData name="PS3 石川 星/Ishikawa, Sho (NTT DATA)" userId="02c132a7-2049-4e7b-a292-e2101025765b" providerId="ADAL" clId="{5963EF00-8023-431A-B5E3-7791A55D19A7}" dt="2026-05-29T10:33:24.084" v="37175"/>
        <pc:sldMkLst>
          <pc:docMk/>
          <pc:sldMk cId="651476689" sldId="2147483565"/>
        </pc:sldMkLst>
        <pc:spChg chg="mod">
          <ac:chgData name="PS3 石川 星/Ishikawa, Sho (NTT DATA)" userId="02c132a7-2049-4e7b-a292-e2101025765b" providerId="ADAL" clId="{5963EF00-8023-431A-B5E3-7791A55D19A7}" dt="2026-05-21T08:12:02.256" v="33723"/>
          <ac:spMkLst>
            <pc:docMk/>
            <pc:sldMk cId="651476689" sldId="2147483565"/>
            <ac:spMk id="2" creationId="{8F93EF16-9805-75CE-5A92-A807F904F8EB}"/>
          </ac:spMkLst>
        </pc:spChg>
        <pc:spChg chg="mod">
          <ac:chgData name="PS3 石川 星/Ishikawa, Sho (NTT DATA)" userId="02c132a7-2049-4e7b-a292-e2101025765b" providerId="ADAL" clId="{5963EF00-8023-431A-B5E3-7791A55D19A7}" dt="2026-05-29T10:33:24.084" v="37175"/>
          <ac:spMkLst>
            <pc:docMk/>
            <pc:sldMk cId="651476689" sldId="2147483565"/>
            <ac:spMk id="3" creationId="{94DF2508-AE81-F41F-F2C1-0B4FF7277BF4}"/>
          </ac:spMkLst>
        </pc:spChg>
      </pc:sldChg>
      <pc:sldChg chg="addSp delSp modSp add mod">
        <pc:chgData name="PS3 石川 星/Ishikawa, Sho (NTT DATA)" userId="02c132a7-2049-4e7b-a292-e2101025765b" providerId="ADAL" clId="{5963EF00-8023-431A-B5E3-7791A55D19A7}" dt="2026-05-21T08:13:34.405" v="33735" actId="20577"/>
        <pc:sldMkLst>
          <pc:docMk/>
          <pc:sldMk cId="1995518566" sldId="2147483566"/>
        </pc:sldMkLst>
        <pc:spChg chg="mod">
          <ac:chgData name="PS3 石川 星/Ishikawa, Sho (NTT DATA)" userId="02c132a7-2049-4e7b-a292-e2101025765b" providerId="ADAL" clId="{5963EF00-8023-431A-B5E3-7791A55D19A7}" dt="2026-05-21T08:13:34.405" v="33735" actId="20577"/>
          <ac:spMkLst>
            <pc:docMk/>
            <pc:sldMk cId="1995518566" sldId="2147483566"/>
            <ac:spMk id="2" creationId="{B0057610-8129-9D38-D1CC-0D67D80FC621}"/>
          </ac:spMkLst>
        </pc:spChg>
        <pc:spChg chg="mod">
          <ac:chgData name="PS3 石川 星/Ishikawa, Sho (NTT DATA)" userId="02c132a7-2049-4e7b-a292-e2101025765b" providerId="ADAL" clId="{5963EF00-8023-431A-B5E3-7791A55D19A7}" dt="2026-05-21T08:07:51.776" v="33548"/>
          <ac:spMkLst>
            <pc:docMk/>
            <pc:sldMk cId="1995518566" sldId="2147483566"/>
            <ac:spMk id="3" creationId="{21679FE6-FF1D-EB29-CDFB-4FF9CC922867}"/>
          </ac:spMkLst>
        </pc:spChg>
        <pc:spChg chg="add mod">
          <ac:chgData name="PS3 石川 星/Ishikawa, Sho (NTT DATA)" userId="02c132a7-2049-4e7b-a292-e2101025765b" providerId="ADAL" clId="{5963EF00-8023-431A-B5E3-7791A55D19A7}" dt="2026-05-20T12:26:13.730" v="32634" actId="1076"/>
          <ac:spMkLst>
            <pc:docMk/>
            <pc:sldMk cId="1995518566" sldId="2147483566"/>
            <ac:spMk id="6" creationId="{2E778524-E69B-3FA2-54D7-8347185DFA5B}"/>
          </ac:spMkLst>
        </pc:spChg>
        <pc:picChg chg="add mod">
          <ac:chgData name="PS3 石川 星/Ishikawa, Sho (NTT DATA)" userId="02c132a7-2049-4e7b-a292-e2101025765b" providerId="ADAL" clId="{5963EF00-8023-431A-B5E3-7791A55D19A7}" dt="2026-05-20T12:26:16.829" v="32639" actId="1035"/>
          <ac:picMkLst>
            <pc:docMk/>
            <pc:sldMk cId="1995518566" sldId="2147483566"/>
            <ac:picMk id="8" creationId="{CAE982C4-D638-E118-A47B-87C36832FD41}"/>
          </ac:picMkLst>
        </pc:picChg>
      </pc:sldChg>
      <pc:sldChg chg="addSp delSp modSp add mod">
        <pc:chgData name="PS3 石川 星/Ishikawa, Sho (NTT DATA)" userId="02c132a7-2049-4e7b-a292-e2101025765b" providerId="ADAL" clId="{5963EF00-8023-431A-B5E3-7791A55D19A7}" dt="2026-05-22T08:25:52.873" v="34876" actId="478"/>
        <pc:sldMkLst>
          <pc:docMk/>
          <pc:sldMk cId="1327113220" sldId="2147483568"/>
        </pc:sldMkLst>
        <pc:spChg chg="mod">
          <ac:chgData name="PS3 石川 星/Ishikawa, Sho (NTT DATA)" userId="02c132a7-2049-4e7b-a292-e2101025765b" providerId="ADAL" clId="{5963EF00-8023-431A-B5E3-7791A55D19A7}" dt="2026-05-22T08:16:54.642" v="34858"/>
          <ac:spMkLst>
            <pc:docMk/>
            <pc:sldMk cId="1327113220" sldId="2147483568"/>
            <ac:spMk id="2" creationId="{6FC12A3A-B522-974E-817F-E61F756D1FC0}"/>
          </ac:spMkLst>
        </pc:spChg>
        <pc:spChg chg="mod">
          <ac:chgData name="PS3 石川 星/Ishikawa, Sho (NTT DATA)" userId="02c132a7-2049-4e7b-a292-e2101025765b" providerId="ADAL" clId="{5963EF00-8023-431A-B5E3-7791A55D19A7}" dt="2026-05-22T08:18:08.147" v="34860" actId="14100"/>
          <ac:spMkLst>
            <pc:docMk/>
            <pc:sldMk cId="1327113220" sldId="2147483568"/>
            <ac:spMk id="3" creationId="{9E8E360C-B40F-25C4-74CB-60752A5CEAD5}"/>
          </ac:spMkLst>
        </pc:spChg>
        <pc:spChg chg="mod">
          <ac:chgData name="PS3 石川 星/Ishikawa, Sho (NTT DATA)" userId="02c132a7-2049-4e7b-a292-e2101025765b" providerId="ADAL" clId="{5963EF00-8023-431A-B5E3-7791A55D19A7}" dt="2026-05-22T08:24:31.843" v="34864" actId="14100"/>
          <ac:spMkLst>
            <pc:docMk/>
            <pc:sldMk cId="1327113220" sldId="2147483568"/>
            <ac:spMk id="5" creationId="{8EC7B46F-FF7C-34D4-DDD1-674A5235FDA5}"/>
          </ac:spMkLst>
        </pc:spChg>
        <pc:spChg chg="add mod">
          <ac:chgData name="PS3 石川 星/Ishikawa, Sho (NTT DATA)" userId="02c132a7-2049-4e7b-a292-e2101025765b" providerId="ADAL" clId="{5963EF00-8023-431A-B5E3-7791A55D19A7}" dt="2026-05-22T08:25:47.178" v="34875" actId="14100"/>
          <ac:spMkLst>
            <pc:docMk/>
            <pc:sldMk cId="1327113220" sldId="2147483568"/>
            <ac:spMk id="8" creationId="{FAC74D34-734D-1223-810C-883E642E5F8C}"/>
          </ac:spMkLst>
        </pc:spChg>
        <pc:picChg chg="add mod ord">
          <ac:chgData name="PS3 石川 星/Ishikawa, Sho (NTT DATA)" userId="02c132a7-2049-4e7b-a292-e2101025765b" providerId="ADAL" clId="{5963EF00-8023-431A-B5E3-7791A55D19A7}" dt="2026-05-22T08:25:07.917" v="34871" actId="1076"/>
          <ac:picMkLst>
            <pc:docMk/>
            <pc:sldMk cId="1327113220" sldId="2147483568"/>
            <ac:picMk id="12" creationId="{9CF7D8EB-77A8-549B-BCB2-6EAFD73F120A}"/>
          </ac:picMkLst>
        </pc:picChg>
      </pc:sldChg>
      <pc:sldChg chg="addSp delSp modSp add mod ord">
        <pc:chgData name="PS3 石川 星/Ishikawa, Sho (NTT DATA)" userId="02c132a7-2049-4e7b-a292-e2101025765b" providerId="ADAL" clId="{5963EF00-8023-431A-B5E3-7791A55D19A7}" dt="2026-05-22T09:01:13.645" v="34943" actId="1076"/>
        <pc:sldMkLst>
          <pc:docMk/>
          <pc:sldMk cId="1800436767" sldId="2147483569"/>
        </pc:sldMkLst>
        <pc:spChg chg="mod">
          <ac:chgData name="PS3 石川 星/Ishikawa, Sho (NTT DATA)" userId="02c132a7-2049-4e7b-a292-e2101025765b" providerId="ADAL" clId="{5963EF00-8023-431A-B5E3-7791A55D19A7}" dt="2026-05-22T09:00:11.089" v="34934"/>
          <ac:spMkLst>
            <pc:docMk/>
            <pc:sldMk cId="1800436767" sldId="2147483569"/>
            <ac:spMk id="2" creationId="{5B2F2AE7-A7C8-163F-CB16-3F90E55380DC}"/>
          </ac:spMkLst>
        </pc:spChg>
        <pc:spChg chg="mod">
          <ac:chgData name="PS3 石川 星/Ishikawa, Sho (NTT DATA)" userId="02c132a7-2049-4e7b-a292-e2101025765b" providerId="ADAL" clId="{5963EF00-8023-431A-B5E3-7791A55D19A7}" dt="2026-05-22T09:01:13.645" v="34943" actId="1076"/>
          <ac:spMkLst>
            <pc:docMk/>
            <pc:sldMk cId="1800436767" sldId="2147483569"/>
            <ac:spMk id="5" creationId="{AF18D5F6-687E-55D5-4372-E3601589AEE3}"/>
          </ac:spMkLst>
        </pc:spChg>
        <pc:spChg chg="add mod">
          <ac:chgData name="PS3 石川 星/Ishikawa, Sho (NTT DATA)" userId="02c132a7-2049-4e7b-a292-e2101025765b" providerId="ADAL" clId="{5963EF00-8023-431A-B5E3-7791A55D19A7}" dt="2026-05-22T08:59:33.066" v="34892" actId="14100"/>
          <ac:spMkLst>
            <pc:docMk/>
            <pc:sldMk cId="1800436767" sldId="2147483569"/>
            <ac:spMk id="9" creationId="{413ED142-76BB-9488-A0FD-F0F7C04EA365}"/>
          </ac:spMkLst>
        </pc:spChg>
        <pc:spChg chg="add mod">
          <ac:chgData name="PS3 石川 星/Ishikawa, Sho (NTT DATA)" userId="02c132a7-2049-4e7b-a292-e2101025765b" providerId="ADAL" clId="{5963EF00-8023-431A-B5E3-7791A55D19A7}" dt="2026-05-22T09:01:00.779" v="34940"/>
          <ac:spMkLst>
            <pc:docMk/>
            <pc:sldMk cId="1800436767" sldId="2147483569"/>
            <ac:spMk id="13" creationId="{7A5581F1-4886-6B59-CBEC-EAF87BCF4D91}"/>
          </ac:spMkLst>
        </pc:spChg>
        <pc:picChg chg="add mod ord">
          <ac:chgData name="PS3 石川 星/Ishikawa, Sho (NTT DATA)" userId="02c132a7-2049-4e7b-a292-e2101025765b" providerId="ADAL" clId="{5963EF00-8023-431A-B5E3-7791A55D19A7}" dt="2026-05-22T08:59:05.197" v="34886" actId="167"/>
          <ac:picMkLst>
            <pc:docMk/>
            <pc:sldMk cId="1800436767" sldId="2147483569"/>
            <ac:picMk id="12" creationId="{7FD1D472-0BAA-265D-8173-E421B0798CA7}"/>
          </ac:picMkLst>
        </pc:picChg>
      </pc:sldChg>
      <pc:sldChg chg="addSp delSp modSp add mod ord">
        <pc:chgData name="PS3 石川 星/Ishikawa, Sho (NTT DATA)" userId="02c132a7-2049-4e7b-a292-e2101025765b" providerId="ADAL" clId="{5963EF00-8023-431A-B5E3-7791A55D19A7}" dt="2026-05-22T09:49:40.217" v="35105" actId="1035"/>
        <pc:sldMkLst>
          <pc:docMk/>
          <pc:sldMk cId="2952698678" sldId="2147483570"/>
        </pc:sldMkLst>
        <pc:spChg chg="mod">
          <ac:chgData name="PS3 石川 星/Ishikawa, Sho (NTT DATA)" userId="02c132a7-2049-4e7b-a292-e2101025765b" providerId="ADAL" clId="{5963EF00-8023-431A-B5E3-7791A55D19A7}" dt="2026-05-22T09:38:35.007" v="35050"/>
          <ac:spMkLst>
            <pc:docMk/>
            <pc:sldMk cId="2952698678" sldId="2147483570"/>
            <ac:spMk id="2" creationId="{E3AE4CBA-17F6-981A-738A-3CD69EE023B9}"/>
          </ac:spMkLst>
        </pc:spChg>
        <pc:spChg chg="mod">
          <ac:chgData name="PS3 石川 星/Ishikawa, Sho (NTT DATA)" userId="02c132a7-2049-4e7b-a292-e2101025765b" providerId="ADAL" clId="{5963EF00-8023-431A-B5E3-7791A55D19A7}" dt="2026-05-20T12:11:46.042" v="32472" actId="20577"/>
          <ac:spMkLst>
            <pc:docMk/>
            <pc:sldMk cId="2952698678" sldId="2147483570"/>
            <ac:spMk id="3" creationId="{1C590319-93CB-2E6E-276A-BAC5A06047E3}"/>
          </ac:spMkLst>
        </pc:spChg>
        <pc:spChg chg="mod">
          <ac:chgData name="PS3 石川 星/Ishikawa, Sho (NTT DATA)" userId="02c132a7-2049-4e7b-a292-e2101025765b" providerId="ADAL" clId="{5963EF00-8023-431A-B5E3-7791A55D19A7}" dt="2026-05-22T09:48:04.393" v="35084" actId="1035"/>
          <ac:spMkLst>
            <pc:docMk/>
            <pc:sldMk cId="2952698678" sldId="2147483570"/>
            <ac:spMk id="5" creationId="{8E4A875D-98F1-5FD4-5296-557DDA76BB65}"/>
          </ac:spMkLst>
        </pc:spChg>
      </pc:sldChg>
      <pc:sldChg chg="addSp delSp modSp add mod">
        <pc:chgData name="PS3 石川 星/Ishikawa, Sho (NTT DATA)" userId="02c132a7-2049-4e7b-a292-e2101025765b" providerId="ADAL" clId="{5963EF00-8023-431A-B5E3-7791A55D19A7}" dt="2026-05-22T08:08:45.273" v="34812" actId="14100"/>
        <pc:sldMkLst>
          <pc:docMk/>
          <pc:sldMk cId="363121219" sldId="2147483571"/>
        </pc:sldMkLst>
        <pc:spChg chg="mod">
          <ac:chgData name="PS3 石川 星/Ishikawa, Sho (NTT DATA)" userId="02c132a7-2049-4e7b-a292-e2101025765b" providerId="ADAL" clId="{5963EF00-8023-431A-B5E3-7791A55D19A7}" dt="2026-05-22T05:20:58.852" v="34505"/>
          <ac:spMkLst>
            <pc:docMk/>
            <pc:sldMk cId="363121219" sldId="2147483571"/>
            <ac:spMk id="2" creationId="{DEE70A68-7972-C3E9-8BAF-03CFE4AF014D}"/>
          </ac:spMkLst>
        </pc:spChg>
        <pc:spChg chg="mod">
          <ac:chgData name="PS3 石川 星/Ishikawa, Sho (NTT DATA)" userId="02c132a7-2049-4e7b-a292-e2101025765b" providerId="ADAL" clId="{5963EF00-8023-431A-B5E3-7791A55D19A7}" dt="2026-05-22T07:56:20.234" v="34697" actId="1035"/>
          <ac:spMkLst>
            <pc:docMk/>
            <pc:sldMk cId="363121219" sldId="2147483571"/>
            <ac:spMk id="3" creationId="{6C23DD56-E63D-7314-9378-43C1B9B896D4}"/>
          </ac:spMkLst>
        </pc:spChg>
        <pc:spChg chg="mod">
          <ac:chgData name="PS3 石川 星/Ishikawa, Sho (NTT DATA)" userId="02c132a7-2049-4e7b-a292-e2101025765b" providerId="ADAL" clId="{5963EF00-8023-431A-B5E3-7791A55D19A7}" dt="2026-05-22T08:07:28.093" v="34805"/>
          <ac:spMkLst>
            <pc:docMk/>
            <pc:sldMk cId="363121219" sldId="2147483571"/>
            <ac:spMk id="5" creationId="{D5CE7312-5D2D-7BB1-6253-D1156A1E5E70}"/>
          </ac:spMkLst>
        </pc:spChg>
        <pc:spChg chg="add mod ord">
          <ac:chgData name="PS3 石川 星/Ishikawa, Sho (NTT DATA)" userId="02c132a7-2049-4e7b-a292-e2101025765b" providerId="ADAL" clId="{5963EF00-8023-431A-B5E3-7791A55D19A7}" dt="2026-05-22T08:06:44.401" v="34803" actId="14100"/>
          <ac:spMkLst>
            <pc:docMk/>
            <pc:sldMk cId="363121219" sldId="2147483571"/>
            <ac:spMk id="7" creationId="{1A529287-A23A-F59B-95ED-55EFDA6B9F30}"/>
          </ac:spMkLst>
        </pc:spChg>
        <pc:spChg chg="add mod">
          <ac:chgData name="PS3 石川 星/Ishikawa, Sho (NTT DATA)" userId="02c132a7-2049-4e7b-a292-e2101025765b" providerId="ADAL" clId="{5963EF00-8023-431A-B5E3-7791A55D19A7}" dt="2026-05-22T07:57:16.016" v="34796"/>
          <ac:spMkLst>
            <pc:docMk/>
            <pc:sldMk cId="363121219" sldId="2147483571"/>
            <ac:spMk id="9" creationId="{BCDB494A-D4B8-B1B9-1EF6-32C9A0C64E56}"/>
          </ac:spMkLst>
        </pc:spChg>
        <pc:spChg chg="add mod">
          <ac:chgData name="PS3 石川 星/Ishikawa, Sho (NTT DATA)" userId="02c132a7-2049-4e7b-a292-e2101025765b" providerId="ADAL" clId="{5963EF00-8023-431A-B5E3-7791A55D19A7}" dt="2026-05-22T08:08:45.273" v="34812" actId="14100"/>
          <ac:spMkLst>
            <pc:docMk/>
            <pc:sldMk cId="363121219" sldId="2147483571"/>
            <ac:spMk id="12" creationId="{541E3E13-2A87-B694-52EC-62B84C6297DA}"/>
          </ac:spMkLst>
        </pc:spChg>
        <pc:picChg chg="add mod">
          <ac:chgData name="PS3 石川 星/Ishikawa, Sho (NTT DATA)" userId="02c132a7-2049-4e7b-a292-e2101025765b" providerId="ADAL" clId="{5963EF00-8023-431A-B5E3-7791A55D19A7}" dt="2026-05-22T08:06:21.742" v="34798" actId="1076"/>
          <ac:picMkLst>
            <pc:docMk/>
            <pc:sldMk cId="363121219" sldId="2147483571"/>
            <ac:picMk id="11" creationId="{3E17CA29-DA60-5B74-9A57-C7DB4F5E4E4B}"/>
          </ac:picMkLst>
        </pc:picChg>
      </pc:sldChg>
      <pc:sldChg chg="addSp delSp modSp add mod ord">
        <pc:chgData name="PS3 石川 星/Ishikawa, Sho (NTT DATA)" userId="02c132a7-2049-4e7b-a292-e2101025765b" providerId="ADAL" clId="{5963EF00-8023-431A-B5E3-7791A55D19A7}" dt="2026-05-22T11:11:37.628" v="36022" actId="1035"/>
        <pc:sldMkLst>
          <pc:docMk/>
          <pc:sldMk cId="1642638789" sldId="2147483572"/>
        </pc:sldMkLst>
        <pc:spChg chg="mod">
          <ac:chgData name="PS3 石川 星/Ishikawa, Sho (NTT DATA)" userId="02c132a7-2049-4e7b-a292-e2101025765b" providerId="ADAL" clId="{5963EF00-8023-431A-B5E3-7791A55D19A7}" dt="2026-05-22T02:28:05.111" v="33950"/>
          <ac:spMkLst>
            <pc:docMk/>
            <pc:sldMk cId="1642638789" sldId="2147483572"/>
            <ac:spMk id="2" creationId="{B5C41E51-A295-46CE-3F5B-08666034B3CE}"/>
          </ac:spMkLst>
        </pc:spChg>
        <pc:spChg chg="mod">
          <ac:chgData name="PS3 石川 星/Ishikawa, Sho (NTT DATA)" userId="02c132a7-2049-4e7b-a292-e2101025765b" providerId="ADAL" clId="{5963EF00-8023-431A-B5E3-7791A55D19A7}" dt="2026-05-22T11:11:37.628" v="36022" actId="1035"/>
          <ac:spMkLst>
            <pc:docMk/>
            <pc:sldMk cId="1642638789" sldId="2147483572"/>
            <ac:spMk id="3" creationId="{3343382E-069D-C974-E966-62CB2053B8CD}"/>
          </ac:spMkLst>
        </pc:spChg>
        <pc:spChg chg="add mod">
          <ac:chgData name="PS3 石川 星/Ishikawa, Sho (NTT DATA)" userId="02c132a7-2049-4e7b-a292-e2101025765b" providerId="ADAL" clId="{5963EF00-8023-431A-B5E3-7791A55D19A7}" dt="2026-05-22T10:37:32.800" v="35712" actId="1036"/>
          <ac:spMkLst>
            <pc:docMk/>
            <pc:sldMk cId="1642638789" sldId="2147483572"/>
            <ac:spMk id="7" creationId="{551374E8-AEA0-0976-504F-E1FAFCAD962B}"/>
          </ac:spMkLst>
        </pc:spChg>
        <pc:spChg chg="add mod">
          <ac:chgData name="PS3 石川 星/Ishikawa, Sho (NTT DATA)" userId="02c132a7-2049-4e7b-a292-e2101025765b" providerId="ADAL" clId="{5963EF00-8023-431A-B5E3-7791A55D19A7}" dt="2026-05-22T10:40:04.408" v="35854" actId="1076"/>
          <ac:spMkLst>
            <pc:docMk/>
            <pc:sldMk cId="1642638789" sldId="2147483572"/>
            <ac:spMk id="29" creationId="{3914D464-2340-DF57-1A29-7B648CA8031C}"/>
          </ac:spMkLst>
        </pc:spChg>
        <pc:spChg chg="add mod">
          <ac:chgData name="PS3 石川 星/Ishikawa, Sho (NTT DATA)" userId="02c132a7-2049-4e7b-a292-e2101025765b" providerId="ADAL" clId="{5963EF00-8023-431A-B5E3-7791A55D19A7}" dt="2026-05-22T10:40:23.507" v="35892"/>
          <ac:spMkLst>
            <pc:docMk/>
            <pc:sldMk cId="1642638789" sldId="2147483572"/>
            <ac:spMk id="30" creationId="{EDB37552-D9EF-A230-F5B5-655F80AE3476}"/>
          </ac:spMkLst>
        </pc:spChg>
        <pc:spChg chg="add mod">
          <ac:chgData name="PS3 石川 星/Ishikawa, Sho (NTT DATA)" userId="02c132a7-2049-4e7b-a292-e2101025765b" providerId="ADAL" clId="{5963EF00-8023-431A-B5E3-7791A55D19A7}" dt="2026-05-22T10:40:47.375" v="35937"/>
          <ac:spMkLst>
            <pc:docMk/>
            <pc:sldMk cId="1642638789" sldId="2147483572"/>
            <ac:spMk id="31" creationId="{7737A195-C47E-4744-D13F-E1290D766294}"/>
          </ac:spMkLst>
        </pc:spChg>
        <pc:spChg chg="add mod">
          <ac:chgData name="PS3 石川 星/Ishikawa, Sho (NTT DATA)" userId="02c132a7-2049-4e7b-a292-e2101025765b" providerId="ADAL" clId="{5963EF00-8023-431A-B5E3-7791A55D19A7}" dt="2026-05-22T10:41:21.314" v="35958" actId="1076"/>
          <ac:spMkLst>
            <pc:docMk/>
            <pc:sldMk cId="1642638789" sldId="2147483572"/>
            <ac:spMk id="32" creationId="{329F9674-85FF-ABC4-327A-FE7FEFD01466}"/>
          </ac:spMkLst>
        </pc:spChg>
        <pc:picChg chg="add mod">
          <ac:chgData name="PS3 石川 星/Ishikawa, Sho (NTT DATA)" userId="02c132a7-2049-4e7b-a292-e2101025765b" providerId="ADAL" clId="{5963EF00-8023-431A-B5E3-7791A55D19A7}" dt="2026-05-22T10:33:17.096" v="35508" actId="1076"/>
          <ac:picMkLst>
            <pc:docMk/>
            <pc:sldMk cId="1642638789" sldId="2147483572"/>
            <ac:picMk id="10" creationId="{9DA31EB3-5CA1-B2F6-CFE2-A39437245318}"/>
          </ac:picMkLst>
        </pc:picChg>
        <pc:picChg chg="add mod">
          <ac:chgData name="PS3 石川 星/Ishikawa, Sho (NTT DATA)" userId="02c132a7-2049-4e7b-a292-e2101025765b" providerId="ADAL" clId="{5963EF00-8023-431A-B5E3-7791A55D19A7}" dt="2026-05-22T10:33:29.328" v="35511" actId="1076"/>
          <ac:picMkLst>
            <pc:docMk/>
            <pc:sldMk cId="1642638789" sldId="2147483572"/>
            <ac:picMk id="12" creationId="{C216E853-6295-52ED-332C-57B1C36D6B07}"/>
          </ac:picMkLst>
        </pc:picChg>
        <pc:picChg chg="add mod">
          <ac:chgData name="PS3 石川 星/Ishikawa, Sho (NTT DATA)" userId="02c132a7-2049-4e7b-a292-e2101025765b" providerId="ADAL" clId="{5963EF00-8023-431A-B5E3-7791A55D19A7}" dt="2026-05-22T10:31:28.581" v="35499" actId="14100"/>
          <ac:picMkLst>
            <pc:docMk/>
            <pc:sldMk cId="1642638789" sldId="2147483572"/>
            <ac:picMk id="14" creationId="{0320E9E6-A04F-6631-9A08-AD94F0F23425}"/>
          </ac:picMkLst>
        </pc:picChg>
        <pc:picChg chg="add mod">
          <ac:chgData name="PS3 石川 星/Ishikawa, Sho (NTT DATA)" userId="02c132a7-2049-4e7b-a292-e2101025765b" providerId="ADAL" clId="{5963EF00-8023-431A-B5E3-7791A55D19A7}" dt="2026-05-22T10:33:23.929" v="35510" actId="1076"/>
          <ac:picMkLst>
            <pc:docMk/>
            <pc:sldMk cId="1642638789" sldId="2147483572"/>
            <ac:picMk id="16" creationId="{A932EBD2-96E7-E181-AEC5-1C3A626EAD12}"/>
          </ac:picMkLst>
        </pc:picChg>
        <pc:picChg chg="add mod">
          <ac:chgData name="PS3 石川 星/Ishikawa, Sho (NTT DATA)" userId="02c132a7-2049-4e7b-a292-e2101025765b" providerId="ADAL" clId="{5963EF00-8023-431A-B5E3-7791A55D19A7}" dt="2026-05-22T10:33:37.281" v="35512" actId="1076"/>
          <ac:picMkLst>
            <pc:docMk/>
            <pc:sldMk cId="1642638789" sldId="2147483572"/>
            <ac:picMk id="18" creationId="{0295637A-429F-9039-751D-06E395E863EA}"/>
          </ac:picMkLst>
        </pc:picChg>
        <pc:cxnChg chg="add mod">
          <ac:chgData name="PS3 石川 星/Ishikawa, Sho (NTT DATA)" userId="02c132a7-2049-4e7b-a292-e2101025765b" providerId="ADAL" clId="{5963EF00-8023-431A-B5E3-7791A55D19A7}" dt="2026-05-22T10:34:44.813" v="35524" actId="1582"/>
          <ac:cxnSpMkLst>
            <pc:docMk/>
            <pc:sldMk cId="1642638789" sldId="2147483572"/>
            <ac:cxnSpMk id="20" creationId="{3CBAD6B9-CF81-BDBC-EE83-5940C717CABC}"/>
          </ac:cxnSpMkLst>
        </pc:cxnChg>
        <pc:cxnChg chg="add mod">
          <ac:chgData name="PS3 石川 星/Ishikawa, Sho (NTT DATA)" userId="02c132a7-2049-4e7b-a292-e2101025765b" providerId="ADAL" clId="{5963EF00-8023-431A-B5E3-7791A55D19A7}" dt="2026-05-22T10:37:51.869" v="35713" actId="1582"/>
          <ac:cxnSpMkLst>
            <pc:docMk/>
            <pc:sldMk cId="1642638789" sldId="2147483572"/>
            <ac:cxnSpMk id="23" creationId="{7DEC11A4-27F9-8709-DFF3-77A6535F8CBD}"/>
          </ac:cxnSpMkLst>
        </pc:cxnChg>
        <pc:cxnChg chg="add mod">
          <ac:chgData name="PS3 石川 星/Ishikawa, Sho (NTT DATA)" userId="02c132a7-2049-4e7b-a292-e2101025765b" providerId="ADAL" clId="{5963EF00-8023-431A-B5E3-7791A55D19A7}" dt="2026-05-22T10:35:15.985" v="35528" actId="1582"/>
          <ac:cxnSpMkLst>
            <pc:docMk/>
            <pc:sldMk cId="1642638789" sldId="2147483572"/>
            <ac:cxnSpMk id="24" creationId="{7BDADE94-DD97-5750-20BA-9EF6BC473FBD}"/>
          </ac:cxnSpMkLst>
        </pc:cxnChg>
        <pc:cxnChg chg="add mod">
          <ac:chgData name="PS3 石川 星/Ishikawa, Sho (NTT DATA)" userId="02c132a7-2049-4e7b-a292-e2101025765b" providerId="ADAL" clId="{5963EF00-8023-431A-B5E3-7791A55D19A7}" dt="2026-05-22T10:34:52.319" v="35525" actId="1582"/>
          <ac:cxnSpMkLst>
            <pc:docMk/>
            <pc:sldMk cId="1642638789" sldId="2147483572"/>
            <ac:cxnSpMk id="28" creationId="{8A8428E1-3E19-3540-7E6F-AC24C1D0E9FD}"/>
          </ac:cxnSpMkLst>
        </pc:cxnChg>
      </pc:sldChg>
      <pc:sldChg chg="addSp delSp modSp add mod">
        <pc:chgData name="PS3 石川 星/Ishikawa, Sho (NTT DATA)" userId="02c132a7-2049-4e7b-a292-e2101025765b" providerId="ADAL" clId="{5963EF00-8023-431A-B5E3-7791A55D19A7}" dt="2026-05-22T09:28:53.439" v="35022" actId="14100"/>
        <pc:sldMkLst>
          <pc:docMk/>
          <pc:sldMk cId="3263752324" sldId="2147483573"/>
        </pc:sldMkLst>
        <pc:spChg chg="mod">
          <ac:chgData name="PS3 石川 星/Ishikawa, Sho (NTT DATA)" userId="02c132a7-2049-4e7b-a292-e2101025765b" providerId="ADAL" clId="{5963EF00-8023-431A-B5E3-7791A55D19A7}" dt="2026-05-22T09:02:47.213" v="35002"/>
          <ac:spMkLst>
            <pc:docMk/>
            <pc:sldMk cId="3263752324" sldId="2147483573"/>
            <ac:spMk id="2" creationId="{12A3C9B1-27CF-C48F-8759-147DBCF5BDCD}"/>
          </ac:spMkLst>
        </pc:spChg>
        <pc:spChg chg="mod">
          <ac:chgData name="PS3 石川 星/Ishikawa, Sho (NTT DATA)" userId="02c132a7-2049-4e7b-a292-e2101025765b" providerId="ADAL" clId="{5963EF00-8023-431A-B5E3-7791A55D19A7}" dt="2026-05-22T09:28:53.439" v="35022" actId="14100"/>
          <ac:spMkLst>
            <pc:docMk/>
            <pc:sldMk cId="3263752324" sldId="2147483573"/>
            <ac:spMk id="5" creationId="{8AC0CC5D-FD51-EA70-A27D-0FD54AB9D2CD}"/>
          </ac:spMkLst>
        </pc:spChg>
        <pc:spChg chg="add mod">
          <ac:chgData name="PS3 石川 星/Ishikawa, Sho (NTT DATA)" userId="02c132a7-2049-4e7b-a292-e2101025765b" providerId="ADAL" clId="{5963EF00-8023-431A-B5E3-7791A55D19A7}" dt="2026-05-22T09:27:34.498" v="35013" actId="14100"/>
          <ac:spMkLst>
            <pc:docMk/>
            <pc:sldMk cId="3263752324" sldId="2147483573"/>
            <ac:spMk id="7" creationId="{E522497C-1DB8-354D-F423-B18FB81620CB}"/>
          </ac:spMkLst>
        </pc:spChg>
        <pc:spChg chg="add mod">
          <ac:chgData name="PS3 石川 星/Ishikawa, Sho (NTT DATA)" userId="02c132a7-2049-4e7b-a292-e2101025765b" providerId="ADAL" clId="{5963EF00-8023-431A-B5E3-7791A55D19A7}" dt="2026-05-22T09:27:54.410" v="35020" actId="14100"/>
          <ac:spMkLst>
            <pc:docMk/>
            <pc:sldMk cId="3263752324" sldId="2147483573"/>
            <ac:spMk id="8" creationId="{80F8428E-103B-A3FB-165B-32359929CD9A}"/>
          </ac:spMkLst>
        </pc:spChg>
        <pc:picChg chg="add mod ord">
          <ac:chgData name="PS3 石川 星/Ishikawa, Sho (NTT DATA)" userId="02c132a7-2049-4e7b-a292-e2101025765b" providerId="ADAL" clId="{5963EF00-8023-431A-B5E3-7791A55D19A7}" dt="2026-05-22T09:27:38.832" v="35016" actId="1076"/>
          <ac:picMkLst>
            <pc:docMk/>
            <pc:sldMk cId="3263752324" sldId="2147483573"/>
            <ac:picMk id="6" creationId="{90D7E911-F5B2-8630-5279-E39AA6359815}"/>
          </ac:picMkLst>
        </pc:picChg>
      </pc:sldChg>
      <pc:sldChg chg="addSp delSp modSp add mod">
        <pc:chgData name="PS3 石川 星/Ishikawa, Sho (NTT DATA)" userId="02c132a7-2049-4e7b-a292-e2101025765b" providerId="ADAL" clId="{5963EF00-8023-431A-B5E3-7791A55D19A7}" dt="2026-05-22T09:47:06.027" v="35070" actId="14100"/>
        <pc:sldMkLst>
          <pc:docMk/>
          <pc:sldMk cId="497464129" sldId="2147483574"/>
        </pc:sldMkLst>
        <pc:spChg chg="mod">
          <ac:chgData name="PS3 石川 星/Ishikawa, Sho (NTT DATA)" userId="02c132a7-2049-4e7b-a292-e2101025765b" providerId="ADAL" clId="{5963EF00-8023-431A-B5E3-7791A55D19A7}" dt="2026-05-22T09:29:37.471" v="35035" actId="20577"/>
          <ac:spMkLst>
            <pc:docMk/>
            <pc:sldMk cId="497464129" sldId="2147483574"/>
            <ac:spMk id="2" creationId="{917D1AD8-3AE9-52F6-291B-C64F0CCEBAD8}"/>
          </ac:spMkLst>
        </pc:spChg>
        <pc:spChg chg="mod">
          <ac:chgData name="PS3 石川 星/Ishikawa, Sho (NTT DATA)" userId="02c132a7-2049-4e7b-a292-e2101025765b" providerId="ADAL" clId="{5963EF00-8023-431A-B5E3-7791A55D19A7}" dt="2026-05-22T09:46:08.188" v="35057" actId="1076"/>
          <ac:spMkLst>
            <pc:docMk/>
            <pc:sldMk cId="497464129" sldId="2147483574"/>
            <ac:spMk id="4" creationId="{B8A7A50C-7E2F-D35C-CBA9-1C5615A9030B}"/>
          </ac:spMkLst>
        </pc:spChg>
        <pc:spChg chg="mod">
          <ac:chgData name="PS3 石川 星/Ishikawa, Sho (NTT DATA)" userId="02c132a7-2049-4e7b-a292-e2101025765b" providerId="ADAL" clId="{5963EF00-8023-431A-B5E3-7791A55D19A7}" dt="2026-05-22T09:38:05.575" v="35039" actId="14100"/>
          <ac:spMkLst>
            <pc:docMk/>
            <pc:sldMk cId="497464129" sldId="2147483574"/>
            <ac:spMk id="5" creationId="{9741C410-DE3F-779C-A87D-DF8927CECE74}"/>
          </ac:spMkLst>
        </pc:spChg>
        <pc:spChg chg="mod">
          <ac:chgData name="PS3 石川 星/Ishikawa, Sho (NTT DATA)" userId="02c132a7-2049-4e7b-a292-e2101025765b" providerId="ADAL" clId="{5963EF00-8023-431A-B5E3-7791A55D19A7}" dt="2026-05-22T09:46:56.424" v="35068" actId="14100"/>
          <ac:spMkLst>
            <pc:docMk/>
            <pc:sldMk cId="497464129" sldId="2147483574"/>
            <ac:spMk id="7" creationId="{869838C4-0F06-C4C2-0D09-8DD580745E2B}"/>
          </ac:spMkLst>
        </pc:spChg>
        <pc:spChg chg="mod">
          <ac:chgData name="PS3 石川 星/Ishikawa, Sho (NTT DATA)" userId="02c132a7-2049-4e7b-a292-e2101025765b" providerId="ADAL" clId="{5963EF00-8023-431A-B5E3-7791A55D19A7}" dt="2026-05-22T09:47:06.027" v="35070" actId="14100"/>
          <ac:spMkLst>
            <pc:docMk/>
            <pc:sldMk cId="497464129" sldId="2147483574"/>
            <ac:spMk id="8" creationId="{555C6B6D-8156-75C0-0EB9-B2480D2BDBD7}"/>
          </ac:spMkLst>
        </pc:spChg>
        <pc:spChg chg="mod">
          <ac:chgData name="PS3 石川 星/Ishikawa, Sho (NTT DATA)" userId="02c132a7-2049-4e7b-a292-e2101025765b" providerId="ADAL" clId="{5963EF00-8023-431A-B5E3-7791A55D19A7}" dt="2026-05-22T09:46:33.671" v="35062" actId="1036"/>
          <ac:spMkLst>
            <pc:docMk/>
            <pc:sldMk cId="497464129" sldId="2147483574"/>
            <ac:spMk id="9" creationId="{7531A95F-DF57-ECEA-8725-8A670DF3BC04}"/>
          </ac:spMkLst>
        </pc:spChg>
        <pc:picChg chg="add mod ord">
          <ac:chgData name="PS3 石川 星/Ishikawa, Sho (NTT DATA)" userId="02c132a7-2049-4e7b-a292-e2101025765b" providerId="ADAL" clId="{5963EF00-8023-431A-B5E3-7791A55D19A7}" dt="2026-05-22T09:46:16.265" v="35059" actId="167"/>
          <ac:picMkLst>
            <pc:docMk/>
            <pc:sldMk cId="497464129" sldId="2147483574"/>
            <ac:picMk id="10" creationId="{93F0D1FB-8237-0113-40DE-24CD8B5D8024}"/>
          </ac:picMkLst>
        </pc:picChg>
      </pc:sldChg>
      <pc:sldMasterChg chg="modSp mod">
        <pc:chgData name="PS3 石川 星/Ishikawa, Sho (NTT DATA)" userId="02c132a7-2049-4e7b-a292-e2101025765b" providerId="ADAL" clId="{5963EF00-8023-431A-B5E3-7791A55D19A7}" dt="2026-05-12T10:16:39.070" v="16704" actId="20577"/>
        <pc:sldMasterMkLst>
          <pc:docMk/>
          <pc:sldMasterMk cId="2903117392" sldId="2147483899"/>
        </pc:sldMasterMkLst>
        <pc:spChg chg="mod">
          <ac:chgData name="PS3 石川 星/Ishikawa, Sho (NTT DATA)" userId="02c132a7-2049-4e7b-a292-e2101025765b" providerId="ADAL" clId="{5963EF00-8023-431A-B5E3-7791A55D19A7}" dt="2026-05-12T10:16:39.070" v="16704" actId="20577"/>
          <ac:spMkLst>
            <pc:docMk/>
            <pc:sldMasterMk cId="2903117392" sldId="2147483899"/>
            <ac:spMk id="12" creationId="{8E0B27DF-CFBE-A4A8-9EB1-3609B2C2EB77}"/>
          </ac:spMkLst>
        </pc:spChg>
      </pc:sldMasterChg>
      <pc:sldMasterChg chg="modSp mod delSldLayout">
        <pc:chgData name="PS3 石川 星/Ishikawa, Sho (NTT DATA)" userId="02c132a7-2049-4e7b-a292-e2101025765b" providerId="ADAL" clId="{5963EF00-8023-431A-B5E3-7791A55D19A7}" dt="2026-05-12T10:17:57.599" v="16726" actId="20577"/>
        <pc:sldMasterMkLst>
          <pc:docMk/>
          <pc:sldMasterMk cId="1330119830" sldId="2147484027"/>
        </pc:sldMasterMkLst>
        <pc:spChg chg="mod">
          <ac:chgData name="PS3 石川 星/Ishikawa, Sho (NTT DATA)" userId="02c132a7-2049-4e7b-a292-e2101025765b" providerId="ADAL" clId="{5963EF00-8023-431A-B5E3-7791A55D19A7}" dt="2026-05-12T10:17:57.599" v="16726" actId="20577"/>
          <ac:spMkLst>
            <pc:docMk/>
            <pc:sldMasterMk cId="1330119830" sldId="2147484027"/>
            <ac:spMk id="9" creationId="{1D1D4E16-E062-D856-6161-F5C259925C14}"/>
          </ac:spMkLst>
        </pc:spChg>
      </pc:sldMasterChg>
      <pc:sldMasterChg chg="modSp mod delSldLayout">
        <pc:chgData name="PS3 石川 星/Ishikawa, Sho (NTT DATA)" userId="02c132a7-2049-4e7b-a292-e2101025765b" providerId="ADAL" clId="{5963EF00-8023-431A-B5E3-7791A55D19A7}" dt="2026-05-13T05:39:04.741" v="18425" actId="2696"/>
        <pc:sldMasterMkLst>
          <pc:docMk/>
          <pc:sldMasterMk cId="3466074678" sldId="2147484085"/>
        </pc:sldMasterMkLst>
        <pc:spChg chg="mod">
          <ac:chgData name="PS3 石川 星/Ishikawa, Sho (NTT DATA)" userId="02c132a7-2049-4e7b-a292-e2101025765b" providerId="ADAL" clId="{5963EF00-8023-431A-B5E3-7791A55D19A7}" dt="2026-05-12T10:17:46.247" v="16724" actId="20577"/>
          <ac:spMkLst>
            <pc:docMk/>
            <pc:sldMasterMk cId="3466074678" sldId="2147484085"/>
            <ac:spMk id="9" creationId="{1D1D4E16-E062-D856-6161-F5C259925C14}"/>
          </ac:spMkLst>
        </pc:spChg>
      </pc:sldMasterChg>
      <pc:sldMasterChg chg="modSp mod modSldLayout">
        <pc:chgData name="PS3 石川 星/Ishikawa, Sho (NTT DATA)" userId="02c132a7-2049-4e7b-a292-e2101025765b" providerId="ADAL" clId="{5963EF00-8023-431A-B5E3-7791A55D19A7}" dt="2026-05-12T10:17:37.521" v="16722" actId="20577"/>
        <pc:sldMasterMkLst>
          <pc:docMk/>
          <pc:sldMasterMk cId="191568983" sldId="2147484102"/>
        </pc:sldMasterMkLst>
        <pc:spChg chg="mod">
          <ac:chgData name="PS3 石川 星/Ishikawa, Sho (NTT DATA)" userId="02c132a7-2049-4e7b-a292-e2101025765b" providerId="ADAL" clId="{5963EF00-8023-431A-B5E3-7791A55D19A7}" dt="2026-05-12T10:16:48.827" v="16706" actId="20577"/>
          <ac:spMkLst>
            <pc:docMk/>
            <pc:sldMasterMk cId="191568983" sldId="2147484102"/>
            <ac:spMk id="6" creationId="{B01BF0E7-CA3F-2C26-0703-F0CB01EA9A9E}"/>
          </ac:spMkLst>
        </pc:spChg>
        <pc:sldLayoutChg chg="modSp mod">
          <pc:chgData name="PS3 石川 星/Ishikawa, Sho (NTT DATA)" userId="02c132a7-2049-4e7b-a292-e2101025765b" providerId="ADAL" clId="{5963EF00-8023-431A-B5E3-7791A55D19A7}" dt="2026-05-12T10:17:14.988" v="16710" actId="20577"/>
          <pc:sldLayoutMkLst>
            <pc:docMk/>
            <pc:sldMasterMk cId="191568983" sldId="2147484102"/>
            <pc:sldLayoutMk cId="813908368" sldId="2147484103"/>
          </pc:sldLayoutMkLst>
          <pc:spChg chg="mod">
            <ac:chgData name="PS3 石川 星/Ishikawa, Sho (NTT DATA)" userId="02c132a7-2049-4e7b-a292-e2101025765b" providerId="ADAL" clId="{5963EF00-8023-431A-B5E3-7791A55D19A7}" dt="2026-05-12T10:17:14.988" v="16710" actId="20577"/>
            <ac:spMkLst>
              <pc:docMk/>
              <pc:sldMasterMk cId="191568983" sldId="2147484102"/>
              <pc:sldLayoutMk cId="813908368" sldId="2147484103"/>
              <ac:spMk id="10" creationId="{C902823D-1000-9AD4-A5D1-BC7E7F7ABDBA}"/>
            </ac:spMkLst>
          </pc:spChg>
          <pc:spChg chg="mod">
            <ac:chgData name="PS3 石川 星/Ishikawa, Sho (NTT DATA)" userId="02c132a7-2049-4e7b-a292-e2101025765b" providerId="ADAL" clId="{5963EF00-8023-431A-B5E3-7791A55D19A7}" dt="2026-05-12T10:17:12.040" v="16708" actId="20577"/>
            <ac:spMkLst>
              <pc:docMk/>
              <pc:sldMasterMk cId="191568983" sldId="2147484102"/>
              <pc:sldLayoutMk cId="813908368" sldId="2147484103"/>
              <ac:spMk id="17" creationId="{638584A2-F12B-7FC9-C3A1-97D2EFB00B41}"/>
            </ac:spMkLst>
          </pc:spChg>
        </pc:sldLayoutChg>
        <pc:sldLayoutChg chg="modSp mod">
          <pc:chgData name="PS3 石川 星/Ishikawa, Sho (NTT DATA)" userId="02c132a7-2049-4e7b-a292-e2101025765b" providerId="ADAL" clId="{5963EF00-8023-431A-B5E3-7791A55D19A7}" dt="2026-05-12T10:17:21.905" v="16714" actId="20577"/>
          <pc:sldLayoutMkLst>
            <pc:docMk/>
            <pc:sldMasterMk cId="191568983" sldId="2147484102"/>
            <pc:sldLayoutMk cId="1610185873" sldId="2147484104"/>
          </pc:sldLayoutMkLst>
          <pc:spChg chg="mod">
            <ac:chgData name="PS3 石川 星/Ishikawa, Sho (NTT DATA)" userId="02c132a7-2049-4e7b-a292-e2101025765b" providerId="ADAL" clId="{5963EF00-8023-431A-B5E3-7791A55D19A7}" dt="2026-05-12T10:17:21.905" v="16714" actId="20577"/>
            <ac:spMkLst>
              <pc:docMk/>
              <pc:sldMasterMk cId="191568983" sldId="2147484102"/>
              <pc:sldLayoutMk cId="1610185873" sldId="2147484104"/>
              <ac:spMk id="10" creationId="{253D2BDA-26EA-370D-2084-F7F1C3809C6A}"/>
            </ac:spMkLst>
          </pc:spChg>
          <pc:spChg chg="mod">
            <ac:chgData name="PS3 石川 星/Ishikawa, Sho (NTT DATA)" userId="02c132a7-2049-4e7b-a292-e2101025765b" providerId="ADAL" clId="{5963EF00-8023-431A-B5E3-7791A55D19A7}" dt="2026-05-12T10:17:18.712" v="16712" actId="20577"/>
            <ac:spMkLst>
              <pc:docMk/>
              <pc:sldMasterMk cId="191568983" sldId="2147484102"/>
              <pc:sldLayoutMk cId="1610185873" sldId="2147484104"/>
              <ac:spMk id="13" creationId="{FF2F9E31-F480-6E30-B7CC-0D2A360E0E4D}"/>
            </ac:spMkLst>
          </pc:spChg>
        </pc:sldLayoutChg>
        <pc:sldLayoutChg chg="modSp mod">
          <pc:chgData name="PS3 石川 星/Ishikawa, Sho (NTT DATA)" userId="02c132a7-2049-4e7b-a292-e2101025765b" providerId="ADAL" clId="{5963EF00-8023-431A-B5E3-7791A55D19A7}" dt="2026-05-12T10:17:29.966" v="16718" actId="20577"/>
          <pc:sldLayoutMkLst>
            <pc:docMk/>
            <pc:sldMasterMk cId="191568983" sldId="2147484102"/>
            <pc:sldLayoutMk cId="2172341424" sldId="2147484105"/>
          </pc:sldLayoutMkLst>
          <pc:spChg chg="mod">
            <ac:chgData name="PS3 石川 星/Ishikawa, Sho (NTT DATA)" userId="02c132a7-2049-4e7b-a292-e2101025765b" providerId="ADAL" clId="{5963EF00-8023-431A-B5E3-7791A55D19A7}" dt="2026-05-12T10:17:29.966" v="16718" actId="20577"/>
            <ac:spMkLst>
              <pc:docMk/>
              <pc:sldMasterMk cId="191568983" sldId="2147484102"/>
              <pc:sldLayoutMk cId="2172341424" sldId="2147484105"/>
              <ac:spMk id="6" creationId="{E6AA3F11-2310-C251-1D68-4B8F48D50146}"/>
            </ac:spMkLst>
          </pc:spChg>
          <pc:spChg chg="mod">
            <ac:chgData name="PS3 石川 星/Ishikawa, Sho (NTT DATA)" userId="02c132a7-2049-4e7b-a292-e2101025765b" providerId="ADAL" clId="{5963EF00-8023-431A-B5E3-7791A55D19A7}" dt="2026-05-12T10:17:27.402" v="16716" actId="20577"/>
            <ac:spMkLst>
              <pc:docMk/>
              <pc:sldMasterMk cId="191568983" sldId="2147484102"/>
              <pc:sldLayoutMk cId="2172341424" sldId="2147484105"/>
              <ac:spMk id="12" creationId="{07CC41DA-AB1D-B096-5118-CDEB9ED3AACC}"/>
            </ac:spMkLst>
          </pc:spChg>
        </pc:sldLayoutChg>
        <pc:sldLayoutChg chg="modSp mod">
          <pc:chgData name="PS3 石川 星/Ishikawa, Sho (NTT DATA)" userId="02c132a7-2049-4e7b-a292-e2101025765b" providerId="ADAL" clId="{5963EF00-8023-431A-B5E3-7791A55D19A7}" dt="2026-05-12T10:17:37.521" v="16722" actId="20577"/>
          <pc:sldLayoutMkLst>
            <pc:docMk/>
            <pc:sldMasterMk cId="191568983" sldId="2147484102"/>
            <pc:sldLayoutMk cId="853230401" sldId="2147484106"/>
          </pc:sldLayoutMkLst>
          <pc:spChg chg="mod">
            <ac:chgData name="PS3 石川 星/Ishikawa, Sho (NTT DATA)" userId="02c132a7-2049-4e7b-a292-e2101025765b" providerId="ADAL" clId="{5963EF00-8023-431A-B5E3-7791A55D19A7}" dt="2026-05-12T10:17:34.637" v="16720" actId="20577"/>
            <ac:spMkLst>
              <pc:docMk/>
              <pc:sldMasterMk cId="191568983" sldId="2147484102"/>
              <pc:sldLayoutMk cId="853230401" sldId="2147484106"/>
              <ac:spMk id="4" creationId="{8ADA0CC1-B34F-2866-9154-43C9EABF8BF5}"/>
            </ac:spMkLst>
          </pc:spChg>
          <pc:spChg chg="mod">
            <ac:chgData name="PS3 石川 星/Ishikawa, Sho (NTT DATA)" userId="02c132a7-2049-4e7b-a292-e2101025765b" providerId="ADAL" clId="{5963EF00-8023-431A-B5E3-7791A55D19A7}" dt="2026-05-12T10:17:37.521" v="16722" actId="20577"/>
            <ac:spMkLst>
              <pc:docMk/>
              <pc:sldMasterMk cId="191568983" sldId="2147484102"/>
              <pc:sldLayoutMk cId="853230401" sldId="2147484106"/>
              <ac:spMk id="12" creationId="{CC6F50BD-6D4E-93A3-94F5-CD0A6C075F68}"/>
            </ac:spMkLst>
          </pc:spChg>
        </pc:sldLayoutChg>
      </pc:sldMasterChg>
    </pc:docChg>
  </pc:docChgLst>
  <pc:docChgLst>
    <pc:chgData name="TSD 坂口 耕祐/Sakaguchi, Kosuke (NTT DATA)" userId="S::kosuke.sakaguchi@jp.nttdata.com::111982f4-2192-482a-8891-c63fcc151716" providerId="AD" clId="Web-{4057AFB6-F889-F0F0-BC60-FB9FA60DD26E}"/>
    <pc:docChg chg="sldOrd">
      <pc:chgData name="TSD 坂口 耕祐/Sakaguchi, Kosuke (NTT DATA)" userId="S::kosuke.sakaguchi@jp.nttdata.com::111982f4-2192-482a-8891-c63fcc151716" providerId="AD" clId="Web-{4057AFB6-F889-F0F0-BC60-FB9FA60DD26E}" dt="2026-06-02T01:21:47.904" v="0"/>
      <pc:docMkLst>
        <pc:docMk/>
      </pc:docMkLst>
      <pc:sldChg chg="ord">
        <pc:chgData name="TSD 坂口 耕祐/Sakaguchi, Kosuke (NTT DATA)" userId="S::kosuke.sakaguchi@jp.nttdata.com::111982f4-2192-482a-8891-c63fcc151716" providerId="AD" clId="Web-{4057AFB6-F889-F0F0-BC60-FB9FA60DD26E}" dt="2026-06-02T01:21:47.904" v="0"/>
        <pc:sldMkLst>
          <pc:docMk/>
          <pc:sldMk cId="651476689" sldId="21474835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2026/6/1</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B8588-1665-0A4A-AD47-68FFFFC620D1}" type="datetimeFigureOut">
              <a:rPr kumimoji="1" lang="ja-JP" altLang="en-US" smtClean="0"/>
              <a:t>2026/6/1</a:t>
            </a:fld>
            <a:endParaRPr kumimoji="1" lang="ja-JP" altLang="en-US"/>
          </a:p>
        </p:txBody>
      </p:sp>
      <p:sp>
        <p:nvSpPr>
          <p:cNvPr id="4" name="スライド イメージ プレースホルダー 3"/>
          <p:cNvSpPr>
            <a:spLocks noGrp="1" noRot="1" noChangeAspect="1"/>
          </p:cNvSpPr>
          <p:nvPr>
            <p:ph type="sldImg" idx="2"/>
          </p:nvPr>
        </p:nvSpPr>
        <p:spPr>
          <a:xfrm>
            <a:off x="685800" y="630237"/>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AAED7-EB68-B44B-A29A-E9CFE7A1147D}" type="slidenum">
              <a:rPr kumimoji="1" lang="ja-JP" altLang="en-US" smtClean="0"/>
              <a:t>‹#›</a:t>
            </a:fld>
            <a:endParaRPr kumimoji="1"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1</a:t>
            </a:fld>
            <a:endParaRPr kumimoji="1" lang="ja-JP" altLang="en-US"/>
          </a:p>
        </p:txBody>
      </p:sp>
    </p:spTree>
    <p:extLst>
      <p:ext uri="{BB962C8B-B14F-4D97-AF65-F5344CB8AC3E}">
        <p14:creationId xmlns:p14="http://schemas.microsoft.com/office/powerpoint/2010/main" val="1821875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2</a:t>
            </a:fld>
            <a:endParaRPr kumimoji="1" lang="ja-JP" altLang="en-US"/>
          </a:p>
        </p:txBody>
      </p:sp>
    </p:spTree>
    <p:extLst>
      <p:ext uri="{BB962C8B-B14F-4D97-AF65-F5344CB8AC3E}">
        <p14:creationId xmlns:p14="http://schemas.microsoft.com/office/powerpoint/2010/main" val="3536217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8</a:t>
            </a:fld>
            <a:endParaRPr kumimoji="1" lang="ja-JP" altLang="en-US"/>
          </a:p>
        </p:txBody>
      </p:sp>
    </p:spTree>
    <p:extLst>
      <p:ext uri="{BB962C8B-B14F-4D97-AF65-F5344CB8AC3E}">
        <p14:creationId xmlns:p14="http://schemas.microsoft.com/office/powerpoint/2010/main" val="336290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CEA-22CB-E1E4-103D-E061C25B0A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AE78F7-E956-BD2C-7DA7-108376B27022}"/>
              </a:ext>
            </a:extLst>
          </p:cNvPr>
          <p:cNvSpPr>
            <a:spLocks noGrp="1" noRot="1" noChangeAspect="1"/>
          </p:cNvSpPr>
          <p:nvPr>
            <p:ph type="sldImg"/>
          </p:nvPr>
        </p:nvSpPr>
        <p:spPr>
          <a:xfrm>
            <a:off x="685800" y="630238"/>
            <a:ext cx="5486400" cy="3086100"/>
          </a:xfrm>
        </p:spPr>
      </p:sp>
      <p:sp>
        <p:nvSpPr>
          <p:cNvPr id="3" name="ノート プレースホルダー 2">
            <a:extLst>
              <a:ext uri="{FF2B5EF4-FFF2-40B4-BE49-F238E27FC236}">
                <a16:creationId xmlns:a16="http://schemas.microsoft.com/office/drawing/2014/main" id="{FF100E1B-7250-195E-1711-27BB92CD98B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1CACC4E-D53B-95BD-3993-B7184A027029}"/>
              </a:ext>
            </a:extLst>
          </p:cNvPr>
          <p:cNvSpPr>
            <a:spLocks noGrp="1"/>
          </p:cNvSpPr>
          <p:nvPr>
            <p:ph type="sldNum" sz="quarter" idx="5"/>
          </p:nvPr>
        </p:nvSpPr>
        <p:spPr/>
        <p:txBody>
          <a:bodyPr/>
          <a:lstStyle/>
          <a:p>
            <a:fld id="{AF9AAED7-EB68-B44B-A29A-E9CFE7A1147D}" type="slidenum">
              <a:rPr kumimoji="1" lang="ja-JP" altLang="en-US" smtClean="0"/>
              <a:t>9</a:t>
            </a:fld>
            <a:endParaRPr kumimoji="1" lang="ja-JP" altLang="en-US"/>
          </a:p>
        </p:txBody>
      </p:sp>
    </p:spTree>
    <p:extLst>
      <p:ext uri="{BB962C8B-B14F-4D97-AF65-F5344CB8AC3E}">
        <p14:creationId xmlns:p14="http://schemas.microsoft.com/office/powerpoint/2010/main" val="63190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53891-174D-0455-C57E-E932EA3C2C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55E0B4-9EB2-FA1A-41D7-E7B116BEB36D}"/>
              </a:ext>
            </a:extLst>
          </p:cNvPr>
          <p:cNvSpPr>
            <a:spLocks noGrp="1" noRot="1" noChangeAspect="1"/>
          </p:cNvSpPr>
          <p:nvPr>
            <p:ph type="sldImg"/>
          </p:nvPr>
        </p:nvSpPr>
        <p:spPr>
          <a:xfrm>
            <a:off x="685800" y="630238"/>
            <a:ext cx="5486400" cy="3086100"/>
          </a:xfrm>
        </p:spPr>
      </p:sp>
      <p:sp>
        <p:nvSpPr>
          <p:cNvPr id="3" name="ノート プレースホルダー 2">
            <a:extLst>
              <a:ext uri="{FF2B5EF4-FFF2-40B4-BE49-F238E27FC236}">
                <a16:creationId xmlns:a16="http://schemas.microsoft.com/office/drawing/2014/main" id="{E2B34286-55ED-070A-82CD-2F135D44721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6BD92FB-0D3A-3B2B-BB39-73C96FBE1B16}"/>
              </a:ext>
            </a:extLst>
          </p:cNvPr>
          <p:cNvSpPr>
            <a:spLocks noGrp="1"/>
          </p:cNvSpPr>
          <p:nvPr>
            <p:ph type="sldNum" sz="quarter" idx="5"/>
          </p:nvPr>
        </p:nvSpPr>
        <p:spPr/>
        <p:txBody>
          <a:bodyPr/>
          <a:lstStyle/>
          <a:p>
            <a:fld id="{AF9AAED7-EB68-B44B-A29A-E9CFE7A1147D}" type="slidenum">
              <a:rPr kumimoji="1" lang="ja-JP" altLang="en-US" smtClean="0"/>
              <a:t>12</a:t>
            </a:fld>
            <a:endParaRPr kumimoji="1" lang="ja-JP" altLang="en-US"/>
          </a:p>
        </p:txBody>
      </p:sp>
    </p:spTree>
    <p:extLst>
      <p:ext uri="{BB962C8B-B14F-4D97-AF65-F5344CB8AC3E}">
        <p14:creationId xmlns:p14="http://schemas.microsoft.com/office/powerpoint/2010/main" val="1088797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14</a:t>
            </a:fld>
            <a:endParaRPr kumimoji="1" lang="ja-JP" altLang="en-US"/>
          </a:p>
        </p:txBody>
      </p:sp>
    </p:spTree>
    <p:extLst>
      <p:ext uri="{BB962C8B-B14F-4D97-AF65-F5344CB8AC3E}">
        <p14:creationId xmlns:p14="http://schemas.microsoft.com/office/powerpoint/2010/main" val="1654731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15</a:t>
            </a:fld>
            <a:endParaRPr kumimoji="1" lang="ja-JP" altLang="en-US"/>
          </a:p>
        </p:txBody>
      </p:sp>
    </p:spTree>
    <p:extLst>
      <p:ext uri="{BB962C8B-B14F-4D97-AF65-F5344CB8AC3E}">
        <p14:creationId xmlns:p14="http://schemas.microsoft.com/office/powerpoint/2010/main" val="377619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31</a:t>
            </a:fld>
            <a:endParaRPr kumimoji="1" lang="ja-JP" altLang="en-US"/>
          </a:p>
        </p:txBody>
      </p:sp>
    </p:spTree>
    <p:extLst>
      <p:ext uri="{BB962C8B-B14F-4D97-AF65-F5344CB8AC3E}">
        <p14:creationId xmlns:p14="http://schemas.microsoft.com/office/powerpoint/2010/main" val="13337311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35</a:t>
            </a:fld>
            <a:endParaRPr kumimoji="1" lang="ja-JP" altLang="en-US"/>
          </a:p>
        </p:txBody>
      </p:sp>
    </p:spTree>
    <p:extLst>
      <p:ext uri="{BB962C8B-B14F-4D97-AF65-F5344CB8AC3E}">
        <p14:creationId xmlns:p14="http://schemas.microsoft.com/office/powerpoint/2010/main" val="3887699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630238"/>
            <a:ext cx="5486400" cy="3086100"/>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AF9AAED7-EB68-B44B-A29A-E9CFE7A1147D}" type="slidenum">
              <a:rPr kumimoji="1" lang="ja-JP" altLang="en-US" smtClean="0"/>
              <a:t>36</a:t>
            </a:fld>
            <a:endParaRPr kumimoji="1" lang="ja-JP" altLang="en-US"/>
          </a:p>
        </p:txBody>
      </p:sp>
    </p:spTree>
    <p:extLst>
      <p:ext uri="{BB962C8B-B14F-4D97-AF65-F5344CB8AC3E}">
        <p14:creationId xmlns:p14="http://schemas.microsoft.com/office/powerpoint/2010/main" val="308185612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4.gi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9" name="Innovation Curve">
            <a:extLst>
              <a:ext uri="{FF2B5EF4-FFF2-40B4-BE49-F238E27FC236}">
                <a16:creationId xmlns:a16="http://schemas.microsoft.com/office/drawing/2014/main" id="{C7D758E2-2981-8964-2DBD-5E4C29B7658D}"/>
              </a:ext>
              <a:ext uri="{C183D7F6-B498-43B3-948B-1728B52AA6E4}">
                <adec:decorative xmlns:adec="http://schemas.microsoft.com/office/drawing/2017/decorative" val="1"/>
              </a:ext>
            </a:extLst>
          </p:cNvPr>
          <p:cNvPicPr/>
          <p:nvPr userDrawn="1"/>
        </p:nvPicPr>
        <p:blipFill>
          <a:blip r:embed="rId2" cstate="screen">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16000" y="0"/>
            <a:ext cx="6876000" cy="6876000"/>
          </a:xfrm>
          <a:prstGeom prst="rect">
            <a:avLst/>
          </a:prstGeom>
        </p:spPr>
      </p:pic>
      <p:sp>
        <p:nvSpPr>
          <p:cNvPr id="3" name="タイトル 2">
            <a:extLst>
              <a:ext uri="{FF2B5EF4-FFF2-40B4-BE49-F238E27FC236}">
                <a16:creationId xmlns:a16="http://schemas.microsoft.com/office/drawing/2014/main" id="{28E88A40-63CF-7644-EB56-0F82D8E1B9A2}"/>
              </a:ext>
            </a:extLst>
          </p:cNvPr>
          <p:cNvSpPr>
            <a:spLocks noGrp="1"/>
          </p:cNvSpPr>
          <p:nvPr>
            <p:ph type="title" hasCustomPrompt="1"/>
          </p:nvPr>
        </p:nvSpPr>
        <p:spPr>
          <a:xfrm>
            <a:off x="381600" y="864000"/>
            <a:ext cx="4842000" cy="795600"/>
          </a:xfrm>
          <a:prstGeom prst="rect">
            <a:avLst/>
          </a:prstGeom>
        </p:spPr>
        <p:txBody>
          <a:bodyPr lIns="0" rIns="0" anchor="b" anchorCtr="0"/>
          <a:lstStyle/>
          <a:p>
            <a:pPr lvl="0"/>
            <a:r>
              <a:rPr kumimoji="1" lang="ja-JP" altLang="en-US"/>
              <a:t>○○○○御中</a:t>
            </a:r>
          </a:p>
        </p:txBody>
      </p:sp>
      <p:sp>
        <p:nvSpPr>
          <p:cNvPr id="6" name="テキスト プレースホルダー 6">
            <a:extLst>
              <a:ext uri="{FF2B5EF4-FFF2-40B4-BE49-F238E27FC236}">
                <a16:creationId xmlns:a16="http://schemas.microsoft.com/office/drawing/2014/main" id="{F1A176CE-1C9E-473C-DA2D-5CF9AA7285F5}"/>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8" name="テキスト プレースホルダー 10">
            <a:extLst>
              <a:ext uri="{FF2B5EF4-FFF2-40B4-BE49-F238E27FC236}">
                <a16:creationId xmlns:a16="http://schemas.microsoft.com/office/drawing/2014/main" id="{93FE156B-F772-D01E-4372-4120E52784D7}"/>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67654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sp>
        <p:nvSpPr>
          <p:cNvPr id="8" name="タイトル 2">
            <a:extLst>
              <a:ext uri="{FF2B5EF4-FFF2-40B4-BE49-F238E27FC236}">
                <a16:creationId xmlns:a16="http://schemas.microsoft.com/office/drawing/2014/main" id="{A3D5047C-C1BE-4A97-3D30-4818BC0783BA}"/>
              </a:ext>
            </a:extLst>
          </p:cNvPr>
          <p:cNvSpPr>
            <a:spLocks noGrp="1"/>
          </p:cNvSpPr>
          <p:nvPr>
            <p:ph type="title" hasCustomPrompt="1"/>
          </p:nvPr>
        </p:nvSpPr>
        <p:spPr>
          <a:xfrm>
            <a:off x="381600" y="1450800"/>
            <a:ext cx="11440800" cy="795600"/>
          </a:xfrm>
          <a:prstGeom prst="rect">
            <a:avLst/>
          </a:prstGeom>
        </p:spPr>
        <p:txBody>
          <a:bodyPr lIns="0" rIns="0" anchor="b" anchorCtr="0"/>
          <a:lstStyle/>
          <a:p>
            <a:pPr lvl="0"/>
            <a:r>
              <a:rPr kumimoji="1" lang="ja-JP" altLang="en-US"/>
              <a:t>○○○○御中</a:t>
            </a:r>
          </a:p>
        </p:txBody>
      </p:sp>
      <p:sp>
        <p:nvSpPr>
          <p:cNvPr id="4" name="テキスト プレースホルダー 6">
            <a:extLst>
              <a:ext uri="{FF2B5EF4-FFF2-40B4-BE49-F238E27FC236}">
                <a16:creationId xmlns:a16="http://schemas.microsoft.com/office/drawing/2014/main" id="{180CAA48-C9FC-9FB9-00D4-FB6ED53D8DB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accent1"/>
                </a:solidFill>
              </a:defRPr>
            </a:lvl1pPr>
          </a:lstStyle>
          <a:p>
            <a:pPr lvl="0"/>
            <a:r>
              <a:rPr kumimoji="1" lang="ja-JP" altLang="en-US"/>
              <a:t>［タイトル］</a:t>
            </a:r>
          </a:p>
        </p:txBody>
      </p:sp>
      <p:sp>
        <p:nvSpPr>
          <p:cNvPr id="6" name="テキスト プレースホルダー 10">
            <a:extLst>
              <a:ext uri="{FF2B5EF4-FFF2-40B4-BE49-F238E27FC236}">
                <a16:creationId xmlns:a16="http://schemas.microsoft.com/office/drawing/2014/main" id="{68E6879D-7AAE-B9F3-790D-BB85BE746EB6}"/>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accent1"/>
                </a:solidFill>
              </a:defRPr>
            </a:lvl1pPr>
            <a:lvl5pPr marL="2438216" indent="0">
              <a:buNone/>
              <a:defRPr/>
            </a:lvl5pPr>
          </a:lstStyle>
          <a:p>
            <a:pPr lvl="0"/>
            <a:r>
              <a:rPr kumimoji="1" lang="en-US" altLang="ja-JP"/>
              <a:t>2024</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665905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285831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10384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923526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690382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144686424"/>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32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695200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2618615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54418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2025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520943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814928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3485820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133843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テキスト ボックス 4">
            <a:extLst>
              <a:ext uri="{FF2B5EF4-FFF2-40B4-BE49-F238E27FC236}">
                <a16:creationId xmlns:a16="http://schemas.microsoft.com/office/drawing/2014/main" id="{16A1EA45-BF6A-8E89-F9CE-BFA62AF363CC}"/>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935490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タイトルと1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4" y="1038386"/>
            <a:ext cx="1144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D3BB6FD-8126-0BC5-CD78-240E479EB679}"/>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19371036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タイトルと２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コンテンツ プレースホルダー 4">
            <a:extLst>
              <a:ext uri="{FF2B5EF4-FFF2-40B4-BE49-F238E27FC236}">
                <a16:creationId xmlns:a16="http://schemas.microsoft.com/office/drawing/2014/main" id="{EF021ACE-2CF5-4B31-D043-4FF4199CE0CE}"/>
              </a:ext>
            </a:extLst>
          </p:cNvPr>
          <p:cNvSpPr>
            <a:spLocks noGrp="1"/>
          </p:cNvSpPr>
          <p:nvPr>
            <p:ph sz="quarter" idx="11"/>
          </p:nvPr>
        </p:nvSpPr>
        <p:spPr>
          <a:xfrm>
            <a:off x="6310800" y="1038386"/>
            <a:ext cx="55080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テキスト ボックス 2">
            <a:extLst>
              <a:ext uri="{FF2B5EF4-FFF2-40B4-BE49-F238E27FC236}">
                <a16:creationId xmlns:a16="http://schemas.microsoft.com/office/drawing/2014/main" id="{E00132AB-F8CC-E986-3454-C51AAC0E95E8}"/>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464498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タイトルと３コンテンツ">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396000"/>
          </a:xfrm>
        </p:spPr>
        <p:txBody>
          <a:bodyPr tIns="0" bIns="0">
            <a:noAutofit/>
          </a:bodyPr>
          <a:lstStyle>
            <a:lvl1pPr>
              <a:defRPr sz="2600">
                <a:solidFill>
                  <a:schemeClr val="accent1"/>
                </a:solidFill>
              </a:defRPr>
            </a:lvl1pPr>
          </a:lstStyle>
          <a:p>
            <a:r>
              <a:rPr kumimoji="1" lang="ja-JP" altLang="en-US"/>
              <a:t>［タイトル］</a:t>
            </a:r>
          </a:p>
        </p:txBody>
      </p:sp>
      <p:sp>
        <p:nvSpPr>
          <p:cNvPr id="5" name="コンテンツ プレースホルダー 4">
            <a:extLst>
              <a:ext uri="{FF2B5EF4-FFF2-40B4-BE49-F238E27FC236}">
                <a16:creationId xmlns:a16="http://schemas.microsoft.com/office/drawing/2014/main" id="{65165EBE-CE9B-A551-474B-E2D5D257B0E4}"/>
              </a:ext>
            </a:extLst>
          </p:cNvPr>
          <p:cNvSpPr>
            <a:spLocks noGrp="1"/>
          </p:cNvSpPr>
          <p:nvPr>
            <p:ph sz="quarter" idx="10"/>
          </p:nvPr>
        </p:nvSpPr>
        <p:spPr>
          <a:xfrm>
            <a:off x="371473"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コンテンツ プレースホルダー 4">
            <a:extLst>
              <a:ext uri="{FF2B5EF4-FFF2-40B4-BE49-F238E27FC236}">
                <a16:creationId xmlns:a16="http://schemas.microsoft.com/office/drawing/2014/main" id="{58228A74-29BB-7D83-4FBF-D4C78D0E8273}"/>
              </a:ext>
            </a:extLst>
          </p:cNvPr>
          <p:cNvSpPr>
            <a:spLocks noGrp="1"/>
          </p:cNvSpPr>
          <p:nvPr>
            <p:ph sz="quarter" idx="11"/>
          </p:nvPr>
        </p:nvSpPr>
        <p:spPr>
          <a:xfrm>
            <a:off x="4266000"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4">
            <a:extLst>
              <a:ext uri="{FF2B5EF4-FFF2-40B4-BE49-F238E27FC236}">
                <a16:creationId xmlns:a16="http://schemas.microsoft.com/office/drawing/2014/main" id="{1B772862-BD3C-7869-DB09-5C7C67173F27}"/>
              </a:ext>
            </a:extLst>
          </p:cNvPr>
          <p:cNvSpPr>
            <a:spLocks noGrp="1"/>
          </p:cNvSpPr>
          <p:nvPr>
            <p:ph sz="quarter" idx="12"/>
          </p:nvPr>
        </p:nvSpPr>
        <p:spPr>
          <a:xfrm>
            <a:off x="8162929" y="1038386"/>
            <a:ext cx="3657600" cy="5196814"/>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テキスト ボックス 6">
            <a:extLst>
              <a:ext uri="{FF2B5EF4-FFF2-40B4-BE49-F238E27FC236}">
                <a16:creationId xmlns:a16="http://schemas.microsoft.com/office/drawing/2014/main" id="{4659282D-E203-D490-4B15-F802032603A3}"/>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3403875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サブタイトル有">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70800" y="334800"/>
            <a:ext cx="11448000" cy="400110"/>
          </a:xfrm>
        </p:spPr>
        <p:txBody>
          <a:bodyPr tIns="0" bIns="0">
            <a:spAutoFit/>
          </a:bodyPr>
          <a:lstStyle>
            <a:lvl1pPr>
              <a:defRPr sz="2600">
                <a:solidFill>
                  <a:schemeClr val="accent1"/>
                </a:solidFill>
              </a:defRPr>
            </a:lvl1pPr>
          </a:lstStyle>
          <a:p>
            <a:r>
              <a:rPr kumimoji="1" lang="ja-JP" altLang="en-US"/>
              <a:t>［タイトル］</a:t>
            </a:r>
          </a:p>
        </p:txBody>
      </p:sp>
      <p:sp>
        <p:nvSpPr>
          <p:cNvPr id="3" name="テキスト プレースホルダー 2">
            <a:extLst>
              <a:ext uri="{FF2B5EF4-FFF2-40B4-BE49-F238E27FC236}">
                <a16:creationId xmlns:a16="http://schemas.microsoft.com/office/drawing/2014/main" id="{922FFA65-3599-E725-9F45-9CF39BF996EE}"/>
              </a:ext>
            </a:extLst>
          </p:cNvPr>
          <p:cNvSpPr>
            <a:spLocks noGrp="1"/>
          </p:cNvSpPr>
          <p:nvPr>
            <p:ph type="body" sz="quarter" idx="10" hasCustomPrompt="1"/>
          </p:nvPr>
        </p:nvSpPr>
        <p:spPr>
          <a:xfrm>
            <a:off x="371474" y="727200"/>
            <a:ext cx="11448000" cy="288000"/>
          </a:xfrm>
        </p:spPr>
        <p:txBody>
          <a:bodyPr>
            <a:noAutofit/>
          </a:bodyPr>
          <a:lstStyle>
            <a:lvl1pPr>
              <a:defRPr b="1">
                <a:solidFill>
                  <a:schemeClr val="accent2"/>
                </a:solidFill>
              </a:defRPr>
            </a:lvl1pPr>
          </a:lstStyle>
          <a:p>
            <a:pPr lvl="0"/>
            <a:r>
              <a:rPr kumimoji="1" lang="ja-JP" altLang="en-US"/>
              <a:t>［サブタイトル］</a:t>
            </a:r>
          </a:p>
        </p:txBody>
      </p:sp>
      <p:sp>
        <p:nvSpPr>
          <p:cNvPr id="4" name="コンテンツ プレースホルダー 4">
            <a:extLst>
              <a:ext uri="{FF2B5EF4-FFF2-40B4-BE49-F238E27FC236}">
                <a16:creationId xmlns:a16="http://schemas.microsoft.com/office/drawing/2014/main" id="{FE40B33C-3077-F325-8EA7-EEDBA1AD5E20}"/>
              </a:ext>
            </a:extLst>
          </p:cNvPr>
          <p:cNvSpPr>
            <a:spLocks noGrp="1"/>
          </p:cNvSpPr>
          <p:nvPr>
            <p:ph sz="quarter" idx="11"/>
          </p:nvPr>
        </p:nvSpPr>
        <p:spPr>
          <a:xfrm>
            <a:off x="371474" y="1411200"/>
            <a:ext cx="11448000" cy="4824000"/>
          </a:xfrm>
        </p:spPr>
        <p:txBody>
          <a:bodyPr tIns="0" bIns="0"/>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ボックス 4">
            <a:extLst>
              <a:ext uri="{FF2B5EF4-FFF2-40B4-BE49-F238E27FC236}">
                <a16:creationId xmlns:a16="http://schemas.microsoft.com/office/drawing/2014/main" id="{0A1A7CDA-C0AA-A8AC-8808-09E8B9AA91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819104138"/>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1820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白紙（フッター有）">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21C562A-25AB-8415-C9E5-F862FADD5F0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2503269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全面画像">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F524A762-DD3D-0F30-6F39-0BAD647C733D}"/>
              </a:ext>
            </a:extLst>
          </p:cNvPr>
          <p:cNvPicPr>
            <a:picLocks noChangeAspect="1"/>
          </p:cNvPicPr>
          <p:nvPr userDrawn="1"/>
        </p:nvPicPr>
        <p:blipFill>
          <a:blip r:embed="rId2"/>
          <a:srcRect/>
          <a:stretch/>
        </p:blipFill>
        <p:spPr>
          <a:xfrm>
            <a:off x="1" y="-1"/>
            <a:ext cx="12191998" cy="6857998"/>
          </a:xfrm>
          <a:prstGeom prst="rect">
            <a:avLst/>
          </a:prstGeom>
        </p:spPr>
      </p:pic>
      <p:sp>
        <p:nvSpPr>
          <p:cNvPr id="6" name="正方形/長方形 5">
            <a:extLst>
              <a:ext uri="{FF2B5EF4-FFF2-40B4-BE49-F238E27FC236}">
                <a16:creationId xmlns:a16="http://schemas.microsoft.com/office/drawing/2014/main" id="{5E3F105C-816B-C4B5-FF44-9C78401DC345}"/>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1265E79-47D9-4B17-A967-60D543C5CD4E}"/>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pic>
        <p:nvPicPr>
          <p:cNvPr id="7" name="図 6">
            <a:extLst>
              <a:ext uri="{FF2B5EF4-FFF2-40B4-BE49-F238E27FC236}">
                <a16:creationId xmlns:a16="http://schemas.microsoft.com/office/drawing/2014/main" id="{E6A7D226-AA1D-4565-296E-260FC63988D9}"/>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11" name="テキスト ボックス 10">
            <a:extLst>
              <a:ext uri="{FF2B5EF4-FFF2-40B4-BE49-F238E27FC236}">
                <a16:creationId xmlns:a16="http://schemas.microsoft.com/office/drawing/2014/main" id="{25F7EA9B-E085-E004-36B4-F14995B0339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2" name="テキスト ボックス 11">
            <a:extLst>
              <a:ext uri="{FF2B5EF4-FFF2-40B4-BE49-F238E27FC236}">
                <a16:creationId xmlns:a16="http://schemas.microsoft.com/office/drawing/2014/main" id="{C56F1922-EBFD-0984-2464-4DD07C5D3F5B}"/>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3" name="テキスト ボックス 2">
            <a:extLst>
              <a:ext uri="{FF2B5EF4-FFF2-40B4-BE49-F238E27FC236}">
                <a16:creationId xmlns:a16="http://schemas.microsoft.com/office/drawing/2014/main" id="{8C3FB7A8-16FC-BD93-A0B4-62A3FCF37C5A}"/>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26459709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右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BA8380C3-23D1-332E-5763-4E45DE28D8B2}"/>
              </a:ext>
            </a:extLst>
          </p:cNvPr>
          <p:cNvPicPr>
            <a:picLocks noChangeAspect="1"/>
          </p:cNvPicPr>
          <p:nvPr userDrawn="1"/>
        </p:nvPicPr>
        <p:blipFill rotWithShape="1">
          <a:blip r:embed="rId2"/>
          <a:srcRect l="58440" r="8440"/>
          <a:stretch/>
        </p:blipFill>
        <p:spPr>
          <a:xfrm>
            <a:off x="815340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74808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9" name="正方形/長方形 8">
            <a:extLst>
              <a:ext uri="{FF2B5EF4-FFF2-40B4-BE49-F238E27FC236}">
                <a16:creationId xmlns:a16="http://schemas.microsoft.com/office/drawing/2014/main" id="{CA853D6E-6D9F-5F51-58ED-3ED1FABFD06D}"/>
              </a:ext>
            </a:extLst>
          </p:cNvPr>
          <p:cNvSpPr/>
          <p:nvPr userDrawn="1"/>
        </p:nvSpPr>
        <p:spPr>
          <a:xfrm>
            <a:off x="8152800"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0" name="図 9">
            <a:extLst>
              <a:ext uri="{FF2B5EF4-FFF2-40B4-BE49-F238E27FC236}">
                <a16:creationId xmlns:a16="http://schemas.microsoft.com/office/drawing/2014/main" id="{231878D8-FF4D-F5B8-7D51-A27150395E67}"/>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5" name="テキスト ボックス 4">
            <a:extLst>
              <a:ext uri="{FF2B5EF4-FFF2-40B4-BE49-F238E27FC236}">
                <a16:creationId xmlns:a16="http://schemas.microsoft.com/office/drawing/2014/main" id="{4C55398C-909F-71D0-49CD-60754A59BD4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42602051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に画像">
    <p:spTree>
      <p:nvGrpSpPr>
        <p:cNvPr id="1" name=""/>
        <p:cNvGrpSpPr/>
        <p:nvPr/>
      </p:nvGrpSpPr>
      <p:grpSpPr>
        <a:xfrm>
          <a:off x="0" y="0"/>
          <a:ext cx="0" cy="0"/>
          <a:chOff x="0" y="0"/>
          <a:chExt cx="0" cy="0"/>
        </a:xfrm>
      </p:grpSpPr>
      <p:pic>
        <p:nvPicPr>
          <p:cNvPr id="6" name="Picture Placeholder 8">
            <a:extLst>
              <a:ext uri="{FF2B5EF4-FFF2-40B4-BE49-F238E27FC236}">
                <a16:creationId xmlns:a16="http://schemas.microsoft.com/office/drawing/2014/main" id="{12BB1B84-3873-592B-346A-382DA695B2B2}"/>
              </a:ext>
            </a:extLst>
          </p:cNvPr>
          <p:cNvPicPr>
            <a:picLocks noChangeAspect="1"/>
          </p:cNvPicPr>
          <p:nvPr userDrawn="1"/>
        </p:nvPicPr>
        <p:blipFill rotWithShape="1">
          <a:blip r:embed="rId2"/>
          <a:srcRect l="58440" r="8440"/>
          <a:stretch/>
        </p:blipFill>
        <p:spPr>
          <a:xfrm>
            <a:off x="0" y="-1"/>
            <a:ext cx="4037999" cy="6857999"/>
          </a:xfrm>
          <a:prstGeom prst="rect">
            <a:avLst/>
          </a:prstGeom>
        </p:spPr>
      </p:pic>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4586400" y="334800"/>
            <a:ext cx="7232400" cy="412538"/>
          </a:xfrm>
        </p:spPr>
        <p:txBody>
          <a:bodyPr tIns="0" bIns="0">
            <a:noAutofit/>
          </a:bodyPr>
          <a:lstStyle>
            <a:lvl1pPr>
              <a:defRPr sz="2600"/>
            </a:lvl1pPr>
          </a:lstStyle>
          <a:p>
            <a:r>
              <a:rPr kumimoji="1" lang="ja-JP" altLang="en-US"/>
              <a:t>［タイトル］</a:t>
            </a:r>
          </a:p>
        </p:txBody>
      </p:sp>
      <p:sp>
        <p:nvSpPr>
          <p:cNvPr id="8" name="テキスト ボックス 7">
            <a:extLst>
              <a:ext uri="{FF2B5EF4-FFF2-40B4-BE49-F238E27FC236}">
                <a16:creationId xmlns:a16="http://schemas.microsoft.com/office/drawing/2014/main" id="{F2A10DC3-739F-B3F0-BA1B-B970F3916583}"/>
              </a:ext>
            </a:extLst>
          </p:cNvPr>
          <p:cNvSpPr txBox="1"/>
          <p:nvPr userDrawn="1"/>
        </p:nvSpPr>
        <p:spPr>
          <a:xfrm>
            <a:off x="77760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4" name="正方形/長方形 3">
            <a:extLst>
              <a:ext uri="{FF2B5EF4-FFF2-40B4-BE49-F238E27FC236}">
                <a16:creationId xmlns:a16="http://schemas.microsoft.com/office/drawing/2014/main" id="{6F909204-40F4-08DA-5F77-8CD9CC767A5B}"/>
              </a:ext>
            </a:extLst>
          </p:cNvPr>
          <p:cNvSpPr/>
          <p:nvPr userDrawn="1"/>
        </p:nvSpPr>
        <p:spPr>
          <a:xfrm>
            <a:off x="-1201" y="5202000"/>
            <a:ext cx="40392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9" name="テキスト ボックス 8">
            <a:extLst>
              <a:ext uri="{FF2B5EF4-FFF2-40B4-BE49-F238E27FC236}">
                <a16:creationId xmlns:a16="http://schemas.microsoft.com/office/drawing/2014/main" id="{DF1F4A7B-797E-8774-7A15-00748447B4EA}"/>
              </a:ext>
            </a:extLst>
          </p:cNvPr>
          <p:cNvSpPr txBox="1"/>
          <p:nvPr userDrawn="1"/>
        </p:nvSpPr>
        <p:spPr>
          <a:xfrm>
            <a:off x="4496400" y="6562800"/>
            <a:ext cx="32040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2025 NTT DATA Japan Corporation</a:t>
            </a:r>
          </a:p>
        </p:txBody>
      </p:sp>
      <p:sp>
        <p:nvSpPr>
          <p:cNvPr id="5" name="テキスト ボックス 4">
            <a:extLst>
              <a:ext uri="{FF2B5EF4-FFF2-40B4-BE49-F238E27FC236}">
                <a16:creationId xmlns:a16="http://schemas.microsoft.com/office/drawing/2014/main" id="{C722009A-DED3-7073-83CB-04DBCF9C572B}"/>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15791858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に画像">
    <p:spTree>
      <p:nvGrpSpPr>
        <p:cNvPr id="1" name=""/>
        <p:cNvGrpSpPr/>
        <p:nvPr/>
      </p:nvGrpSpPr>
      <p:grpSpPr>
        <a:xfrm>
          <a:off x="0" y="0"/>
          <a:ext cx="0" cy="0"/>
          <a:chOff x="0" y="0"/>
          <a:chExt cx="0" cy="0"/>
        </a:xfrm>
      </p:grpSpPr>
      <p:pic>
        <p:nvPicPr>
          <p:cNvPr id="7" name="図プレースホルダー 11">
            <a:extLst>
              <a:ext uri="{FF2B5EF4-FFF2-40B4-BE49-F238E27FC236}">
                <a16:creationId xmlns:a16="http://schemas.microsoft.com/office/drawing/2014/main" id="{C2044BA7-36F7-9477-3C85-FA967B223BAA}"/>
              </a:ext>
            </a:extLst>
          </p:cNvPr>
          <p:cNvPicPr>
            <a:picLocks noChangeAspect="1"/>
          </p:cNvPicPr>
          <p:nvPr userDrawn="1"/>
        </p:nvPicPr>
        <p:blipFill>
          <a:blip r:embed="rId2"/>
          <a:srcRect t="24412" b="24412"/>
          <a:stretch/>
        </p:blipFill>
        <p:spPr>
          <a:xfrm>
            <a:off x="0" y="3351600"/>
            <a:ext cx="12193200" cy="3510000"/>
          </a:xfrm>
          <a:prstGeom prst="rect">
            <a:avLst/>
          </a:prstGeom>
        </p:spPr>
      </p:pic>
      <p:sp>
        <p:nvSpPr>
          <p:cNvPr id="6" name="正方形/長方形 5">
            <a:extLst>
              <a:ext uri="{FF2B5EF4-FFF2-40B4-BE49-F238E27FC236}">
                <a16:creationId xmlns:a16="http://schemas.microsoft.com/office/drawing/2014/main" id="{9C900E81-5532-6F3F-3DCC-003C90BA5ECB}"/>
              </a:ext>
            </a:extLst>
          </p:cNvPr>
          <p:cNvSpPr/>
          <p:nvPr userDrawn="1"/>
        </p:nvSpPr>
        <p:spPr>
          <a:xfrm>
            <a:off x="0" y="5202000"/>
            <a:ext cx="12192000" cy="1655999"/>
          </a:xfrm>
          <a:prstGeom prst="rect">
            <a:avLst/>
          </a:prstGeom>
          <a:gradFill>
            <a:gsLst>
              <a:gs pos="0">
                <a:schemeClr val="accent1"/>
              </a:gs>
              <a:gs pos="80000">
                <a:schemeClr val="accent1">
                  <a:alpha val="0"/>
                </a:schemeClr>
              </a:gs>
            </a:gsLst>
            <a:lin ang="16200000" scaled="1"/>
          </a:gra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9" name="図 8">
            <a:extLst>
              <a:ext uri="{FF2B5EF4-FFF2-40B4-BE49-F238E27FC236}">
                <a16:creationId xmlns:a16="http://schemas.microsoft.com/office/drawing/2014/main" id="{AE17DA24-7E4F-696A-F536-1C16C913B80D}"/>
              </a:ext>
            </a:extLst>
          </p:cNvPr>
          <p:cNvPicPr>
            <a:picLocks noChangeAspect="1"/>
          </p:cNvPicPr>
          <p:nvPr userDrawn="1"/>
        </p:nvPicPr>
        <p:blipFill>
          <a:blip r:embed="rId3"/>
          <a:srcRect/>
          <a:stretch/>
        </p:blipFill>
        <p:spPr>
          <a:xfrm>
            <a:off x="10743026" y="6425921"/>
            <a:ext cx="1148891" cy="292658"/>
          </a:xfrm>
          <a:prstGeom prst="rect">
            <a:avLst/>
          </a:prstGeom>
        </p:spPr>
      </p:pic>
      <p:sp>
        <p:nvSpPr>
          <p:cNvPr id="3" name="タイトル 1">
            <a:extLst>
              <a:ext uri="{FF2B5EF4-FFF2-40B4-BE49-F238E27FC236}">
                <a16:creationId xmlns:a16="http://schemas.microsoft.com/office/drawing/2014/main" id="{90F45524-EB8E-A1DF-361B-8D78281B5E74}"/>
              </a:ext>
            </a:extLst>
          </p:cNvPr>
          <p:cNvSpPr>
            <a:spLocks noGrp="1"/>
          </p:cNvSpPr>
          <p:nvPr>
            <p:ph type="title" hasCustomPrompt="1"/>
          </p:nvPr>
        </p:nvSpPr>
        <p:spPr>
          <a:xfrm>
            <a:off x="370800" y="334800"/>
            <a:ext cx="11448000" cy="413999"/>
          </a:xfrm>
        </p:spPr>
        <p:txBody>
          <a:bodyPr tIns="0" bIns="0" anchor="t">
            <a:noAutofit/>
          </a:bodyPr>
          <a:lstStyle>
            <a:lvl1pPr>
              <a:defRPr sz="2600"/>
            </a:lvl1pPr>
          </a:lstStyle>
          <a:p>
            <a:r>
              <a:rPr kumimoji="1" lang="ja-JP" altLang="en-US"/>
              <a:t>［タイトル］</a:t>
            </a:r>
          </a:p>
        </p:txBody>
      </p:sp>
      <p:sp>
        <p:nvSpPr>
          <p:cNvPr id="12" name="テキスト ボックス 11">
            <a:extLst>
              <a:ext uri="{FF2B5EF4-FFF2-40B4-BE49-F238E27FC236}">
                <a16:creationId xmlns:a16="http://schemas.microsoft.com/office/drawing/2014/main" id="{6A05FF2A-BCBB-15AB-3787-FE03495E6FCB}"/>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2025 NTT DATA Japan Corporation</a:t>
            </a:r>
          </a:p>
        </p:txBody>
      </p:sp>
      <p:sp>
        <p:nvSpPr>
          <p:cNvPr id="13" name="テキスト ボックス 12">
            <a:extLst>
              <a:ext uri="{FF2B5EF4-FFF2-40B4-BE49-F238E27FC236}">
                <a16:creationId xmlns:a16="http://schemas.microsoft.com/office/drawing/2014/main" id="{8BBC1440-FAD9-794A-1B15-7B7A16143951}"/>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chemeClr val="bg1"/>
                </a:solidFill>
              </a:rPr>
              <a:pPr algn="ctr"/>
              <a:t>‹#›</a:t>
            </a:fld>
            <a:endParaRPr kumimoji="0" lang="en-US" altLang="ja-JP" sz="800">
              <a:solidFill>
                <a:schemeClr val="bg1"/>
              </a:solidFill>
              <a:latin typeface="+mn-ea"/>
              <a:cs typeface="Meiryo UI" pitchFamily="50" charset="-128"/>
            </a:endParaRPr>
          </a:p>
        </p:txBody>
      </p:sp>
      <p:sp>
        <p:nvSpPr>
          <p:cNvPr id="4" name="テキスト ボックス 3">
            <a:extLst>
              <a:ext uri="{FF2B5EF4-FFF2-40B4-BE49-F238E27FC236}">
                <a16:creationId xmlns:a16="http://schemas.microsoft.com/office/drawing/2014/main" id="{18655178-DE12-7246-7FDA-793D4F72C04F}"/>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30947889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画像3枚">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4F42E522-CE3A-6008-C8C6-04F66A8E510F}"/>
              </a:ext>
            </a:extLst>
          </p:cNvPr>
          <p:cNvSpPr>
            <a:spLocks noGrp="1"/>
          </p:cNvSpPr>
          <p:nvPr>
            <p:ph type="title" hasCustomPrompt="1"/>
          </p:nvPr>
        </p:nvSpPr>
        <p:spPr>
          <a:xfrm>
            <a:off x="370800" y="334800"/>
            <a:ext cx="11448000" cy="412538"/>
          </a:xfrm>
        </p:spPr>
        <p:txBody>
          <a:bodyPr tIns="0" bIns="0">
            <a:noAutofit/>
          </a:bodyPr>
          <a:lstStyle>
            <a:lvl1pPr>
              <a:defRPr sz="2600"/>
            </a:lvl1pPr>
          </a:lstStyle>
          <a:p>
            <a:r>
              <a:rPr kumimoji="1" lang="ja-JP" altLang="en-US"/>
              <a:t>［タイトル］</a:t>
            </a:r>
          </a:p>
        </p:txBody>
      </p:sp>
      <p:sp>
        <p:nvSpPr>
          <p:cNvPr id="4" name="テキスト ボックス 3">
            <a:extLst>
              <a:ext uri="{FF2B5EF4-FFF2-40B4-BE49-F238E27FC236}">
                <a16:creationId xmlns:a16="http://schemas.microsoft.com/office/drawing/2014/main" id="{8C3C35FC-0C2C-C5D6-0210-3A570FE264A2}"/>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
        <p:nvSpPr>
          <p:cNvPr id="5" name="Picture Placeholder 6">
            <a:extLst>
              <a:ext uri="{FF2B5EF4-FFF2-40B4-BE49-F238E27FC236}">
                <a16:creationId xmlns:a16="http://schemas.microsoft.com/office/drawing/2014/main" id="{8D8BF745-92BD-988C-34D0-74B4D7534C7D}"/>
              </a:ext>
            </a:extLst>
          </p:cNvPr>
          <p:cNvSpPr>
            <a:spLocks noGrp="1"/>
          </p:cNvSpPr>
          <p:nvPr>
            <p:ph type="pic" sz="quarter" idx="13" hasCustomPrompt="1"/>
          </p:nvPr>
        </p:nvSpPr>
        <p:spPr bwMode="gray">
          <a:xfrm>
            <a:off x="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2" name="Picture Placeholder 6">
            <a:extLst>
              <a:ext uri="{FF2B5EF4-FFF2-40B4-BE49-F238E27FC236}">
                <a16:creationId xmlns:a16="http://schemas.microsoft.com/office/drawing/2014/main" id="{149F5F7A-6BC4-C06C-9C1E-4B267B2B2FE9}"/>
              </a:ext>
            </a:extLst>
          </p:cNvPr>
          <p:cNvSpPr>
            <a:spLocks noGrp="1"/>
          </p:cNvSpPr>
          <p:nvPr>
            <p:ph type="pic" sz="quarter" idx="14" hasCustomPrompt="1"/>
          </p:nvPr>
        </p:nvSpPr>
        <p:spPr bwMode="gray">
          <a:xfrm>
            <a:off x="4089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
        <p:nvSpPr>
          <p:cNvPr id="8" name="Picture Placeholder 6">
            <a:extLst>
              <a:ext uri="{FF2B5EF4-FFF2-40B4-BE49-F238E27FC236}">
                <a16:creationId xmlns:a16="http://schemas.microsoft.com/office/drawing/2014/main" id="{A67C5164-A259-C81F-D67B-6539C0BBF790}"/>
              </a:ext>
            </a:extLst>
          </p:cNvPr>
          <p:cNvSpPr>
            <a:spLocks noGrp="1"/>
          </p:cNvSpPr>
          <p:nvPr>
            <p:ph type="pic" sz="quarter" idx="15" hasCustomPrompt="1"/>
          </p:nvPr>
        </p:nvSpPr>
        <p:spPr bwMode="gray">
          <a:xfrm>
            <a:off x="8175600" y="1411200"/>
            <a:ext cx="4017600" cy="2772000"/>
          </a:xfrm>
          <a:solidFill>
            <a:schemeClr val="accent6"/>
          </a:solidFill>
        </p:spPr>
        <p:txBody>
          <a:bodyPr anchor="ctr" anchorCtr="0"/>
          <a:lstStyle>
            <a:lvl1pPr algn="ctr">
              <a:defRPr sz="2000">
                <a:solidFill>
                  <a:schemeClr val="bg1"/>
                </a:solidFill>
              </a:defRPr>
            </a:lvl1pPr>
          </a:lstStyle>
          <a:p>
            <a:r>
              <a:rPr lang="en-US" err="1"/>
              <a:t>クリックして画像を追加してください</a:t>
            </a:r>
            <a:r>
              <a:rPr lang="en-US"/>
              <a:t>。</a:t>
            </a:r>
          </a:p>
        </p:txBody>
      </p:sp>
    </p:spTree>
    <p:extLst>
      <p:ext uri="{BB962C8B-B14F-4D97-AF65-F5344CB8AC3E}">
        <p14:creationId xmlns:p14="http://schemas.microsoft.com/office/powerpoint/2010/main" val="6980559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写真集">
    <p:spTree>
      <p:nvGrpSpPr>
        <p:cNvPr id="1" name=""/>
        <p:cNvGrpSpPr/>
        <p:nvPr/>
      </p:nvGrpSpPr>
      <p:grpSpPr>
        <a:xfrm>
          <a:off x="0" y="0"/>
          <a:ext cx="0" cy="0"/>
          <a:chOff x="0" y="0"/>
          <a:chExt cx="0" cy="0"/>
        </a:xfrm>
      </p:grpSpPr>
      <p:sp>
        <p:nvSpPr>
          <p:cNvPr id="5" name="図プレースホルダー 4">
            <a:extLst>
              <a:ext uri="{FF2B5EF4-FFF2-40B4-BE49-F238E27FC236}">
                <a16:creationId xmlns:a16="http://schemas.microsoft.com/office/drawing/2014/main" id="{AF36B133-36B0-B253-B7D4-C28F41A61059}"/>
              </a:ext>
            </a:extLst>
          </p:cNvPr>
          <p:cNvSpPr>
            <a:spLocks noGrp="1"/>
          </p:cNvSpPr>
          <p:nvPr>
            <p:ph type="pic" sz="quarter" idx="11" hasCustomPrompt="1"/>
          </p:nvPr>
        </p:nvSpPr>
        <p:spPr>
          <a:xfrm>
            <a:off x="370800" y="334800"/>
            <a:ext cx="4420800" cy="3546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2" name="タイトル 1">
            <a:extLst>
              <a:ext uri="{FF2B5EF4-FFF2-40B4-BE49-F238E27FC236}">
                <a16:creationId xmlns:a16="http://schemas.microsoft.com/office/drawing/2014/main" id="{760F00A5-A022-0540-F2CC-D4AA03AB45B3}"/>
              </a:ext>
            </a:extLst>
          </p:cNvPr>
          <p:cNvSpPr>
            <a:spLocks noGrp="1"/>
          </p:cNvSpPr>
          <p:nvPr>
            <p:ph type="title" hasCustomPrompt="1"/>
          </p:nvPr>
        </p:nvSpPr>
        <p:spPr>
          <a:xfrm>
            <a:off x="370800" y="2422800"/>
            <a:ext cx="4420800" cy="1458000"/>
          </a:xfrm>
        </p:spPr>
        <p:txBody>
          <a:bodyPr>
            <a:noAutofit/>
          </a:bodyPr>
          <a:lstStyle>
            <a:lvl1pPr algn="ctr">
              <a:defRPr sz="2130" b="0">
                <a:solidFill>
                  <a:schemeClr val="bg1"/>
                </a:solidFill>
              </a:defRPr>
            </a:lvl1pPr>
          </a:lstStyle>
          <a:p>
            <a:r>
              <a:rPr kumimoji="1" lang="ja-JP" altLang="en-US"/>
              <a:t>マスター テキストの書式設定</a:t>
            </a:r>
          </a:p>
        </p:txBody>
      </p:sp>
      <p:sp>
        <p:nvSpPr>
          <p:cNvPr id="7" name="テキスト プレースホルダー 6">
            <a:extLst>
              <a:ext uri="{FF2B5EF4-FFF2-40B4-BE49-F238E27FC236}">
                <a16:creationId xmlns:a16="http://schemas.microsoft.com/office/drawing/2014/main" id="{786AAEE8-9706-2A45-5CC0-A6743ACE48DC}"/>
              </a:ext>
            </a:extLst>
          </p:cNvPr>
          <p:cNvSpPr>
            <a:spLocks noGrp="1"/>
          </p:cNvSpPr>
          <p:nvPr>
            <p:ph type="body" sz="quarter" idx="12"/>
          </p:nvPr>
        </p:nvSpPr>
        <p:spPr>
          <a:xfrm>
            <a:off x="370800" y="3988800"/>
            <a:ext cx="3420000" cy="2250000"/>
          </a:xfrm>
          <a:solidFill>
            <a:schemeClr val="accent6"/>
          </a:solidFill>
        </p:spPr>
        <p:txBody>
          <a:bodyPr anchor="ctr"/>
          <a:lstStyle>
            <a:lvl1pPr algn="l">
              <a:defRPr sz="2670" b="1"/>
            </a:lvl1pPr>
          </a:lstStyle>
          <a:p>
            <a:pPr lvl="0"/>
            <a:r>
              <a:rPr kumimoji="1" lang="ja-JP" altLang="en-US"/>
              <a:t>マスター テキストの書式設定</a:t>
            </a:r>
          </a:p>
        </p:txBody>
      </p:sp>
      <p:sp>
        <p:nvSpPr>
          <p:cNvPr id="9" name="テキスト プレースホルダー 8">
            <a:extLst>
              <a:ext uri="{FF2B5EF4-FFF2-40B4-BE49-F238E27FC236}">
                <a16:creationId xmlns:a16="http://schemas.microsoft.com/office/drawing/2014/main" id="{47250683-2213-51C3-F47C-D3BB0C13BFD4}"/>
              </a:ext>
            </a:extLst>
          </p:cNvPr>
          <p:cNvSpPr>
            <a:spLocks noGrp="1"/>
          </p:cNvSpPr>
          <p:nvPr>
            <p:ph type="body" sz="quarter" idx="13"/>
          </p:nvPr>
        </p:nvSpPr>
        <p:spPr>
          <a:xfrm>
            <a:off x="4903200" y="334800"/>
            <a:ext cx="4348800" cy="3556800"/>
          </a:xfrm>
          <a:solidFill>
            <a:schemeClr val="accent1"/>
          </a:solidFill>
        </p:spPr>
        <p:txBody>
          <a:bodyPr anchor="ctr"/>
          <a:lstStyle>
            <a:lvl1pPr algn="l">
              <a:defRPr sz="3200" b="1">
                <a:solidFill>
                  <a:schemeClr val="bg1"/>
                </a:solidFill>
              </a:defRPr>
            </a:lvl1pPr>
          </a:lstStyle>
          <a:p>
            <a:pPr lvl="0"/>
            <a:r>
              <a:rPr kumimoji="1" lang="ja-JP" altLang="en-US"/>
              <a:t>マスター テキストの書式設定</a:t>
            </a:r>
          </a:p>
        </p:txBody>
      </p:sp>
      <p:sp>
        <p:nvSpPr>
          <p:cNvPr id="11" name="図プレースホルダー 10">
            <a:extLst>
              <a:ext uri="{FF2B5EF4-FFF2-40B4-BE49-F238E27FC236}">
                <a16:creationId xmlns:a16="http://schemas.microsoft.com/office/drawing/2014/main" id="{D127BBDB-D025-FD8A-C85D-A801D42BDD16}"/>
              </a:ext>
            </a:extLst>
          </p:cNvPr>
          <p:cNvSpPr>
            <a:spLocks noGrp="1"/>
          </p:cNvSpPr>
          <p:nvPr>
            <p:ph type="pic" sz="quarter" idx="14" hasCustomPrompt="1"/>
          </p:nvPr>
        </p:nvSpPr>
        <p:spPr>
          <a:xfrm>
            <a:off x="3877200" y="3988800"/>
            <a:ext cx="5371200" cy="2249487"/>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3" name="テキスト プレースホルダー 12">
            <a:extLst>
              <a:ext uri="{FF2B5EF4-FFF2-40B4-BE49-F238E27FC236}">
                <a16:creationId xmlns:a16="http://schemas.microsoft.com/office/drawing/2014/main" id="{A7430A91-EF7E-38AA-26AE-08F2AE017756}"/>
              </a:ext>
            </a:extLst>
          </p:cNvPr>
          <p:cNvSpPr>
            <a:spLocks noGrp="1"/>
          </p:cNvSpPr>
          <p:nvPr>
            <p:ph type="body" sz="quarter" idx="15"/>
          </p:nvPr>
        </p:nvSpPr>
        <p:spPr>
          <a:xfrm>
            <a:off x="3877200" y="5400000"/>
            <a:ext cx="5371200" cy="838800"/>
          </a:xfrm>
        </p:spPr>
        <p:txBody>
          <a:bodyPr anchor="t" anchorCtr="0"/>
          <a:lstStyle>
            <a:lvl1pPr algn="ctr">
              <a:defRPr>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8E3F89E9-9AFA-9CD7-A1FE-3F17B7226957}"/>
              </a:ext>
            </a:extLst>
          </p:cNvPr>
          <p:cNvSpPr>
            <a:spLocks noGrp="1"/>
          </p:cNvSpPr>
          <p:nvPr>
            <p:ph type="body" sz="quarter" idx="16"/>
          </p:nvPr>
        </p:nvSpPr>
        <p:spPr>
          <a:xfrm>
            <a:off x="9360000" y="334800"/>
            <a:ext cx="2473200" cy="1699200"/>
          </a:xfrm>
          <a:solidFill>
            <a:schemeClr val="accent6"/>
          </a:solidFill>
        </p:spPr>
        <p:txBody>
          <a:bodyPr anchor="ct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17" name="図プレースホルダー 16">
            <a:extLst>
              <a:ext uri="{FF2B5EF4-FFF2-40B4-BE49-F238E27FC236}">
                <a16:creationId xmlns:a16="http://schemas.microsoft.com/office/drawing/2014/main" id="{36D62073-F3ED-902D-ABDD-53B579CEBC66}"/>
              </a:ext>
            </a:extLst>
          </p:cNvPr>
          <p:cNvSpPr>
            <a:spLocks noGrp="1"/>
          </p:cNvSpPr>
          <p:nvPr>
            <p:ph type="pic" sz="quarter" idx="17" hasCustomPrompt="1"/>
          </p:nvPr>
        </p:nvSpPr>
        <p:spPr>
          <a:xfrm>
            <a:off x="9349200" y="2138400"/>
            <a:ext cx="2484000" cy="2682000"/>
          </a:xfrm>
          <a:solidFill>
            <a:schemeClr val="accent3"/>
          </a:solidFill>
        </p:spPr>
        <p:txBody>
          <a:bodyPr anchor="ctr"/>
          <a:lstStyle>
            <a:lvl1pPr algn="ctr">
              <a:defRPr>
                <a:solidFill>
                  <a:schemeClr val="bg1"/>
                </a:solidFill>
              </a:defRPr>
            </a:lvl1pPr>
          </a:lstStyle>
          <a:p>
            <a:r>
              <a:rPr kumimoji="1" lang="ja-JP" altLang="en-US"/>
              <a:t>画像を追加</a:t>
            </a:r>
          </a:p>
        </p:txBody>
      </p:sp>
      <p:sp>
        <p:nvSpPr>
          <p:cNvPr id="19" name="テキスト プレースホルダー 18">
            <a:extLst>
              <a:ext uri="{FF2B5EF4-FFF2-40B4-BE49-F238E27FC236}">
                <a16:creationId xmlns:a16="http://schemas.microsoft.com/office/drawing/2014/main" id="{4A8E1685-4EC8-2142-116E-6C7F07537E72}"/>
              </a:ext>
            </a:extLst>
          </p:cNvPr>
          <p:cNvSpPr>
            <a:spLocks noGrp="1"/>
          </p:cNvSpPr>
          <p:nvPr>
            <p:ph type="body" sz="quarter" idx="18"/>
          </p:nvPr>
        </p:nvSpPr>
        <p:spPr>
          <a:xfrm>
            <a:off x="9360000" y="3744000"/>
            <a:ext cx="2473200" cy="1076400"/>
          </a:xfrm>
        </p:spPr>
        <p:txBody>
          <a:bodyPr/>
          <a:lstStyle>
            <a:lvl1pPr algn="ctr">
              <a:defRPr sz="2130">
                <a:solidFill>
                  <a:schemeClr val="bg1"/>
                </a:solidFill>
              </a:defRPr>
            </a:lvl1pPr>
            <a:lvl2pPr>
              <a:defRPr sz="2130">
                <a:solidFill>
                  <a:schemeClr val="bg1"/>
                </a:solidFill>
              </a:defRPr>
            </a:lvl2pPr>
            <a:lvl3pPr>
              <a:defRPr sz="2130">
                <a:solidFill>
                  <a:schemeClr val="bg1"/>
                </a:solidFill>
              </a:defRPr>
            </a:lvl3pPr>
            <a:lvl4pPr>
              <a:defRPr sz="2130">
                <a:solidFill>
                  <a:schemeClr val="bg1"/>
                </a:solidFill>
              </a:defRPr>
            </a:lvl4pPr>
            <a:lvl5pPr>
              <a:defRPr sz="2130">
                <a:solidFill>
                  <a:schemeClr val="bg1"/>
                </a:solidFill>
              </a:defRPr>
            </a:lvl5pPr>
          </a:lstStyle>
          <a:p>
            <a:pPr lvl="0"/>
            <a:r>
              <a:rPr kumimoji="1" lang="ja-JP" altLang="en-US"/>
              <a:t>マスター テキストの書式設定</a:t>
            </a:r>
          </a:p>
        </p:txBody>
      </p:sp>
      <p:sp>
        <p:nvSpPr>
          <p:cNvPr id="21" name="テキスト プレースホルダー 20">
            <a:extLst>
              <a:ext uri="{FF2B5EF4-FFF2-40B4-BE49-F238E27FC236}">
                <a16:creationId xmlns:a16="http://schemas.microsoft.com/office/drawing/2014/main" id="{A9A8FCD4-EB65-F684-B13F-80CED75EC550}"/>
              </a:ext>
            </a:extLst>
          </p:cNvPr>
          <p:cNvSpPr>
            <a:spLocks noGrp="1"/>
          </p:cNvSpPr>
          <p:nvPr>
            <p:ph type="body" sz="quarter" idx="19"/>
          </p:nvPr>
        </p:nvSpPr>
        <p:spPr>
          <a:xfrm>
            <a:off x="9349200" y="4928400"/>
            <a:ext cx="2469600" cy="1310400"/>
          </a:xfrm>
          <a:solidFill>
            <a:schemeClr val="accent2"/>
          </a:solidFill>
        </p:spPr>
        <p:txBody>
          <a:bodyPr anchor="ctr"/>
          <a:lstStyle>
            <a:lvl1pPr algn="ctr">
              <a:defRPr sz="2130">
                <a:solidFill>
                  <a:schemeClr val="bg1"/>
                </a:solidFill>
              </a:defRPr>
            </a:lvl1pPr>
          </a:lstStyle>
          <a:p>
            <a:pPr lvl="0"/>
            <a:r>
              <a:rPr kumimoji="1" lang="ja-JP" altLang="en-US"/>
              <a:t>マスター テキストの書式設定</a:t>
            </a:r>
          </a:p>
        </p:txBody>
      </p:sp>
      <p:sp>
        <p:nvSpPr>
          <p:cNvPr id="8" name="テキスト ボックス 7">
            <a:extLst>
              <a:ext uri="{FF2B5EF4-FFF2-40B4-BE49-F238E27FC236}">
                <a16:creationId xmlns:a16="http://schemas.microsoft.com/office/drawing/2014/main" id="{C76A7A10-7575-DD29-07D8-321ECD75E9AA}"/>
              </a:ext>
            </a:extLst>
          </p:cNvPr>
          <p:cNvSpPr txBox="1"/>
          <p:nvPr userDrawn="1"/>
        </p:nvSpPr>
        <p:spPr>
          <a:xfrm>
            <a:off x="5943600" y="6562800"/>
            <a:ext cx="306000" cy="90000"/>
          </a:xfrm>
          <a:prstGeom prst="rect">
            <a:avLst/>
          </a:prstGeom>
          <a:noFill/>
          <a:ln>
            <a:noFill/>
          </a:ln>
        </p:spPr>
        <p:txBody>
          <a:bodyPr wrap="square" lIns="0" tIns="0" rIns="0" bIns="0" rtlCol="0" anchor="ctr" anchorCtr="0">
            <a:noAutofit/>
          </a:bodyPr>
          <a:lstStyle/>
          <a:p>
            <a:pPr algn="ctr"/>
            <a:fld id="{8DD8EB0B-AB08-A54E-B33C-ED72A04D9CE9}" type="slidenum">
              <a:rPr lang="ja-JP" altLang="en-US" sz="800" smtClean="0">
                <a:solidFill>
                  <a:srgbClr val="6B6B6B"/>
                </a:solidFill>
              </a:rPr>
              <a:pPr algn="ctr"/>
              <a:t>‹#›</a:t>
            </a:fld>
            <a:endParaRPr kumimoji="0" lang="en-US" altLang="ja-JP" sz="800">
              <a:solidFill>
                <a:srgbClr val="6B6B6B"/>
              </a:solidFill>
              <a:latin typeface="+mn-ea"/>
              <a:cs typeface="Meiryo UI" pitchFamily="50" charset="-128"/>
            </a:endParaRPr>
          </a:p>
        </p:txBody>
      </p:sp>
    </p:spTree>
    <p:extLst>
      <p:ext uri="{BB962C8B-B14F-4D97-AF65-F5344CB8AC3E}">
        <p14:creationId xmlns:p14="http://schemas.microsoft.com/office/powerpoint/2010/main" val="4569949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写真背景">
    <p:bg>
      <p:bgRef idx="1001">
        <a:schemeClr val="bg1"/>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32BAA3C9-E6D9-AE11-A16C-34CC9C76E6A5}"/>
              </a:ext>
            </a:extLst>
          </p:cNvPr>
          <p:cNvPicPr>
            <a:picLocks noChangeAspect="1"/>
          </p:cNvPicPr>
          <p:nvPr userDrawn="1"/>
        </p:nvPicPr>
        <p:blipFill>
          <a:blip r:embed="rId2"/>
          <a:srcRect/>
          <a:stretch/>
        </p:blipFill>
        <p:spPr>
          <a:xfrm>
            <a:off x="1" y="-1"/>
            <a:ext cx="12191998" cy="6857999"/>
          </a:xfrm>
          <a:prstGeom prst="rect">
            <a:avLst/>
          </a:prstGeom>
        </p:spPr>
      </p:pic>
      <p:sp>
        <p:nvSpPr>
          <p:cNvPr id="11" name="正方形/長方形 10">
            <a:extLst>
              <a:ext uri="{FF2B5EF4-FFF2-40B4-BE49-F238E27FC236}">
                <a16:creationId xmlns:a16="http://schemas.microsoft.com/office/drawing/2014/main" id="{4EB59AC5-1B60-A021-8B7D-DF59CBAD3A75}"/>
              </a:ext>
            </a:extLst>
          </p:cNvPr>
          <p:cNvSpPr/>
          <p:nvPr userDrawn="1"/>
        </p:nvSpPr>
        <p:spPr>
          <a:xfrm>
            <a:off x="0" y="-1"/>
            <a:ext cx="12192000" cy="6857998"/>
          </a:xfrm>
          <a:prstGeom prst="rect">
            <a:avLst/>
          </a:prstGeom>
          <a:solidFill>
            <a:srgbClr val="050D24">
              <a:alpha val="58367"/>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2" name="図 11">
            <a:extLst>
              <a:ext uri="{FF2B5EF4-FFF2-40B4-BE49-F238E27FC236}">
                <a16:creationId xmlns:a16="http://schemas.microsoft.com/office/drawing/2014/main" id="{CB41749C-507D-C7F2-AA9C-DC270B029338}"/>
              </a:ext>
            </a:extLst>
          </p:cNvPr>
          <p:cNvPicPr>
            <a:picLocks noChangeAspect="1"/>
          </p:cNvPicPr>
          <p:nvPr userDrawn="1"/>
        </p:nvPicPr>
        <p:blipFill>
          <a:blip r:embed="rId3"/>
          <a:srcRect/>
          <a:stretch/>
        </p:blipFill>
        <p:spPr>
          <a:xfrm>
            <a:off x="3885475" y="2865911"/>
            <a:ext cx="4421049" cy="1126177"/>
          </a:xfrm>
          <a:prstGeom prst="rect">
            <a:avLst/>
          </a:prstGeom>
        </p:spPr>
      </p:pic>
      <p:sp>
        <p:nvSpPr>
          <p:cNvPr id="3" name="テキスト ボックス 2">
            <a:extLst>
              <a:ext uri="{FF2B5EF4-FFF2-40B4-BE49-F238E27FC236}">
                <a16:creationId xmlns:a16="http://schemas.microsoft.com/office/drawing/2014/main" id="{81BDF2C6-C064-BC40-82E9-4D1BAEA155C8}"/>
              </a:ext>
            </a:extLst>
          </p:cNvPr>
          <p:cNvSpPr txBox="1"/>
          <p:nvPr userDrawn="1"/>
        </p:nvSpPr>
        <p:spPr>
          <a:xfrm>
            <a:off x="2919470" y="7039345"/>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Tree>
    <p:extLst>
      <p:ext uri="{BB962C8B-B14F-4D97-AF65-F5344CB8AC3E}">
        <p14:creationId xmlns:p14="http://schemas.microsoft.com/office/powerpoint/2010/main" val="2812269685"/>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イノベーションカーブ">
    <p:spTree>
      <p:nvGrpSpPr>
        <p:cNvPr id="1" name=""/>
        <p:cNvGrpSpPr/>
        <p:nvPr/>
      </p:nvGrpSpPr>
      <p:grpSpPr>
        <a:xfrm>
          <a:off x="0" y="0"/>
          <a:ext cx="0" cy="0"/>
          <a:chOff x="0" y="0"/>
          <a:chExt cx="0" cy="0"/>
        </a:xfrm>
      </p:grpSpPr>
      <p:pic>
        <p:nvPicPr>
          <p:cNvPr id="5" name="Picture Placeholder 8">
            <a:extLst>
              <a:ext uri="{FF2B5EF4-FFF2-40B4-BE49-F238E27FC236}">
                <a16:creationId xmlns:a16="http://schemas.microsoft.com/office/drawing/2014/main" id="{914A62E0-557E-B957-9899-5EBF45E3EA8C}"/>
              </a:ext>
            </a:extLst>
          </p:cNvPr>
          <p:cNvPicPr>
            <a:picLocks noChangeAspect="1"/>
          </p:cNvPicPr>
          <p:nvPr userDrawn="1"/>
        </p:nvPicPr>
        <p:blipFill>
          <a:blip r:embed="rId2"/>
          <a:srcRect/>
          <a:stretch/>
        </p:blipFill>
        <p:spPr>
          <a:xfrm>
            <a:off x="1" y="-1"/>
            <a:ext cx="12191998" cy="6857999"/>
          </a:xfrm>
          <a:prstGeom prst="rect">
            <a:avLst/>
          </a:prstGeom>
        </p:spPr>
      </p:pic>
      <p:sp>
        <p:nvSpPr>
          <p:cNvPr id="15" name="正方形/長方形 14">
            <a:extLst>
              <a:ext uri="{FF2B5EF4-FFF2-40B4-BE49-F238E27FC236}">
                <a16:creationId xmlns:a16="http://schemas.microsoft.com/office/drawing/2014/main" id="{B21D845A-6F22-B3AA-CB2B-CE570ECB54DA}"/>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14" name="図 13">
            <a:extLst>
              <a:ext uri="{FF2B5EF4-FFF2-40B4-BE49-F238E27FC236}">
                <a16:creationId xmlns:a16="http://schemas.microsoft.com/office/drawing/2014/main" id="{293D96B2-6F5E-EE7E-9F24-93B0B654C8F0}"/>
              </a:ext>
            </a:extLst>
          </p:cNvPr>
          <p:cNvPicPr>
            <a:picLocks noChangeAspect="1"/>
          </p:cNvPicPr>
          <p:nvPr userDrawn="1"/>
        </p:nvPicPr>
        <p:blipFill>
          <a:blip r:embed="rId3"/>
          <a:stretch>
            <a:fillRect/>
          </a:stretch>
        </p:blipFill>
        <p:spPr>
          <a:xfrm>
            <a:off x="5354200" y="0"/>
            <a:ext cx="6837800" cy="6876000"/>
          </a:xfrm>
          <a:prstGeom prst="rect">
            <a:avLst/>
          </a:prstGeom>
        </p:spPr>
      </p:pic>
      <p:pic>
        <p:nvPicPr>
          <p:cNvPr id="7" name="図 6">
            <a:extLst>
              <a:ext uri="{FF2B5EF4-FFF2-40B4-BE49-F238E27FC236}">
                <a16:creationId xmlns:a16="http://schemas.microsoft.com/office/drawing/2014/main" id="{306268F2-28E0-79B7-DA6F-57A7B640AE86}"/>
              </a:ext>
            </a:extLst>
          </p:cNvPr>
          <p:cNvPicPr>
            <a:picLocks noChangeAspect="1"/>
          </p:cNvPicPr>
          <p:nvPr userDrawn="1"/>
        </p:nvPicPr>
        <p:blipFill>
          <a:blip r:embed="rId4"/>
          <a:srcRect/>
          <a:stretch/>
        </p:blipFill>
        <p:spPr>
          <a:xfrm>
            <a:off x="231864" y="191534"/>
            <a:ext cx="2237123" cy="569864"/>
          </a:xfrm>
          <a:prstGeom prst="rect">
            <a:avLst/>
          </a:prstGeom>
        </p:spPr>
      </p:pic>
      <p:sp>
        <p:nvSpPr>
          <p:cNvPr id="17" name="テキスト ボックス 16">
            <a:extLst>
              <a:ext uri="{FF2B5EF4-FFF2-40B4-BE49-F238E27FC236}">
                <a16:creationId xmlns:a16="http://schemas.microsoft.com/office/drawing/2014/main" id="{638584A2-F12B-7FC9-C3A1-97D2EFB00B41}"/>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3" name="テキスト ボックス 2">
            <a:extLst>
              <a:ext uri="{FF2B5EF4-FFF2-40B4-BE49-F238E27FC236}">
                <a16:creationId xmlns:a16="http://schemas.microsoft.com/office/drawing/2014/main" id="{A49A56B1-D141-A67A-825B-D1E94545EC0A}"/>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9FFE2739-2E04-47EE-56DD-BB294EDAFE24}"/>
              </a:ext>
            </a:extLst>
          </p:cNvPr>
          <p:cNvSpPr>
            <a:spLocks noGrp="1"/>
          </p:cNvSpPr>
          <p:nvPr>
            <p:ph type="title" hasCustomPrompt="1"/>
          </p:nvPr>
        </p:nvSpPr>
        <p:spPr>
          <a:xfrm>
            <a:off x="381600" y="864000"/>
            <a:ext cx="48420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9" name="テキスト プレースホルダー 6">
            <a:extLst>
              <a:ext uri="{FF2B5EF4-FFF2-40B4-BE49-F238E27FC236}">
                <a16:creationId xmlns:a16="http://schemas.microsoft.com/office/drawing/2014/main" id="{F837CDFA-F63F-E633-A624-CDB5B06CAF47}"/>
              </a:ext>
            </a:extLst>
          </p:cNvPr>
          <p:cNvSpPr>
            <a:spLocks noGrp="1"/>
          </p:cNvSpPr>
          <p:nvPr>
            <p:ph type="body" sz="quarter" idx="12" hasCustomPrompt="1"/>
          </p:nvPr>
        </p:nvSpPr>
        <p:spPr>
          <a:xfrm>
            <a:off x="381600" y="2188800"/>
            <a:ext cx="4842000" cy="24120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0" name="テキスト プレースホルダー 10">
            <a:extLst>
              <a:ext uri="{FF2B5EF4-FFF2-40B4-BE49-F238E27FC236}">
                <a16:creationId xmlns:a16="http://schemas.microsoft.com/office/drawing/2014/main" id="{C902823D-1000-9AD4-A5D1-BC7E7F7ABDBA}"/>
              </a:ext>
            </a:extLst>
          </p:cNvPr>
          <p:cNvSpPr>
            <a:spLocks noGrp="1"/>
          </p:cNvSpPr>
          <p:nvPr>
            <p:ph type="body" sz="quarter" idx="14" hasCustomPrompt="1"/>
          </p:nvPr>
        </p:nvSpPr>
        <p:spPr>
          <a:xfrm>
            <a:off x="381600" y="5191200"/>
            <a:ext cx="48420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2026</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813908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イノベーションカーブ一部">
    <p:spTree>
      <p:nvGrpSpPr>
        <p:cNvPr id="1" name=""/>
        <p:cNvGrpSpPr/>
        <p:nvPr/>
      </p:nvGrpSpPr>
      <p:grpSpPr>
        <a:xfrm>
          <a:off x="0" y="0"/>
          <a:ext cx="0" cy="0"/>
          <a:chOff x="0" y="0"/>
          <a:chExt cx="0" cy="0"/>
        </a:xfrm>
      </p:grpSpPr>
      <p:pic>
        <p:nvPicPr>
          <p:cNvPr id="3" name="Picture Placeholder 8">
            <a:extLst>
              <a:ext uri="{FF2B5EF4-FFF2-40B4-BE49-F238E27FC236}">
                <a16:creationId xmlns:a16="http://schemas.microsoft.com/office/drawing/2014/main" id="{135D64F4-1CA0-56CF-8C07-767DED8AAB1A}"/>
              </a:ext>
            </a:extLst>
          </p:cNvPr>
          <p:cNvPicPr>
            <a:picLocks noChangeAspect="1"/>
          </p:cNvPicPr>
          <p:nvPr userDrawn="1"/>
        </p:nvPicPr>
        <p:blipFill>
          <a:blip r:embed="rId2"/>
          <a:srcRect/>
          <a:stretch/>
        </p:blipFill>
        <p:spPr>
          <a:xfrm>
            <a:off x="1" y="-1"/>
            <a:ext cx="12191998" cy="6857999"/>
          </a:xfrm>
          <a:prstGeom prst="rect">
            <a:avLst/>
          </a:prstGeom>
        </p:spPr>
      </p:pic>
      <p:sp>
        <p:nvSpPr>
          <p:cNvPr id="8" name="正方形/長方形 7">
            <a:extLst>
              <a:ext uri="{FF2B5EF4-FFF2-40B4-BE49-F238E27FC236}">
                <a16:creationId xmlns:a16="http://schemas.microsoft.com/office/drawing/2014/main" id="{297923DD-A187-436F-BFDF-933B5E40DE59}"/>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5" name="図 4">
            <a:extLst>
              <a:ext uri="{FF2B5EF4-FFF2-40B4-BE49-F238E27FC236}">
                <a16:creationId xmlns:a16="http://schemas.microsoft.com/office/drawing/2014/main" id="{1F0B3FE2-7046-025F-1030-28927CDF7940}"/>
              </a:ext>
            </a:extLst>
          </p:cNvPr>
          <p:cNvPicPr>
            <a:picLocks noChangeAspect="1"/>
          </p:cNvPicPr>
          <p:nvPr userDrawn="1"/>
        </p:nvPicPr>
        <p:blipFill>
          <a:blip r:embed="rId3"/>
          <a:srcRect/>
          <a:stretch/>
        </p:blipFill>
        <p:spPr>
          <a:xfrm>
            <a:off x="231864" y="191534"/>
            <a:ext cx="2237123" cy="569864"/>
          </a:xfrm>
          <a:prstGeom prst="rect">
            <a:avLst/>
          </a:prstGeom>
        </p:spPr>
      </p:pic>
      <p:pic>
        <p:nvPicPr>
          <p:cNvPr id="7" name="図 6">
            <a:extLst>
              <a:ext uri="{FF2B5EF4-FFF2-40B4-BE49-F238E27FC236}">
                <a16:creationId xmlns:a16="http://schemas.microsoft.com/office/drawing/2014/main" id="{C26356CC-4A55-00B4-4C29-4C4FF9AC3E50}"/>
              </a:ext>
            </a:extLst>
          </p:cNvPr>
          <p:cNvPicPr>
            <a:picLocks noChangeAspect="1"/>
          </p:cNvPicPr>
          <p:nvPr userDrawn="1"/>
        </p:nvPicPr>
        <p:blipFill>
          <a:blip r:embed="rId4"/>
          <a:stretch>
            <a:fillRect/>
          </a:stretch>
        </p:blipFill>
        <p:spPr>
          <a:xfrm>
            <a:off x="7628966" y="0"/>
            <a:ext cx="4558534" cy="6876000"/>
          </a:xfrm>
          <a:prstGeom prst="rect">
            <a:avLst/>
          </a:prstGeom>
        </p:spPr>
      </p:pic>
      <p:sp>
        <p:nvSpPr>
          <p:cNvPr id="10" name="テキスト ボックス 9">
            <a:extLst>
              <a:ext uri="{FF2B5EF4-FFF2-40B4-BE49-F238E27FC236}">
                <a16:creationId xmlns:a16="http://schemas.microsoft.com/office/drawing/2014/main" id="{253D2BDA-26EA-370D-2084-F7F1C3809C6A}"/>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4" name="テキスト ボックス 3">
            <a:extLst>
              <a:ext uri="{FF2B5EF4-FFF2-40B4-BE49-F238E27FC236}">
                <a16:creationId xmlns:a16="http://schemas.microsoft.com/office/drawing/2014/main" id="{0C97F027-0343-7668-5879-F7126DF1758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FDC3CA59-45BD-B018-FE26-B50D0990128D}"/>
              </a:ext>
            </a:extLst>
          </p:cNvPr>
          <p:cNvSpPr>
            <a:spLocks noGrp="1"/>
          </p:cNvSpPr>
          <p:nvPr>
            <p:ph type="title" hasCustomPrompt="1"/>
          </p:nvPr>
        </p:nvSpPr>
        <p:spPr>
          <a:xfrm>
            <a:off x="381600" y="1450800"/>
            <a:ext cx="71856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2" name="テキスト プレースホルダー 6">
            <a:extLst>
              <a:ext uri="{FF2B5EF4-FFF2-40B4-BE49-F238E27FC236}">
                <a16:creationId xmlns:a16="http://schemas.microsoft.com/office/drawing/2014/main" id="{2704D472-D7F1-5C17-D2C9-89CA9C7E6E83}"/>
              </a:ext>
            </a:extLst>
          </p:cNvPr>
          <p:cNvSpPr>
            <a:spLocks noGrp="1"/>
          </p:cNvSpPr>
          <p:nvPr>
            <p:ph type="body" sz="quarter" idx="11" hasCustomPrompt="1"/>
          </p:nvPr>
        </p:nvSpPr>
        <p:spPr>
          <a:xfrm>
            <a:off x="381600" y="2246399"/>
            <a:ext cx="7185600" cy="2346865"/>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3" name="テキスト プレースホルダー 10">
            <a:extLst>
              <a:ext uri="{FF2B5EF4-FFF2-40B4-BE49-F238E27FC236}">
                <a16:creationId xmlns:a16="http://schemas.microsoft.com/office/drawing/2014/main" id="{FF2F9E31-F480-6E30-B7CC-0D2A360E0E4D}"/>
              </a:ext>
            </a:extLst>
          </p:cNvPr>
          <p:cNvSpPr>
            <a:spLocks noGrp="1"/>
          </p:cNvSpPr>
          <p:nvPr>
            <p:ph type="body" sz="quarter" idx="13" hasCustomPrompt="1"/>
          </p:nvPr>
        </p:nvSpPr>
        <p:spPr>
          <a:xfrm>
            <a:off x="381600" y="5191200"/>
            <a:ext cx="71856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2026</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161018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イノベーションカーブなし">
    <p:spTree>
      <p:nvGrpSpPr>
        <p:cNvPr id="1" name=""/>
        <p:cNvGrpSpPr/>
        <p:nvPr/>
      </p:nvGrpSpPr>
      <p:grpSpPr>
        <a:xfrm>
          <a:off x="0" y="0"/>
          <a:ext cx="0" cy="0"/>
          <a:chOff x="0" y="0"/>
          <a:chExt cx="0" cy="0"/>
        </a:xfrm>
      </p:grpSpPr>
      <p:pic>
        <p:nvPicPr>
          <p:cNvPr id="2" name="Picture Placeholder 8">
            <a:extLst>
              <a:ext uri="{FF2B5EF4-FFF2-40B4-BE49-F238E27FC236}">
                <a16:creationId xmlns:a16="http://schemas.microsoft.com/office/drawing/2014/main" id="{10AAF6A0-9426-1792-5BF0-ADD639497155}"/>
              </a:ext>
            </a:extLst>
          </p:cNvPr>
          <p:cNvPicPr>
            <a:picLocks noChangeAspect="1"/>
          </p:cNvPicPr>
          <p:nvPr userDrawn="1"/>
        </p:nvPicPr>
        <p:blipFill>
          <a:blip r:embed="rId2"/>
          <a:srcRect/>
          <a:stretch/>
        </p:blipFill>
        <p:spPr>
          <a:xfrm>
            <a:off x="1" y="-1"/>
            <a:ext cx="12191998" cy="6857999"/>
          </a:xfrm>
          <a:prstGeom prst="rect">
            <a:avLst/>
          </a:prstGeom>
        </p:spPr>
      </p:pic>
      <p:sp>
        <p:nvSpPr>
          <p:cNvPr id="4" name="正方形/長方形 3">
            <a:extLst>
              <a:ext uri="{FF2B5EF4-FFF2-40B4-BE49-F238E27FC236}">
                <a16:creationId xmlns:a16="http://schemas.microsoft.com/office/drawing/2014/main" id="{770D6933-50FC-7553-7845-69CEDA1C00C5}"/>
              </a:ext>
            </a:extLst>
          </p:cNvPr>
          <p:cNvSpPr/>
          <p:nvPr userDrawn="1"/>
        </p:nvSpPr>
        <p:spPr>
          <a:xfrm>
            <a:off x="0" y="0"/>
            <a:ext cx="12187500" cy="6858001"/>
          </a:xfrm>
          <a:prstGeom prst="rect">
            <a:avLst/>
          </a:prstGeom>
          <a:solidFill>
            <a:srgbClr val="050D24">
              <a:alpha val="5808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3" name="図 2">
            <a:extLst>
              <a:ext uri="{FF2B5EF4-FFF2-40B4-BE49-F238E27FC236}">
                <a16:creationId xmlns:a16="http://schemas.microsoft.com/office/drawing/2014/main" id="{14FF15F3-493A-8C15-9F64-F0766961604A}"/>
              </a:ext>
            </a:extLst>
          </p:cNvPr>
          <p:cNvPicPr>
            <a:picLocks noChangeAspect="1"/>
          </p:cNvPicPr>
          <p:nvPr userDrawn="1"/>
        </p:nvPicPr>
        <p:blipFill>
          <a:blip r:embed="rId3"/>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E6AA3F11-2310-C251-1D68-4B8F48D50146}"/>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8" name="テキスト ボックス 7">
            <a:extLst>
              <a:ext uri="{FF2B5EF4-FFF2-40B4-BE49-F238E27FC236}">
                <a16:creationId xmlns:a16="http://schemas.microsoft.com/office/drawing/2014/main" id="{A6C1596D-A3C7-4FF6-6DFA-9626A8F84014}"/>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7" name="タイトル 2">
            <a:extLst>
              <a:ext uri="{FF2B5EF4-FFF2-40B4-BE49-F238E27FC236}">
                <a16:creationId xmlns:a16="http://schemas.microsoft.com/office/drawing/2014/main" id="{8D564593-F08C-BEC6-7F51-ED1F5CE1271B}"/>
              </a:ext>
            </a:extLst>
          </p:cNvPr>
          <p:cNvSpPr>
            <a:spLocks noGrp="1"/>
          </p:cNvSpPr>
          <p:nvPr>
            <p:ph type="title" hasCustomPrompt="1"/>
          </p:nvPr>
        </p:nvSpPr>
        <p:spPr>
          <a:xfrm>
            <a:off x="381600" y="1450800"/>
            <a:ext cx="11440800" cy="7956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11" name="テキスト プレースホルダー 6">
            <a:extLst>
              <a:ext uri="{FF2B5EF4-FFF2-40B4-BE49-F238E27FC236}">
                <a16:creationId xmlns:a16="http://schemas.microsoft.com/office/drawing/2014/main" id="{0B4BDF00-A209-76C8-BB25-F0D0D8A5CF53}"/>
              </a:ext>
            </a:extLst>
          </p:cNvPr>
          <p:cNvSpPr>
            <a:spLocks noGrp="1"/>
          </p:cNvSpPr>
          <p:nvPr>
            <p:ph type="body" sz="quarter" idx="11" hasCustomPrompt="1"/>
          </p:nvPr>
        </p:nvSpPr>
        <p:spPr>
          <a:xfrm>
            <a:off x="381600" y="2246400"/>
            <a:ext cx="11440800" cy="1562400"/>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12" name="テキスト プレースホルダー 10">
            <a:extLst>
              <a:ext uri="{FF2B5EF4-FFF2-40B4-BE49-F238E27FC236}">
                <a16:creationId xmlns:a16="http://schemas.microsoft.com/office/drawing/2014/main" id="{07CC41DA-AB1D-B096-5118-CDEB9ED3AACC}"/>
              </a:ext>
            </a:extLst>
          </p:cNvPr>
          <p:cNvSpPr>
            <a:spLocks noGrp="1"/>
          </p:cNvSpPr>
          <p:nvPr>
            <p:ph type="body" sz="quarter" idx="13" hasCustomPrompt="1"/>
          </p:nvPr>
        </p:nvSpPr>
        <p:spPr>
          <a:xfrm>
            <a:off x="381600" y="5191200"/>
            <a:ext cx="11440800" cy="1119600"/>
          </a:xfrm>
          <a:prstGeom prst="rect">
            <a:avLst/>
          </a:prstGeom>
        </p:spPr>
        <p:txBody>
          <a:bodyPr lIns="0" tIns="46800" rIns="0" anchor="b"/>
          <a:lstStyle>
            <a:lvl1pPr>
              <a:defRPr>
                <a:solidFill>
                  <a:schemeClr val="bg1"/>
                </a:solidFill>
              </a:defRPr>
            </a:lvl1pPr>
            <a:lvl5pPr marL="2438216" indent="0">
              <a:buNone/>
              <a:defRPr/>
            </a:lvl5pPr>
          </a:lstStyle>
          <a:p>
            <a:pPr lvl="0"/>
            <a:r>
              <a:rPr kumimoji="1" lang="en-US" altLang="ja-JP"/>
              <a:t>2026</a:t>
            </a:r>
            <a:r>
              <a:rPr kumimoji="1" lang="ja-JP" altLang="en-US"/>
              <a:t>年〇月〇日</a:t>
            </a:r>
            <a:endParaRPr kumimoji="1" lang="en-US" altLang="ja-JP"/>
          </a:p>
          <a:p>
            <a:pPr lvl="0"/>
            <a:r>
              <a:rPr kumimoji="1" lang="ja-JP" altLang="en-US"/>
              <a:t>株式会社</a:t>
            </a:r>
            <a:r>
              <a:rPr kumimoji="1" lang="en-US" altLang="ja-JP"/>
              <a:t>NTT</a:t>
            </a:r>
            <a:r>
              <a:rPr kumimoji="1" lang="ja-JP" altLang="en-US"/>
              <a:t>データ ○○○○○○</a:t>
            </a:r>
          </a:p>
          <a:p>
            <a:pPr lvl="0"/>
            <a:r>
              <a:rPr kumimoji="1" lang="ja-JP" altLang="en-US"/>
              <a:t>○○○○○○○○○○○○○○</a:t>
            </a:r>
          </a:p>
        </p:txBody>
      </p:sp>
    </p:spTree>
    <p:extLst>
      <p:ext uri="{BB962C8B-B14F-4D97-AF65-F5344CB8AC3E}">
        <p14:creationId xmlns:p14="http://schemas.microsoft.com/office/powerpoint/2010/main" val="21723414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写真">
    <p:spTree>
      <p:nvGrpSpPr>
        <p:cNvPr id="1" name=""/>
        <p:cNvGrpSpPr/>
        <p:nvPr/>
      </p:nvGrpSpPr>
      <p:grpSpPr>
        <a:xfrm>
          <a:off x="0" y="0"/>
          <a:ext cx="0" cy="0"/>
          <a:chOff x="0" y="0"/>
          <a:chExt cx="0" cy="0"/>
        </a:xfrm>
      </p:grpSpPr>
      <p:pic>
        <p:nvPicPr>
          <p:cNvPr id="5" name="図プレースホルダー 11">
            <a:extLst>
              <a:ext uri="{FF2B5EF4-FFF2-40B4-BE49-F238E27FC236}">
                <a16:creationId xmlns:a16="http://schemas.microsoft.com/office/drawing/2014/main" id="{A3393BEA-233F-245F-0129-ADDB8158110C}"/>
              </a:ext>
            </a:extLst>
          </p:cNvPr>
          <p:cNvPicPr>
            <a:picLocks noChangeAspect="1"/>
          </p:cNvPicPr>
          <p:nvPr userDrawn="1"/>
        </p:nvPicPr>
        <p:blipFill rotWithShape="1">
          <a:blip r:embed="rId2"/>
          <a:srcRect l="21608" t="8744" r="2060" b="52192"/>
          <a:stretch/>
        </p:blipFill>
        <p:spPr>
          <a:xfrm>
            <a:off x="0" y="3351600"/>
            <a:ext cx="12193200" cy="3510000"/>
          </a:xfrm>
          <a:prstGeom prst="rect">
            <a:avLst/>
          </a:prstGeom>
        </p:spPr>
      </p:pic>
      <p:pic>
        <p:nvPicPr>
          <p:cNvPr id="10" name="図 9">
            <a:extLst>
              <a:ext uri="{FF2B5EF4-FFF2-40B4-BE49-F238E27FC236}">
                <a16:creationId xmlns:a16="http://schemas.microsoft.com/office/drawing/2014/main" id="{4E76937A-BEA1-17BD-51FF-75828A894647}"/>
              </a:ext>
            </a:extLst>
          </p:cNvPr>
          <p:cNvPicPr>
            <a:picLocks noChangeAspect="1"/>
          </p:cNvPicPr>
          <p:nvPr userDrawn="1"/>
        </p:nvPicPr>
        <p:blipFill>
          <a:blip r:embed="rId3"/>
          <a:stretch>
            <a:fillRect/>
          </a:stretch>
        </p:blipFill>
        <p:spPr>
          <a:xfrm>
            <a:off x="9068400" y="3733200"/>
            <a:ext cx="2743200" cy="2743200"/>
          </a:xfrm>
          <a:prstGeom prst="rect">
            <a:avLst/>
          </a:prstGeom>
        </p:spPr>
      </p:pic>
      <p:sp>
        <p:nvSpPr>
          <p:cNvPr id="12" name="テキスト ボックス 11">
            <a:extLst>
              <a:ext uri="{FF2B5EF4-FFF2-40B4-BE49-F238E27FC236}">
                <a16:creationId xmlns:a16="http://schemas.microsoft.com/office/drawing/2014/main" id="{CC6F50BD-6D4E-93A3-94F5-CD0A6C075F68}"/>
              </a:ext>
            </a:extLst>
          </p:cNvPr>
          <p:cNvSpPr txBox="1"/>
          <p:nvPr userDrawn="1"/>
        </p:nvSpPr>
        <p:spPr>
          <a:xfrm>
            <a:off x="370800" y="31464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7" name="テキスト ボックス 6">
            <a:extLst>
              <a:ext uri="{FF2B5EF4-FFF2-40B4-BE49-F238E27FC236}">
                <a16:creationId xmlns:a16="http://schemas.microsoft.com/office/drawing/2014/main" id="{5FFAB0DC-12F1-0A0D-5E05-98EABE352010}"/>
              </a:ext>
            </a:extLst>
          </p:cNvPr>
          <p:cNvSpPr txBox="1"/>
          <p:nvPr userDrawn="1"/>
        </p:nvSpPr>
        <p:spPr>
          <a:xfrm>
            <a:off x="2919470" y="7465383"/>
            <a:ext cx="6797407" cy="297455"/>
          </a:xfrm>
          <a:prstGeom prst="rect">
            <a:avLst/>
          </a:prstGeom>
          <a:noFill/>
        </p:spPr>
        <p:txBody>
          <a:bodyPr wrap="square" lIns="0" rIns="0" rtlCol="0">
            <a:noAutofit/>
          </a:bodyPr>
          <a:lstStyle/>
          <a:p>
            <a:pPr marL="0" marR="0" lvl="0" indent="0" algn="ctr" defTabSz="288000" rtl="0" eaLnBrk="1" fontAlgn="auto" latinLnBrk="0" hangingPunct="1">
              <a:lnSpc>
                <a:spcPct val="100000"/>
              </a:lnSpc>
              <a:spcBef>
                <a:spcPts val="0"/>
              </a:spcBef>
              <a:spcAft>
                <a:spcPts val="0"/>
              </a:spcAft>
              <a:buClrTx/>
              <a:buSzTx/>
              <a:buFontTx/>
              <a:buNone/>
              <a:tabLst/>
              <a:defRPr/>
            </a:pPr>
            <a:r>
              <a:rPr lang="ja-JP" altLang="en-US">
                <a:solidFill>
                  <a:srgbClr val="C00000"/>
                </a:solidFill>
                <a:latin typeface="+mn-ea"/>
              </a:rPr>
              <a:t>写真の差し替えはマスタより行ってください。</a:t>
            </a:r>
            <a:endParaRPr kumimoji="1" lang="ja-JP" altLang="en-US">
              <a:solidFill>
                <a:srgbClr val="C00000"/>
              </a:solidFill>
            </a:endParaRPr>
          </a:p>
          <a:p>
            <a:pPr algn="ctr" defTabSz="288000"/>
            <a:endParaRPr kumimoji="1" lang="ja-JP" altLang="en-US">
              <a:solidFill>
                <a:srgbClr val="C00000"/>
              </a:solidFill>
              <a:latin typeface="+mn-ea"/>
            </a:endParaRPr>
          </a:p>
        </p:txBody>
      </p:sp>
      <p:sp>
        <p:nvSpPr>
          <p:cNvPr id="2" name="タイトル 2">
            <a:extLst>
              <a:ext uri="{FF2B5EF4-FFF2-40B4-BE49-F238E27FC236}">
                <a16:creationId xmlns:a16="http://schemas.microsoft.com/office/drawing/2014/main" id="{F5B93878-EB0F-DF28-452A-99587B3CF9AF}"/>
              </a:ext>
            </a:extLst>
          </p:cNvPr>
          <p:cNvSpPr>
            <a:spLocks noGrp="1"/>
          </p:cNvSpPr>
          <p:nvPr>
            <p:ph type="title" hasCustomPrompt="1"/>
          </p:nvPr>
        </p:nvSpPr>
        <p:spPr>
          <a:xfrm>
            <a:off x="370800" y="752400"/>
            <a:ext cx="11440800" cy="396000"/>
          </a:xfrm>
          <a:prstGeom prst="rect">
            <a:avLst/>
          </a:prstGeom>
        </p:spPr>
        <p:txBody>
          <a:bodyPr lIns="0" rIns="0" anchor="b" anchorCtr="0"/>
          <a:lstStyle>
            <a:lvl1pPr>
              <a:defRPr>
                <a:solidFill>
                  <a:schemeClr val="bg1"/>
                </a:solidFill>
              </a:defRPr>
            </a:lvl1pPr>
          </a:lstStyle>
          <a:p>
            <a:pPr lvl="0"/>
            <a:r>
              <a:rPr kumimoji="1" lang="ja-JP" altLang="en-US"/>
              <a:t>○○○○御中</a:t>
            </a:r>
          </a:p>
        </p:txBody>
      </p:sp>
      <p:sp>
        <p:nvSpPr>
          <p:cNvPr id="3" name="テキスト プレースホルダー 6">
            <a:extLst>
              <a:ext uri="{FF2B5EF4-FFF2-40B4-BE49-F238E27FC236}">
                <a16:creationId xmlns:a16="http://schemas.microsoft.com/office/drawing/2014/main" id="{5893501C-E04B-3D7E-860E-2A66FEF8D7C9}"/>
              </a:ext>
            </a:extLst>
          </p:cNvPr>
          <p:cNvSpPr>
            <a:spLocks noGrp="1"/>
          </p:cNvSpPr>
          <p:nvPr>
            <p:ph type="body" sz="quarter" idx="11" hasCustomPrompt="1"/>
          </p:nvPr>
        </p:nvSpPr>
        <p:spPr>
          <a:xfrm>
            <a:off x="370800" y="1143727"/>
            <a:ext cx="11440800" cy="1422244"/>
          </a:xfrm>
          <a:prstGeom prst="rect">
            <a:avLst/>
          </a:prstGeom>
        </p:spPr>
        <p:txBody>
          <a:bodyPr lIns="0" tIns="46800" rIns="0" anchor="b"/>
          <a:lstStyle>
            <a:lvl1pPr>
              <a:lnSpc>
                <a:spcPct val="80000"/>
              </a:lnSpc>
              <a:defRPr sz="4400" b="1">
                <a:solidFill>
                  <a:schemeClr val="bg1"/>
                </a:solidFill>
              </a:defRPr>
            </a:lvl1pPr>
          </a:lstStyle>
          <a:p>
            <a:pPr lvl="0"/>
            <a:r>
              <a:rPr kumimoji="1" lang="ja-JP" altLang="en-US"/>
              <a:t>［タイトル］</a:t>
            </a:r>
          </a:p>
        </p:txBody>
      </p:sp>
      <p:sp>
        <p:nvSpPr>
          <p:cNvPr id="4" name="テキスト プレースホルダー 10">
            <a:extLst>
              <a:ext uri="{FF2B5EF4-FFF2-40B4-BE49-F238E27FC236}">
                <a16:creationId xmlns:a16="http://schemas.microsoft.com/office/drawing/2014/main" id="{8ADA0CC1-B34F-2866-9154-43C9EABF8BF5}"/>
              </a:ext>
            </a:extLst>
          </p:cNvPr>
          <p:cNvSpPr>
            <a:spLocks noGrp="1"/>
          </p:cNvSpPr>
          <p:nvPr>
            <p:ph type="body" sz="quarter" idx="13" hasCustomPrompt="1"/>
          </p:nvPr>
        </p:nvSpPr>
        <p:spPr>
          <a:xfrm>
            <a:off x="370800" y="2565971"/>
            <a:ext cx="11440800" cy="375900"/>
          </a:xfrm>
          <a:prstGeom prst="rect">
            <a:avLst/>
          </a:prstGeom>
        </p:spPr>
        <p:txBody>
          <a:bodyPr lIns="0" tIns="46800" rIns="0"/>
          <a:lstStyle>
            <a:lvl1pPr>
              <a:defRPr>
                <a:solidFill>
                  <a:schemeClr val="bg1"/>
                </a:solidFill>
              </a:defRPr>
            </a:lvl1pPr>
            <a:lvl5pPr marL="2438216" indent="0">
              <a:buNone/>
              <a:defRPr/>
            </a:lvl5pPr>
          </a:lstStyle>
          <a:p>
            <a:pPr lvl="0"/>
            <a:r>
              <a:rPr kumimoji="1" lang="en-US" altLang="ja-JP"/>
              <a:t>2026</a:t>
            </a:r>
            <a:r>
              <a:rPr kumimoji="1" lang="ja-JP" altLang="en-US"/>
              <a:t>年〇月〇日　株式会社</a:t>
            </a:r>
            <a:r>
              <a:rPr kumimoji="1" lang="en-US" altLang="ja-JP"/>
              <a:t>NTT</a:t>
            </a:r>
            <a:r>
              <a:rPr kumimoji="1" lang="ja-JP" altLang="en-US"/>
              <a:t>データ ○○○○○○</a:t>
            </a:r>
          </a:p>
        </p:txBody>
      </p:sp>
    </p:spTree>
    <p:extLst>
      <p:ext uri="{BB962C8B-B14F-4D97-AF65-F5344CB8AC3E}">
        <p14:creationId xmlns:p14="http://schemas.microsoft.com/office/powerpoint/2010/main" val="853230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pn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3.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image" Target="../media/image4.gif"/><Relationship Id="rId5" Type="http://schemas.openxmlformats.org/officeDocument/2006/relationships/theme" Target="../theme/theme4.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4"/>
          <a:stretch>
            <a:fillRect/>
          </a:stretch>
        </p:blipFill>
        <p:spPr>
          <a:xfrm>
            <a:off x="227967" y="191534"/>
            <a:ext cx="2244917" cy="569864"/>
          </a:xfrm>
          <a:prstGeom prst="rect">
            <a:avLst/>
          </a:prstGeom>
        </p:spPr>
      </p:pic>
      <p:sp>
        <p:nvSpPr>
          <p:cNvPr id="2" name="テキスト ボックス 1">
            <a:extLst>
              <a:ext uri="{FF2B5EF4-FFF2-40B4-BE49-F238E27FC236}">
                <a16:creationId xmlns:a16="http://schemas.microsoft.com/office/drawing/2014/main" id="{99FFB214-AC1C-6625-D288-FF1B7FC90CA1}"/>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
        <p:nvSpPr>
          <p:cNvPr id="12" name="テキスト ボックス 11">
            <a:extLst>
              <a:ext uri="{FF2B5EF4-FFF2-40B4-BE49-F238E27FC236}">
                <a16:creationId xmlns:a16="http://schemas.microsoft.com/office/drawing/2014/main" id="{8E0B27DF-CFBE-A4A8-9EB1-3609B2C2EB77}"/>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2903117392"/>
      </p:ext>
    </p:extLst>
  </p:cSld>
  <p:clrMap bg1="lt1" tx1="dk1" bg2="lt2" tx2="dk2" accent1="accent1" accent2="accent2" accent3="accent3" accent4="accent4" accent5="accent5" accent6="accent6" hlink="hlink" folHlink="folHlink"/>
  <p:sldLayoutIdLst>
    <p:sldLayoutId id="2147484009" r:id="rId1"/>
    <p:sldLayoutId id="2147483932" r:id="rId2"/>
  </p:sldLayoutIdLst>
  <p:hf hdr="0" dt="0"/>
  <p:txStyles>
    <p:titleStyle>
      <a:lvl1pPr algn="l" defTabSz="609555" rtl="0" eaLnBrk="1" fontAlgn="base" hangingPunct="1">
        <a:spcBef>
          <a:spcPct val="0"/>
        </a:spcBef>
        <a:spcAft>
          <a:spcPct val="0"/>
        </a:spcAft>
        <a:defRPr kumimoji="1" sz="2000" b="0" i="0" kern="1200" spc="0" baseline="0">
          <a:solidFill>
            <a:schemeClr val="accent1"/>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userDrawn="1">
          <p15:clr>
            <a:srgbClr val="F26B43"/>
          </p15:clr>
        </p15:guide>
        <p15:guide id="2" pos="3840" userDrawn="1">
          <p15:clr>
            <a:srgbClr val="F26B43"/>
          </p15:clr>
        </p15:guide>
        <p15:guide id="4" pos="7446" userDrawn="1">
          <p15:clr>
            <a:srgbClr val="F26B43"/>
          </p15:clr>
        </p15:guide>
        <p15:guide id="6" orient="horz" pos="4201">
          <p15:clr>
            <a:srgbClr val="F26B43"/>
          </p15:clr>
        </p15:guide>
        <p15:guide id="11" orient="horz" pos="2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5"/>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1330119830"/>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FF17374-619F-B03A-AF33-23643D9990F2}"/>
              </a:ext>
            </a:extLst>
          </p:cNvPr>
          <p:cNvPicPr>
            <a:picLocks noChangeAspect="1"/>
          </p:cNvPicPr>
          <p:nvPr userDrawn="1"/>
        </p:nvPicPr>
        <p:blipFill>
          <a:blip r:embed="rId16"/>
          <a:srcRect/>
          <a:stretch/>
        </p:blipFill>
        <p:spPr>
          <a:xfrm>
            <a:off x="10741025" y="6425921"/>
            <a:ext cx="1152894" cy="292657"/>
          </a:xfrm>
          <a:prstGeom prst="rect">
            <a:avLst/>
          </a:prstGeom>
        </p:spPr>
      </p:pic>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407988" y="164693"/>
            <a:ext cx="11376026" cy="412538"/>
          </a:xfrm>
          <a:prstGeom prst="rect">
            <a:avLst/>
          </a:prstGeom>
        </p:spPr>
        <p:txBody>
          <a:bodyPr vert="horz" lIns="0" tIns="0" rIns="0" bIns="0" rtlCol="0" anchor="t" anchorCtr="0">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407987" y="692150"/>
            <a:ext cx="11387161" cy="5796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9" name="テキスト ボックス 8">
            <a:extLst>
              <a:ext uri="{FF2B5EF4-FFF2-40B4-BE49-F238E27FC236}">
                <a16:creationId xmlns:a16="http://schemas.microsoft.com/office/drawing/2014/main" id="{1D1D4E16-E062-D856-6161-F5C259925C14}"/>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rgbClr val="6B6B6B"/>
                </a:solidFill>
              </a:rPr>
              <a:t>© 2026 NTT DATA Japan Corporation</a:t>
            </a:r>
          </a:p>
        </p:txBody>
      </p:sp>
    </p:spTree>
    <p:extLst>
      <p:ext uri="{BB962C8B-B14F-4D97-AF65-F5344CB8AC3E}">
        <p14:creationId xmlns:p14="http://schemas.microsoft.com/office/powerpoint/2010/main" val="3466074678"/>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107" r:id="rId14"/>
  </p:sldLayoutIdLst>
  <p:hf hdr="0" dt="0"/>
  <p:txStyles>
    <p:titleStyle>
      <a:lvl1pPr algn="l" defTabSz="609555" rtl="0" eaLnBrk="1" fontAlgn="base" hangingPunct="1">
        <a:spcBef>
          <a:spcPct val="0"/>
        </a:spcBef>
        <a:spcAft>
          <a:spcPct val="0"/>
        </a:spcAft>
        <a:defRPr kumimoji="1" sz="2400" b="1" i="0" kern="1200" spc="0" baseline="0">
          <a:solidFill>
            <a:schemeClr val="accent1"/>
          </a:solidFill>
          <a:latin typeface="+mj-ea"/>
          <a:ea typeface="+mj-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4" orient="horz" pos="2160">
          <p15:clr>
            <a:srgbClr val="F26B43"/>
          </p15:clr>
        </p15:guide>
        <p15:guide id="6" orient="horz" pos="663">
          <p15:clr>
            <a:srgbClr val="F26B43"/>
          </p15:clr>
        </p15:guide>
        <p15:guide id="7" pos="3840">
          <p15:clr>
            <a:srgbClr val="F26B43"/>
          </p15:clr>
        </p15:guide>
        <p15:guide id="8" pos="7446">
          <p15:clr>
            <a:srgbClr val="F26B43"/>
          </p15:clr>
        </p15:guide>
        <p15:guide id="9" orient="horz" pos="3929">
          <p15:clr>
            <a:srgbClr val="F26B43"/>
          </p15:clr>
        </p15:guide>
        <p15:guide id="10" orient="horz" pos="210">
          <p15:clr>
            <a:srgbClr val="F26B43"/>
          </p15:clr>
        </p15:guide>
        <p15:guide id="12" orient="horz" pos="420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BAA029A-FBBF-0DA2-B8D6-BC87BC147E66}"/>
              </a:ext>
            </a:extLst>
          </p:cNvPr>
          <p:cNvPicPr>
            <a:picLocks noChangeAspect="1"/>
          </p:cNvPicPr>
          <p:nvPr userDrawn="1"/>
        </p:nvPicPr>
        <p:blipFill>
          <a:blip r:embed="rId6"/>
          <a:srcRect/>
          <a:stretch/>
        </p:blipFill>
        <p:spPr>
          <a:xfrm>
            <a:off x="231864" y="191534"/>
            <a:ext cx="2237123" cy="569864"/>
          </a:xfrm>
          <a:prstGeom prst="rect">
            <a:avLst/>
          </a:prstGeom>
        </p:spPr>
      </p:pic>
      <p:sp>
        <p:nvSpPr>
          <p:cNvPr id="6" name="テキスト ボックス 5">
            <a:extLst>
              <a:ext uri="{FF2B5EF4-FFF2-40B4-BE49-F238E27FC236}">
                <a16:creationId xmlns:a16="http://schemas.microsoft.com/office/drawing/2014/main" id="{B01BF0E7-CA3F-2C26-0703-F0CB01EA9A9E}"/>
              </a:ext>
            </a:extLst>
          </p:cNvPr>
          <p:cNvSpPr txBox="1"/>
          <p:nvPr userDrawn="1"/>
        </p:nvSpPr>
        <p:spPr>
          <a:xfrm>
            <a:off x="370800" y="6562800"/>
            <a:ext cx="4852800" cy="90000"/>
          </a:xfrm>
          <a:prstGeom prst="rect">
            <a:avLst/>
          </a:prstGeom>
          <a:noFill/>
        </p:spPr>
        <p:txBody>
          <a:bodyPr wrap="square" lIns="0" tIns="0" rIns="0" bIns="0" rtlCol="0" anchor="ctr" anchorCtr="0">
            <a:noAutofit/>
          </a:bodyPr>
          <a:lstStyle/>
          <a:p>
            <a:pPr marL="0" marR="0" lvl="0" indent="0" algn="l" defTabSz="288000" rtl="0" eaLnBrk="1" fontAlgn="auto" latinLnBrk="0" hangingPunct="1">
              <a:lnSpc>
                <a:spcPct val="100000"/>
              </a:lnSpc>
              <a:spcBef>
                <a:spcPts val="0"/>
              </a:spcBef>
              <a:spcAft>
                <a:spcPts val="0"/>
              </a:spcAft>
              <a:buClrTx/>
              <a:buSzTx/>
              <a:buFontTx/>
              <a:buNone/>
              <a:tabLst/>
              <a:defRPr/>
            </a:pPr>
            <a:r>
              <a:rPr lang="en-US" altLang="ja-JP" sz="1000">
                <a:solidFill>
                  <a:schemeClr val="bg1"/>
                </a:solidFill>
              </a:rPr>
              <a:t>© 2026 NTT DATA Japan Corporation</a:t>
            </a:r>
          </a:p>
        </p:txBody>
      </p:sp>
      <p:sp>
        <p:nvSpPr>
          <p:cNvPr id="3" name="テキスト ボックス 2">
            <a:extLst>
              <a:ext uri="{FF2B5EF4-FFF2-40B4-BE49-F238E27FC236}">
                <a16:creationId xmlns:a16="http://schemas.microsoft.com/office/drawing/2014/main" id="{0BAB9C5D-DBB2-F3AC-7527-30B13EFFFBF0}"/>
              </a:ext>
            </a:extLst>
          </p:cNvPr>
          <p:cNvSpPr txBox="1"/>
          <p:nvPr userDrawn="1"/>
        </p:nvSpPr>
        <p:spPr>
          <a:xfrm>
            <a:off x="690926" y="7065341"/>
            <a:ext cx="10810147" cy="329192"/>
          </a:xfrm>
          <a:prstGeom prst="rect">
            <a:avLst/>
          </a:prstGeom>
          <a:noFill/>
        </p:spPr>
        <p:txBody>
          <a:bodyPr wrap="none" lIns="0" rIns="0" rtlCol="0">
            <a:noAutofit/>
          </a:bodyPr>
          <a:lstStyle/>
          <a:p>
            <a:pPr algn="ctr" defTabSz="288000"/>
            <a:r>
              <a:rPr kumimoji="1" lang="ja-JP" altLang="en-US">
                <a:solidFill>
                  <a:srgbClr val="C00000"/>
                </a:solidFill>
                <a:latin typeface="+mn-ea"/>
              </a:rPr>
              <a:t>コピーライトを修正するときは、ホームタブの「置換」から、文字列を</a:t>
            </a:r>
            <a:r>
              <a:rPr kumimoji="1" lang="ja-JP" altLang="en-US" b="1">
                <a:solidFill>
                  <a:srgbClr val="C00000"/>
                </a:solidFill>
                <a:latin typeface="+mn-ea"/>
              </a:rPr>
              <a:t>すべて置換</a:t>
            </a:r>
            <a:r>
              <a:rPr kumimoji="1" lang="ja-JP" altLang="en-US">
                <a:solidFill>
                  <a:srgbClr val="C00000"/>
                </a:solidFill>
                <a:latin typeface="+mn-ea"/>
              </a:rPr>
              <a:t>してください。</a:t>
            </a:r>
          </a:p>
        </p:txBody>
      </p:sp>
    </p:spTree>
    <p:extLst>
      <p:ext uri="{BB962C8B-B14F-4D97-AF65-F5344CB8AC3E}">
        <p14:creationId xmlns:p14="http://schemas.microsoft.com/office/powerpoint/2010/main" val="191568983"/>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Lst>
  <p:hf hdr="0" dt="0"/>
  <p:txStyles>
    <p:titleStyle>
      <a:lvl1pPr algn="l" defTabSz="609555" rtl="0" eaLnBrk="1" fontAlgn="base" hangingPunct="1">
        <a:spcBef>
          <a:spcPct val="0"/>
        </a:spcBef>
        <a:spcAft>
          <a:spcPct val="0"/>
        </a:spcAft>
        <a:defRPr kumimoji="1" sz="2000" b="0" i="0" kern="1200" spc="0" baseline="0">
          <a:solidFill>
            <a:srgbClr val="F8F8F8"/>
          </a:solidFill>
          <a:latin typeface="+mn-ea"/>
          <a:ea typeface="+mn-ea"/>
          <a:cs typeface="HGPGothicE" charset="-128"/>
        </a:defRPr>
      </a:lvl1pPr>
      <a:lvl2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5"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0"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64"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18" algn="l" defTabSz="609555"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5"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099" indent="-30054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42" indent="-234933"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63" indent="-230701"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00" indent="-228584" algn="l" defTabSz="609555"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5" rtl="0" eaLnBrk="1" latinLnBrk="0" hangingPunct="1">
        <a:defRPr kumimoji="1" sz="2400" kern="1200">
          <a:solidFill>
            <a:schemeClr val="tx1"/>
          </a:solidFill>
          <a:latin typeface="+mn-lt"/>
          <a:ea typeface="+mn-ea"/>
          <a:cs typeface="+mn-cs"/>
        </a:defRPr>
      </a:lvl1pPr>
      <a:lvl2pPr marL="609555" algn="l" defTabSz="609555" rtl="0" eaLnBrk="1" latinLnBrk="0" hangingPunct="1">
        <a:defRPr kumimoji="1" sz="2400" kern="1200">
          <a:solidFill>
            <a:schemeClr val="tx1"/>
          </a:solidFill>
          <a:latin typeface="+mn-lt"/>
          <a:ea typeface="+mn-ea"/>
          <a:cs typeface="+mn-cs"/>
        </a:defRPr>
      </a:lvl2pPr>
      <a:lvl3pPr marL="1219110" algn="l" defTabSz="609555" rtl="0" eaLnBrk="1" latinLnBrk="0" hangingPunct="1">
        <a:defRPr kumimoji="1" sz="2400" kern="1200">
          <a:solidFill>
            <a:schemeClr val="tx1"/>
          </a:solidFill>
          <a:latin typeface="+mn-lt"/>
          <a:ea typeface="+mn-ea"/>
          <a:cs typeface="+mn-cs"/>
        </a:defRPr>
      </a:lvl3pPr>
      <a:lvl4pPr marL="1828664" algn="l" defTabSz="609555" rtl="0" eaLnBrk="1" latinLnBrk="0" hangingPunct="1">
        <a:defRPr kumimoji="1" sz="2400" kern="1200">
          <a:solidFill>
            <a:schemeClr val="tx1"/>
          </a:solidFill>
          <a:latin typeface="+mn-lt"/>
          <a:ea typeface="+mn-ea"/>
          <a:cs typeface="+mn-cs"/>
        </a:defRPr>
      </a:lvl4pPr>
      <a:lvl5pPr marL="2438218" algn="l" defTabSz="609555" rtl="0" eaLnBrk="1" latinLnBrk="0" hangingPunct="1">
        <a:defRPr kumimoji="1" sz="2400" kern="1200">
          <a:solidFill>
            <a:schemeClr val="tx1"/>
          </a:solidFill>
          <a:latin typeface="+mn-lt"/>
          <a:ea typeface="+mn-ea"/>
          <a:cs typeface="+mn-cs"/>
        </a:defRPr>
      </a:lvl5pPr>
      <a:lvl6pPr marL="3047772" algn="l" defTabSz="609555" rtl="0" eaLnBrk="1" latinLnBrk="0" hangingPunct="1">
        <a:defRPr kumimoji="1" sz="2400" kern="1200">
          <a:solidFill>
            <a:schemeClr val="tx1"/>
          </a:solidFill>
          <a:latin typeface="+mn-lt"/>
          <a:ea typeface="+mn-ea"/>
          <a:cs typeface="+mn-cs"/>
        </a:defRPr>
      </a:lvl6pPr>
      <a:lvl7pPr marL="3657327" algn="l" defTabSz="609555" rtl="0" eaLnBrk="1" latinLnBrk="0" hangingPunct="1">
        <a:defRPr kumimoji="1" sz="2400" kern="1200">
          <a:solidFill>
            <a:schemeClr val="tx1"/>
          </a:solidFill>
          <a:latin typeface="+mn-lt"/>
          <a:ea typeface="+mn-ea"/>
          <a:cs typeface="+mn-cs"/>
        </a:defRPr>
      </a:lvl7pPr>
      <a:lvl8pPr marL="4266880" algn="l" defTabSz="609555" rtl="0" eaLnBrk="1" latinLnBrk="0" hangingPunct="1">
        <a:defRPr kumimoji="1" sz="2400" kern="1200">
          <a:solidFill>
            <a:schemeClr val="tx1"/>
          </a:solidFill>
          <a:latin typeface="+mn-lt"/>
          <a:ea typeface="+mn-ea"/>
          <a:cs typeface="+mn-cs"/>
        </a:defRPr>
      </a:lvl8pPr>
      <a:lvl9pPr marL="4876435" algn="l" defTabSz="609555"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34">
          <p15:clr>
            <a:srgbClr val="F26B43"/>
          </p15:clr>
        </p15:guide>
        <p15:guide id="2" pos="3840">
          <p15:clr>
            <a:srgbClr val="F26B43"/>
          </p15:clr>
        </p15:guide>
        <p15:guide id="4" pos="7446">
          <p15:clr>
            <a:srgbClr val="F26B43"/>
          </p15:clr>
        </p15:guide>
        <p15:guide id="6" orient="horz" pos="4201">
          <p15:clr>
            <a:srgbClr val="F26B43"/>
          </p15:clr>
        </p15:guide>
        <p15:guide id="11" orient="horz" pos="21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hyperlink" Target="https://start.spring.io/index.html" TargetMode="External"/><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hyperlink" Target="https://start.spring.io/index.html" TargetMode="External"/><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3590E3-C1A1-6EE5-33A3-1BA188D38A25}"/>
              </a:ext>
            </a:extLst>
          </p:cNvPr>
          <p:cNvSpPr>
            <a:spLocks noGrp="1"/>
          </p:cNvSpPr>
          <p:nvPr>
            <p:ph type="title"/>
          </p:nvPr>
        </p:nvSpPr>
        <p:spPr/>
        <p:txBody>
          <a:bodyPr/>
          <a:lstStyle/>
          <a:p>
            <a:r>
              <a:rPr lang="en-US" altLang="ja-JP"/>
              <a:t>FY26 </a:t>
            </a:r>
            <a:r>
              <a:rPr lang="ja-JP" altLang="en-US"/>
              <a:t>新入社員向け </a:t>
            </a:r>
            <a:r>
              <a:rPr lang="en-US" altLang="ja-JP"/>
              <a:t>AI</a:t>
            </a:r>
            <a:r>
              <a:rPr lang="ja-JP" altLang="en-US"/>
              <a:t> </a:t>
            </a:r>
            <a:r>
              <a:rPr lang="en-US" altLang="ja-JP"/>
              <a:t>Native</a:t>
            </a:r>
            <a:r>
              <a:rPr lang="ja-JP" altLang="en-US"/>
              <a:t>開発研修</a:t>
            </a:r>
          </a:p>
        </p:txBody>
      </p:sp>
      <p:sp>
        <p:nvSpPr>
          <p:cNvPr id="3" name="テキスト プレースホルダー 2">
            <a:extLst>
              <a:ext uri="{FF2B5EF4-FFF2-40B4-BE49-F238E27FC236}">
                <a16:creationId xmlns:a16="http://schemas.microsoft.com/office/drawing/2014/main" id="{364265A2-61B5-45D8-6463-6418F44F076D}"/>
              </a:ext>
            </a:extLst>
          </p:cNvPr>
          <p:cNvSpPr>
            <a:spLocks noGrp="1"/>
          </p:cNvSpPr>
          <p:nvPr>
            <p:ph type="body" sz="quarter" idx="12"/>
          </p:nvPr>
        </p:nvSpPr>
        <p:spPr>
          <a:xfrm>
            <a:off x="381600" y="3151887"/>
            <a:ext cx="11627520" cy="1349600"/>
          </a:xfrm>
        </p:spPr>
        <p:txBody>
          <a:bodyPr/>
          <a:lstStyle/>
          <a:p>
            <a:r>
              <a:rPr lang="en-US" altLang="ja-JP"/>
              <a:t>【AI</a:t>
            </a:r>
            <a:r>
              <a:rPr lang="ja-JP" altLang="en-US"/>
              <a:t> </a:t>
            </a:r>
            <a:r>
              <a:rPr lang="en-US" altLang="ja-JP"/>
              <a:t>Native</a:t>
            </a:r>
            <a:r>
              <a:rPr lang="ja-JP" altLang="en-US"/>
              <a:t>研修</a:t>
            </a:r>
            <a:r>
              <a:rPr lang="en-US" altLang="ja-JP"/>
              <a:t>-</a:t>
            </a:r>
            <a:r>
              <a:rPr lang="ja-JP" altLang="en-US"/>
              <a:t>バイブコーディング</a:t>
            </a:r>
            <a:r>
              <a:rPr lang="en-US" altLang="ja-JP"/>
              <a:t>】</a:t>
            </a:r>
          </a:p>
          <a:p>
            <a:r>
              <a:rPr lang="ja-JP" altLang="en-US"/>
              <a:t>演習課題</a:t>
            </a:r>
            <a:r>
              <a:rPr lang="en-US" altLang="ja-JP"/>
              <a:t>1.Java</a:t>
            </a:r>
            <a:r>
              <a:rPr lang="ja-JP" altLang="en-US"/>
              <a:t>で</a:t>
            </a:r>
            <a:r>
              <a:rPr lang="en-US" altLang="ja-JP"/>
              <a:t>EC</a:t>
            </a:r>
            <a:r>
              <a:rPr lang="ja-JP" altLang="en-US"/>
              <a:t>サイト</a:t>
            </a:r>
            <a:r>
              <a:rPr lang="en-US" altLang="ja-JP"/>
              <a:t>AP</a:t>
            </a:r>
            <a:r>
              <a:rPr lang="ja-JP" altLang="en-US"/>
              <a:t>を作成</a:t>
            </a:r>
          </a:p>
        </p:txBody>
      </p:sp>
      <p:sp>
        <p:nvSpPr>
          <p:cNvPr id="4" name="テキスト プレースホルダー 3">
            <a:extLst>
              <a:ext uri="{FF2B5EF4-FFF2-40B4-BE49-F238E27FC236}">
                <a16:creationId xmlns:a16="http://schemas.microsoft.com/office/drawing/2014/main" id="{DCF65AA0-1FFF-132D-52B8-6DB3C5784AF4}"/>
              </a:ext>
            </a:extLst>
          </p:cNvPr>
          <p:cNvSpPr>
            <a:spLocks noGrp="1"/>
          </p:cNvSpPr>
          <p:nvPr>
            <p:ph type="body" sz="quarter" idx="14"/>
          </p:nvPr>
        </p:nvSpPr>
        <p:spPr/>
        <p:txBody>
          <a:bodyPr/>
          <a:lstStyle/>
          <a:p>
            <a:r>
              <a:rPr lang="en-US" altLang="ja-JP"/>
              <a:t>2026</a:t>
            </a:r>
            <a:r>
              <a:rPr lang="ja-JP" altLang="en-US"/>
              <a:t>年</a:t>
            </a:r>
            <a:r>
              <a:rPr lang="en-US" altLang="ja-JP"/>
              <a:t>6</a:t>
            </a:r>
            <a:r>
              <a:rPr lang="ja-JP" altLang="en-US"/>
              <a:t>月</a:t>
            </a:r>
            <a:r>
              <a:rPr lang="en-US" altLang="ja-JP"/>
              <a:t>2</a:t>
            </a:r>
            <a:r>
              <a:rPr lang="ja-JP" altLang="en-US"/>
              <a:t>日</a:t>
            </a:r>
          </a:p>
        </p:txBody>
      </p:sp>
      <p:sp>
        <p:nvSpPr>
          <p:cNvPr id="6" name="テキスト ボックス 5">
            <a:extLst>
              <a:ext uri="{FF2B5EF4-FFF2-40B4-BE49-F238E27FC236}">
                <a16:creationId xmlns:a16="http://schemas.microsoft.com/office/drawing/2014/main" id="{2EC69885-7177-97F3-417C-4420C580BBE0}"/>
              </a:ext>
            </a:extLst>
          </p:cNvPr>
          <p:cNvSpPr txBox="1"/>
          <p:nvPr/>
        </p:nvSpPr>
        <p:spPr>
          <a:xfrm>
            <a:off x="9649098" y="85135"/>
            <a:ext cx="2360022" cy="483211"/>
          </a:xfrm>
          <a:prstGeom prst="rect">
            <a:avLst/>
          </a:prstGeom>
          <a:noFill/>
          <a:ln>
            <a:solidFill>
              <a:schemeClr val="accent6">
                <a:lumMod val="40000"/>
                <a:lumOff val="60000"/>
              </a:schemeClr>
            </a:solidFill>
          </a:ln>
        </p:spPr>
        <p:txBody>
          <a:bodyPr wrap="square" lIns="90000" rIns="90000" rtlCol="0" anchor="ctr" anchorCtr="0">
            <a:noAutofit/>
          </a:bodyPr>
          <a:lstStyle/>
          <a:p>
            <a:r>
              <a:rPr lang="ja-JP" altLang="en-US" sz="700">
                <a:solidFill>
                  <a:schemeClr val="accent6">
                    <a:lumMod val="40000"/>
                    <a:lumOff val="60000"/>
                  </a:schemeClr>
                </a:solidFill>
              </a:rPr>
              <a:t>情 報 種 別 ： </a:t>
            </a:r>
            <a:r>
              <a:rPr lang="en-US" altLang="ja-JP" sz="700">
                <a:solidFill>
                  <a:schemeClr val="accent6">
                    <a:lumMod val="40000"/>
                    <a:lumOff val="60000"/>
                  </a:schemeClr>
                </a:solidFill>
              </a:rPr>
              <a:t>G</a:t>
            </a:r>
            <a:r>
              <a:rPr lang="ja-JP" altLang="en-US" sz="700">
                <a:solidFill>
                  <a:schemeClr val="accent6">
                    <a:lumMod val="40000"/>
                    <a:lumOff val="60000"/>
                  </a:schemeClr>
                </a:solidFill>
              </a:rPr>
              <a:t>外秘</a:t>
            </a:r>
            <a:r>
              <a:rPr lang="en-US" altLang="ja-JP" sz="700">
                <a:solidFill>
                  <a:schemeClr val="accent6">
                    <a:lumMod val="40000"/>
                    <a:lumOff val="60000"/>
                  </a:schemeClr>
                </a:solidFill>
              </a:rPr>
              <a:t>(</a:t>
            </a:r>
            <a:r>
              <a:rPr lang="ja-JP" altLang="en-US" sz="700">
                <a:solidFill>
                  <a:schemeClr val="accent6">
                    <a:lumMod val="40000"/>
                    <a:lumOff val="60000"/>
                  </a:schemeClr>
                </a:solidFill>
              </a:rPr>
              <a:t>社員限り</a:t>
            </a:r>
            <a:r>
              <a:rPr lang="en-US" altLang="ja-JP" sz="700">
                <a:solidFill>
                  <a:schemeClr val="accent6">
                    <a:lumMod val="40000"/>
                    <a:lumOff val="60000"/>
                  </a:schemeClr>
                </a:solidFill>
              </a:rPr>
              <a:t>)</a:t>
            </a:r>
            <a:br>
              <a:rPr lang="ja-JP" altLang="en-US" sz="700">
                <a:solidFill>
                  <a:schemeClr val="accent6">
                    <a:lumMod val="40000"/>
                    <a:lumOff val="60000"/>
                  </a:schemeClr>
                </a:solidFill>
              </a:rPr>
            </a:br>
            <a:r>
              <a:rPr lang="ja-JP" altLang="en-US" sz="700">
                <a:solidFill>
                  <a:schemeClr val="accent6">
                    <a:lumMod val="40000"/>
                    <a:lumOff val="60000"/>
                  </a:schemeClr>
                </a:solidFill>
              </a:rPr>
              <a:t>会　 社　 名 ： </a:t>
            </a:r>
            <a:r>
              <a:rPr lang="en-US" altLang="ja-JP" sz="700">
                <a:solidFill>
                  <a:schemeClr val="accent6">
                    <a:lumMod val="40000"/>
                    <a:lumOff val="60000"/>
                  </a:schemeClr>
                </a:solidFill>
              </a:rPr>
              <a:t>NTT DATA JAPAN CORP.</a:t>
            </a:r>
            <a:br>
              <a:rPr lang="ja-JP" altLang="en-US" sz="700">
                <a:solidFill>
                  <a:schemeClr val="accent6">
                    <a:lumMod val="40000"/>
                    <a:lumOff val="60000"/>
                  </a:schemeClr>
                </a:solidFill>
              </a:rPr>
            </a:br>
            <a:r>
              <a:rPr lang="ja-JP" altLang="en-US" sz="700">
                <a:solidFill>
                  <a:schemeClr val="accent6">
                    <a:lumMod val="40000"/>
                    <a:lumOff val="60000"/>
                  </a:schemeClr>
                </a:solidFill>
              </a:rPr>
              <a:t>情報所有者 ：第三公共事業本部 デジタルソサエティ事業部</a:t>
            </a:r>
            <a:endParaRPr lang="en-US" altLang="ja-JP" sz="700">
              <a:solidFill>
                <a:schemeClr val="accent6">
                  <a:lumMod val="40000"/>
                  <a:lumOff val="60000"/>
                </a:schemeClr>
              </a:solidFill>
            </a:endParaRPr>
          </a:p>
        </p:txBody>
      </p:sp>
    </p:spTree>
    <p:extLst>
      <p:ext uri="{BB962C8B-B14F-4D97-AF65-F5344CB8AC3E}">
        <p14:creationId xmlns:p14="http://schemas.microsoft.com/office/powerpoint/2010/main" val="112162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456ED-DF8D-3E11-E9A1-38A48D3E778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ECE61-1B78-E898-6750-8988E31422BD}"/>
              </a:ext>
            </a:extLst>
          </p:cNvPr>
          <p:cNvSpPr>
            <a:spLocks noGrp="1"/>
          </p:cNvSpPr>
          <p:nvPr>
            <p:ph type="title"/>
          </p:nvPr>
        </p:nvSpPr>
        <p:spPr/>
        <p:txBody>
          <a:bodyPr/>
          <a:lstStyle/>
          <a:p>
            <a:r>
              <a:rPr lang="ja-JP" altLang="en-US">
                <a:solidFill>
                  <a:schemeClr val="accent2"/>
                </a:solidFill>
              </a:rPr>
              <a:t>演習課題の概要</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BBD39BBD-844E-A4EC-0281-835E3F6F4497}"/>
              </a:ext>
            </a:extLst>
          </p:cNvPr>
          <p:cNvSpPr>
            <a:spLocks noGrp="1"/>
          </p:cNvSpPr>
          <p:nvPr>
            <p:ph sz="quarter" idx="10"/>
          </p:nvPr>
        </p:nvSpPr>
        <p:spPr>
          <a:xfrm>
            <a:off x="370800" y="1064872"/>
            <a:ext cx="11448000" cy="767187"/>
          </a:xfrm>
        </p:spPr>
        <p:txBody>
          <a:bodyPr/>
          <a:lstStyle/>
          <a:p>
            <a:r>
              <a:rPr lang="en-US" altLang="ja-JP"/>
              <a:t>Java</a:t>
            </a:r>
            <a:r>
              <a:rPr lang="ja-JP" altLang="en-US"/>
              <a:t>（プログラミング言語）と</a:t>
            </a:r>
            <a:r>
              <a:rPr lang="en-US" altLang="ja-JP"/>
              <a:t>Spring</a:t>
            </a:r>
            <a:r>
              <a:rPr lang="ja-JP" altLang="en-US"/>
              <a:t> </a:t>
            </a:r>
            <a:r>
              <a:rPr lang="en-US" altLang="ja-JP"/>
              <a:t>boot</a:t>
            </a:r>
            <a:r>
              <a:rPr lang="ja-JP" altLang="en-US"/>
              <a:t>（フレームワーク）を用いて、</a:t>
            </a:r>
            <a:endParaRPr lang="en-US" altLang="ja-JP"/>
          </a:p>
          <a:p>
            <a:r>
              <a:rPr lang="en-US" altLang="ja-JP" b="1"/>
              <a:t>EC</a:t>
            </a:r>
            <a:r>
              <a:rPr lang="ja-JP" altLang="en-US" b="1"/>
              <a:t>サイトの</a:t>
            </a:r>
            <a:r>
              <a:rPr lang="en-US" altLang="ja-JP" b="1"/>
              <a:t>Web</a:t>
            </a:r>
            <a:r>
              <a:rPr lang="ja-JP" altLang="en-US" b="1"/>
              <a:t>アプリケーションを作成</a:t>
            </a:r>
            <a:r>
              <a:rPr lang="ja-JP" altLang="en-US"/>
              <a:t>し、</a:t>
            </a:r>
            <a:r>
              <a:rPr lang="en-US" altLang="ja-JP"/>
              <a:t>JUnit</a:t>
            </a:r>
            <a:r>
              <a:rPr lang="ja-JP" altLang="en-US"/>
              <a:t>で単体テストを実施します。</a:t>
            </a:r>
            <a:endParaRPr kumimoji="1" lang="en-US" altLang="ja-JP"/>
          </a:p>
          <a:p>
            <a:endParaRPr kumimoji="1" lang="en-US" altLang="ja-JP"/>
          </a:p>
        </p:txBody>
      </p:sp>
      <p:pic>
        <p:nvPicPr>
          <p:cNvPr id="4" name="Picture 2">
            <a:extLst>
              <a:ext uri="{FF2B5EF4-FFF2-40B4-BE49-F238E27FC236}">
                <a16:creationId xmlns:a16="http://schemas.microsoft.com/office/drawing/2014/main" id="{6BB63223-475F-C119-C8A8-E121D776C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509" y="2923918"/>
            <a:ext cx="547556" cy="10383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pring Bootとは？ | 株式会社リーディングソフト">
            <a:extLst>
              <a:ext uri="{FF2B5EF4-FFF2-40B4-BE49-F238E27FC236}">
                <a16:creationId xmlns:a16="http://schemas.microsoft.com/office/drawing/2014/main" id="{9E352F69-EEE9-BA1F-D3F0-CE1CBA4D1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5684" y="3156953"/>
            <a:ext cx="1247775" cy="657225"/>
          </a:xfrm>
          <a:prstGeom prst="rect">
            <a:avLst/>
          </a:prstGeom>
          <a:noFill/>
          <a:extLst>
            <a:ext uri="{909E8E84-426E-40DD-AFC4-6F175D3DCCD1}">
              <a14:hiddenFill xmlns:a14="http://schemas.microsoft.com/office/drawing/2010/main">
                <a:solidFill>
                  <a:srgbClr val="FFFFFF"/>
                </a:solidFill>
              </a14:hiddenFill>
            </a:ext>
          </a:extLst>
        </p:spPr>
      </p:pic>
      <p:sp>
        <p:nvSpPr>
          <p:cNvPr id="9" name="正方形/長方形 8">
            <a:extLst>
              <a:ext uri="{FF2B5EF4-FFF2-40B4-BE49-F238E27FC236}">
                <a16:creationId xmlns:a16="http://schemas.microsoft.com/office/drawing/2014/main" id="{24B6AE76-DE29-4093-B356-B2FA8EBAB3EA}"/>
              </a:ext>
            </a:extLst>
          </p:cNvPr>
          <p:cNvSpPr/>
          <p:nvPr/>
        </p:nvSpPr>
        <p:spPr>
          <a:xfrm>
            <a:off x="645950" y="2223023"/>
            <a:ext cx="5364373" cy="2525086"/>
          </a:xfrm>
          <a:prstGeom prst="rect">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a:solidFill>
                  <a:schemeClr val="tx1"/>
                </a:solidFill>
              </a:rPr>
              <a:t>課題</a:t>
            </a:r>
            <a:r>
              <a:rPr kumimoji="1" lang="en-US" altLang="ja-JP">
                <a:solidFill>
                  <a:schemeClr val="tx1"/>
                </a:solidFill>
              </a:rPr>
              <a:t>1</a:t>
            </a:r>
            <a:r>
              <a:rPr kumimoji="1" lang="ja-JP" altLang="en-US">
                <a:solidFill>
                  <a:schemeClr val="tx1"/>
                </a:solidFill>
              </a:rPr>
              <a:t>：</a:t>
            </a:r>
            <a:r>
              <a:rPr kumimoji="1" lang="en-US" altLang="ja-JP">
                <a:solidFill>
                  <a:schemeClr val="tx1"/>
                </a:solidFill>
              </a:rPr>
              <a:t>Java, Spring Boot</a:t>
            </a:r>
            <a:r>
              <a:rPr kumimoji="1" lang="ja-JP" altLang="en-US">
                <a:solidFill>
                  <a:schemeClr val="tx1"/>
                </a:solidFill>
              </a:rPr>
              <a:t>で</a:t>
            </a:r>
            <a:r>
              <a:rPr kumimoji="1" lang="en-US" altLang="ja-JP">
                <a:solidFill>
                  <a:schemeClr val="tx1"/>
                </a:solidFill>
              </a:rPr>
              <a:t>EC</a:t>
            </a:r>
            <a:r>
              <a:rPr kumimoji="1" lang="ja-JP" altLang="en-US">
                <a:solidFill>
                  <a:schemeClr val="tx1"/>
                </a:solidFill>
              </a:rPr>
              <a:t>サイト</a:t>
            </a:r>
            <a:r>
              <a:rPr kumimoji="1" lang="en-US" altLang="ja-JP">
                <a:solidFill>
                  <a:schemeClr val="tx1"/>
                </a:solidFill>
              </a:rPr>
              <a:t>Web</a:t>
            </a:r>
            <a:r>
              <a:rPr kumimoji="1" lang="ja-JP" altLang="en-US">
                <a:solidFill>
                  <a:schemeClr val="tx1"/>
                </a:solidFill>
              </a:rPr>
              <a:t>アプリを作成</a:t>
            </a:r>
          </a:p>
        </p:txBody>
      </p:sp>
      <p:sp>
        <p:nvSpPr>
          <p:cNvPr id="12" name="二等辺三角形 11">
            <a:extLst>
              <a:ext uri="{FF2B5EF4-FFF2-40B4-BE49-F238E27FC236}">
                <a16:creationId xmlns:a16="http://schemas.microsoft.com/office/drawing/2014/main" id="{8E6907CF-F15D-CF9F-CE47-3D5BA9BD0F3B}"/>
              </a:ext>
            </a:extLst>
          </p:cNvPr>
          <p:cNvSpPr/>
          <p:nvPr/>
        </p:nvSpPr>
        <p:spPr>
          <a:xfrm rot="5400000">
            <a:off x="5603873" y="3263255"/>
            <a:ext cx="1602297" cy="444617"/>
          </a:xfrm>
          <a:prstGeom prst="triangle">
            <a:avLst/>
          </a:prstGeom>
          <a:solidFill>
            <a:srgbClr val="7030A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13" name="正方形/長方形 12">
            <a:extLst>
              <a:ext uri="{FF2B5EF4-FFF2-40B4-BE49-F238E27FC236}">
                <a16:creationId xmlns:a16="http://schemas.microsoft.com/office/drawing/2014/main" id="{7AB07655-88F8-4026-B433-91F9105203F0}"/>
              </a:ext>
            </a:extLst>
          </p:cNvPr>
          <p:cNvSpPr/>
          <p:nvPr/>
        </p:nvSpPr>
        <p:spPr>
          <a:xfrm>
            <a:off x="6772716" y="2223023"/>
            <a:ext cx="4795702" cy="2525086"/>
          </a:xfrm>
          <a:prstGeom prst="rect">
            <a:avLst/>
          </a:prstGeom>
          <a:noFill/>
          <a:ln w="38100">
            <a:solidFill>
              <a:schemeClr val="bg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a:solidFill>
                  <a:schemeClr val="tx1"/>
                </a:solidFill>
              </a:rPr>
              <a:t>課題</a:t>
            </a:r>
            <a:r>
              <a:rPr kumimoji="1" lang="en-US" altLang="ja-JP">
                <a:solidFill>
                  <a:schemeClr val="tx1"/>
                </a:solidFill>
              </a:rPr>
              <a:t>2</a:t>
            </a:r>
            <a:r>
              <a:rPr kumimoji="1" lang="ja-JP" altLang="en-US">
                <a:solidFill>
                  <a:schemeClr val="tx1"/>
                </a:solidFill>
              </a:rPr>
              <a:t>：</a:t>
            </a:r>
            <a:r>
              <a:rPr kumimoji="1" lang="en-US" altLang="ja-JP">
                <a:solidFill>
                  <a:schemeClr val="tx1"/>
                </a:solidFill>
              </a:rPr>
              <a:t>JUnit</a:t>
            </a:r>
            <a:r>
              <a:rPr kumimoji="1" lang="ja-JP" altLang="en-US">
                <a:solidFill>
                  <a:schemeClr val="tx1"/>
                </a:solidFill>
              </a:rPr>
              <a:t>で単体テスト</a:t>
            </a:r>
          </a:p>
        </p:txBody>
      </p:sp>
      <p:pic>
        <p:nvPicPr>
          <p:cNvPr id="19" name="グラフィックス 18" descr="拡大鏡 単色塗りつぶし">
            <a:extLst>
              <a:ext uri="{FF2B5EF4-FFF2-40B4-BE49-F238E27FC236}">
                <a16:creationId xmlns:a16="http://schemas.microsoft.com/office/drawing/2014/main" id="{382C8686-E55F-1B52-FD04-5E0EFF6CE1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25513" y="2307483"/>
            <a:ext cx="914400" cy="914400"/>
          </a:xfrm>
          <a:prstGeom prst="rect">
            <a:avLst/>
          </a:prstGeom>
        </p:spPr>
      </p:pic>
      <p:sp>
        <p:nvSpPr>
          <p:cNvPr id="20" name="正方形/長方形 19">
            <a:extLst>
              <a:ext uri="{FF2B5EF4-FFF2-40B4-BE49-F238E27FC236}">
                <a16:creationId xmlns:a16="http://schemas.microsoft.com/office/drawing/2014/main" id="{C80F00C9-9D9A-9020-4D2D-67CFF5A6C003}"/>
              </a:ext>
            </a:extLst>
          </p:cNvPr>
          <p:cNvSpPr/>
          <p:nvPr/>
        </p:nvSpPr>
        <p:spPr>
          <a:xfrm>
            <a:off x="922789" y="2827032"/>
            <a:ext cx="2256639" cy="1283515"/>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2" name="フローチャート: 結合子 21">
            <a:extLst>
              <a:ext uri="{FF2B5EF4-FFF2-40B4-BE49-F238E27FC236}">
                <a16:creationId xmlns:a16="http://schemas.microsoft.com/office/drawing/2014/main" id="{39945E82-EB28-A483-6CB0-0D38E9357B7C}"/>
              </a:ext>
            </a:extLst>
          </p:cNvPr>
          <p:cNvSpPr/>
          <p:nvPr/>
        </p:nvSpPr>
        <p:spPr>
          <a:xfrm>
            <a:off x="8586391" y="2597784"/>
            <a:ext cx="1800000" cy="1800000"/>
          </a:xfrm>
          <a:prstGeom prst="flowChartConnector">
            <a:avLst/>
          </a:prstGeom>
          <a:no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24" name="グラフィックス 23" descr="クリップボード: 混合 単色塗りつぶし">
            <a:extLst>
              <a:ext uri="{FF2B5EF4-FFF2-40B4-BE49-F238E27FC236}">
                <a16:creationId xmlns:a16="http://schemas.microsoft.com/office/drawing/2014/main" id="{D8657E05-43F4-54E6-20EB-989CC3C24F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09062" y="2798455"/>
            <a:ext cx="1374218" cy="1374218"/>
          </a:xfrm>
          <a:prstGeom prst="rect">
            <a:avLst/>
          </a:prstGeom>
        </p:spPr>
      </p:pic>
      <p:cxnSp>
        <p:nvCxnSpPr>
          <p:cNvPr id="26" name="直線コネクタ 25">
            <a:extLst>
              <a:ext uri="{FF2B5EF4-FFF2-40B4-BE49-F238E27FC236}">
                <a16:creationId xmlns:a16="http://schemas.microsoft.com/office/drawing/2014/main" id="{5DC46E5B-CFA9-A41B-91A1-F732C30D3B31}"/>
              </a:ext>
            </a:extLst>
          </p:cNvPr>
          <p:cNvCxnSpPr>
            <a:cxnSpLocks/>
            <a:stCxn id="22" idx="0"/>
          </p:cNvCxnSpPr>
          <p:nvPr/>
        </p:nvCxnSpPr>
        <p:spPr>
          <a:xfrm>
            <a:off x="9486391" y="2597784"/>
            <a:ext cx="939122" cy="86631"/>
          </a:xfrm>
          <a:prstGeom prst="line">
            <a:avLst/>
          </a:prstGeom>
          <a:ln w="19050">
            <a:solidFill>
              <a:schemeClr val="accent3"/>
            </a:solidFill>
          </a:ln>
          <a:effectLst/>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E49AA7CD-8C90-471C-6F68-5D0CF44C7743}"/>
              </a:ext>
            </a:extLst>
          </p:cNvPr>
          <p:cNvCxnSpPr>
            <a:cxnSpLocks/>
            <a:stCxn id="22" idx="6"/>
          </p:cNvCxnSpPr>
          <p:nvPr/>
        </p:nvCxnSpPr>
        <p:spPr>
          <a:xfrm flipV="1">
            <a:off x="10386391" y="2974716"/>
            <a:ext cx="166835" cy="523068"/>
          </a:xfrm>
          <a:prstGeom prst="line">
            <a:avLst/>
          </a:prstGeom>
          <a:ln w="19050">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33" name="星: 5 pt 32">
            <a:extLst>
              <a:ext uri="{FF2B5EF4-FFF2-40B4-BE49-F238E27FC236}">
                <a16:creationId xmlns:a16="http://schemas.microsoft.com/office/drawing/2014/main" id="{135CE0AD-0D62-73D9-3B27-E73604FBF614}"/>
              </a:ext>
            </a:extLst>
          </p:cNvPr>
          <p:cNvSpPr/>
          <p:nvPr/>
        </p:nvSpPr>
        <p:spPr>
          <a:xfrm>
            <a:off x="244653" y="1947892"/>
            <a:ext cx="483782" cy="483782"/>
          </a:xfrm>
          <a:prstGeom prst="star5">
            <a:avLst/>
          </a:prstGeom>
          <a:solidFill>
            <a:srgbClr val="FF0000"/>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34" name="正方形/長方形 33">
            <a:extLst>
              <a:ext uri="{FF2B5EF4-FFF2-40B4-BE49-F238E27FC236}">
                <a16:creationId xmlns:a16="http://schemas.microsoft.com/office/drawing/2014/main" id="{4E259210-5FFF-8665-5622-07DD3895F90F}"/>
              </a:ext>
            </a:extLst>
          </p:cNvPr>
          <p:cNvSpPr/>
          <p:nvPr/>
        </p:nvSpPr>
        <p:spPr>
          <a:xfrm>
            <a:off x="559237" y="2156542"/>
            <a:ext cx="5536763" cy="2675458"/>
          </a:xfrm>
          <a:prstGeom prst="rect">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pic>
        <p:nvPicPr>
          <p:cNvPr id="7" name="グラフィックス 6" descr="テレビ 単色塗りつぶし">
            <a:extLst>
              <a:ext uri="{FF2B5EF4-FFF2-40B4-BE49-F238E27FC236}">
                <a16:creationId xmlns:a16="http://schemas.microsoft.com/office/drawing/2014/main" id="{1D45A36C-6831-D91C-3DC9-DFAE242576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3459" y="2787994"/>
            <a:ext cx="1493403" cy="1493403"/>
          </a:xfrm>
          <a:prstGeom prst="rect">
            <a:avLst/>
          </a:prstGeom>
        </p:spPr>
      </p:pic>
      <p:pic>
        <p:nvPicPr>
          <p:cNvPr id="10" name="グラフィックス 9" descr="ショッピング カート 単色塗りつぶし">
            <a:extLst>
              <a:ext uri="{FF2B5EF4-FFF2-40B4-BE49-F238E27FC236}">
                <a16:creationId xmlns:a16="http://schemas.microsoft.com/office/drawing/2014/main" id="{25C4DAE2-E2A8-2C88-07F5-DED3E36B7EA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81104" y="3087090"/>
            <a:ext cx="727088" cy="727088"/>
          </a:xfrm>
          <a:prstGeom prst="rect">
            <a:avLst/>
          </a:prstGeom>
        </p:spPr>
      </p:pic>
      <p:pic>
        <p:nvPicPr>
          <p:cNvPr id="11" name="グラフィックス 10" descr="テレビ 単色塗りつぶし">
            <a:extLst>
              <a:ext uri="{FF2B5EF4-FFF2-40B4-BE49-F238E27FC236}">
                <a16:creationId xmlns:a16="http://schemas.microsoft.com/office/drawing/2014/main" id="{3ECB1A53-6EFA-EFA9-38CB-5785B5B302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41777" y="2776522"/>
            <a:ext cx="1493403" cy="1493403"/>
          </a:xfrm>
          <a:prstGeom prst="rect">
            <a:avLst/>
          </a:prstGeom>
        </p:spPr>
      </p:pic>
      <p:pic>
        <p:nvPicPr>
          <p:cNvPr id="14" name="グラフィックス 13" descr="ショッピング カート 単色塗りつぶし">
            <a:extLst>
              <a:ext uri="{FF2B5EF4-FFF2-40B4-BE49-F238E27FC236}">
                <a16:creationId xmlns:a16="http://schemas.microsoft.com/office/drawing/2014/main" id="{77611022-59BD-D411-81D0-C6115CA5A11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49422" y="3075618"/>
            <a:ext cx="727088" cy="727088"/>
          </a:xfrm>
          <a:prstGeom prst="rect">
            <a:avLst/>
          </a:prstGeom>
        </p:spPr>
      </p:pic>
      <p:sp>
        <p:nvSpPr>
          <p:cNvPr id="5" name="コンテンツ プレースホルダー 2">
            <a:extLst>
              <a:ext uri="{FF2B5EF4-FFF2-40B4-BE49-F238E27FC236}">
                <a16:creationId xmlns:a16="http://schemas.microsoft.com/office/drawing/2014/main" id="{50301F22-C623-2757-CD5D-725DB6E6CDAC}"/>
              </a:ext>
            </a:extLst>
          </p:cNvPr>
          <p:cNvSpPr txBox="1">
            <a:spLocks/>
          </p:cNvSpPr>
          <p:nvPr/>
        </p:nvSpPr>
        <p:spPr>
          <a:xfrm>
            <a:off x="372525" y="5498095"/>
            <a:ext cx="11448000" cy="76718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a:t>※ </a:t>
            </a:r>
            <a:r>
              <a:rPr lang="ja-JP" altLang="en-US"/>
              <a:t>「課題</a:t>
            </a:r>
            <a:r>
              <a:rPr lang="en-US" altLang="ja-JP"/>
              <a:t>2</a:t>
            </a:r>
            <a:r>
              <a:rPr lang="ja-JP" altLang="en-US"/>
              <a:t>：</a:t>
            </a:r>
            <a:r>
              <a:rPr lang="en-US" altLang="ja-JP"/>
              <a:t>JUnit</a:t>
            </a:r>
            <a:r>
              <a:rPr lang="ja-JP" altLang="en-US"/>
              <a:t>で単体テスト」において、受講者各自の単体テスト演習が終了したのちに講師からテスト用のプログラムを</a:t>
            </a:r>
            <a:endParaRPr lang="en-US" altLang="ja-JP"/>
          </a:p>
          <a:p>
            <a:r>
              <a:rPr lang="en-US" altLang="ja-JP"/>
              <a:t>    </a:t>
            </a:r>
            <a:r>
              <a:rPr lang="ja-JP" altLang="en-US"/>
              <a:t>配布します。各自のプログラムに対して、このテストプログラムが成功することを</a:t>
            </a:r>
            <a:r>
              <a:rPr lang="ja-JP" altLang="en-US" b="1"/>
              <a:t>終了条件</a:t>
            </a:r>
            <a:r>
              <a:rPr lang="ja-JP" altLang="en-US"/>
              <a:t>とします。（詳細は後述）</a:t>
            </a:r>
            <a:endParaRPr lang="en-US" altLang="ja-JP"/>
          </a:p>
          <a:p>
            <a:endParaRPr lang="en-US" altLang="ja-JP"/>
          </a:p>
        </p:txBody>
      </p:sp>
    </p:spTree>
    <p:extLst>
      <p:ext uri="{BB962C8B-B14F-4D97-AF65-F5344CB8AC3E}">
        <p14:creationId xmlns:p14="http://schemas.microsoft.com/office/powerpoint/2010/main" val="275381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84DE9-0511-BAB0-3954-D6ACE6E385EA}"/>
            </a:ext>
          </a:extLst>
        </p:cNvPr>
        <p:cNvGrpSpPr/>
        <p:nvPr/>
      </p:nvGrpSpPr>
      <p:grpSpPr>
        <a:xfrm>
          <a:off x="0" y="0"/>
          <a:ext cx="0" cy="0"/>
          <a:chOff x="0" y="0"/>
          <a:chExt cx="0" cy="0"/>
        </a:xfrm>
      </p:grpSpPr>
      <p:sp>
        <p:nvSpPr>
          <p:cNvPr id="21" name="四角形: 角を丸くする 20">
            <a:extLst>
              <a:ext uri="{FF2B5EF4-FFF2-40B4-BE49-F238E27FC236}">
                <a16:creationId xmlns:a16="http://schemas.microsoft.com/office/drawing/2014/main" id="{3B70C34A-C841-BDE6-2CE6-9140548D69D9}"/>
              </a:ext>
            </a:extLst>
          </p:cNvPr>
          <p:cNvSpPr/>
          <p:nvPr/>
        </p:nvSpPr>
        <p:spPr>
          <a:xfrm>
            <a:off x="782425" y="1800520"/>
            <a:ext cx="10878532" cy="4722680"/>
          </a:xfrm>
          <a:prstGeom prst="roundRect">
            <a:avLst>
              <a:gd name="adj" fmla="val 2881"/>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err="1">
              <a:solidFill>
                <a:schemeClr val="tx1"/>
              </a:solidFill>
            </a:endParaRPr>
          </a:p>
        </p:txBody>
      </p:sp>
      <p:sp>
        <p:nvSpPr>
          <p:cNvPr id="2" name="タイトル 1">
            <a:extLst>
              <a:ext uri="{FF2B5EF4-FFF2-40B4-BE49-F238E27FC236}">
                <a16:creationId xmlns:a16="http://schemas.microsoft.com/office/drawing/2014/main" id="{B5C41E51-A295-46CE-3F5B-08666034B3CE}"/>
              </a:ext>
            </a:extLst>
          </p:cNvPr>
          <p:cNvSpPr>
            <a:spLocks noGrp="1"/>
          </p:cNvSpPr>
          <p:nvPr>
            <p:ph type="title"/>
          </p:nvPr>
        </p:nvSpPr>
        <p:spPr/>
        <p:txBody>
          <a:bodyPr/>
          <a:lstStyle/>
          <a:p>
            <a:r>
              <a:rPr kumimoji="1" lang="ja-JP" altLang="en-US">
                <a:solidFill>
                  <a:schemeClr val="accent2"/>
                </a:solidFill>
              </a:rPr>
              <a:t>作成物</a:t>
            </a:r>
          </a:p>
        </p:txBody>
      </p:sp>
      <p:sp>
        <p:nvSpPr>
          <p:cNvPr id="3" name="コンテンツ プレースホルダー 2">
            <a:extLst>
              <a:ext uri="{FF2B5EF4-FFF2-40B4-BE49-F238E27FC236}">
                <a16:creationId xmlns:a16="http://schemas.microsoft.com/office/drawing/2014/main" id="{3343382E-069D-C974-E966-62CB2053B8CD}"/>
              </a:ext>
            </a:extLst>
          </p:cNvPr>
          <p:cNvSpPr>
            <a:spLocks noGrp="1"/>
          </p:cNvSpPr>
          <p:nvPr>
            <p:ph sz="quarter" idx="10"/>
          </p:nvPr>
        </p:nvSpPr>
        <p:spPr>
          <a:xfrm>
            <a:off x="370800" y="1065205"/>
            <a:ext cx="11448000" cy="633739"/>
          </a:xfrm>
        </p:spPr>
        <p:txBody>
          <a:bodyPr/>
          <a:lstStyle/>
          <a:p>
            <a:r>
              <a:rPr lang="ja-JP" altLang="en-US"/>
              <a:t>演習課題では、</a:t>
            </a:r>
            <a:r>
              <a:rPr lang="en-US" altLang="ja-JP"/>
              <a:t>EC</a:t>
            </a:r>
            <a:r>
              <a:rPr lang="ja-JP" altLang="en-US"/>
              <a:t>サイト</a:t>
            </a:r>
            <a:r>
              <a:rPr lang="en-US" altLang="ja-JP"/>
              <a:t>Web</a:t>
            </a:r>
            <a:r>
              <a:rPr lang="ja-JP" altLang="en-US"/>
              <a:t>アプリケーションを作成します。</a:t>
            </a:r>
            <a:endParaRPr lang="en-US" altLang="ja-JP"/>
          </a:p>
          <a:p>
            <a:r>
              <a:rPr lang="ja-JP" altLang="en-US"/>
              <a:t>生成</a:t>
            </a:r>
            <a:r>
              <a:rPr lang="en-US" altLang="ja-JP"/>
              <a:t>AI</a:t>
            </a:r>
            <a:r>
              <a:rPr lang="ja-JP" altLang="en-US"/>
              <a:t>の力を借りることで、自分でも動くアプリを作れるという経験をしてもらいます。</a:t>
            </a:r>
            <a:endParaRPr lang="en-US" altLang="ja-JP"/>
          </a:p>
        </p:txBody>
      </p:sp>
      <p:sp>
        <p:nvSpPr>
          <p:cNvPr id="7" name="コンテンツ プレースホルダー 2">
            <a:extLst>
              <a:ext uri="{FF2B5EF4-FFF2-40B4-BE49-F238E27FC236}">
                <a16:creationId xmlns:a16="http://schemas.microsoft.com/office/drawing/2014/main" id="{551374E8-AEA0-0976-504F-E1FAFCAD962B}"/>
              </a:ext>
            </a:extLst>
          </p:cNvPr>
          <p:cNvSpPr txBox="1">
            <a:spLocks/>
          </p:cNvSpPr>
          <p:nvPr/>
        </p:nvSpPr>
        <p:spPr>
          <a:xfrm>
            <a:off x="1061378" y="1894166"/>
            <a:ext cx="7699410" cy="232084"/>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▼作成イメージ（商品情報を確認してカートに追加し、注文する一般的な</a:t>
            </a:r>
            <a:r>
              <a:rPr lang="en-US" altLang="ja-JP" sz="1400"/>
              <a:t>EC</a:t>
            </a:r>
            <a:r>
              <a:rPr lang="ja-JP" altLang="en-US" sz="1400"/>
              <a:t>サイトの機能を実装）</a:t>
            </a:r>
            <a:endParaRPr lang="en-US" altLang="ja-JP" sz="1400"/>
          </a:p>
        </p:txBody>
      </p:sp>
      <p:pic>
        <p:nvPicPr>
          <p:cNvPr id="10" name="図 9">
            <a:extLst>
              <a:ext uri="{FF2B5EF4-FFF2-40B4-BE49-F238E27FC236}">
                <a16:creationId xmlns:a16="http://schemas.microsoft.com/office/drawing/2014/main" id="{9DA31EB3-5CA1-B2F6-CFE2-A39437245318}"/>
              </a:ext>
            </a:extLst>
          </p:cNvPr>
          <p:cNvPicPr>
            <a:picLocks noChangeAspect="1"/>
          </p:cNvPicPr>
          <p:nvPr/>
        </p:nvPicPr>
        <p:blipFill>
          <a:blip r:embed="rId2"/>
          <a:stretch>
            <a:fillRect/>
          </a:stretch>
        </p:blipFill>
        <p:spPr>
          <a:xfrm>
            <a:off x="1061379" y="2404998"/>
            <a:ext cx="2325815" cy="1803459"/>
          </a:xfrm>
          <a:prstGeom prst="rect">
            <a:avLst/>
          </a:prstGeom>
          <a:effectLst>
            <a:outerShdw blurRad="50800" dist="38100" dir="2700000" algn="tl" rotWithShape="0">
              <a:prstClr val="black">
                <a:alpha val="40000"/>
              </a:prstClr>
            </a:outerShdw>
          </a:effectLst>
        </p:spPr>
      </p:pic>
      <p:pic>
        <p:nvPicPr>
          <p:cNvPr id="12" name="図 11">
            <a:extLst>
              <a:ext uri="{FF2B5EF4-FFF2-40B4-BE49-F238E27FC236}">
                <a16:creationId xmlns:a16="http://schemas.microsoft.com/office/drawing/2014/main" id="{C216E853-6295-52ED-332C-57B1C36D6B07}"/>
              </a:ext>
            </a:extLst>
          </p:cNvPr>
          <p:cNvPicPr>
            <a:picLocks noChangeAspect="1"/>
          </p:cNvPicPr>
          <p:nvPr/>
        </p:nvPicPr>
        <p:blipFill>
          <a:blip r:embed="rId3"/>
          <a:stretch>
            <a:fillRect/>
          </a:stretch>
        </p:blipFill>
        <p:spPr>
          <a:xfrm>
            <a:off x="9086541" y="2405786"/>
            <a:ext cx="2273349" cy="1801882"/>
          </a:xfrm>
          <a:prstGeom prst="rect">
            <a:avLst/>
          </a:prstGeom>
          <a:effectLst>
            <a:outerShdw blurRad="50800" dist="38100" dir="2700000" algn="tl" rotWithShape="0">
              <a:prstClr val="black">
                <a:alpha val="40000"/>
              </a:prstClr>
            </a:outerShdw>
          </a:effectLst>
        </p:spPr>
      </p:pic>
      <p:pic>
        <p:nvPicPr>
          <p:cNvPr id="14" name="図 13">
            <a:extLst>
              <a:ext uri="{FF2B5EF4-FFF2-40B4-BE49-F238E27FC236}">
                <a16:creationId xmlns:a16="http://schemas.microsoft.com/office/drawing/2014/main" id="{0320E9E6-A04F-6631-9A08-AD94F0F23425}"/>
              </a:ext>
            </a:extLst>
          </p:cNvPr>
          <p:cNvPicPr>
            <a:picLocks noChangeAspect="1"/>
          </p:cNvPicPr>
          <p:nvPr/>
        </p:nvPicPr>
        <p:blipFill>
          <a:blip r:embed="rId4"/>
          <a:stretch>
            <a:fillRect/>
          </a:stretch>
        </p:blipFill>
        <p:spPr>
          <a:xfrm>
            <a:off x="5114899" y="2405786"/>
            <a:ext cx="2259504" cy="1801882"/>
          </a:xfrm>
          <a:prstGeom prst="rect">
            <a:avLst/>
          </a:prstGeom>
          <a:effectLst>
            <a:outerShdw blurRad="50800" dist="38100" dir="2700000" algn="tl" rotWithShape="0">
              <a:prstClr val="black">
                <a:alpha val="40000"/>
              </a:prstClr>
            </a:outerShdw>
          </a:effectLst>
        </p:spPr>
      </p:pic>
      <p:pic>
        <p:nvPicPr>
          <p:cNvPr id="16" name="図 15">
            <a:extLst>
              <a:ext uri="{FF2B5EF4-FFF2-40B4-BE49-F238E27FC236}">
                <a16:creationId xmlns:a16="http://schemas.microsoft.com/office/drawing/2014/main" id="{A932EBD2-96E7-E181-AEC5-1C3A626EAD12}"/>
              </a:ext>
            </a:extLst>
          </p:cNvPr>
          <p:cNvPicPr>
            <a:picLocks noChangeAspect="1"/>
          </p:cNvPicPr>
          <p:nvPr/>
        </p:nvPicPr>
        <p:blipFill>
          <a:blip r:embed="rId5"/>
          <a:stretch>
            <a:fillRect/>
          </a:stretch>
        </p:blipFill>
        <p:spPr>
          <a:xfrm>
            <a:off x="3245690" y="4818702"/>
            <a:ext cx="2245744" cy="1803459"/>
          </a:xfrm>
          <a:prstGeom prst="rect">
            <a:avLst/>
          </a:prstGeom>
          <a:effectLst>
            <a:outerShdw blurRad="50800" dist="38100" dir="2700000" algn="tl" rotWithShape="0">
              <a:prstClr val="black">
                <a:alpha val="40000"/>
              </a:prstClr>
            </a:outerShdw>
          </a:effectLst>
        </p:spPr>
      </p:pic>
      <p:pic>
        <p:nvPicPr>
          <p:cNvPr id="18" name="図 17">
            <a:extLst>
              <a:ext uri="{FF2B5EF4-FFF2-40B4-BE49-F238E27FC236}">
                <a16:creationId xmlns:a16="http://schemas.microsoft.com/office/drawing/2014/main" id="{0295637A-429F-9039-751D-06E395E863EA}"/>
              </a:ext>
            </a:extLst>
          </p:cNvPr>
          <p:cNvPicPr>
            <a:picLocks noChangeAspect="1"/>
          </p:cNvPicPr>
          <p:nvPr/>
        </p:nvPicPr>
        <p:blipFill>
          <a:blip r:embed="rId6"/>
          <a:stretch>
            <a:fillRect/>
          </a:stretch>
        </p:blipFill>
        <p:spPr>
          <a:xfrm>
            <a:off x="6984110" y="4819298"/>
            <a:ext cx="2165765" cy="1802267"/>
          </a:xfrm>
          <a:prstGeom prst="rect">
            <a:avLst/>
          </a:prstGeom>
          <a:effectLst>
            <a:outerShdw blurRad="50800" dist="38100" dir="2700000" algn="tl" rotWithShape="0">
              <a:prstClr val="black">
                <a:alpha val="40000"/>
              </a:prstClr>
            </a:outerShdw>
          </a:effectLst>
        </p:spPr>
      </p:pic>
      <p:cxnSp>
        <p:nvCxnSpPr>
          <p:cNvPr id="20" name="直線矢印コネクタ 19">
            <a:extLst>
              <a:ext uri="{FF2B5EF4-FFF2-40B4-BE49-F238E27FC236}">
                <a16:creationId xmlns:a16="http://schemas.microsoft.com/office/drawing/2014/main" id="{3CBAD6B9-CF81-BDBC-EE83-5940C717CABC}"/>
              </a:ext>
            </a:extLst>
          </p:cNvPr>
          <p:cNvCxnSpPr>
            <a:cxnSpLocks/>
            <a:stCxn id="10" idx="3"/>
            <a:endCxn id="14" idx="1"/>
          </p:cNvCxnSpPr>
          <p:nvPr/>
        </p:nvCxnSpPr>
        <p:spPr>
          <a:xfrm flipV="1">
            <a:off x="3387194" y="3306727"/>
            <a:ext cx="1727705" cy="1"/>
          </a:xfrm>
          <a:prstGeom prst="straightConnector1">
            <a:avLst/>
          </a:prstGeom>
          <a:ln w="38100">
            <a:solidFill>
              <a:schemeClr val="bg1">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 name="直線矢印コネクタ 22">
            <a:extLst>
              <a:ext uri="{FF2B5EF4-FFF2-40B4-BE49-F238E27FC236}">
                <a16:creationId xmlns:a16="http://schemas.microsoft.com/office/drawing/2014/main" id="{7DEC11A4-27F9-8709-DFF3-77A6535F8CBD}"/>
              </a:ext>
            </a:extLst>
          </p:cNvPr>
          <p:cNvCxnSpPr>
            <a:cxnSpLocks/>
            <a:stCxn id="14" idx="3"/>
            <a:endCxn id="12" idx="1"/>
          </p:cNvCxnSpPr>
          <p:nvPr/>
        </p:nvCxnSpPr>
        <p:spPr>
          <a:xfrm>
            <a:off x="7374403" y="3306727"/>
            <a:ext cx="1712138" cy="0"/>
          </a:xfrm>
          <a:prstGeom prst="straightConnector1">
            <a:avLst/>
          </a:prstGeom>
          <a:ln w="38100">
            <a:solidFill>
              <a:schemeClr val="bg1">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 name="直線矢印コネクタ 23">
            <a:extLst>
              <a:ext uri="{FF2B5EF4-FFF2-40B4-BE49-F238E27FC236}">
                <a16:creationId xmlns:a16="http://schemas.microsoft.com/office/drawing/2014/main" id="{7BDADE94-DD97-5750-20BA-9EF6BC473FBD}"/>
              </a:ext>
            </a:extLst>
          </p:cNvPr>
          <p:cNvCxnSpPr>
            <a:cxnSpLocks/>
            <a:stCxn id="16" idx="3"/>
            <a:endCxn id="18" idx="1"/>
          </p:cNvCxnSpPr>
          <p:nvPr/>
        </p:nvCxnSpPr>
        <p:spPr>
          <a:xfrm>
            <a:off x="5491434" y="5720432"/>
            <a:ext cx="1492676" cy="0"/>
          </a:xfrm>
          <a:prstGeom prst="straightConnector1">
            <a:avLst/>
          </a:prstGeom>
          <a:ln w="38100">
            <a:solidFill>
              <a:schemeClr val="bg1">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コネクタ: カギ線 27">
            <a:extLst>
              <a:ext uri="{FF2B5EF4-FFF2-40B4-BE49-F238E27FC236}">
                <a16:creationId xmlns:a16="http://schemas.microsoft.com/office/drawing/2014/main" id="{8A8428E1-3E19-3540-7E6F-AC24C1D0E9FD}"/>
              </a:ext>
            </a:extLst>
          </p:cNvPr>
          <p:cNvCxnSpPr>
            <a:cxnSpLocks/>
            <a:stCxn id="12" idx="2"/>
            <a:endCxn id="16" idx="1"/>
          </p:cNvCxnSpPr>
          <p:nvPr/>
        </p:nvCxnSpPr>
        <p:spPr>
          <a:xfrm rot="5400000">
            <a:off x="5978071" y="1475287"/>
            <a:ext cx="1512764" cy="6977526"/>
          </a:xfrm>
          <a:prstGeom prst="bentConnector4">
            <a:avLst>
              <a:gd name="adj1" fmla="val 20196"/>
              <a:gd name="adj2" fmla="val 103276"/>
            </a:avLst>
          </a:prstGeom>
          <a:ln w="38100">
            <a:solidFill>
              <a:schemeClr val="bg1">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3914D464-2340-DF57-1A29-7B648CA8031C}"/>
              </a:ext>
            </a:extLst>
          </p:cNvPr>
          <p:cNvSpPr/>
          <p:nvPr/>
        </p:nvSpPr>
        <p:spPr>
          <a:xfrm>
            <a:off x="3737335" y="2719115"/>
            <a:ext cx="1027422" cy="511882"/>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a:solidFill>
                  <a:schemeClr val="tx1"/>
                </a:solidFill>
              </a:rPr>
              <a:t>商品情報の</a:t>
            </a:r>
            <a:endParaRPr kumimoji="1" lang="en-US" altLang="ja-JP" sz="1200">
              <a:solidFill>
                <a:schemeClr val="tx1"/>
              </a:solidFill>
            </a:endParaRPr>
          </a:p>
          <a:p>
            <a:r>
              <a:rPr kumimoji="1" lang="ja-JP" altLang="en-US" sz="1200">
                <a:solidFill>
                  <a:schemeClr val="tx1"/>
                </a:solidFill>
              </a:rPr>
              <a:t>詳細を見て・・・</a:t>
            </a:r>
          </a:p>
        </p:txBody>
      </p:sp>
      <p:sp>
        <p:nvSpPr>
          <p:cNvPr id="30" name="正方形/長方形 29">
            <a:extLst>
              <a:ext uri="{FF2B5EF4-FFF2-40B4-BE49-F238E27FC236}">
                <a16:creationId xmlns:a16="http://schemas.microsoft.com/office/drawing/2014/main" id="{EDB37552-D9EF-A230-F5B5-655F80AE3476}"/>
              </a:ext>
            </a:extLst>
          </p:cNvPr>
          <p:cNvSpPr/>
          <p:nvPr/>
        </p:nvSpPr>
        <p:spPr>
          <a:xfrm>
            <a:off x="7654060" y="2716298"/>
            <a:ext cx="1027422" cy="511882"/>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a:solidFill>
                  <a:schemeClr val="tx1"/>
                </a:solidFill>
              </a:rPr>
              <a:t>商品をカートに追加して・・・</a:t>
            </a:r>
          </a:p>
        </p:txBody>
      </p:sp>
      <p:sp>
        <p:nvSpPr>
          <p:cNvPr id="31" name="正方形/長方形 30">
            <a:extLst>
              <a:ext uri="{FF2B5EF4-FFF2-40B4-BE49-F238E27FC236}">
                <a16:creationId xmlns:a16="http://schemas.microsoft.com/office/drawing/2014/main" id="{7737A195-C47E-4744-D13F-E1290D766294}"/>
              </a:ext>
            </a:extLst>
          </p:cNvPr>
          <p:cNvSpPr/>
          <p:nvPr/>
        </p:nvSpPr>
        <p:spPr>
          <a:xfrm>
            <a:off x="1859814" y="5026010"/>
            <a:ext cx="1027422" cy="511882"/>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a:solidFill>
                  <a:schemeClr val="tx1"/>
                </a:solidFill>
              </a:rPr>
              <a:t>配送先情報を入力して・・・</a:t>
            </a:r>
          </a:p>
        </p:txBody>
      </p:sp>
      <p:sp>
        <p:nvSpPr>
          <p:cNvPr id="32" name="正方形/長方形 31">
            <a:extLst>
              <a:ext uri="{FF2B5EF4-FFF2-40B4-BE49-F238E27FC236}">
                <a16:creationId xmlns:a16="http://schemas.microsoft.com/office/drawing/2014/main" id="{329F9674-85FF-ABC4-327A-FE7FEFD01466}"/>
              </a:ext>
            </a:extLst>
          </p:cNvPr>
          <p:cNvSpPr/>
          <p:nvPr/>
        </p:nvSpPr>
        <p:spPr>
          <a:xfrm>
            <a:off x="5847437" y="5013328"/>
            <a:ext cx="672907" cy="511882"/>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注文！</a:t>
            </a:r>
          </a:p>
        </p:txBody>
      </p:sp>
    </p:spTree>
    <p:extLst>
      <p:ext uri="{BB962C8B-B14F-4D97-AF65-F5344CB8AC3E}">
        <p14:creationId xmlns:p14="http://schemas.microsoft.com/office/powerpoint/2010/main" val="164263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104CC-FC30-0DFC-A438-AA307CC9FB3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E49F72-B454-2227-53C1-7984D266EAB9}"/>
              </a:ext>
            </a:extLst>
          </p:cNvPr>
          <p:cNvSpPr>
            <a:spLocks noGrp="1"/>
          </p:cNvSpPr>
          <p:nvPr>
            <p:ph type="title"/>
          </p:nvPr>
        </p:nvSpPr>
        <p:spPr/>
        <p:txBody>
          <a:bodyPr/>
          <a:lstStyle/>
          <a:p>
            <a:r>
              <a:rPr lang="ja-JP" altLang="en-US">
                <a:solidFill>
                  <a:schemeClr val="accent2"/>
                </a:solidFill>
              </a:rPr>
              <a:t>演習課題の進め方</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282E744F-3BD4-4320-C534-DF31A770C6F4}"/>
              </a:ext>
            </a:extLst>
          </p:cNvPr>
          <p:cNvSpPr>
            <a:spLocks noGrp="1"/>
          </p:cNvSpPr>
          <p:nvPr>
            <p:ph sz="quarter" idx="10"/>
          </p:nvPr>
        </p:nvSpPr>
        <p:spPr>
          <a:xfrm>
            <a:off x="370800" y="1052513"/>
            <a:ext cx="11448000" cy="2806422"/>
          </a:xfrm>
        </p:spPr>
        <p:txBody>
          <a:bodyPr/>
          <a:lstStyle/>
          <a:p>
            <a:pPr marL="342900" indent="-342900">
              <a:buFont typeface="+mj-ea"/>
              <a:buAutoNum type="circleNumDbPlain"/>
            </a:pPr>
            <a:r>
              <a:rPr lang="en-US" altLang="ja-JP"/>
              <a:t>Spring Boot</a:t>
            </a:r>
            <a:r>
              <a:rPr lang="ja-JP" altLang="en-US"/>
              <a:t>プロジェクトの準備、起動確認</a:t>
            </a:r>
            <a:endParaRPr lang="en-US" altLang="ja-JP"/>
          </a:p>
          <a:p>
            <a:pPr marL="342900" indent="-342900">
              <a:buFont typeface="+mj-ea"/>
              <a:buAutoNum type="circleNumDbPlain"/>
            </a:pPr>
            <a:r>
              <a:rPr lang="en-US" altLang="zh-TW"/>
              <a:t>EC</a:t>
            </a:r>
            <a:r>
              <a:rPr lang="ja-JP" altLang="en-US"/>
              <a:t>サイト </a:t>
            </a:r>
            <a:r>
              <a:rPr lang="en-US" altLang="ja-JP"/>
              <a:t>Web</a:t>
            </a:r>
            <a:r>
              <a:rPr lang="ja-JP" altLang="en-US"/>
              <a:t>アプリの要件</a:t>
            </a:r>
            <a:endParaRPr lang="en-US" altLang="ja-JP"/>
          </a:p>
          <a:p>
            <a:pPr marL="342900" indent="-342900">
              <a:buFont typeface="+mj-ea"/>
              <a:buAutoNum type="circleNumDbPlain"/>
            </a:pPr>
            <a:r>
              <a:rPr kumimoji="1" lang="ja-JP" altLang="en-US"/>
              <a:t>バイブコーディング演習</a:t>
            </a:r>
            <a:endParaRPr kumimoji="1" lang="en-US" altLang="ja-JP"/>
          </a:p>
          <a:p>
            <a:pPr marL="342900" indent="-342900">
              <a:buFont typeface="+mj-ea"/>
              <a:buAutoNum type="circleNumDbPlain"/>
            </a:pPr>
            <a:endParaRPr lang="en-US" altLang="ja-JP"/>
          </a:p>
          <a:p>
            <a:r>
              <a:rPr kumimoji="1" lang="ja-JP" altLang="en-US"/>
              <a:t>①で製造を実施する準備を整えます。</a:t>
            </a:r>
            <a:endParaRPr kumimoji="1" lang="en-US" altLang="ja-JP"/>
          </a:p>
          <a:p>
            <a:r>
              <a:rPr lang="ja-JP" altLang="en-US"/>
              <a:t>②が作成する</a:t>
            </a:r>
            <a:r>
              <a:rPr lang="en-US" altLang="ja-JP"/>
              <a:t>EC</a:t>
            </a:r>
            <a:r>
              <a:rPr lang="ja-JP" altLang="en-US"/>
              <a:t>サイト</a:t>
            </a:r>
            <a:r>
              <a:rPr lang="en-US" altLang="ja-JP"/>
              <a:t>Web</a:t>
            </a:r>
            <a:r>
              <a:rPr lang="ja-JP" altLang="en-US"/>
              <a:t>アプリケーションの要件です。</a:t>
            </a:r>
            <a:endParaRPr lang="en-US" altLang="ja-JP"/>
          </a:p>
          <a:p>
            <a:r>
              <a:rPr lang="ja-JP" altLang="en-US"/>
              <a:t>③</a:t>
            </a:r>
            <a:r>
              <a:rPr kumimoji="1" lang="ja-JP" altLang="en-US"/>
              <a:t>のバイブコーディング演習で、講師と一緒に商品一覧画面を作成後、各自で残りの画面を作成します。</a:t>
            </a:r>
            <a:endParaRPr kumimoji="1" lang="en-US" altLang="ja-JP"/>
          </a:p>
        </p:txBody>
      </p:sp>
    </p:spTree>
    <p:extLst>
      <p:ext uri="{BB962C8B-B14F-4D97-AF65-F5344CB8AC3E}">
        <p14:creationId xmlns:p14="http://schemas.microsoft.com/office/powerpoint/2010/main" val="3409436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C99E-A295-AE09-C536-1AD38C4336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FBD2C8-A1AD-C10A-3D73-24C9B457A781}"/>
              </a:ext>
            </a:extLst>
          </p:cNvPr>
          <p:cNvSpPr>
            <a:spLocks noGrp="1"/>
          </p:cNvSpPr>
          <p:nvPr>
            <p:ph type="title"/>
          </p:nvPr>
        </p:nvSpPr>
        <p:spPr>
          <a:xfrm>
            <a:off x="370800" y="2724073"/>
            <a:ext cx="7480800" cy="704927"/>
          </a:xfrm>
        </p:spPr>
        <p:txBody>
          <a:bodyPr/>
          <a:lstStyle/>
          <a:p>
            <a:r>
              <a:rPr lang="en-US" altLang="ja-JP" sz="3600">
                <a:solidFill>
                  <a:schemeClr val="accent2"/>
                </a:solidFill>
              </a:rPr>
              <a:t>Spring Boot</a:t>
            </a:r>
            <a:r>
              <a:rPr lang="ja-JP" altLang="en-US" sz="3600">
                <a:solidFill>
                  <a:schemeClr val="accent2"/>
                </a:solidFill>
              </a:rPr>
              <a:t>プロジェクトの</a:t>
            </a:r>
            <a:br>
              <a:rPr lang="en-US" altLang="ja-JP" sz="3600">
                <a:solidFill>
                  <a:schemeClr val="accent2"/>
                </a:solidFill>
              </a:rPr>
            </a:br>
            <a:r>
              <a:rPr lang="ja-JP" altLang="en-US" sz="3600">
                <a:solidFill>
                  <a:schemeClr val="accent2"/>
                </a:solidFill>
              </a:rPr>
              <a:t>準備、起動確認</a:t>
            </a:r>
            <a:endParaRPr kumimoji="1" lang="ja-JP" altLang="en-US" sz="3600">
              <a:solidFill>
                <a:schemeClr val="accent2"/>
              </a:solidFill>
            </a:endParaRPr>
          </a:p>
        </p:txBody>
      </p:sp>
    </p:spTree>
    <p:extLst>
      <p:ext uri="{BB962C8B-B14F-4D97-AF65-F5344CB8AC3E}">
        <p14:creationId xmlns:p14="http://schemas.microsoft.com/office/powerpoint/2010/main" val="4072787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9A1F-AE43-9F08-2BED-22E825CB4A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95FB8D-57D2-6966-4407-E85D7C22F942}"/>
              </a:ext>
            </a:extLst>
          </p:cNvPr>
          <p:cNvSpPr>
            <a:spLocks noGrp="1"/>
          </p:cNvSpPr>
          <p:nvPr>
            <p:ph type="title"/>
          </p:nvPr>
        </p:nvSpPr>
        <p:spPr/>
        <p:txBody>
          <a:bodyPr/>
          <a:lstStyle/>
          <a:p>
            <a:r>
              <a:rPr lang="ja-JP" altLang="en-US">
                <a:solidFill>
                  <a:schemeClr val="accent2"/>
                </a:solidFill>
              </a:rPr>
              <a:t>前提条件</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C78816C7-95F7-8067-B67D-6BFFBE19E576}"/>
              </a:ext>
            </a:extLst>
          </p:cNvPr>
          <p:cNvSpPr>
            <a:spLocks noGrp="1"/>
          </p:cNvSpPr>
          <p:nvPr>
            <p:ph sz="quarter" idx="10"/>
          </p:nvPr>
        </p:nvSpPr>
        <p:spPr>
          <a:xfrm>
            <a:off x="370800" y="1052513"/>
            <a:ext cx="11448000" cy="1732697"/>
          </a:xfrm>
        </p:spPr>
        <p:txBody>
          <a:bodyPr/>
          <a:lstStyle/>
          <a:p>
            <a:pPr marL="342900" indent="-342900">
              <a:buFont typeface="+mj-ea"/>
              <a:buAutoNum type="circleNumDbPlain"/>
            </a:pPr>
            <a:r>
              <a:rPr kumimoji="1" lang="en-US" altLang="ja-JP"/>
              <a:t>Visual Stu</a:t>
            </a:r>
            <a:r>
              <a:rPr lang="en-US" altLang="ja-JP"/>
              <a:t>dio Code</a:t>
            </a:r>
            <a:r>
              <a:rPr lang="ja-JP" altLang="en-US"/>
              <a:t>（</a:t>
            </a:r>
            <a:r>
              <a:rPr lang="en-US" altLang="ja-JP" err="1"/>
              <a:t>VSCode</a:t>
            </a:r>
            <a:r>
              <a:rPr lang="ja-JP" altLang="en-US"/>
              <a:t>）がインストールされていること</a:t>
            </a:r>
            <a:endParaRPr lang="en-US" altLang="ja-JP"/>
          </a:p>
          <a:p>
            <a:pPr marL="342900" indent="-342900">
              <a:buFont typeface="+mj-ea"/>
              <a:buAutoNum type="circleNumDbPlain"/>
            </a:pPr>
            <a:r>
              <a:rPr lang="en-US" altLang="ja-JP" err="1"/>
              <a:t>VSCode</a:t>
            </a:r>
            <a:r>
              <a:rPr lang="ja-JP" altLang="en-US"/>
              <a:t>上で</a:t>
            </a:r>
            <a:r>
              <a:rPr lang="en-US" altLang="ja-JP"/>
              <a:t>GitHub Copilot</a:t>
            </a:r>
            <a:r>
              <a:rPr lang="ja-JP" altLang="en-US"/>
              <a:t>がセットアップされていること</a:t>
            </a:r>
            <a:endParaRPr lang="en-US" altLang="ja-JP"/>
          </a:p>
          <a:p>
            <a:pPr marL="342900" indent="-342900">
              <a:buFont typeface="+mj-ea"/>
              <a:buAutoNum type="circleNumDbPlain"/>
            </a:pPr>
            <a:r>
              <a:rPr kumimoji="1" lang="en-US" altLang="ja-JP"/>
              <a:t>JDK</a:t>
            </a:r>
            <a:r>
              <a:rPr kumimoji="1" lang="ja-JP" altLang="en-US"/>
              <a:t>がセットアップされていること</a:t>
            </a:r>
            <a:endParaRPr kumimoji="1" lang="en-US" altLang="ja-JP"/>
          </a:p>
          <a:p>
            <a:pPr marL="342900" indent="-342900">
              <a:buFont typeface="+mj-ea"/>
              <a:buAutoNum type="circleNumDbPlain"/>
            </a:pPr>
            <a:r>
              <a:rPr lang="en-US" altLang="ja-JP"/>
              <a:t>Maven</a:t>
            </a:r>
            <a:r>
              <a:rPr lang="ja-JP" altLang="en-US"/>
              <a:t>がセットアップされていること</a:t>
            </a:r>
            <a:endParaRPr lang="en-US" altLang="ja-JP"/>
          </a:p>
          <a:p>
            <a:pPr marL="342900" indent="-342900">
              <a:buFont typeface="+mj-ea"/>
              <a:buAutoNum type="circleNumDbPlain"/>
            </a:pPr>
            <a:r>
              <a:rPr lang="en-US" altLang="ja-JP" err="1"/>
              <a:t>VSCode</a:t>
            </a:r>
            <a:r>
              <a:rPr lang="ja-JP" altLang="en-US"/>
              <a:t>の拡張機能で「</a:t>
            </a:r>
            <a:r>
              <a:rPr lang="en-US" altLang="ja-JP"/>
              <a:t>Extension Pack for Java</a:t>
            </a:r>
            <a:r>
              <a:rPr lang="ja-JP" altLang="en-US"/>
              <a:t>」がインストールされていること</a:t>
            </a:r>
            <a:endParaRPr lang="en-US" altLang="ja-JP"/>
          </a:p>
        </p:txBody>
      </p:sp>
    </p:spTree>
    <p:extLst>
      <p:ext uri="{BB962C8B-B14F-4D97-AF65-F5344CB8AC3E}">
        <p14:creationId xmlns:p14="http://schemas.microsoft.com/office/powerpoint/2010/main" val="4007001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D3CE0-A8E8-07E7-3337-2158C3EE22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C6BF08-36A7-77F6-F93B-219213BFFB4A}"/>
              </a:ext>
            </a:extLst>
          </p:cNvPr>
          <p:cNvSpPr>
            <a:spLocks noGrp="1"/>
          </p:cNvSpPr>
          <p:nvPr>
            <p:ph type="title"/>
          </p:nvPr>
        </p:nvSpPr>
        <p:spPr/>
        <p:txBody>
          <a:bodyPr/>
          <a:lstStyle/>
          <a:p>
            <a:r>
              <a:rPr lang="en-US" altLang="ja-JP">
                <a:solidFill>
                  <a:schemeClr val="accent2"/>
                </a:solidFill>
              </a:rPr>
              <a:t>Spring Boot</a:t>
            </a:r>
            <a:r>
              <a:rPr lang="ja-JP" altLang="en-US">
                <a:solidFill>
                  <a:schemeClr val="accent2"/>
                </a:solidFill>
              </a:rPr>
              <a:t>プロジェクトの準備</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789ED615-AFC2-83FA-EFFA-2833ECD8EADD}"/>
              </a:ext>
            </a:extLst>
          </p:cNvPr>
          <p:cNvSpPr>
            <a:spLocks noGrp="1"/>
          </p:cNvSpPr>
          <p:nvPr>
            <p:ph sz="quarter" idx="4294967295"/>
          </p:nvPr>
        </p:nvSpPr>
        <p:spPr>
          <a:xfrm>
            <a:off x="371474" y="1038386"/>
            <a:ext cx="11448000" cy="5196814"/>
          </a:xfrm>
        </p:spPr>
        <p:txBody>
          <a:bodyPr/>
          <a:lstStyle/>
          <a:p>
            <a:r>
              <a:rPr lang="ja-JP" altLang="en-US"/>
              <a:t>自分の</a:t>
            </a:r>
            <a:r>
              <a:rPr lang="en-US" altLang="ja-JP"/>
              <a:t>PC</a:t>
            </a:r>
            <a:r>
              <a:rPr lang="ja-JP" altLang="en-US"/>
              <a:t>の右記フォルダを作成します。 →　</a:t>
            </a:r>
            <a:r>
              <a:rPr lang="en-US" altLang="ja-JP" b="1"/>
              <a:t>C:¥work¥lecture\java</a:t>
            </a:r>
          </a:p>
          <a:p>
            <a:r>
              <a:rPr lang="ja-JP" altLang="en-US"/>
              <a:t>講師から配布された「</a:t>
            </a:r>
            <a:r>
              <a:rPr lang="en-US" altLang="ja-JP" b="1"/>
              <a:t>ec-webapp.zip</a:t>
            </a:r>
            <a:r>
              <a:rPr lang="ja-JP" altLang="en-US"/>
              <a:t>」を、上記フォルダに展開します。→ 「</a:t>
            </a:r>
            <a:r>
              <a:rPr lang="en-US" altLang="ja-JP" b="1"/>
              <a:t> C:¥work¥lecture\java\</a:t>
            </a:r>
            <a:r>
              <a:rPr lang="en-US" altLang="ja-JP" b="1" u="sng"/>
              <a:t>ec-webapp</a:t>
            </a:r>
            <a:r>
              <a:rPr lang="ja-JP" altLang="en-US"/>
              <a:t>」</a:t>
            </a:r>
            <a:endParaRPr lang="en-US" altLang="ja-JP"/>
          </a:p>
          <a:p>
            <a:endParaRPr lang="en-US" altLang="ja-JP"/>
          </a:p>
          <a:p>
            <a:r>
              <a:rPr lang="en-US" altLang="ja-JP" err="1"/>
              <a:t>VSCode</a:t>
            </a:r>
            <a:r>
              <a:rPr kumimoji="1" lang="ja-JP" altLang="en-US"/>
              <a:t>を起動して、「メニュー」</a:t>
            </a:r>
            <a:r>
              <a:rPr kumimoji="1" lang="en-US" altLang="ja-JP"/>
              <a:t>-</a:t>
            </a:r>
            <a:r>
              <a:rPr kumimoji="1" lang="ja-JP" altLang="en-US"/>
              <a:t>「フォルダーを開く」から</a:t>
            </a:r>
            <a:r>
              <a:rPr lang="ja-JP" altLang="en-US"/>
              <a:t>、</a:t>
            </a:r>
            <a:r>
              <a:rPr kumimoji="1" lang="ja-JP" altLang="en-US"/>
              <a:t>上記で展開したフォルダを指定します。​</a:t>
            </a:r>
          </a:p>
          <a:p>
            <a:r>
              <a:rPr kumimoji="1" lang="ja-JP" altLang="en-US"/>
              <a:t>​</a:t>
            </a:r>
          </a:p>
        </p:txBody>
      </p:sp>
      <p:sp>
        <p:nvSpPr>
          <p:cNvPr id="5" name="右矢印 7">
            <a:extLst>
              <a:ext uri="{FF2B5EF4-FFF2-40B4-BE49-F238E27FC236}">
                <a16:creationId xmlns:a16="http://schemas.microsoft.com/office/drawing/2014/main" id="{FE094C70-3C7F-67D0-45C1-F64AE601A232}"/>
              </a:ext>
            </a:extLst>
          </p:cNvPr>
          <p:cNvSpPr/>
          <p:nvPr/>
        </p:nvSpPr>
        <p:spPr>
          <a:xfrm>
            <a:off x="4526927" y="3377924"/>
            <a:ext cx="702734" cy="660400"/>
          </a:xfrm>
          <a:prstGeom prst="rightArrow">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6" name="図 5">
            <a:extLst>
              <a:ext uri="{FF2B5EF4-FFF2-40B4-BE49-F238E27FC236}">
                <a16:creationId xmlns:a16="http://schemas.microsoft.com/office/drawing/2014/main" id="{D231D144-2756-6182-E7F8-D989038D204F}"/>
              </a:ext>
            </a:extLst>
          </p:cNvPr>
          <p:cNvPicPr>
            <a:picLocks noChangeAspect="1"/>
          </p:cNvPicPr>
          <p:nvPr/>
        </p:nvPicPr>
        <p:blipFill>
          <a:blip r:embed="rId2"/>
          <a:stretch>
            <a:fillRect/>
          </a:stretch>
        </p:blipFill>
        <p:spPr>
          <a:xfrm>
            <a:off x="712546" y="2603299"/>
            <a:ext cx="3417994" cy="2617930"/>
          </a:xfrm>
          <a:prstGeom prst="rect">
            <a:avLst/>
          </a:prstGeom>
        </p:spPr>
      </p:pic>
      <p:sp>
        <p:nvSpPr>
          <p:cNvPr id="4" name="テキスト ボックス 3">
            <a:extLst>
              <a:ext uri="{FF2B5EF4-FFF2-40B4-BE49-F238E27FC236}">
                <a16:creationId xmlns:a16="http://schemas.microsoft.com/office/drawing/2014/main" id="{AB342D6D-110E-BAD2-9E63-93A4521503F5}"/>
              </a:ext>
            </a:extLst>
          </p:cNvPr>
          <p:cNvSpPr txBox="1"/>
          <p:nvPr/>
        </p:nvSpPr>
        <p:spPr>
          <a:xfrm>
            <a:off x="8255922" y="3179006"/>
            <a:ext cx="2745850" cy="646331"/>
          </a:xfrm>
          <a:prstGeom prst="rect">
            <a:avLst/>
          </a:prstGeom>
          <a:noFill/>
        </p:spPr>
        <p:txBody>
          <a:bodyPr wrap="square" rtlCol="0">
            <a:spAutoFit/>
          </a:bodyPr>
          <a:lstStyle/>
          <a:p>
            <a:r>
              <a:rPr lang="ja-JP" altLang="en-US">
                <a:latin typeface="Meiryo UI" panose="020B0604030504040204" pitchFamily="50" charset="-128"/>
                <a:ea typeface="Meiryo UI" panose="020B0604030504040204" pitchFamily="50" charset="-128"/>
              </a:rPr>
              <a:t>←</a:t>
            </a:r>
            <a:r>
              <a:rPr lang="ja-JP" altLang="en-US" b="1">
                <a:latin typeface="Meiryo UI" panose="020B0604030504040204" pitchFamily="50" charset="-128"/>
                <a:ea typeface="Meiryo UI" panose="020B0604030504040204" pitchFamily="50" charset="-128"/>
              </a:rPr>
              <a:t>必ず左図のツリー構造に</a:t>
            </a:r>
            <a:endParaRPr lang="en-US" altLang="ja-JP" b="1">
              <a:latin typeface="Meiryo UI" panose="020B0604030504040204" pitchFamily="50" charset="-128"/>
              <a:ea typeface="Meiryo UI" panose="020B0604030504040204" pitchFamily="50" charset="-128"/>
            </a:endParaRPr>
          </a:p>
          <a:p>
            <a:r>
              <a:rPr lang="ja-JP" altLang="en-US" b="1">
                <a:latin typeface="Meiryo UI" panose="020B0604030504040204" pitchFamily="50" charset="-128"/>
                <a:ea typeface="Meiryo UI" panose="020B0604030504040204" pitchFamily="50" charset="-128"/>
              </a:rPr>
              <a:t>　 なっていること</a:t>
            </a:r>
            <a:endParaRPr kumimoji="1" lang="ja-JP" altLang="en-US" b="1">
              <a:latin typeface="Meiryo UI" panose="020B0604030504040204" pitchFamily="50" charset="-128"/>
              <a:ea typeface="Meiryo UI" panose="020B0604030504040204" pitchFamily="50" charset="-128"/>
            </a:endParaRPr>
          </a:p>
        </p:txBody>
      </p:sp>
      <p:pic>
        <p:nvPicPr>
          <p:cNvPr id="11" name="図 10">
            <a:extLst>
              <a:ext uri="{FF2B5EF4-FFF2-40B4-BE49-F238E27FC236}">
                <a16:creationId xmlns:a16="http://schemas.microsoft.com/office/drawing/2014/main" id="{ADA3C675-EAB2-DDC1-F564-661A51F4C4A5}"/>
              </a:ext>
            </a:extLst>
          </p:cNvPr>
          <p:cNvPicPr>
            <a:picLocks noChangeAspect="1"/>
          </p:cNvPicPr>
          <p:nvPr/>
        </p:nvPicPr>
        <p:blipFill>
          <a:blip r:embed="rId3"/>
          <a:stretch>
            <a:fillRect/>
          </a:stretch>
        </p:blipFill>
        <p:spPr>
          <a:xfrm>
            <a:off x="5626048" y="2610872"/>
            <a:ext cx="2438740" cy="4058216"/>
          </a:xfrm>
          <a:prstGeom prst="rect">
            <a:avLst/>
          </a:prstGeom>
        </p:spPr>
      </p:pic>
    </p:spTree>
    <p:extLst>
      <p:ext uri="{BB962C8B-B14F-4D97-AF65-F5344CB8AC3E}">
        <p14:creationId xmlns:p14="http://schemas.microsoft.com/office/powerpoint/2010/main" val="838342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09B18-3C4A-8B68-08C0-84B8806CEF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A06ED3-8B1B-97E9-E584-BB2D6601EC49}"/>
              </a:ext>
            </a:extLst>
          </p:cNvPr>
          <p:cNvSpPr>
            <a:spLocks noGrp="1"/>
          </p:cNvSpPr>
          <p:nvPr>
            <p:ph type="title"/>
          </p:nvPr>
        </p:nvSpPr>
        <p:spPr>
          <a:xfrm>
            <a:off x="372000" y="334800"/>
            <a:ext cx="11448000" cy="396000"/>
          </a:xfrm>
        </p:spPr>
        <p:txBody>
          <a:bodyPr/>
          <a:lstStyle/>
          <a:p>
            <a:r>
              <a:rPr lang="ja-JP" altLang="en-US">
                <a:solidFill>
                  <a:schemeClr val="accent2"/>
                </a:solidFill>
              </a:rPr>
              <a:t>（補足）</a:t>
            </a:r>
            <a:r>
              <a:rPr kumimoji="1" lang="en-US" altLang="ja-JP">
                <a:solidFill>
                  <a:schemeClr val="accent2"/>
                </a:solidFill>
              </a:rPr>
              <a:t>Spring Boot</a:t>
            </a:r>
            <a:r>
              <a:rPr lang="ja-JP" altLang="en-US">
                <a:solidFill>
                  <a:schemeClr val="accent2"/>
                </a:solidFill>
              </a:rPr>
              <a:t>プロジェクトの準備</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67110BCC-F361-A0DB-CACC-32ADA2E28BDC}"/>
              </a:ext>
            </a:extLst>
          </p:cNvPr>
          <p:cNvSpPr>
            <a:spLocks noGrp="1"/>
          </p:cNvSpPr>
          <p:nvPr>
            <p:ph sz="quarter" idx="4294967295"/>
          </p:nvPr>
        </p:nvSpPr>
        <p:spPr>
          <a:xfrm>
            <a:off x="371474" y="1052512"/>
            <a:ext cx="11448000" cy="5127271"/>
          </a:xfrm>
        </p:spPr>
        <p:txBody>
          <a:bodyPr/>
          <a:lstStyle/>
          <a:p>
            <a:r>
              <a:rPr lang="ja-JP" altLang="en-US"/>
              <a:t>配布された</a:t>
            </a:r>
            <a:r>
              <a:rPr lang="en-US" altLang="ja-JP"/>
              <a:t>Zip</a:t>
            </a:r>
            <a:r>
              <a:rPr lang="ja-JP" altLang="en-US"/>
              <a:t>ファイルには、予め下記の設定がされています。（</a:t>
            </a:r>
            <a:r>
              <a:rPr lang="en-US" altLang="ja-JP" sz="1800" b="0" i="0" u="sng" strike="noStrike">
                <a:solidFill>
                  <a:srgbClr val="0563C1"/>
                </a:solidFill>
                <a:effectLst/>
                <a:latin typeface="Meiryo UI" panose="020B0604030504040204" pitchFamily="50" charset="-128"/>
                <a:ea typeface="Meiryo UI" panose="020B0604030504040204" pitchFamily="50" charset="-128"/>
                <a:hlinkClick r:id="rId3"/>
              </a:rPr>
              <a:t>Spring Boot </a:t>
            </a:r>
            <a:r>
              <a:rPr lang="en-US" altLang="ja-JP" sz="1800" b="0" i="0" u="sng" strike="noStrike" err="1">
                <a:solidFill>
                  <a:srgbClr val="0563C1"/>
                </a:solidFill>
                <a:effectLst/>
                <a:latin typeface="Meiryo UI" panose="020B0604030504040204" pitchFamily="50" charset="-128"/>
                <a:ea typeface="Meiryo UI" panose="020B0604030504040204" pitchFamily="50" charset="-128"/>
                <a:hlinkClick r:id="rId3"/>
              </a:rPr>
              <a:t>Initializr</a:t>
            </a:r>
            <a:r>
              <a:rPr kumimoji="1" lang="ja-JP" altLang="en-US"/>
              <a:t>で作成）</a:t>
            </a:r>
            <a:endParaRPr kumimoji="1" lang="en-US" altLang="ja-JP"/>
          </a:p>
          <a:p>
            <a:endParaRPr kumimoji="1" lang="ja-JP" altLang="en-US"/>
          </a:p>
        </p:txBody>
      </p:sp>
      <p:graphicFrame>
        <p:nvGraphicFramePr>
          <p:cNvPr id="4" name="表 3">
            <a:extLst>
              <a:ext uri="{FF2B5EF4-FFF2-40B4-BE49-F238E27FC236}">
                <a16:creationId xmlns:a16="http://schemas.microsoft.com/office/drawing/2014/main" id="{18630F09-E8B5-9033-A8DE-C82365B9F666}"/>
              </a:ext>
            </a:extLst>
          </p:cNvPr>
          <p:cNvGraphicFramePr>
            <a:graphicFrameLocks noGrp="1"/>
          </p:cNvGraphicFramePr>
          <p:nvPr>
            <p:extLst>
              <p:ext uri="{D42A27DB-BD31-4B8C-83A1-F6EECF244321}">
                <p14:modId xmlns:p14="http://schemas.microsoft.com/office/powerpoint/2010/main" val="2133710792"/>
              </p:ext>
            </p:extLst>
          </p:nvPr>
        </p:nvGraphicFramePr>
        <p:xfrm>
          <a:off x="371475" y="1530866"/>
          <a:ext cx="11447999" cy="4660700"/>
        </p:xfrm>
        <a:graphic>
          <a:graphicData uri="http://schemas.openxmlformats.org/drawingml/2006/table">
            <a:tbl>
              <a:tblPr firstRow="1" bandRow="1">
                <a:tableStyleId>{F5AB1C69-6EDB-4FF4-983F-18BD219EF322}</a:tableStyleId>
              </a:tblPr>
              <a:tblGrid>
                <a:gridCol w="1586634">
                  <a:extLst>
                    <a:ext uri="{9D8B030D-6E8A-4147-A177-3AD203B41FA5}">
                      <a16:colId xmlns:a16="http://schemas.microsoft.com/office/drawing/2014/main" val="2579872924"/>
                    </a:ext>
                  </a:extLst>
                </a:gridCol>
                <a:gridCol w="5573200">
                  <a:extLst>
                    <a:ext uri="{9D8B030D-6E8A-4147-A177-3AD203B41FA5}">
                      <a16:colId xmlns:a16="http://schemas.microsoft.com/office/drawing/2014/main" val="2629413547"/>
                    </a:ext>
                  </a:extLst>
                </a:gridCol>
                <a:gridCol w="4288165">
                  <a:extLst>
                    <a:ext uri="{9D8B030D-6E8A-4147-A177-3AD203B41FA5}">
                      <a16:colId xmlns:a16="http://schemas.microsoft.com/office/drawing/2014/main" val="2602936447"/>
                    </a:ext>
                  </a:extLst>
                </a:gridCol>
              </a:tblGrid>
              <a:tr h="311659">
                <a:tc>
                  <a:txBody>
                    <a:bodyPr/>
                    <a:lstStyle/>
                    <a:p>
                      <a:pPr algn="l" fontAlgn="base">
                        <a:lnSpc>
                          <a:spcPts val="1950"/>
                        </a:lnSpc>
                        <a:buNone/>
                      </a:pPr>
                      <a:r>
                        <a:rPr lang="ja-JP" altLang="en-US" sz="1400" b="1">
                          <a:solidFill>
                            <a:srgbClr val="FFFFFF"/>
                          </a:solidFill>
                          <a:effectLst/>
                          <a:latin typeface="+mj-ea"/>
                          <a:ea typeface="+mj-ea"/>
                        </a:rPr>
                        <a:t>項目​</a:t>
                      </a:r>
                      <a:endParaRPr lang="ja-JP" altLang="en-US" sz="1400" b="1" i="0">
                        <a:solidFill>
                          <a:srgbClr val="FFFFFF"/>
                        </a:solidFill>
                        <a:effectLst/>
                        <a:latin typeface="+mj-ea"/>
                        <a:ea typeface="+mj-ea"/>
                      </a:endParaRPr>
                    </a:p>
                  </a:txBody>
                  <a:tcPr/>
                </a:tc>
                <a:tc>
                  <a:txBody>
                    <a:bodyPr/>
                    <a:lstStyle/>
                    <a:p>
                      <a:pPr algn="l" fontAlgn="base">
                        <a:lnSpc>
                          <a:spcPts val="1950"/>
                        </a:lnSpc>
                        <a:buNone/>
                      </a:pPr>
                      <a:r>
                        <a:rPr lang="ja-JP" altLang="en-US" sz="1400" b="1">
                          <a:solidFill>
                            <a:srgbClr val="FFFFFF"/>
                          </a:solidFill>
                          <a:effectLst/>
                          <a:latin typeface="+mj-ea"/>
                          <a:ea typeface="+mj-ea"/>
                        </a:rPr>
                        <a:t>設定​</a:t>
                      </a:r>
                      <a:endParaRPr lang="ja-JP" altLang="en-US" sz="1400" b="1" i="0">
                        <a:solidFill>
                          <a:srgbClr val="FFFFFF"/>
                        </a:solidFill>
                        <a:effectLst/>
                        <a:latin typeface="+mj-ea"/>
                        <a:ea typeface="+mj-ea"/>
                      </a:endParaRPr>
                    </a:p>
                  </a:txBody>
                  <a:tcPr/>
                </a:tc>
                <a:tc>
                  <a:txBody>
                    <a:bodyPr/>
                    <a:lstStyle/>
                    <a:p>
                      <a:pPr algn="l" fontAlgn="base">
                        <a:lnSpc>
                          <a:spcPts val="1950"/>
                        </a:lnSpc>
                        <a:buNone/>
                      </a:pPr>
                      <a:r>
                        <a:rPr lang="ja-JP" altLang="en-US" sz="1400" b="1">
                          <a:solidFill>
                            <a:srgbClr val="FFFFFF"/>
                          </a:solidFill>
                          <a:effectLst/>
                          <a:latin typeface="+mj-ea"/>
                          <a:ea typeface="+mj-ea"/>
                        </a:rPr>
                        <a:t>説明</a:t>
                      </a:r>
                      <a:endParaRPr lang="ja-JP" altLang="en-US" sz="1400" b="1" i="0">
                        <a:solidFill>
                          <a:srgbClr val="FFFFFF"/>
                        </a:solidFill>
                        <a:effectLst/>
                        <a:latin typeface="+mj-ea"/>
                        <a:ea typeface="+mj-ea"/>
                      </a:endParaRPr>
                    </a:p>
                  </a:txBody>
                  <a:tcPr/>
                </a:tc>
                <a:extLst>
                  <a:ext uri="{0D108BD9-81ED-4DB2-BD59-A6C34878D82A}">
                    <a16:rowId xmlns:a16="http://schemas.microsoft.com/office/drawing/2014/main" val="2155822463"/>
                  </a:ext>
                </a:extLst>
              </a:tr>
              <a:tr h="160420">
                <a:tc>
                  <a:txBody>
                    <a:bodyPr/>
                    <a:lstStyle/>
                    <a:p>
                      <a:pPr algn="l" fontAlgn="base">
                        <a:lnSpc>
                          <a:spcPts val="1950"/>
                        </a:lnSpc>
                        <a:buNone/>
                      </a:pPr>
                      <a:r>
                        <a:rPr lang="en-US" sz="1400" b="0">
                          <a:solidFill>
                            <a:srgbClr val="000000"/>
                          </a:solidFill>
                          <a:effectLst/>
                          <a:latin typeface="+mj-ea"/>
                          <a:ea typeface="+mj-ea"/>
                        </a:rPr>
                        <a:t>Project</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Maven</a:t>
                      </a:r>
                      <a:endParaRPr lang="ja-JP" altLang="en-US"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ビルドツール</a:t>
                      </a:r>
                      <a:endParaRPr lang="ja-JP" altLang="en-US" sz="1400" b="0" i="0">
                        <a:solidFill>
                          <a:srgbClr val="000000"/>
                        </a:solidFill>
                        <a:effectLst/>
                        <a:latin typeface="+mj-ea"/>
                        <a:ea typeface="+mj-ea"/>
                      </a:endParaRPr>
                    </a:p>
                  </a:txBody>
                  <a:tcPr/>
                </a:tc>
                <a:extLst>
                  <a:ext uri="{0D108BD9-81ED-4DB2-BD59-A6C34878D82A}">
                    <a16:rowId xmlns:a16="http://schemas.microsoft.com/office/drawing/2014/main" val="3931688741"/>
                  </a:ext>
                </a:extLst>
              </a:tr>
              <a:tr h="311659">
                <a:tc>
                  <a:txBody>
                    <a:bodyPr/>
                    <a:lstStyle/>
                    <a:p>
                      <a:pPr algn="l" fontAlgn="base">
                        <a:lnSpc>
                          <a:spcPts val="1950"/>
                        </a:lnSpc>
                        <a:buNone/>
                      </a:pPr>
                      <a:r>
                        <a:rPr lang="en-US" sz="1400" b="0">
                          <a:solidFill>
                            <a:srgbClr val="000000"/>
                          </a:solidFill>
                          <a:effectLst/>
                          <a:latin typeface="+mj-ea"/>
                          <a:ea typeface="+mj-ea"/>
                        </a:rPr>
                        <a:t>Language</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Java</a:t>
                      </a:r>
                      <a:r>
                        <a:rPr lang="ja-JP" altLang="en-US" sz="1400" b="0">
                          <a:solidFill>
                            <a:srgbClr val="000000"/>
                          </a:solidFill>
                          <a:effectLst/>
                          <a:latin typeface="+mj-ea"/>
                          <a:ea typeface="+mj-ea"/>
                        </a:rPr>
                        <a:t>​</a:t>
                      </a:r>
                      <a:endParaRPr lang="ja-JP" altLang="en-US"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使用するプログラミング言語</a:t>
                      </a:r>
                      <a:endParaRPr lang="ja-JP" altLang="en-US" sz="1400" b="0" i="0">
                        <a:solidFill>
                          <a:srgbClr val="000000"/>
                        </a:solidFill>
                        <a:effectLst/>
                        <a:latin typeface="+mj-ea"/>
                        <a:ea typeface="+mj-ea"/>
                      </a:endParaRPr>
                    </a:p>
                  </a:txBody>
                  <a:tcPr/>
                </a:tc>
                <a:extLst>
                  <a:ext uri="{0D108BD9-81ED-4DB2-BD59-A6C34878D82A}">
                    <a16:rowId xmlns:a16="http://schemas.microsoft.com/office/drawing/2014/main" val="1998266280"/>
                  </a:ext>
                </a:extLst>
              </a:tr>
              <a:tr h="311659">
                <a:tc>
                  <a:txBody>
                    <a:bodyPr/>
                    <a:lstStyle/>
                    <a:p>
                      <a:pPr algn="l" fontAlgn="base">
                        <a:lnSpc>
                          <a:spcPts val="1950"/>
                        </a:lnSpc>
                        <a:buNone/>
                      </a:pPr>
                      <a:r>
                        <a:rPr lang="en-US" sz="1400" b="0">
                          <a:solidFill>
                            <a:srgbClr val="000000"/>
                          </a:solidFill>
                          <a:effectLst/>
                          <a:latin typeface="+mj-ea"/>
                          <a:ea typeface="+mj-ea"/>
                        </a:rPr>
                        <a:t>Spring Boot</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sz="1400" b="0">
                          <a:solidFill>
                            <a:srgbClr val="000000"/>
                          </a:solidFill>
                          <a:effectLst/>
                          <a:latin typeface="+mj-ea"/>
                          <a:ea typeface="+mj-ea"/>
                        </a:rPr>
                        <a:t>4.0.6</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Spring Boot</a:t>
                      </a:r>
                      <a:r>
                        <a:rPr lang="ja-JP" altLang="en-US" sz="1400" b="0">
                          <a:solidFill>
                            <a:srgbClr val="000000"/>
                          </a:solidFill>
                          <a:effectLst/>
                          <a:latin typeface="+mj-ea"/>
                          <a:ea typeface="+mj-ea"/>
                        </a:rPr>
                        <a:t>のバージョン</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323792459"/>
                  </a:ext>
                </a:extLst>
              </a:tr>
              <a:tr h="312583">
                <a:tc>
                  <a:txBody>
                    <a:bodyPr/>
                    <a:lstStyle/>
                    <a:p>
                      <a:pPr algn="l" fontAlgn="base">
                        <a:lnSpc>
                          <a:spcPts val="1950"/>
                        </a:lnSpc>
                        <a:buNone/>
                      </a:pPr>
                      <a:r>
                        <a:rPr lang="en-US" altLang="ja-JP" sz="1400" b="0">
                          <a:solidFill>
                            <a:srgbClr val="000000"/>
                          </a:solidFill>
                          <a:effectLst/>
                          <a:latin typeface="+mj-ea"/>
                          <a:ea typeface="+mj-ea"/>
                        </a:rPr>
                        <a:t>Group</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com.example.ec</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プロジェクトのグループ名　依存関係設定で使用される</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1688452638"/>
                  </a:ext>
                </a:extLst>
              </a:tr>
              <a:tr h="312583">
                <a:tc>
                  <a:txBody>
                    <a:bodyPr/>
                    <a:lstStyle/>
                    <a:p>
                      <a:pPr algn="l" fontAlgn="base">
                        <a:lnSpc>
                          <a:spcPts val="1950"/>
                        </a:lnSpc>
                        <a:buNone/>
                      </a:pPr>
                      <a:r>
                        <a:rPr lang="en-US" altLang="ja-JP" sz="1400" b="0">
                          <a:solidFill>
                            <a:srgbClr val="000000"/>
                          </a:solidFill>
                          <a:effectLst/>
                          <a:latin typeface="+mj-ea"/>
                          <a:ea typeface="+mj-ea"/>
                        </a:rPr>
                        <a:t>Artifact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err="1">
                          <a:solidFill>
                            <a:srgbClr val="000000"/>
                          </a:solidFill>
                          <a:effectLst/>
                          <a:latin typeface="+mj-ea"/>
                          <a:ea typeface="+mj-ea"/>
                        </a:rPr>
                        <a:t>ec</a:t>
                      </a:r>
                      <a:r>
                        <a:rPr lang="en-US" altLang="ja-JP" sz="1400" b="0">
                          <a:solidFill>
                            <a:srgbClr val="000000"/>
                          </a:solidFill>
                          <a:effectLst/>
                          <a:latin typeface="+mj-ea"/>
                          <a:ea typeface="+mj-ea"/>
                        </a:rPr>
                        <a:t>-webapp</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ビルド生成物の名前に影響</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4081771710"/>
                  </a:ext>
                </a:extLst>
              </a:tr>
              <a:tr h="279461">
                <a:tc>
                  <a:txBody>
                    <a:bodyPr/>
                    <a:lstStyle/>
                    <a:p>
                      <a:pPr algn="l" fontAlgn="base">
                        <a:lnSpc>
                          <a:spcPts val="1950"/>
                        </a:lnSpc>
                        <a:buNone/>
                      </a:pPr>
                      <a:r>
                        <a:rPr lang="en-US" altLang="ja-JP" sz="1400" b="0">
                          <a:solidFill>
                            <a:srgbClr val="000000"/>
                          </a:solidFill>
                          <a:effectLst/>
                          <a:latin typeface="+mj-ea"/>
                          <a:ea typeface="+mj-ea"/>
                        </a:rPr>
                        <a:t>Package name</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com.example.ec</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ルートパッケージ名</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1203848644"/>
                  </a:ext>
                </a:extLst>
              </a:tr>
              <a:tr h="311659">
                <a:tc>
                  <a:txBody>
                    <a:bodyPr/>
                    <a:lstStyle/>
                    <a:p>
                      <a:pPr algn="l" fontAlgn="base">
                        <a:lnSpc>
                          <a:spcPts val="1950"/>
                        </a:lnSpc>
                        <a:buNone/>
                      </a:pPr>
                      <a:r>
                        <a:rPr lang="en-US" sz="1400" b="0">
                          <a:solidFill>
                            <a:srgbClr val="000000"/>
                          </a:solidFill>
                          <a:effectLst/>
                          <a:latin typeface="+mj-ea"/>
                          <a:ea typeface="+mj-ea"/>
                        </a:rPr>
                        <a:t>Packaging</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sz="1400" b="0">
                          <a:solidFill>
                            <a:srgbClr val="000000"/>
                          </a:solidFill>
                          <a:effectLst/>
                          <a:latin typeface="+mj-ea"/>
                          <a:ea typeface="+mj-ea"/>
                        </a:rPr>
                        <a:t>Jar</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実行形式</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1941640386"/>
                  </a:ext>
                </a:extLst>
              </a:tr>
              <a:tr h="311659">
                <a:tc>
                  <a:txBody>
                    <a:bodyPr/>
                    <a:lstStyle/>
                    <a:p>
                      <a:pPr algn="l" fontAlgn="base">
                        <a:lnSpc>
                          <a:spcPts val="1950"/>
                        </a:lnSpc>
                        <a:buNone/>
                      </a:pPr>
                      <a:r>
                        <a:rPr lang="en-US" sz="1400" b="0">
                          <a:solidFill>
                            <a:srgbClr val="000000"/>
                          </a:solidFill>
                          <a:effectLst/>
                          <a:latin typeface="+mj-ea"/>
                          <a:ea typeface="+mj-ea"/>
                        </a:rPr>
                        <a:t>Java</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21</a:t>
                      </a:r>
                      <a:r>
                        <a:rPr lang="ja-JP" altLang="en-US" sz="1400" b="0">
                          <a:solidFill>
                            <a:srgbClr val="000000"/>
                          </a:solidFill>
                          <a:effectLst/>
                          <a:latin typeface="+mj-ea"/>
                          <a:ea typeface="+mj-ea"/>
                        </a:rPr>
                        <a:t>​</a:t>
                      </a:r>
                      <a:endParaRPr lang="ja-JP" altLang="en-US"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使用する</a:t>
                      </a:r>
                      <a:r>
                        <a:rPr lang="en-US" altLang="ja-JP" sz="1400" b="0">
                          <a:solidFill>
                            <a:srgbClr val="000000"/>
                          </a:solidFill>
                          <a:effectLst/>
                          <a:latin typeface="+mj-ea"/>
                          <a:ea typeface="+mj-ea"/>
                        </a:rPr>
                        <a:t>Java</a:t>
                      </a:r>
                      <a:r>
                        <a:rPr lang="ja-JP" altLang="en-US" sz="1400" b="0">
                          <a:solidFill>
                            <a:srgbClr val="000000"/>
                          </a:solidFill>
                          <a:effectLst/>
                          <a:latin typeface="+mj-ea"/>
                          <a:ea typeface="+mj-ea"/>
                        </a:rPr>
                        <a:t>のバージョン</a:t>
                      </a:r>
                      <a:endParaRPr lang="ja-JP" altLang="en-US" sz="1400" b="0" i="0">
                        <a:solidFill>
                          <a:srgbClr val="000000"/>
                        </a:solidFill>
                        <a:effectLst/>
                        <a:latin typeface="+mj-ea"/>
                        <a:ea typeface="+mj-ea"/>
                      </a:endParaRPr>
                    </a:p>
                  </a:txBody>
                  <a:tcPr/>
                </a:tc>
                <a:extLst>
                  <a:ext uri="{0D108BD9-81ED-4DB2-BD59-A6C34878D82A}">
                    <a16:rowId xmlns:a16="http://schemas.microsoft.com/office/drawing/2014/main" val="1540575357"/>
                  </a:ext>
                </a:extLst>
              </a:tr>
              <a:tr h="312583">
                <a:tc>
                  <a:txBody>
                    <a:bodyPr/>
                    <a:lstStyle/>
                    <a:p>
                      <a:pPr algn="l" fontAlgn="base">
                        <a:lnSpc>
                          <a:spcPts val="1950"/>
                        </a:lnSpc>
                        <a:buNone/>
                      </a:pPr>
                      <a:r>
                        <a:rPr lang="en-US" altLang="ja-JP" sz="1400" b="0">
                          <a:solidFill>
                            <a:srgbClr val="000000"/>
                          </a:solidFill>
                          <a:effectLst/>
                          <a:latin typeface="+mj-ea"/>
                          <a:ea typeface="+mj-ea"/>
                        </a:rPr>
                        <a:t>Configuration</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altLang="ja-JP" sz="1400" b="0">
                          <a:solidFill>
                            <a:srgbClr val="000000"/>
                          </a:solidFill>
                          <a:effectLst/>
                          <a:latin typeface="+mj-ea"/>
                          <a:ea typeface="+mj-ea"/>
                        </a:rPr>
                        <a:t>YAML</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アプリの設定ファイルの書き方の形式</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3831432835"/>
                  </a:ext>
                </a:extLst>
              </a:tr>
              <a:tr h="1488240">
                <a:tc>
                  <a:txBody>
                    <a:bodyPr/>
                    <a:lstStyle/>
                    <a:p>
                      <a:pPr algn="l" fontAlgn="base">
                        <a:lnSpc>
                          <a:spcPts val="1950"/>
                        </a:lnSpc>
                        <a:buNone/>
                      </a:pPr>
                      <a:r>
                        <a:rPr lang="en-US" sz="1400" b="0">
                          <a:solidFill>
                            <a:srgbClr val="000000"/>
                          </a:solidFill>
                          <a:effectLst/>
                          <a:latin typeface="+mj-ea"/>
                          <a:ea typeface="+mj-ea"/>
                        </a:rPr>
                        <a:t>Dependencies</a:t>
                      </a:r>
                      <a:r>
                        <a:rPr lang="en-US" altLang="ja-JP" sz="1400" b="0">
                          <a:solidFill>
                            <a:srgbClr val="000000"/>
                          </a:solidFill>
                          <a:effectLst/>
                          <a:latin typeface="+mj-ea"/>
                          <a:ea typeface="+mj-ea"/>
                        </a:rPr>
                        <a:t>​</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en-US" sz="1400" b="0">
                          <a:solidFill>
                            <a:srgbClr val="000000"/>
                          </a:solidFill>
                          <a:effectLst/>
                          <a:latin typeface="+mj-ea"/>
                          <a:ea typeface="+mj-ea"/>
                        </a:rPr>
                        <a:t>[Developer Tools] Spring Boot DevTools / Lombok </a:t>
                      </a:r>
                    </a:p>
                    <a:p>
                      <a:pPr algn="l" fontAlgn="base">
                        <a:lnSpc>
                          <a:spcPts val="1950"/>
                        </a:lnSpc>
                        <a:buNone/>
                      </a:pPr>
                      <a:r>
                        <a:rPr lang="en-US" sz="1400" b="0">
                          <a:solidFill>
                            <a:srgbClr val="000000"/>
                          </a:solidFill>
                          <a:effectLst/>
                          <a:latin typeface="+mj-ea"/>
                          <a:ea typeface="+mj-ea"/>
                        </a:rPr>
                        <a:t>[Web] Spring Web ​</a:t>
                      </a:r>
                    </a:p>
                    <a:p>
                      <a:pPr algn="l" fontAlgn="base">
                        <a:lnSpc>
                          <a:spcPts val="1950"/>
                        </a:lnSpc>
                        <a:buNone/>
                      </a:pPr>
                      <a:r>
                        <a:rPr lang="en-US" sz="1400" b="0">
                          <a:solidFill>
                            <a:srgbClr val="000000"/>
                          </a:solidFill>
                          <a:effectLst/>
                          <a:latin typeface="+mj-ea"/>
                          <a:ea typeface="+mj-ea"/>
                        </a:rPr>
                        <a:t>[Template Engines] </a:t>
                      </a:r>
                      <a:r>
                        <a:rPr lang="en-US" sz="1400" b="0" err="1">
                          <a:solidFill>
                            <a:srgbClr val="000000"/>
                          </a:solidFill>
                          <a:effectLst/>
                          <a:latin typeface="+mj-ea"/>
                          <a:ea typeface="+mj-ea"/>
                        </a:rPr>
                        <a:t>Thymeleaf</a:t>
                      </a:r>
                      <a:endParaRPr lang="en-US" sz="1400" b="0">
                        <a:solidFill>
                          <a:srgbClr val="000000"/>
                        </a:solidFill>
                        <a:effectLst/>
                        <a:latin typeface="+mj-ea"/>
                        <a:ea typeface="+mj-ea"/>
                      </a:endParaRPr>
                    </a:p>
                    <a:p>
                      <a:pPr algn="l" fontAlgn="base">
                        <a:lnSpc>
                          <a:spcPts val="1950"/>
                        </a:lnSpc>
                        <a:buNone/>
                      </a:pPr>
                      <a:r>
                        <a:rPr lang="en-US" altLang="ja-JP" sz="1400" b="0">
                          <a:solidFill>
                            <a:srgbClr val="000000"/>
                          </a:solidFill>
                          <a:effectLst/>
                          <a:latin typeface="+mj-ea"/>
                          <a:ea typeface="+mj-ea"/>
                        </a:rPr>
                        <a:t>[</a:t>
                      </a:r>
                      <a:r>
                        <a:rPr lang="en-US" sz="1400" b="0">
                          <a:solidFill>
                            <a:srgbClr val="000000"/>
                          </a:solidFill>
                          <a:effectLst/>
                          <a:latin typeface="+mj-ea"/>
                          <a:ea typeface="+mj-ea"/>
                        </a:rPr>
                        <a:t>SQL] </a:t>
                      </a:r>
                      <a:r>
                        <a:rPr lang="en-US" sz="1400" b="0" err="1">
                          <a:solidFill>
                            <a:srgbClr val="000000"/>
                          </a:solidFill>
                          <a:effectLst/>
                          <a:latin typeface="+mj-ea"/>
                          <a:ea typeface="+mj-ea"/>
                        </a:rPr>
                        <a:t>MyBatis</a:t>
                      </a:r>
                      <a:r>
                        <a:rPr lang="en-US" sz="1400" b="0">
                          <a:solidFill>
                            <a:srgbClr val="000000"/>
                          </a:solidFill>
                          <a:effectLst/>
                          <a:latin typeface="+mj-ea"/>
                          <a:ea typeface="+mj-ea"/>
                        </a:rPr>
                        <a:t> Framework / H2 Database​</a:t>
                      </a:r>
                    </a:p>
                    <a:p>
                      <a:pPr algn="l" fontAlgn="base">
                        <a:lnSpc>
                          <a:spcPts val="1950"/>
                        </a:lnSpc>
                        <a:buNone/>
                      </a:pPr>
                      <a:r>
                        <a:rPr lang="en-US" sz="1400" b="0">
                          <a:solidFill>
                            <a:srgbClr val="000000"/>
                          </a:solidFill>
                          <a:effectLst/>
                          <a:latin typeface="+mj-ea"/>
                          <a:ea typeface="+mj-ea"/>
                        </a:rPr>
                        <a:t>[I/O] Validation​</a:t>
                      </a:r>
                      <a:endParaRPr lang="en-US" altLang="ja-JP" sz="1400" b="0" i="0">
                        <a:solidFill>
                          <a:srgbClr val="000000"/>
                        </a:solidFill>
                        <a:effectLst/>
                        <a:latin typeface="+mj-ea"/>
                        <a:ea typeface="+mj-ea"/>
                      </a:endParaRPr>
                    </a:p>
                  </a:txBody>
                  <a:tcPr/>
                </a:tc>
                <a:tc>
                  <a:txBody>
                    <a:bodyPr/>
                    <a:lstStyle/>
                    <a:p>
                      <a:pPr algn="l" fontAlgn="base">
                        <a:lnSpc>
                          <a:spcPts val="1950"/>
                        </a:lnSpc>
                        <a:buNone/>
                      </a:pPr>
                      <a:r>
                        <a:rPr lang="ja-JP" altLang="en-US" sz="1400" b="0">
                          <a:solidFill>
                            <a:srgbClr val="000000"/>
                          </a:solidFill>
                          <a:effectLst/>
                          <a:latin typeface="+mj-ea"/>
                          <a:ea typeface="+mj-ea"/>
                        </a:rPr>
                        <a:t>プロジェクトで使用するライブラリやフレームワーク</a:t>
                      </a:r>
                      <a:endParaRPr lang="en-US" altLang="ja-JP" sz="1400" b="0" i="0">
                        <a:solidFill>
                          <a:srgbClr val="000000"/>
                        </a:solidFill>
                        <a:effectLst/>
                        <a:latin typeface="+mj-ea"/>
                        <a:ea typeface="+mj-ea"/>
                      </a:endParaRPr>
                    </a:p>
                  </a:txBody>
                  <a:tcPr/>
                </a:tc>
                <a:extLst>
                  <a:ext uri="{0D108BD9-81ED-4DB2-BD59-A6C34878D82A}">
                    <a16:rowId xmlns:a16="http://schemas.microsoft.com/office/drawing/2014/main" val="2807285684"/>
                  </a:ext>
                </a:extLst>
              </a:tr>
            </a:tbl>
          </a:graphicData>
        </a:graphic>
      </p:graphicFrame>
    </p:spTree>
    <p:extLst>
      <p:ext uri="{BB962C8B-B14F-4D97-AF65-F5344CB8AC3E}">
        <p14:creationId xmlns:p14="http://schemas.microsoft.com/office/powerpoint/2010/main" val="2149851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DE3B8-4F87-4F5C-A5F1-0D86B28412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59138F-EC19-1CC4-86F9-94379FC320CF}"/>
              </a:ext>
            </a:extLst>
          </p:cNvPr>
          <p:cNvSpPr>
            <a:spLocks noGrp="1"/>
          </p:cNvSpPr>
          <p:nvPr>
            <p:ph type="title"/>
          </p:nvPr>
        </p:nvSpPr>
        <p:spPr>
          <a:xfrm>
            <a:off x="372000" y="334800"/>
            <a:ext cx="11448000" cy="396000"/>
          </a:xfrm>
        </p:spPr>
        <p:txBody>
          <a:bodyPr/>
          <a:lstStyle/>
          <a:p>
            <a:r>
              <a:rPr lang="ja-JP" altLang="en-US">
                <a:solidFill>
                  <a:schemeClr val="accent2"/>
                </a:solidFill>
              </a:rPr>
              <a:t>（補足）</a:t>
            </a:r>
            <a:r>
              <a:rPr lang="en-US" altLang="ja-JP">
                <a:solidFill>
                  <a:schemeClr val="accent2"/>
                </a:solidFill>
              </a:rPr>
              <a:t>Spring Boot</a:t>
            </a:r>
            <a:r>
              <a:rPr lang="ja-JP" altLang="en-US">
                <a:solidFill>
                  <a:schemeClr val="accent2"/>
                </a:solidFill>
              </a:rPr>
              <a:t>プロジェクトの準備</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8EB5F41A-98F0-AB1E-4A38-96FF2F900249}"/>
              </a:ext>
            </a:extLst>
          </p:cNvPr>
          <p:cNvSpPr>
            <a:spLocks noGrp="1"/>
          </p:cNvSpPr>
          <p:nvPr>
            <p:ph sz="quarter" idx="4294967295"/>
          </p:nvPr>
        </p:nvSpPr>
        <p:spPr>
          <a:xfrm>
            <a:off x="371474" y="1052512"/>
            <a:ext cx="11448000" cy="5060159"/>
          </a:xfrm>
        </p:spPr>
        <p:txBody>
          <a:bodyPr/>
          <a:lstStyle/>
          <a:p>
            <a:r>
              <a:rPr lang="en-US" altLang="ja-JP" u="sng">
                <a:solidFill>
                  <a:srgbClr val="0563C1"/>
                </a:solidFill>
                <a:latin typeface="Meiryo UI" panose="020B0604030504040204" pitchFamily="50" charset="-128"/>
                <a:ea typeface="Meiryo UI" panose="020B0604030504040204" pitchFamily="50" charset="-128"/>
                <a:hlinkClick r:id="rId3"/>
              </a:rPr>
              <a:t>Spring Boot </a:t>
            </a:r>
            <a:r>
              <a:rPr lang="en-US" altLang="ja-JP" u="sng" err="1">
                <a:solidFill>
                  <a:srgbClr val="0563C1"/>
                </a:solidFill>
                <a:latin typeface="Meiryo UI" panose="020B0604030504040204" pitchFamily="50" charset="-128"/>
                <a:ea typeface="Meiryo UI" panose="020B0604030504040204" pitchFamily="50" charset="-128"/>
                <a:hlinkClick r:id="rId3"/>
              </a:rPr>
              <a:t>Initializr</a:t>
            </a:r>
            <a:r>
              <a:rPr lang="ja-JP" altLang="en-US"/>
              <a:t>の設定画面</a:t>
            </a:r>
            <a:endParaRPr lang="en-US" altLang="ja-JP"/>
          </a:p>
          <a:p>
            <a:endParaRPr kumimoji="1" lang="ja-JP" altLang="en-US"/>
          </a:p>
        </p:txBody>
      </p:sp>
      <p:pic>
        <p:nvPicPr>
          <p:cNvPr id="7" name="図 6">
            <a:extLst>
              <a:ext uri="{FF2B5EF4-FFF2-40B4-BE49-F238E27FC236}">
                <a16:creationId xmlns:a16="http://schemas.microsoft.com/office/drawing/2014/main" id="{CDA54F89-994E-46E3-405C-67DEFC12B486}"/>
              </a:ext>
            </a:extLst>
          </p:cNvPr>
          <p:cNvPicPr>
            <a:picLocks noChangeAspect="1"/>
          </p:cNvPicPr>
          <p:nvPr/>
        </p:nvPicPr>
        <p:blipFill>
          <a:blip r:embed="rId4"/>
          <a:stretch>
            <a:fillRect/>
          </a:stretch>
        </p:blipFill>
        <p:spPr>
          <a:xfrm>
            <a:off x="2073730" y="1619018"/>
            <a:ext cx="8206343" cy="4806086"/>
          </a:xfrm>
          <a:prstGeom prst="rect">
            <a:avLst/>
          </a:prstGeom>
        </p:spPr>
      </p:pic>
    </p:spTree>
    <p:extLst>
      <p:ext uri="{BB962C8B-B14F-4D97-AF65-F5344CB8AC3E}">
        <p14:creationId xmlns:p14="http://schemas.microsoft.com/office/powerpoint/2010/main" val="3952112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4A9F2-043A-B406-35A8-57860A0900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8A0850C-BC34-C07F-6961-DB5C510E483E}"/>
              </a:ext>
            </a:extLst>
          </p:cNvPr>
          <p:cNvSpPr>
            <a:spLocks noGrp="1"/>
          </p:cNvSpPr>
          <p:nvPr>
            <p:ph type="title"/>
          </p:nvPr>
        </p:nvSpPr>
        <p:spPr/>
        <p:txBody>
          <a:bodyPr/>
          <a:lstStyle/>
          <a:p>
            <a:r>
              <a:rPr kumimoji="1" lang="en-US" altLang="ja-JP">
                <a:solidFill>
                  <a:schemeClr val="accent2"/>
                </a:solidFill>
              </a:rPr>
              <a:t>Spring Boot</a:t>
            </a:r>
            <a:r>
              <a:rPr kumimoji="1" lang="ja-JP" altLang="en-US">
                <a:solidFill>
                  <a:schemeClr val="accent2"/>
                </a:solidFill>
              </a:rPr>
              <a:t>アプリケーションの起動確認</a:t>
            </a:r>
          </a:p>
        </p:txBody>
      </p:sp>
      <p:sp>
        <p:nvSpPr>
          <p:cNvPr id="3" name="コンテンツ プレースホルダー 2">
            <a:extLst>
              <a:ext uri="{FF2B5EF4-FFF2-40B4-BE49-F238E27FC236}">
                <a16:creationId xmlns:a16="http://schemas.microsoft.com/office/drawing/2014/main" id="{4D40A837-5BAA-AC27-5716-4597AD80BAE7}"/>
              </a:ext>
            </a:extLst>
          </p:cNvPr>
          <p:cNvSpPr>
            <a:spLocks noGrp="1"/>
          </p:cNvSpPr>
          <p:nvPr>
            <p:ph sz="quarter" idx="4294967295"/>
          </p:nvPr>
        </p:nvSpPr>
        <p:spPr>
          <a:xfrm>
            <a:off x="371474" y="1069443"/>
            <a:ext cx="11448000" cy="770714"/>
          </a:xfrm>
        </p:spPr>
        <p:txBody>
          <a:bodyPr/>
          <a:lstStyle/>
          <a:p>
            <a:r>
              <a:rPr lang="en-US" altLang="ja-JP" err="1"/>
              <a:t>VSCode</a:t>
            </a:r>
            <a:r>
              <a:rPr lang="ja-JP" altLang="en-US"/>
              <a:t>を起動して、</a:t>
            </a:r>
            <a:r>
              <a:rPr lang="ja-JP" altLang="en-US" u="sng"/>
              <a:t>「メニュー」</a:t>
            </a:r>
            <a:r>
              <a:rPr lang="en-US" altLang="ja-JP" u="sng"/>
              <a:t>-</a:t>
            </a:r>
            <a:r>
              <a:rPr lang="ja-JP" altLang="en-US" u="sng"/>
              <a:t>「ターミナル」</a:t>
            </a:r>
            <a:r>
              <a:rPr lang="en-US" altLang="ja-JP" u="sng"/>
              <a:t>-</a:t>
            </a:r>
            <a:r>
              <a:rPr lang="ja-JP" altLang="en-US" u="sng"/>
              <a:t>「新しいターミナル」を選択</a:t>
            </a:r>
            <a:r>
              <a:rPr lang="ja-JP" altLang="en-US"/>
              <a:t>して、ターミナルを表示させます。</a:t>
            </a:r>
            <a:endParaRPr lang="en-US" altLang="ja-JP"/>
          </a:p>
          <a:p>
            <a:r>
              <a:rPr lang="ja-JP" altLang="en-US"/>
              <a:t>ターミナルに、「</a:t>
            </a:r>
            <a:r>
              <a:rPr lang="en-US" altLang="ja-JP" b="1" err="1"/>
              <a:t>mvn</a:t>
            </a:r>
            <a:r>
              <a:rPr lang="en-US" altLang="ja-JP" b="1"/>
              <a:t> </a:t>
            </a:r>
            <a:r>
              <a:rPr lang="en-US" altLang="ja-JP" b="1" err="1"/>
              <a:t>spring-boot:run</a:t>
            </a:r>
            <a:r>
              <a:rPr lang="ja-JP" altLang="en-US"/>
              <a:t>」と入力して、エンターを押します。​</a:t>
            </a:r>
            <a:endParaRPr kumimoji="1" lang="ja-JP" altLang="en-US"/>
          </a:p>
        </p:txBody>
      </p:sp>
      <p:sp>
        <p:nvSpPr>
          <p:cNvPr id="13" name="右矢印 19">
            <a:extLst>
              <a:ext uri="{FF2B5EF4-FFF2-40B4-BE49-F238E27FC236}">
                <a16:creationId xmlns:a16="http://schemas.microsoft.com/office/drawing/2014/main" id="{7CD5B114-6F61-2C74-A879-E50A8F95F3FA}"/>
              </a:ext>
            </a:extLst>
          </p:cNvPr>
          <p:cNvSpPr/>
          <p:nvPr/>
        </p:nvSpPr>
        <p:spPr>
          <a:xfrm rot="5400000">
            <a:off x="7082848" y="3871139"/>
            <a:ext cx="478958" cy="534841"/>
          </a:xfrm>
          <a:prstGeom prst="rightArrow">
            <a:avLst/>
          </a:prstGeom>
          <a:solidFill>
            <a:srgbClr val="0072BC"/>
          </a:solidFill>
          <a:ln w="3175">
            <a:solidFill>
              <a:schemeClr val="tx1"/>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4" name="テキスト ボックス 13">
            <a:extLst>
              <a:ext uri="{FF2B5EF4-FFF2-40B4-BE49-F238E27FC236}">
                <a16:creationId xmlns:a16="http://schemas.microsoft.com/office/drawing/2014/main" id="{AFE8955B-2688-9FDB-9EED-E66456A87A96}"/>
              </a:ext>
            </a:extLst>
          </p:cNvPr>
          <p:cNvSpPr txBox="1"/>
          <p:nvPr/>
        </p:nvSpPr>
        <p:spPr>
          <a:xfrm>
            <a:off x="5882840" y="1860939"/>
            <a:ext cx="5291093" cy="369332"/>
          </a:xfrm>
          <a:prstGeom prst="rect">
            <a:avLst/>
          </a:prstGeom>
          <a:noFill/>
        </p:spPr>
        <p:txBody>
          <a:bodyPr wrap="square" rtlCol="0">
            <a:spAutoFit/>
          </a:bodyPr>
          <a:lstStyle/>
          <a:p>
            <a:r>
              <a:rPr kumimoji="1" lang="ja-JP" altLang="en-US">
                <a:latin typeface="Meiryo UI" panose="020B0604030504040204" pitchFamily="50" charset="-128"/>
                <a:ea typeface="Meiryo UI" panose="020B0604030504040204" pitchFamily="50" charset="-128"/>
              </a:rPr>
              <a:t>起動中（メッセージが流れていきます）</a:t>
            </a:r>
          </a:p>
        </p:txBody>
      </p:sp>
      <p:pic>
        <p:nvPicPr>
          <p:cNvPr id="5" name="図 4">
            <a:extLst>
              <a:ext uri="{FF2B5EF4-FFF2-40B4-BE49-F238E27FC236}">
                <a16:creationId xmlns:a16="http://schemas.microsoft.com/office/drawing/2014/main" id="{12F689ED-4629-126D-91EA-290D5D94B0E6}"/>
              </a:ext>
            </a:extLst>
          </p:cNvPr>
          <p:cNvPicPr>
            <a:picLocks noChangeAspect="1"/>
          </p:cNvPicPr>
          <p:nvPr/>
        </p:nvPicPr>
        <p:blipFill>
          <a:blip r:embed="rId2"/>
          <a:stretch>
            <a:fillRect/>
          </a:stretch>
        </p:blipFill>
        <p:spPr>
          <a:xfrm>
            <a:off x="457222" y="1999846"/>
            <a:ext cx="4750016" cy="1540859"/>
          </a:xfrm>
          <a:prstGeom prst="rect">
            <a:avLst/>
          </a:prstGeom>
        </p:spPr>
      </p:pic>
      <p:sp>
        <p:nvSpPr>
          <p:cNvPr id="10" name="正方形/長方形 9">
            <a:extLst>
              <a:ext uri="{FF2B5EF4-FFF2-40B4-BE49-F238E27FC236}">
                <a16:creationId xmlns:a16="http://schemas.microsoft.com/office/drawing/2014/main" id="{29F82068-F4EC-64B4-2F64-6D90D2290954}"/>
              </a:ext>
            </a:extLst>
          </p:cNvPr>
          <p:cNvSpPr/>
          <p:nvPr/>
        </p:nvSpPr>
        <p:spPr>
          <a:xfrm>
            <a:off x="2294804" y="1999847"/>
            <a:ext cx="684066" cy="396000"/>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6" name="正方形/長方形 5">
            <a:extLst>
              <a:ext uri="{FF2B5EF4-FFF2-40B4-BE49-F238E27FC236}">
                <a16:creationId xmlns:a16="http://schemas.microsoft.com/office/drawing/2014/main" id="{35845A1B-B554-9E0D-44AA-684468865217}"/>
              </a:ext>
            </a:extLst>
          </p:cNvPr>
          <p:cNvSpPr/>
          <p:nvPr/>
        </p:nvSpPr>
        <p:spPr>
          <a:xfrm>
            <a:off x="2665117" y="3304997"/>
            <a:ext cx="1718347" cy="36000"/>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7" name="右矢印 19">
            <a:extLst>
              <a:ext uri="{FF2B5EF4-FFF2-40B4-BE49-F238E27FC236}">
                <a16:creationId xmlns:a16="http://schemas.microsoft.com/office/drawing/2014/main" id="{35FF7935-9D6B-D96E-F354-11BD1A7A7317}"/>
              </a:ext>
            </a:extLst>
          </p:cNvPr>
          <p:cNvSpPr/>
          <p:nvPr/>
        </p:nvSpPr>
        <p:spPr>
          <a:xfrm>
            <a:off x="5268492" y="2490756"/>
            <a:ext cx="569126" cy="534841"/>
          </a:xfrm>
          <a:prstGeom prst="rightArrow">
            <a:avLst/>
          </a:prstGeom>
          <a:solidFill>
            <a:srgbClr val="0072BC"/>
          </a:solidFill>
          <a:ln w="3175">
            <a:solidFill>
              <a:schemeClr val="tx1"/>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8" name="図 7">
            <a:extLst>
              <a:ext uri="{FF2B5EF4-FFF2-40B4-BE49-F238E27FC236}">
                <a16:creationId xmlns:a16="http://schemas.microsoft.com/office/drawing/2014/main" id="{380C001E-F824-D4B1-EC2C-827A2D06FC5A}"/>
              </a:ext>
            </a:extLst>
          </p:cNvPr>
          <p:cNvPicPr>
            <a:picLocks noChangeAspect="1"/>
          </p:cNvPicPr>
          <p:nvPr/>
        </p:nvPicPr>
        <p:blipFill>
          <a:blip r:embed="rId3"/>
          <a:srcRect r="45314"/>
          <a:stretch>
            <a:fillRect/>
          </a:stretch>
        </p:blipFill>
        <p:spPr>
          <a:xfrm>
            <a:off x="5898872" y="2200104"/>
            <a:ext cx="5291093" cy="1625338"/>
          </a:xfrm>
          <a:prstGeom prst="rect">
            <a:avLst/>
          </a:prstGeom>
        </p:spPr>
      </p:pic>
      <p:pic>
        <p:nvPicPr>
          <p:cNvPr id="15" name="図 14">
            <a:extLst>
              <a:ext uri="{FF2B5EF4-FFF2-40B4-BE49-F238E27FC236}">
                <a16:creationId xmlns:a16="http://schemas.microsoft.com/office/drawing/2014/main" id="{F20D0329-170D-9F6D-8F26-5F19D8ABED86}"/>
              </a:ext>
            </a:extLst>
          </p:cNvPr>
          <p:cNvPicPr>
            <a:picLocks noChangeAspect="1"/>
          </p:cNvPicPr>
          <p:nvPr/>
        </p:nvPicPr>
        <p:blipFill>
          <a:blip r:embed="rId4"/>
          <a:stretch>
            <a:fillRect/>
          </a:stretch>
        </p:blipFill>
        <p:spPr>
          <a:xfrm>
            <a:off x="894624" y="4604484"/>
            <a:ext cx="10402752" cy="762106"/>
          </a:xfrm>
          <a:prstGeom prst="rect">
            <a:avLst/>
          </a:prstGeom>
        </p:spPr>
      </p:pic>
      <p:sp>
        <p:nvSpPr>
          <p:cNvPr id="17" name="テキスト ボックス 16">
            <a:extLst>
              <a:ext uri="{FF2B5EF4-FFF2-40B4-BE49-F238E27FC236}">
                <a16:creationId xmlns:a16="http://schemas.microsoft.com/office/drawing/2014/main" id="{8D5BFE22-9E88-BCBB-6AB6-E7DCA9B2C86F}"/>
              </a:ext>
            </a:extLst>
          </p:cNvPr>
          <p:cNvSpPr txBox="1"/>
          <p:nvPr/>
        </p:nvSpPr>
        <p:spPr>
          <a:xfrm>
            <a:off x="878743" y="4220110"/>
            <a:ext cx="5743730" cy="369332"/>
          </a:xfrm>
          <a:prstGeom prst="rect">
            <a:avLst/>
          </a:prstGeom>
          <a:noFill/>
        </p:spPr>
        <p:txBody>
          <a:bodyPr wrap="square" rtlCol="0">
            <a:spAutoFit/>
          </a:bodyPr>
          <a:lstStyle/>
          <a:p>
            <a:r>
              <a:rPr kumimoji="1" lang="ja-JP" altLang="en-US">
                <a:latin typeface="Meiryo UI" panose="020B0604030504040204" pitchFamily="50" charset="-128"/>
                <a:ea typeface="Meiryo UI" panose="020B0604030504040204" pitchFamily="50" charset="-128"/>
              </a:rPr>
              <a:t>エラーが表示されずに、</a:t>
            </a:r>
            <a:r>
              <a:rPr kumimoji="1" lang="ja-JP" altLang="en-US" b="1">
                <a:latin typeface="Meiryo UI" panose="020B0604030504040204" pitchFamily="50" charset="-128"/>
                <a:ea typeface="Meiryo UI" panose="020B0604030504040204" pitchFamily="50" charset="-128"/>
              </a:rPr>
              <a:t>下記のメッセージが表示されれば成功</a:t>
            </a:r>
          </a:p>
        </p:txBody>
      </p:sp>
      <p:sp>
        <p:nvSpPr>
          <p:cNvPr id="19" name="正方形/長方形 18">
            <a:extLst>
              <a:ext uri="{FF2B5EF4-FFF2-40B4-BE49-F238E27FC236}">
                <a16:creationId xmlns:a16="http://schemas.microsoft.com/office/drawing/2014/main" id="{069BB977-B324-6076-2646-09C9B88E7EE9}"/>
              </a:ext>
            </a:extLst>
          </p:cNvPr>
          <p:cNvSpPr/>
          <p:nvPr/>
        </p:nvSpPr>
        <p:spPr>
          <a:xfrm>
            <a:off x="5793552" y="5283288"/>
            <a:ext cx="3044157" cy="36000"/>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0" name="右矢印 19">
            <a:extLst>
              <a:ext uri="{FF2B5EF4-FFF2-40B4-BE49-F238E27FC236}">
                <a16:creationId xmlns:a16="http://schemas.microsoft.com/office/drawing/2014/main" id="{C9EFCA7A-8F53-9708-157D-F1AA51F09997}"/>
              </a:ext>
            </a:extLst>
          </p:cNvPr>
          <p:cNvSpPr/>
          <p:nvPr/>
        </p:nvSpPr>
        <p:spPr>
          <a:xfrm rot="5400000">
            <a:off x="7082847" y="5476054"/>
            <a:ext cx="478959" cy="534841"/>
          </a:xfrm>
          <a:prstGeom prst="rightArrow">
            <a:avLst/>
          </a:prstGeom>
          <a:solidFill>
            <a:srgbClr val="0072BC"/>
          </a:solidFill>
          <a:ln w="3175">
            <a:solidFill>
              <a:schemeClr val="tx1"/>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1" name="テキスト ボックス 20">
            <a:extLst>
              <a:ext uri="{FF2B5EF4-FFF2-40B4-BE49-F238E27FC236}">
                <a16:creationId xmlns:a16="http://schemas.microsoft.com/office/drawing/2014/main" id="{F4840A98-0EEE-E193-64B1-36CBFCDCF8DA}"/>
              </a:ext>
            </a:extLst>
          </p:cNvPr>
          <p:cNvSpPr txBox="1"/>
          <p:nvPr/>
        </p:nvSpPr>
        <p:spPr>
          <a:xfrm>
            <a:off x="3870036" y="5882229"/>
            <a:ext cx="7080932" cy="646331"/>
          </a:xfrm>
          <a:prstGeom prst="rect">
            <a:avLst/>
          </a:prstGeom>
          <a:noFill/>
        </p:spPr>
        <p:txBody>
          <a:bodyPr wrap="square" rtlCol="0">
            <a:spAutoFit/>
          </a:bodyPr>
          <a:lstStyle/>
          <a:p>
            <a:r>
              <a:rPr kumimoji="1" lang="ja-JP" altLang="en-US">
                <a:latin typeface="Meiryo UI" panose="020B0604030504040204" pitchFamily="50" charset="-128"/>
                <a:ea typeface="Meiryo UI" panose="020B0604030504040204" pitchFamily="50" charset="-128"/>
              </a:rPr>
              <a:t>最後に「</a:t>
            </a:r>
            <a:r>
              <a:rPr kumimoji="1" lang="en-US" altLang="ja-JP">
                <a:latin typeface="Meiryo UI" panose="020B0604030504040204" pitchFamily="50" charset="-128"/>
                <a:ea typeface="Meiryo UI" panose="020B0604030504040204" pitchFamily="50" charset="-128"/>
              </a:rPr>
              <a:t>Ctrl</a:t>
            </a:r>
            <a:r>
              <a:rPr kumimoji="1" lang="ja-JP" altLang="en-US">
                <a:latin typeface="Meiryo UI" panose="020B0604030504040204" pitchFamily="50" charset="-128"/>
                <a:ea typeface="Meiryo UI" panose="020B0604030504040204" pitchFamily="50" charset="-128"/>
              </a:rPr>
              <a:t>＋</a:t>
            </a:r>
            <a:r>
              <a:rPr kumimoji="1" lang="en-US" altLang="ja-JP">
                <a:latin typeface="Meiryo UI" panose="020B0604030504040204" pitchFamily="50" charset="-128"/>
                <a:ea typeface="Meiryo UI" panose="020B0604030504040204" pitchFamily="50" charset="-128"/>
              </a:rPr>
              <a:t>C</a:t>
            </a:r>
            <a:r>
              <a:rPr lang="ja-JP" altLang="en-US">
                <a:latin typeface="Meiryo UI" panose="020B0604030504040204" pitchFamily="50" charset="-128"/>
                <a:ea typeface="Meiryo UI" panose="020B0604030504040204" pitchFamily="50" charset="-128"/>
              </a:rPr>
              <a:t>」を打って終了します。</a:t>
            </a:r>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「バッチ ジョブを終了しますか </a:t>
            </a:r>
            <a:r>
              <a:rPr lang="en-US" altLang="ja-JP">
                <a:latin typeface="Meiryo UI" panose="020B0604030504040204" pitchFamily="50" charset="-128"/>
                <a:ea typeface="Meiryo UI" panose="020B0604030504040204" pitchFamily="50" charset="-128"/>
              </a:rPr>
              <a:t>(Y/N)? </a:t>
            </a:r>
            <a:r>
              <a:rPr kumimoji="1" lang="ja-JP" altLang="en-US">
                <a:latin typeface="Meiryo UI" panose="020B0604030504040204" pitchFamily="50" charset="-128"/>
                <a:ea typeface="Meiryo UI" panose="020B0604030504040204" pitchFamily="50" charset="-128"/>
              </a:rPr>
              <a:t>」が表示されたら「</a:t>
            </a:r>
            <a:r>
              <a:rPr kumimoji="1" lang="en-US" altLang="ja-JP" b="1">
                <a:latin typeface="Meiryo UI" panose="020B0604030504040204" pitchFamily="50" charset="-128"/>
                <a:ea typeface="Meiryo UI" panose="020B0604030504040204" pitchFamily="50" charset="-128"/>
              </a:rPr>
              <a:t>Y</a:t>
            </a:r>
            <a:r>
              <a:rPr kumimoji="1" lang="ja-JP" altLang="en-US">
                <a:latin typeface="Meiryo UI" panose="020B0604030504040204" pitchFamily="50" charset="-128"/>
                <a:ea typeface="Meiryo UI" panose="020B0604030504040204" pitchFamily="50" charset="-128"/>
              </a:rPr>
              <a:t>」を入力</a:t>
            </a:r>
            <a:endParaRPr kumimoji="1" lang="ja-JP" altLang="en-US"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83689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ACAF-20B1-6CA8-65BC-7028F7C825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23AE524-4D4B-1BE9-58BD-478901CFB1CD}"/>
              </a:ext>
            </a:extLst>
          </p:cNvPr>
          <p:cNvSpPr>
            <a:spLocks noGrp="1"/>
          </p:cNvSpPr>
          <p:nvPr>
            <p:ph type="title"/>
          </p:nvPr>
        </p:nvSpPr>
        <p:spPr>
          <a:xfrm>
            <a:off x="370800" y="2724073"/>
            <a:ext cx="7480800" cy="704927"/>
          </a:xfrm>
        </p:spPr>
        <p:txBody>
          <a:bodyPr/>
          <a:lstStyle/>
          <a:p>
            <a:r>
              <a:rPr lang="en-US" altLang="zh-TW" sz="3600">
                <a:solidFill>
                  <a:srgbClr val="0072BC"/>
                </a:solidFill>
              </a:rPr>
              <a:t>EC</a:t>
            </a:r>
            <a:r>
              <a:rPr lang="ja-JP" altLang="en-US" sz="3600">
                <a:solidFill>
                  <a:srgbClr val="0072BC"/>
                </a:solidFill>
              </a:rPr>
              <a:t>サイト </a:t>
            </a:r>
            <a:r>
              <a:rPr lang="en-US" altLang="ja-JP" sz="3600">
                <a:solidFill>
                  <a:srgbClr val="0072BC"/>
                </a:solidFill>
              </a:rPr>
              <a:t>Web</a:t>
            </a:r>
            <a:r>
              <a:rPr lang="ja-JP" altLang="en-US" sz="3600">
                <a:solidFill>
                  <a:srgbClr val="0072BC"/>
                </a:solidFill>
              </a:rPr>
              <a:t>アプリの要件</a:t>
            </a:r>
            <a:endParaRPr kumimoji="1" lang="ja-JP" altLang="en-US" sz="3600">
              <a:solidFill>
                <a:srgbClr val="0072BC"/>
              </a:solidFill>
            </a:endParaRPr>
          </a:p>
        </p:txBody>
      </p:sp>
    </p:spTree>
    <p:extLst>
      <p:ext uri="{BB962C8B-B14F-4D97-AF65-F5344CB8AC3E}">
        <p14:creationId xmlns:p14="http://schemas.microsoft.com/office/powerpoint/2010/main" val="96908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C8FC2-F4A2-DDD2-5C8A-FEE9F36847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93EF16-9805-75CE-5A92-A807F904F8EB}"/>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 </a:t>
            </a:r>
            <a:r>
              <a:rPr lang="en-US" altLang="ja-JP">
                <a:solidFill>
                  <a:schemeClr val="accent2"/>
                </a:solidFill>
              </a:rPr>
              <a:t>– </a:t>
            </a:r>
            <a:r>
              <a:rPr lang="ja-JP" altLang="en-US">
                <a:solidFill>
                  <a:schemeClr val="accent2"/>
                </a:solidFill>
              </a:rPr>
              <a:t>はじめに</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94DF2508-AE81-F41F-F2C1-0B4FF7277BF4}"/>
              </a:ext>
            </a:extLst>
          </p:cNvPr>
          <p:cNvSpPr>
            <a:spLocks noGrp="1"/>
          </p:cNvSpPr>
          <p:nvPr>
            <p:ph sz="quarter" idx="10"/>
          </p:nvPr>
        </p:nvSpPr>
        <p:spPr>
          <a:xfrm>
            <a:off x="371474" y="1038385"/>
            <a:ext cx="11448000" cy="5379193"/>
          </a:xfrm>
        </p:spPr>
        <p:txBody>
          <a:bodyPr/>
          <a:lstStyle/>
          <a:p>
            <a:r>
              <a:rPr lang="ja-JP" altLang="en-US"/>
              <a:t>本ページ以降に、</a:t>
            </a:r>
            <a:r>
              <a:rPr lang="en-US" altLang="ja-JP"/>
              <a:t>EC</a:t>
            </a:r>
            <a:r>
              <a:rPr lang="ja-JP" altLang="en-US"/>
              <a:t>サイト</a:t>
            </a:r>
            <a:r>
              <a:rPr lang="en-US" altLang="ja-JP"/>
              <a:t>Web</a:t>
            </a:r>
            <a:r>
              <a:rPr lang="ja-JP" altLang="en-US"/>
              <a:t>アプリケーションの要件</a:t>
            </a:r>
            <a:r>
              <a:rPr kumimoji="1" lang="ja-JP" altLang="en-US"/>
              <a:t>を示します。</a:t>
            </a:r>
            <a:endParaRPr kumimoji="1" lang="en-US" altLang="ja-JP"/>
          </a:p>
          <a:p>
            <a:endParaRPr kumimoji="1" lang="en-US" altLang="ja-JP" b="1"/>
          </a:p>
          <a:p>
            <a:r>
              <a:rPr kumimoji="1" lang="ja-JP" altLang="en-US" b="1"/>
              <a:t>ビジネスルール</a:t>
            </a:r>
            <a:endParaRPr lang="en-US" altLang="ja-JP" b="1"/>
          </a:p>
          <a:p>
            <a:pPr marL="645750" lvl="1" indent="-285750">
              <a:buFont typeface="Wingdings" panose="05000000000000000000" pitchFamily="2" charset="2"/>
              <a:buChar char="Ø"/>
            </a:pPr>
            <a:r>
              <a:rPr kumimoji="1" lang="ja-JP" altLang="en-US"/>
              <a:t>商品一覧画面で</a:t>
            </a:r>
            <a:r>
              <a:rPr lang="ja-JP" altLang="en-US"/>
              <a:t>は、販売停止中商品を表示させない。また、販売中商品の商品情報（商品画像、商品名、単価、在庫数、販売ステータス）を表示する。商品は</a:t>
            </a:r>
            <a:r>
              <a:rPr lang="en-US" altLang="ja-JP"/>
              <a:t>1</a:t>
            </a:r>
            <a:r>
              <a:rPr lang="ja-JP" altLang="en-US"/>
              <a:t>個ずつカートに追加できる。ただし、在庫切れ商品はカートに追加できない</a:t>
            </a:r>
            <a:r>
              <a:rPr kumimoji="1" lang="ja-JP" altLang="en-US"/>
              <a:t>。</a:t>
            </a:r>
            <a:endParaRPr kumimoji="1" lang="en-US" altLang="ja-JP"/>
          </a:p>
          <a:p>
            <a:pPr marL="645750" lvl="1" indent="-285750">
              <a:buFont typeface="Wingdings" panose="05000000000000000000" pitchFamily="2" charset="2"/>
              <a:buChar char="Ø"/>
            </a:pPr>
            <a:r>
              <a:rPr kumimoji="1" lang="ja-JP" altLang="en-US"/>
              <a:t>商品詳細画面では、商品情報（</a:t>
            </a:r>
            <a:r>
              <a:rPr lang="ja-JP" altLang="en-US"/>
              <a:t>商品画像、商品名、商品説明、商品</a:t>
            </a:r>
            <a:r>
              <a:rPr lang="en-US" altLang="ja-JP"/>
              <a:t>ID</a:t>
            </a:r>
            <a:r>
              <a:rPr lang="ja-JP" altLang="en-US"/>
              <a:t>、単価、在庫数、販売ステータス</a:t>
            </a:r>
            <a:r>
              <a:rPr kumimoji="1" lang="ja-JP" altLang="en-US"/>
              <a:t>）を表示する。</a:t>
            </a:r>
            <a:r>
              <a:rPr lang="ja-JP" altLang="en-US"/>
              <a:t>商品は数量を選択し、カートに追加できる。ただし、在庫切れ商品はカートに追加できない。</a:t>
            </a:r>
            <a:endParaRPr kumimoji="1" lang="en-US" altLang="ja-JP"/>
          </a:p>
          <a:p>
            <a:pPr marL="645750" lvl="1" indent="-285750">
              <a:buFont typeface="Wingdings" panose="05000000000000000000" pitchFamily="2" charset="2"/>
              <a:buChar char="Ø"/>
            </a:pPr>
            <a:r>
              <a:rPr kumimoji="1" lang="ja-JP" altLang="en-US"/>
              <a:t>カート画面では、追加した商品の情報（商品</a:t>
            </a:r>
            <a:r>
              <a:rPr kumimoji="1" lang="en-US" altLang="ja-JP"/>
              <a:t>ID</a:t>
            </a:r>
            <a:r>
              <a:rPr kumimoji="1" lang="ja-JP" altLang="en-US"/>
              <a:t>、商品名、単価、数量、小計）および全商品の合計金額を表示する。数量は変更できる。また、それぞれの商品をカートから削除することができる。</a:t>
            </a:r>
            <a:endParaRPr kumimoji="1" lang="en-US" altLang="ja-JP"/>
          </a:p>
          <a:p>
            <a:pPr marL="645750" lvl="1" indent="-285750">
              <a:buFont typeface="Wingdings" panose="05000000000000000000" pitchFamily="2" charset="2"/>
              <a:buChar char="Ø"/>
            </a:pPr>
            <a:r>
              <a:rPr kumimoji="1" lang="ja-JP" altLang="en-US"/>
              <a:t>注文確認画面では、カート内容を表示し、配送先情報（氏名、郵便番号、住所、電話番号）を入力する。</a:t>
            </a:r>
            <a:endParaRPr kumimoji="1" lang="en-US" altLang="ja-JP"/>
          </a:p>
          <a:p>
            <a:pPr marL="645750" lvl="1" indent="-285750">
              <a:buFont typeface="Wingdings" panose="05000000000000000000" pitchFamily="2" charset="2"/>
              <a:buChar char="Ø"/>
            </a:pPr>
            <a:r>
              <a:rPr kumimoji="1" lang="ja-JP" altLang="en-US"/>
              <a:t>注文確定画面では、注文完了メッセージおよび採番した注文番号を表示する。</a:t>
            </a:r>
            <a:endParaRPr kumimoji="1" lang="en-US" altLang="ja-JP"/>
          </a:p>
          <a:p>
            <a:pPr marL="645750" lvl="1" indent="-285750">
              <a:buFont typeface="Wingdings" panose="05000000000000000000" pitchFamily="2" charset="2"/>
              <a:buChar char="Ø"/>
            </a:pPr>
            <a:r>
              <a:rPr kumimoji="1" lang="ja-JP" altLang="en-US"/>
              <a:t>商品一覧画面、商品詳細画面、またはカート画面で在庫数を超える数量の商品をカートに追加しようとした場合、もしくは注文確認画面で制約を満たさない配送先情報を入力した場合は、画面遷移せず、エラーメッセージを表示する。</a:t>
            </a:r>
            <a:endParaRPr lang="en-US" altLang="ja-JP"/>
          </a:p>
          <a:p>
            <a:r>
              <a:rPr kumimoji="1" lang="ja-JP" altLang="en-US" b="1"/>
              <a:t>禁止事項</a:t>
            </a:r>
            <a:endParaRPr kumimoji="1" lang="en-US" altLang="ja-JP" b="1"/>
          </a:p>
          <a:p>
            <a:pPr marL="645750" lvl="1" indent="-285750">
              <a:buFont typeface="Wingdings" panose="05000000000000000000" pitchFamily="2" charset="2"/>
              <a:buChar char="Ø"/>
            </a:pPr>
            <a:r>
              <a:rPr lang="ja-JP" altLang="en-US">
                <a:solidFill>
                  <a:srgbClr val="C00000"/>
                </a:solidFill>
              </a:rPr>
              <a:t>要件に記されていない機能（決済機能やユーザー認証機能など）を実装</a:t>
            </a:r>
            <a:r>
              <a:rPr lang="ja-JP" altLang="en-US"/>
              <a:t>すること</a:t>
            </a:r>
            <a:endParaRPr lang="en-US" altLang="ja-JP"/>
          </a:p>
          <a:p>
            <a:pPr marL="645750" lvl="1" indent="-285750">
              <a:buFont typeface="Wingdings" panose="05000000000000000000" pitchFamily="2" charset="2"/>
              <a:buChar char="Ø"/>
            </a:pPr>
            <a:r>
              <a:rPr lang="ja-JP" altLang="en-US">
                <a:solidFill>
                  <a:srgbClr val="C00000"/>
                </a:solidFill>
              </a:rPr>
              <a:t>配布されていない商品画像を使用</a:t>
            </a:r>
            <a:r>
              <a:rPr lang="ja-JP" altLang="en-US"/>
              <a:t>すること</a:t>
            </a:r>
            <a:endParaRPr lang="en-US" altLang="ja-JP"/>
          </a:p>
        </p:txBody>
      </p:sp>
    </p:spTree>
    <p:extLst>
      <p:ext uri="{BB962C8B-B14F-4D97-AF65-F5344CB8AC3E}">
        <p14:creationId xmlns:p14="http://schemas.microsoft.com/office/powerpoint/2010/main" val="651476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8A50-EBD8-AD83-88A3-5CCB12C5E2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DFE7AF-4EB6-7D7D-79C1-F8C998474D32}"/>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アプリの要件➊ 画面</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0BF141D3-892E-6650-1BE4-5A589C511A92}"/>
              </a:ext>
            </a:extLst>
          </p:cNvPr>
          <p:cNvSpPr>
            <a:spLocks noGrp="1"/>
          </p:cNvSpPr>
          <p:nvPr>
            <p:ph sz="quarter" idx="10"/>
          </p:nvPr>
        </p:nvSpPr>
        <p:spPr>
          <a:xfrm>
            <a:off x="371474" y="1038386"/>
            <a:ext cx="11448000" cy="396000"/>
          </a:xfrm>
        </p:spPr>
        <p:txBody>
          <a:bodyPr/>
          <a:lstStyle/>
          <a:p>
            <a:r>
              <a:rPr lang="ja-JP" altLang="en-US"/>
              <a:t>以下の仕様で画面を実現する。</a:t>
            </a:r>
            <a:endParaRPr kumimoji="1" lang="en-US" altLang="ja-JP"/>
          </a:p>
          <a:p>
            <a:endParaRPr kumimoji="1" lang="en-US" altLang="ja-JP"/>
          </a:p>
        </p:txBody>
      </p:sp>
      <p:graphicFrame>
        <p:nvGraphicFramePr>
          <p:cNvPr id="4" name="表 3">
            <a:extLst>
              <a:ext uri="{FF2B5EF4-FFF2-40B4-BE49-F238E27FC236}">
                <a16:creationId xmlns:a16="http://schemas.microsoft.com/office/drawing/2014/main" id="{8748EDCA-083E-B6A6-B6C1-075EEE8C320C}"/>
              </a:ext>
            </a:extLst>
          </p:cNvPr>
          <p:cNvGraphicFramePr>
            <a:graphicFrameLocks noGrp="1"/>
          </p:cNvGraphicFramePr>
          <p:nvPr>
            <p:extLst>
              <p:ext uri="{D42A27DB-BD31-4B8C-83A1-F6EECF244321}">
                <p14:modId xmlns:p14="http://schemas.microsoft.com/office/powerpoint/2010/main" val="777504748"/>
              </p:ext>
            </p:extLst>
          </p:nvPr>
        </p:nvGraphicFramePr>
        <p:xfrm>
          <a:off x="371476" y="1390954"/>
          <a:ext cx="11447324" cy="2372360"/>
        </p:xfrm>
        <a:graphic>
          <a:graphicData uri="http://schemas.openxmlformats.org/drawingml/2006/table">
            <a:tbl>
              <a:tblPr firstRow="1" bandRow="1">
                <a:tableStyleId>{F5AB1C69-6EDB-4FF4-983F-18BD219EF322}</a:tableStyleId>
              </a:tblPr>
              <a:tblGrid>
                <a:gridCol w="1121426">
                  <a:extLst>
                    <a:ext uri="{9D8B030D-6E8A-4147-A177-3AD203B41FA5}">
                      <a16:colId xmlns:a16="http://schemas.microsoft.com/office/drawing/2014/main" val="2788581313"/>
                    </a:ext>
                  </a:extLst>
                </a:gridCol>
                <a:gridCol w="1863599">
                  <a:extLst>
                    <a:ext uri="{9D8B030D-6E8A-4147-A177-3AD203B41FA5}">
                      <a16:colId xmlns:a16="http://schemas.microsoft.com/office/drawing/2014/main" val="3910751633"/>
                    </a:ext>
                  </a:extLst>
                </a:gridCol>
                <a:gridCol w="2449768">
                  <a:extLst>
                    <a:ext uri="{9D8B030D-6E8A-4147-A177-3AD203B41FA5}">
                      <a16:colId xmlns:a16="http://schemas.microsoft.com/office/drawing/2014/main" val="4213581110"/>
                    </a:ext>
                  </a:extLst>
                </a:gridCol>
                <a:gridCol w="6012531">
                  <a:extLst>
                    <a:ext uri="{9D8B030D-6E8A-4147-A177-3AD203B41FA5}">
                      <a16:colId xmlns:a16="http://schemas.microsoft.com/office/drawing/2014/main" val="2304199466"/>
                    </a:ext>
                  </a:extLst>
                </a:gridCol>
              </a:tblGrid>
              <a:tr h="370840">
                <a:tc>
                  <a:txBody>
                    <a:bodyPr/>
                    <a:lstStyle/>
                    <a:p>
                      <a:r>
                        <a:rPr kumimoji="1" lang="ja-JP" altLang="en-US" sz="1400">
                          <a:latin typeface="+mj-ea"/>
                          <a:ea typeface="+mj-ea"/>
                        </a:rPr>
                        <a:t>画面</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画面名</a:t>
                      </a:r>
                    </a:p>
                  </a:txBody>
                  <a:tcPr/>
                </a:tc>
                <a:tc>
                  <a:txBody>
                    <a:bodyPr/>
                    <a:lstStyle/>
                    <a:p>
                      <a:r>
                        <a:rPr kumimoji="1" lang="ja-JP" altLang="en-US" sz="1400">
                          <a:latin typeface="+mj-ea"/>
                          <a:ea typeface="+mj-ea"/>
                        </a:rPr>
                        <a:t>テンプレート名</a:t>
                      </a:r>
                    </a:p>
                  </a:txBody>
                  <a:tcPr/>
                </a:tc>
                <a:tc>
                  <a:txBody>
                    <a:bodyPr/>
                    <a:lstStyle/>
                    <a:p>
                      <a:r>
                        <a:rPr kumimoji="1" lang="ja-JP" altLang="en-US" sz="1400">
                          <a:latin typeface="+mj-ea"/>
                          <a:ea typeface="+mj-ea"/>
                        </a:rPr>
                        <a:t>概要</a:t>
                      </a:r>
                    </a:p>
                  </a:txBody>
                  <a:tcPr/>
                </a:tc>
                <a:extLst>
                  <a:ext uri="{0D108BD9-81ED-4DB2-BD59-A6C34878D82A}">
                    <a16:rowId xmlns:a16="http://schemas.microsoft.com/office/drawing/2014/main" val="663147833"/>
                  </a:ext>
                </a:extLst>
              </a:tr>
              <a:tr h="370840">
                <a:tc>
                  <a:txBody>
                    <a:bodyPr/>
                    <a:lstStyle/>
                    <a:p>
                      <a:r>
                        <a:rPr kumimoji="1" lang="en-US" altLang="ja-JP" sz="1400">
                          <a:latin typeface="+mj-ea"/>
                          <a:ea typeface="+mj-ea"/>
                        </a:rPr>
                        <a:t>SCR-01</a:t>
                      </a:r>
                      <a:endParaRPr kumimoji="1" lang="ja-JP" altLang="en-US" sz="1400">
                        <a:latin typeface="+mj-ea"/>
                        <a:ea typeface="+mj-ea"/>
                      </a:endParaRPr>
                    </a:p>
                  </a:txBody>
                  <a:tcPr/>
                </a:tc>
                <a:tc>
                  <a:txBody>
                    <a:bodyPr/>
                    <a:lstStyle/>
                    <a:p>
                      <a:r>
                        <a:rPr kumimoji="1" lang="ja-JP" altLang="en-US" sz="1400">
                          <a:latin typeface="+mj-ea"/>
                          <a:ea typeface="+mj-ea"/>
                        </a:rPr>
                        <a:t>商品一覧画面</a:t>
                      </a:r>
                    </a:p>
                  </a:txBody>
                  <a:tcPr/>
                </a:tc>
                <a:tc>
                  <a:txBody>
                    <a:bodyPr/>
                    <a:lstStyle/>
                    <a:p>
                      <a:r>
                        <a:rPr kumimoji="1" lang="en-US" altLang="ja-JP" sz="1400">
                          <a:latin typeface="+mj-ea"/>
                          <a:ea typeface="+mj-ea"/>
                        </a:rPr>
                        <a:t>products.html</a:t>
                      </a:r>
                      <a:endParaRPr kumimoji="1" lang="ja-JP" altLang="en-US" sz="1400">
                        <a:latin typeface="+mj-ea"/>
                        <a:ea typeface="+mj-ea"/>
                      </a:endParaRPr>
                    </a:p>
                  </a:txBody>
                  <a:tcPr/>
                </a:tc>
                <a:tc>
                  <a:txBody>
                    <a:bodyPr/>
                    <a:lstStyle/>
                    <a:p>
                      <a:r>
                        <a:rPr kumimoji="1" lang="ja-JP" altLang="en-US" sz="1400">
                          <a:latin typeface="+mj-ea"/>
                          <a:ea typeface="+mj-ea"/>
                        </a:rPr>
                        <a:t>販売中商品の一覧を表示する</a:t>
                      </a:r>
                      <a:endParaRPr kumimoji="1" lang="en-US" altLang="ja-JP" sz="1400">
                        <a:latin typeface="+mj-ea"/>
                        <a:ea typeface="+mj-ea"/>
                      </a:endParaRPr>
                    </a:p>
                    <a:p>
                      <a:r>
                        <a:rPr kumimoji="1" lang="ja-JP" altLang="en-US" sz="1400">
                          <a:latin typeface="+mj-ea"/>
                          <a:ea typeface="+mj-ea"/>
                        </a:rPr>
                        <a:t>商品を</a:t>
                      </a:r>
                      <a:r>
                        <a:rPr kumimoji="1" lang="ja-JP" altLang="en-US" sz="1400" kern="1200">
                          <a:solidFill>
                            <a:schemeClr val="dk1"/>
                          </a:solidFill>
                          <a:latin typeface="+mj-ea"/>
                          <a:ea typeface="+mn-ea"/>
                          <a:cs typeface="+mn-cs"/>
                        </a:rPr>
                        <a:t>カートへ追加する（数量は１つのみ）</a:t>
                      </a:r>
                      <a:endParaRPr kumimoji="1" lang="ja-JP" altLang="en-US" sz="1400">
                        <a:latin typeface="+mj-ea"/>
                        <a:ea typeface="+mj-ea"/>
                      </a:endParaRPr>
                    </a:p>
                  </a:txBody>
                  <a:tcPr/>
                </a:tc>
                <a:extLst>
                  <a:ext uri="{0D108BD9-81ED-4DB2-BD59-A6C34878D82A}">
                    <a16:rowId xmlns:a16="http://schemas.microsoft.com/office/drawing/2014/main" val="418348733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SCR-02</a:t>
                      </a:r>
                      <a:endParaRPr kumimoji="1" lang="ja-JP" altLang="en-US" sz="1400">
                        <a:latin typeface="+mj-ea"/>
                        <a:ea typeface="+mj-ea"/>
                      </a:endParaRPr>
                    </a:p>
                  </a:txBody>
                  <a:tcPr/>
                </a:tc>
                <a:tc>
                  <a:txBody>
                    <a:bodyPr/>
                    <a:lstStyle/>
                    <a:p>
                      <a:r>
                        <a:rPr kumimoji="1" lang="ja-JP" altLang="en-US" sz="1400">
                          <a:latin typeface="+mj-ea"/>
                          <a:ea typeface="+mj-ea"/>
                        </a:rPr>
                        <a:t>商品詳細画面</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products-detail.html</a:t>
                      </a:r>
                      <a:endParaRPr kumimoji="1" lang="ja-JP" altLang="en-US" sz="1400">
                        <a:latin typeface="+mj-ea"/>
                        <a:ea typeface="+mj-ea"/>
                      </a:endParaRPr>
                    </a:p>
                  </a:txBody>
                  <a:tcPr/>
                </a:tc>
                <a:tc>
                  <a:txBody>
                    <a:bodyPr/>
                    <a:lstStyle/>
                    <a:p>
                      <a:r>
                        <a:rPr kumimoji="1" lang="ja-JP" altLang="en-US" sz="1400">
                          <a:latin typeface="+mj-ea"/>
                          <a:ea typeface="+mj-ea"/>
                        </a:rPr>
                        <a:t>商品詳細を表示し、数量指定してカートへ追加する</a:t>
                      </a:r>
                    </a:p>
                  </a:txBody>
                  <a:tcPr/>
                </a:tc>
                <a:extLst>
                  <a:ext uri="{0D108BD9-81ED-4DB2-BD59-A6C34878D82A}">
                    <a16:rowId xmlns:a16="http://schemas.microsoft.com/office/drawing/2014/main" val="4197115414"/>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SCR-03</a:t>
                      </a:r>
                      <a:endParaRPr kumimoji="1" lang="ja-JP" altLang="en-US" sz="1400">
                        <a:latin typeface="+mj-ea"/>
                        <a:ea typeface="+mj-ea"/>
                      </a:endParaRPr>
                    </a:p>
                  </a:txBody>
                  <a:tcPr/>
                </a:tc>
                <a:tc>
                  <a:txBody>
                    <a:bodyPr/>
                    <a:lstStyle/>
                    <a:p>
                      <a:r>
                        <a:rPr kumimoji="1" lang="ja-JP" altLang="en-US" sz="1400">
                          <a:latin typeface="+mj-ea"/>
                          <a:ea typeface="+mj-ea"/>
                        </a:rPr>
                        <a:t>カート画面</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cart.html</a:t>
                      </a:r>
                      <a:endParaRPr kumimoji="1" lang="ja-JP" altLang="en-US" sz="1400">
                        <a:latin typeface="+mj-ea"/>
                        <a:ea typeface="+mj-ea"/>
                      </a:endParaRPr>
                    </a:p>
                  </a:txBody>
                  <a:tcPr/>
                </a:tc>
                <a:tc>
                  <a:txBody>
                    <a:bodyPr/>
                    <a:lstStyle/>
                    <a:p>
                      <a:r>
                        <a:rPr kumimoji="1" lang="ja-JP" altLang="en-US" sz="1400">
                          <a:latin typeface="+mj-ea"/>
                          <a:ea typeface="+mj-ea"/>
                        </a:rPr>
                        <a:t>カート内容を表示し、数量変更・削除・注文確認画面への遷移を行う</a:t>
                      </a:r>
                    </a:p>
                  </a:txBody>
                  <a:tcPr/>
                </a:tc>
                <a:extLst>
                  <a:ext uri="{0D108BD9-81ED-4DB2-BD59-A6C34878D82A}">
                    <a16:rowId xmlns:a16="http://schemas.microsoft.com/office/drawing/2014/main" val="1287641607"/>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SCR-04</a:t>
                      </a:r>
                      <a:endParaRPr kumimoji="1" lang="ja-JP" altLang="en-US" sz="1400">
                        <a:latin typeface="+mj-ea"/>
                        <a:ea typeface="+mj-ea"/>
                      </a:endParaRPr>
                    </a:p>
                  </a:txBody>
                  <a:tcPr/>
                </a:tc>
                <a:tc>
                  <a:txBody>
                    <a:bodyPr/>
                    <a:lstStyle/>
                    <a:p>
                      <a:r>
                        <a:rPr kumimoji="1" lang="ja-JP" altLang="en-US" sz="1400">
                          <a:latin typeface="+mj-ea"/>
                          <a:ea typeface="+mj-ea"/>
                        </a:rPr>
                        <a:t>注文確認画面</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order-confirm.html</a:t>
                      </a:r>
                      <a:endParaRPr kumimoji="1" lang="ja-JP" altLang="en-US" sz="1400">
                        <a:latin typeface="+mj-ea"/>
                        <a:ea typeface="+mj-ea"/>
                      </a:endParaRPr>
                    </a:p>
                  </a:txBody>
                  <a:tcPr/>
                </a:tc>
                <a:tc>
                  <a:txBody>
                    <a:bodyPr/>
                    <a:lstStyle/>
                    <a:p>
                      <a:r>
                        <a:rPr kumimoji="1" lang="ja-JP" altLang="en-US" sz="1400">
                          <a:latin typeface="+mj-ea"/>
                          <a:ea typeface="+mj-ea"/>
                        </a:rPr>
                        <a:t>配送先情報を入力し、注文内容を確認して注文を確定する</a:t>
                      </a:r>
                    </a:p>
                  </a:txBody>
                  <a:tcPr/>
                </a:tc>
                <a:extLst>
                  <a:ext uri="{0D108BD9-81ED-4DB2-BD59-A6C34878D82A}">
                    <a16:rowId xmlns:a16="http://schemas.microsoft.com/office/drawing/2014/main" val="68749272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SCR-05</a:t>
                      </a:r>
                      <a:endParaRPr kumimoji="1" lang="ja-JP" altLang="en-US" sz="1400">
                        <a:latin typeface="+mj-ea"/>
                        <a:ea typeface="+mj-ea"/>
                      </a:endParaRPr>
                    </a:p>
                  </a:txBody>
                  <a:tcPr/>
                </a:tc>
                <a:tc>
                  <a:txBody>
                    <a:bodyPr/>
                    <a:lstStyle/>
                    <a:p>
                      <a:r>
                        <a:rPr kumimoji="1" lang="ja-JP" altLang="en-US" sz="1400">
                          <a:latin typeface="+mj-ea"/>
                          <a:ea typeface="+mj-ea"/>
                        </a:rPr>
                        <a:t>注文完了画面</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order-complete.html</a:t>
                      </a:r>
                      <a:endParaRPr kumimoji="1" lang="ja-JP" altLang="en-US" sz="1400">
                        <a:latin typeface="+mj-ea"/>
                        <a:ea typeface="+mj-ea"/>
                      </a:endParaRPr>
                    </a:p>
                  </a:txBody>
                  <a:tcPr/>
                </a:tc>
                <a:tc>
                  <a:txBody>
                    <a:bodyPr/>
                    <a:lstStyle/>
                    <a:p>
                      <a:r>
                        <a:rPr kumimoji="1" lang="ja-JP" altLang="en-US" sz="1400">
                          <a:latin typeface="+mj-ea"/>
                          <a:ea typeface="+mj-ea"/>
                        </a:rPr>
                        <a:t>注文確定後の結果を表示する</a:t>
                      </a:r>
                    </a:p>
                  </a:txBody>
                  <a:tcPr/>
                </a:tc>
                <a:extLst>
                  <a:ext uri="{0D108BD9-81ED-4DB2-BD59-A6C34878D82A}">
                    <a16:rowId xmlns:a16="http://schemas.microsoft.com/office/drawing/2014/main" val="1750711620"/>
                  </a:ext>
                </a:extLst>
              </a:tr>
            </a:tbl>
          </a:graphicData>
        </a:graphic>
      </p:graphicFrame>
    </p:spTree>
    <p:extLst>
      <p:ext uri="{BB962C8B-B14F-4D97-AF65-F5344CB8AC3E}">
        <p14:creationId xmlns:p14="http://schemas.microsoft.com/office/powerpoint/2010/main" val="2780618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0F5E-E4A9-2176-FA51-C547265633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BC4E75-D625-04B1-0322-A97F467C6613}"/>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アプリの要件➋ 機能</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17AA8C1E-9A9F-BD47-C693-7A92727BD6F9}"/>
              </a:ext>
            </a:extLst>
          </p:cNvPr>
          <p:cNvSpPr>
            <a:spLocks noGrp="1"/>
          </p:cNvSpPr>
          <p:nvPr>
            <p:ph sz="quarter" idx="10"/>
          </p:nvPr>
        </p:nvSpPr>
        <p:spPr>
          <a:xfrm>
            <a:off x="370799" y="1052513"/>
            <a:ext cx="11448000" cy="627452"/>
          </a:xfrm>
        </p:spPr>
        <p:txBody>
          <a:bodyPr/>
          <a:lstStyle/>
          <a:p>
            <a:r>
              <a:rPr lang="ja-JP" altLang="en-US"/>
              <a:t>以下の仕様で機能を実現する。</a:t>
            </a:r>
            <a:endParaRPr kumimoji="1" lang="en-US" altLang="ja-JP"/>
          </a:p>
          <a:p>
            <a:endParaRPr kumimoji="1" lang="en-US" altLang="ja-JP"/>
          </a:p>
        </p:txBody>
      </p:sp>
      <p:graphicFrame>
        <p:nvGraphicFramePr>
          <p:cNvPr id="4" name="表 3">
            <a:extLst>
              <a:ext uri="{FF2B5EF4-FFF2-40B4-BE49-F238E27FC236}">
                <a16:creationId xmlns:a16="http://schemas.microsoft.com/office/drawing/2014/main" id="{C12F63B4-12A0-D78F-B175-44461172F425}"/>
              </a:ext>
            </a:extLst>
          </p:cNvPr>
          <p:cNvGraphicFramePr>
            <a:graphicFrameLocks noGrp="1"/>
          </p:cNvGraphicFramePr>
          <p:nvPr>
            <p:extLst>
              <p:ext uri="{D42A27DB-BD31-4B8C-83A1-F6EECF244321}">
                <p14:modId xmlns:p14="http://schemas.microsoft.com/office/powerpoint/2010/main" val="69947313"/>
              </p:ext>
            </p:extLst>
          </p:nvPr>
        </p:nvGraphicFramePr>
        <p:xfrm>
          <a:off x="370799" y="1357850"/>
          <a:ext cx="11448001" cy="4541520"/>
        </p:xfrm>
        <a:graphic>
          <a:graphicData uri="http://schemas.openxmlformats.org/drawingml/2006/table">
            <a:tbl>
              <a:tblPr firstRow="1" bandRow="1">
                <a:tableStyleId>{F5AB1C69-6EDB-4FF4-983F-18BD219EF322}</a:tableStyleId>
              </a:tblPr>
              <a:tblGrid>
                <a:gridCol w="856569">
                  <a:extLst>
                    <a:ext uri="{9D8B030D-6E8A-4147-A177-3AD203B41FA5}">
                      <a16:colId xmlns:a16="http://schemas.microsoft.com/office/drawing/2014/main" val="2788581313"/>
                    </a:ext>
                  </a:extLst>
                </a:gridCol>
                <a:gridCol w="1787798">
                  <a:extLst>
                    <a:ext uri="{9D8B030D-6E8A-4147-A177-3AD203B41FA5}">
                      <a16:colId xmlns:a16="http://schemas.microsoft.com/office/drawing/2014/main" val="3910751633"/>
                    </a:ext>
                  </a:extLst>
                </a:gridCol>
                <a:gridCol w="3532272">
                  <a:extLst>
                    <a:ext uri="{9D8B030D-6E8A-4147-A177-3AD203B41FA5}">
                      <a16:colId xmlns:a16="http://schemas.microsoft.com/office/drawing/2014/main" val="2335790837"/>
                    </a:ext>
                  </a:extLst>
                </a:gridCol>
                <a:gridCol w="2605798">
                  <a:extLst>
                    <a:ext uri="{9D8B030D-6E8A-4147-A177-3AD203B41FA5}">
                      <a16:colId xmlns:a16="http://schemas.microsoft.com/office/drawing/2014/main" val="3265681295"/>
                    </a:ext>
                  </a:extLst>
                </a:gridCol>
                <a:gridCol w="2665564">
                  <a:extLst>
                    <a:ext uri="{9D8B030D-6E8A-4147-A177-3AD203B41FA5}">
                      <a16:colId xmlns:a16="http://schemas.microsoft.com/office/drawing/2014/main" val="27044649"/>
                    </a:ext>
                  </a:extLst>
                </a:gridCol>
              </a:tblGrid>
              <a:tr h="0">
                <a:tc>
                  <a:txBody>
                    <a:bodyPr/>
                    <a:lstStyle/>
                    <a:p>
                      <a:r>
                        <a:rPr kumimoji="1" lang="ja-JP" altLang="en-US" sz="1400">
                          <a:latin typeface="+mj-ea"/>
                          <a:ea typeface="+mj-ea"/>
                        </a:rPr>
                        <a:t>機能</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機能名</a:t>
                      </a:r>
                    </a:p>
                  </a:txBody>
                  <a:tcPr/>
                </a:tc>
                <a:tc>
                  <a:txBody>
                    <a:bodyPr/>
                    <a:lstStyle/>
                    <a:p>
                      <a:r>
                        <a:rPr kumimoji="1" lang="en-US" altLang="ja-JP" sz="1400">
                          <a:latin typeface="+mj-ea"/>
                          <a:ea typeface="+mj-ea"/>
                        </a:rPr>
                        <a:t>URL</a:t>
                      </a:r>
                      <a:r>
                        <a:rPr kumimoji="1" lang="ja-JP" altLang="en-US" sz="1400">
                          <a:latin typeface="+mj-ea"/>
                          <a:ea typeface="+mj-ea"/>
                        </a:rPr>
                        <a:t>パス</a:t>
                      </a:r>
                    </a:p>
                  </a:txBody>
                  <a:tcPr/>
                </a:tc>
                <a:tc>
                  <a:txBody>
                    <a:bodyPr/>
                    <a:lstStyle/>
                    <a:p>
                      <a:r>
                        <a:rPr kumimoji="1" lang="ja-JP" altLang="en-US" sz="1400">
                          <a:latin typeface="+mj-ea"/>
                          <a:ea typeface="+mj-ea"/>
                        </a:rPr>
                        <a:t>フォーム入力項目</a:t>
                      </a:r>
                    </a:p>
                  </a:txBody>
                  <a:tcPr/>
                </a:tc>
                <a:tc>
                  <a:txBody>
                    <a:bodyPr/>
                    <a:lstStyle/>
                    <a:p>
                      <a:r>
                        <a:rPr kumimoji="1" lang="ja-JP" altLang="en-US" sz="1400">
                          <a:latin typeface="+mj-ea"/>
                          <a:ea typeface="+mj-ea"/>
                        </a:rPr>
                        <a:t>表示内容</a:t>
                      </a:r>
                      <a:r>
                        <a:rPr kumimoji="1" lang="en-US" altLang="ja-JP" sz="1400">
                          <a:latin typeface="+mj-ea"/>
                          <a:ea typeface="+mj-ea"/>
                        </a:rPr>
                        <a:t>/</a:t>
                      </a:r>
                      <a:r>
                        <a:rPr kumimoji="1" lang="ja-JP" altLang="en-US" sz="1400">
                          <a:latin typeface="+mj-ea"/>
                          <a:ea typeface="+mj-ea"/>
                        </a:rPr>
                        <a:t>遷移先</a:t>
                      </a:r>
                    </a:p>
                  </a:txBody>
                  <a:tcPr/>
                </a:tc>
                <a:extLst>
                  <a:ext uri="{0D108BD9-81ED-4DB2-BD59-A6C34878D82A}">
                    <a16:rowId xmlns:a16="http://schemas.microsoft.com/office/drawing/2014/main" val="663147833"/>
                  </a:ext>
                </a:extLst>
              </a:tr>
              <a:tr h="0">
                <a:tc>
                  <a:txBody>
                    <a:bodyPr/>
                    <a:lstStyle/>
                    <a:p>
                      <a:r>
                        <a:rPr kumimoji="1" lang="en-US" altLang="ja-JP" sz="1400">
                          <a:latin typeface="+mj-ea"/>
                          <a:ea typeface="+mj-ea"/>
                        </a:rPr>
                        <a:t>F-01</a:t>
                      </a:r>
                      <a:endParaRPr kumimoji="1" lang="ja-JP" altLang="en-US" sz="1400">
                        <a:latin typeface="+mj-ea"/>
                        <a:ea typeface="+mj-ea"/>
                      </a:endParaRPr>
                    </a:p>
                  </a:txBody>
                  <a:tcPr/>
                </a:tc>
                <a:tc>
                  <a:txBody>
                    <a:bodyPr/>
                    <a:lstStyle/>
                    <a:p>
                      <a:r>
                        <a:rPr kumimoji="1" lang="ja-JP" altLang="en-US" sz="1400">
                          <a:latin typeface="+mj-ea"/>
                          <a:ea typeface="+mj-ea"/>
                        </a:rPr>
                        <a:t>商品一覧表示</a:t>
                      </a:r>
                    </a:p>
                  </a:txBody>
                  <a:tcPr/>
                </a:tc>
                <a:tc>
                  <a:txBody>
                    <a:bodyPr/>
                    <a:lstStyle/>
                    <a:p>
                      <a:r>
                        <a:rPr kumimoji="1" lang="en-US" altLang="ja-JP" sz="1400">
                          <a:latin typeface="+mj-ea"/>
                          <a:ea typeface="+mj-ea"/>
                        </a:rPr>
                        <a:t>GET /products</a:t>
                      </a:r>
                      <a:endParaRPr kumimoji="1" lang="ja-JP" altLang="en-US" sz="1400">
                        <a:latin typeface="+mj-ea"/>
                        <a:ea typeface="+mj-ea"/>
                      </a:endParaRPr>
                    </a:p>
                  </a:txBody>
                  <a:tcPr/>
                </a:tc>
                <a:tc>
                  <a:txBody>
                    <a:bodyPr/>
                    <a:lstStyle/>
                    <a:p>
                      <a:r>
                        <a:rPr kumimoji="1" lang="ja-JP" altLang="en-US" sz="1400">
                          <a:latin typeface="+mj-ea"/>
                          <a:ea typeface="+mj-ea"/>
                        </a:rPr>
                        <a:t>（なし）</a:t>
                      </a:r>
                    </a:p>
                  </a:txBody>
                  <a:tcPr/>
                </a:tc>
                <a:tc>
                  <a:txBody>
                    <a:bodyPr/>
                    <a:lstStyle/>
                    <a:p>
                      <a:r>
                        <a:rPr kumimoji="1" lang="ja-JP" altLang="en-US" sz="1400">
                          <a:latin typeface="+mj-ea"/>
                          <a:ea typeface="+mj-ea"/>
                        </a:rPr>
                        <a:t>販売中商品の一覧</a:t>
                      </a:r>
                    </a:p>
                  </a:txBody>
                  <a:tcPr/>
                </a:tc>
                <a:extLst>
                  <a:ext uri="{0D108BD9-81ED-4DB2-BD59-A6C34878D82A}">
                    <a16:rowId xmlns:a16="http://schemas.microsoft.com/office/drawing/2014/main" val="4183487330"/>
                  </a:ext>
                </a:extLst>
              </a:tr>
              <a:tr h="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F-02</a:t>
                      </a:r>
                      <a:endParaRPr kumimoji="1" lang="ja-JP" altLang="en-US" sz="1400">
                        <a:latin typeface="+mj-ea"/>
                        <a:ea typeface="+mj-ea"/>
                      </a:endParaRPr>
                    </a:p>
                  </a:txBody>
                  <a:tcPr/>
                </a:tc>
                <a:tc>
                  <a:txBody>
                    <a:bodyPr/>
                    <a:lstStyle/>
                    <a:p>
                      <a:r>
                        <a:rPr kumimoji="1" lang="ja-JP" altLang="en-US" sz="1400">
                          <a:latin typeface="+mj-ea"/>
                          <a:ea typeface="+mj-ea"/>
                        </a:rPr>
                        <a:t>商品詳細表示</a:t>
                      </a:r>
                    </a:p>
                  </a:txBody>
                  <a:tcPr/>
                </a:tc>
                <a:tc>
                  <a:txBody>
                    <a:bodyPr/>
                    <a:lstStyle/>
                    <a:p>
                      <a:r>
                        <a:rPr kumimoji="1" lang="en-US" altLang="ja-JP" sz="1400">
                          <a:latin typeface="+mj-ea"/>
                          <a:ea typeface="+mj-ea"/>
                        </a:rPr>
                        <a:t>GET /products/{</a:t>
                      </a:r>
                      <a:r>
                        <a:rPr kumimoji="1" lang="en-US" altLang="ja-JP" sz="1400" err="1">
                          <a:latin typeface="+mj-ea"/>
                          <a:ea typeface="+mj-ea"/>
                        </a:rPr>
                        <a:t>productId</a:t>
                      </a:r>
                      <a:r>
                        <a:rPr kumimoji="1" lang="en-US" altLang="ja-JP" sz="1400">
                          <a:latin typeface="+mj-ea"/>
                          <a:ea typeface="+mj-ea"/>
                        </a:rPr>
                        <a:t>}</a:t>
                      </a:r>
                      <a:endParaRPr kumimoji="1" lang="ja-JP" altLang="en-US" sz="1400">
                        <a:latin typeface="+mj-ea"/>
                        <a:ea typeface="+mj-ea"/>
                      </a:endParaRPr>
                    </a:p>
                  </a:txBody>
                  <a:tcPr/>
                </a:tc>
                <a:tc>
                  <a:txBody>
                    <a:bodyPr/>
                    <a:lstStyle/>
                    <a:p>
                      <a:r>
                        <a:rPr kumimoji="1" lang="ja-JP" altLang="en-US" sz="1400">
                          <a:latin typeface="+mj-ea"/>
                          <a:ea typeface="+mj-ea"/>
                        </a:rPr>
                        <a:t>（なし）</a:t>
                      </a:r>
                    </a:p>
                  </a:txBody>
                  <a:tcPr/>
                </a:tc>
                <a:tc>
                  <a:txBody>
                    <a:bodyPr/>
                    <a:lstStyle/>
                    <a:p>
                      <a:r>
                        <a:rPr kumimoji="1" lang="ja-JP" altLang="en-US" sz="1400">
                          <a:latin typeface="+mj-ea"/>
                          <a:ea typeface="+mj-ea"/>
                        </a:rPr>
                        <a:t>商品の詳細情報</a:t>
                      </a:r>
                    </a:p>
                  </a:txBody>
                  <a:tcPr/>
                </a:tc>
                <a:extLst>
                  <a:ext uri="{0D108BD9-81ED-4DB2-BD59-A6C34878D82A}">
                    <a16:rowId xmlns:a16="http://schemas.microsoft.com/office/drawing/2014/main" val="4197115414"/>
                  </a:ext>
                </a:extLst>
              </a:tr>
              <a:tr h="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F-03</a:t>
                      </a:r>
                      <a:endParaRPr kumimoji="1" lang="ja-JP" altLang="en-US" sz="1400">
                        <a:latin typeface="+mj-ea"/>
                        <a:ea typeface="+mj-ea"/>
                      </a:endParaRPr>
                    </a:p>
                  </a:txBody>
                  <a:tcPr/>
                </a:tc>
                <a:tc>
                  <a:txBody>
                    <a:bodyPr/>
                    <a:lstStyle/>
                    <a:p>
                      <a:r>
                        <a:rPr kumimoji="1" lang="ja-JP" altLang="en-US" sz="1400">
                          <a:latin typeface="+mj-ea"/>
                          <a:ea typeface="+mj-ea"/>
                        </a:rPr>
                        <a:t>カート追加</a:t>
                      </a:r>
                    </a:p>
                  </a:txBody>
                  <a:tcPr/>
                </a:tc>
                <a:tc>
                  <a:txBody>
                    <a:bodyPr/>
                    <a:lstStyle/>
                    <a:p>
                      <a:r>
                        <a:rPr kumimoji="1" lang="en-US" altLang="ja-JP" sz="1400">
                          <a:latin typeface="+mj-ea"/>
                          <a:ea typeface="+mj-ea"/>
                        </a:rPr>
                        <a:t>POST /cart/items</a:t>
                      </a:r>
                      <a:endParaRPr kumimoji="1" lang="ja-JP" altLang="en-US" sz="1400">
                        <a:latin typeface="+mj-ea"/>
                        <a:ea typeface="+mj-ea"/>
                      </a:endParaRPr>
                    </a:p>
                  </a:txBody>
                  <a:tcPr/>
                </a:tc>
                <a:tc>
                  <a:txBody>
                    <a:bodyPr/>
                    <a:lstStyle/>
                    <a:p>
                      <a:r>
                        <a:rPr kumimoji="1" lang="ja-JP" altLang="en-US" sz="1400">
                          <a:latin typeface="+mj-ea"/>
                          <a:ea typeface="+mj-ea"/>
                        </a:rPr>
                        <a:t>商品</a:t>
                      </a:r>
                      <a:r>
                        <a:rPr kumimoji="1" lang="en-US" altLang="ja-JP" sz="1400">
                          <a:latin typeface="+mj-ea"/>
                          <a:ea typeface="+mj-ea"/>
                        </a:rPr>
                        <a:t>ID</a:t>
                      </a:r>
                      <a:r>
                        <a:rPr kumimoji="1" lang="ja-JP" altLang="en-US" sz="1400">
                          <a:latin typeface="+mj-ea"/>
                          <a:ea typeface="+mj-ea"/>
                        </a:rPr>
                        <a:t>（</a:t>
                      </a:r>
                      <a:r>
                        <a:rPr kumimoji="1" lang="en-US" altLang="ja-JP" sz="1400" err="1">
                          <a:latin typeface="+mj-ea"/>
                          <a:ea typeface="+mj-ea"/>
                        </a:rPr>
                        <a:t>productId</a:t>
                      </a:r>
                      <a:r>
                        <a:rPr kumimoji="1" lang="ja-JP" altLang="en-US" sz="1400">
                          <a:latin typeface="+mj-ea"/>
                          <a:ea typeface="+mj-ea"/>
                        </a:rPr>
                        <a:t>）</a:t>
                      </a:r>
                      <a:endParaRPr kumimoji="1" lang="en-US" altLang="ja-JP" sz="1400">
                        <a:latin typeface="+mj-ea"/>
                        <a:ea typeface="+mj-ea"/>
                      </a:endParaRPr>
                    </a:p>
                    <a:p>
                      <a:r>
                        <a:rPr kumimoji="1" lang="ja-JP" altLang="en-US" sz="1400">
                          <a:latin typeface="+mj-ea"/>
                          <a:ea typeface="+mj-ea"/>
                        </a:rPr>
                        <a:t>数量（</a:t>
                      </a:r>
                      <a:r>
                        <a:rPr kumimoji="1" lang="en-US" altLang="ja-JP" sz="1400">
                          <a:latin typeface="+mj-ea"/>
                          <a:ea typeface="+mj-ea"/>
                        </a:rPr>
                        <a:t>quantity</a:t>
                      </a:r>
                      <a:r>
                        <a:rPr kumimoji="1" lang="ja-JP" altLang="en-US" sz="1400">
                          <a:latin typeface="+mj-ea"/>
                          <a:ea typeface="+mj-ea"/>
                        </a:rPr>
                        <a:t>）</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リダイレクト→カート追加元の画面</a:t>
                      </a:r>
                    </a:p>
                  </a:txBody>
                  <a:tcPr/>
                </a:tc>
                <a:extLst>
                  <a:ext uri="{0D108BD9-81ED-4DB2-BD59-A6C34878D82A}">
                    <a16:rowId xmlns:a16="http://schemas.microsoft.com/office/drawing/2014/main" val="1287641607"/>
                  </a:ext>
                </a:extLst>
              </a:tr>
              <a:tr h="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F-04</a:t>
                      </a:r>
                      <a:endParaRPr kumimoji="1" lang="ja-JP" altLang="en-US" sz="1400">
                        <a:latin typeface="+mj-ea"/>
                        <a:ea typeface="+mj-ea"/>
                      </a:endParaRPr>
                    </a:p>
                  </a:txBody>
                  <a:tcPr/>
                </a:tc>
                <a:tc>
                  <a:txBody>
                    <a:bodyPr/>
                    <a:lstStyle/>
                    <a:p>
                      <a:r>
                        <a:rPr kumimoji="1" lang="ja-JP" altLang="en-US" sz="1400">
                          <a:latin typeface="+mj-ea"/>
                          <a:ea typeface="+mj-ea"/>
                        </a:rPr>
                        <a:t>カート画面表示</a:t>
                      </a:r>
                    </a:p>
                  </a:txBody>
                  <a:tcPr/>
                </a:tc>
                <a:tc>
                  <a:txBody>
                    <a:bodyPr/>
                    <a:lstStyle/>
                    <a:p>
                      <a:r>
                        <a:rPr kumimoji="1" lang="en-US" altLang="ja-JP" sz="1400">
                          <a:latin typeface="+mj-ea"/>
                          <a:ea typeface="+mj-ea"/>
                        </a:rPr>
                        <a:t>GET /cart</a:t>
                      </a:r>
                      <a:endParaRPr kumimoji="1" lang="ja-JP" altLang="en-US" sz="1400">
                        <a:latin typeface="+mj-ea"/>
                        <a:ea typeface="+mj-ea"/>
                      </a:endParaRPr>
                    </a:p>
                  </a:txBody>
                  <a:tcPr/>
                </a:tc>
                <a:tc>
                  <a:txBody>
                    <a:bodyPr/>
                    <a:lstStyle/>
                    <a:p>
                      <a:r>
                        <a:rPr kumimoji="1" lang="ja-JP" altLang="en-US" sz="1400">
                          <a:latin typeface="+mj-ea"/>
                          <a:ea typeface="+mj-ea"/>
                        </a:rPr>
                        <a:t>（なし）</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カート内商品一覧</a:t>
                      </a:r>
                      <a:endParaRPr kumimoji="1" lang="en-US" altLang="ja-JP" sz="1400">
                        <a:latin typeface="+mj-ea"/>
                        <a:ea typeface="+mj-ea"/>
                      </a:endParaRPr>
                    </a:p>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合計金額</a:t>
                      </a:r>
                    </a:p>
                  </a:txBody>
                  <a:tcPr/>
                </a:tc>
                <a:extLst>
                  <a:ext uri="{0D108BD9-81ED-4DB2-BD59-A6C34878D82A}">
                    <a16:rowId xmlns:a16="http://schemas.microsoft.com/office/drawing/2014/main" val="687492728"/>
                  </a:ext>
                </a:extLst>
              </a:tr>
              <a:tr h="191183">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F-05</a:t>
                      </a:r>
                      <a:endParaRPr kumimoji="1" lang="ja-JP" altLang="en-US" sz="1400">
                        <a:latin typeface="+mj-ea"/>
                        <a:ea typeface="+mj-ea"/>
                      </a:endParaRPr>
                    </a:p>
                  </a:txBody>
                  <a:tcPr/>
                </a:tc>
                <a:tc>
                  <a:txBody>
                    <a:bodyPr/>
                    <a:lstStyle/>
                    <a:p>
                      <a:r>
                        <a:rPr kumimoji="1" lang="ja-JP" altLang="en-US" sz="1400">
                          <a:latin typeface="+mj-ea"/>
                          <a:ea typeface="+mj-ea"/>
                        </a:rPr>
                        <a:t>カート数量更新</a:t>
                      </a:r>
                    </a:p>
                  </a:txBody>
                  <a:tcPr/>
                </a:tc>
                <a:tc>
                  <a:txBody>
                    <a:bodyPr/>
                    <a:lstStyle/>
                    <a:p>
                      <a:r>
                        <a:rPr kumimoji="1" lang="en-US" altLang="ja-JP" sz="1400">
                          <a:latin typeface="+mj-ea"/>
                          <a:ea typeface="+mj-ea"/>
                        </a:rPr>
                        <a:t>POST /cart/items/{</a:t>
                      </a:r>
                      <a:r>
                        <a:rPr kumimoji="1" lang="en-US" altLang="ja-JP" sz="1400" err="1">
                          <a:latin typeface="+mj-ea"/>
                          <a:ea typeface="+mj-ea"/>
                        </a:rPr>
                        <a:t>productId</a:t>
                      </a:r>
                      <a:r>
                        <a:rPr kumimoji="1" lang="en-US" altLang="ja-JP" sz="1400">
                          <a:latin typeface="+mj-ea"/>
                          <a:ea typeface="+mj-ea"/>
                        </a:rPr>
                        <a:t>}/update</a:t>
                      </a:r>
                      <a:endParaRPr kumimoji="1" lang="ja-JP" altLang="en-US" sz="1400">
                        <a:latin typeface="+mj-ea"/>
                        <a:ea typeface="+mj-ea"/>
                      </a:endParaRPr>
                    </a:p>
                  </a:txBody>
                  <a:tcPr/>
                </a:tc>
                <a:tc>
                  <a:txBody>
                    <a:bodyPr/>
                    <a:lstStyle/>
                    <a:p>
                      <a:r>
                        <a:rPr kumimoji="1" lang="ja-JP" altLang="en-US" sz="1400">
                          <a:latin typeface="+mj-ea"/>
                          <a:ea typeface="+mj-ea"/>
                        </a:rPr>
                        <a:t>数量（</a:t>
                      </a:r>
                      <a:r>
                        <a:rPr kumimoji="1" lang="en-US" altLang="ja-JP" sz="1400">
                          <a:latin typeface="+mj-ea"/>
                          <a:ea typeface="+mj-ea"/>
                        </a:rPr>
                        <a:t>quantity</a:t>
                      </a:r>
                      <a:r>
                        <a:rPr kumimoji="1" lang="ja-JP" altLang="en-US" sz="1400">
                          <a:latin typeface="+mj-ea"/>
                          <a:ea typeface="+mj-ea"/>
                        </a:rPr>
                        <a:t>）</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リダイレクト→カート画面</a:t>
                      </a:r>
                    </a:p>
                  </a:txBody>
                  <a:tcPr/>
                </a:tc>
                <a:extLst>
                  <a:ext uri="{0D108BD9-81ED-4DB2-BD59-A6C34878D82A}">
                    <a16:rowId xmlns:a16="http://schemas.microsoft.com/office/drawing/2014/main" val="1750711620"/>
                  </a:ext>
                </a:extLst>
              </a:tr>
              <a:tr h="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F-06</a:t>
                      </a:r>
                      <a:endParaRPr kumimoji="1" lang="ja-JP" altLang="en-US" sz="1400">
                        <a:latin typeface="+mj-ea"/>
                        <a:ea typeface="+mj-ea"/>
                      </a:endParaRPr>
                    </a:p>
                  </a:txBody>
                  <a:tcPr/>
                </a:tc>
                <a:tc>
                  <a:txBody>
                    <a:bodyPr/>
                    <a:lstStyle/>
                    <a:p>
                      <a:r>
                        <a:rPr kumimoji="1" lang="ja-JP" altLang="en-US" sz="1400">
                          <a:latin typeface="+mj-ea"/>
                          <a:ea typeface="+mj-ea"/>
                        </a:rPr>
                        <a:t>カート削除</a:t>
                      </a:r>
                    </a:p>
                  </a:txBody>
                  <a:tcPr/>
                </a:tc>
                <a:tc>
                  <a:txBody>
                    <a:bodyPr/>
                    <a:lstStyle/>
                    <a:p>
                      <a:r>
                        <a:rPr kumimoji="1" lang="en-US" altLang="ja-JP" sz="1400">
                          <a:latin typeface="+mj-ea"/>
                          <a:ea typeface="+mj-ea"/>
                        </a:rPr>
                        <a:t>POST /cart/items/{</a:t>
                      </a:r>
                      <a:r>
                        <a:rPr kumimoji="1" lang="en-US" altLang="ja-JP" sz="1400" err="1">
                          <a:latin typeface="+mj-ea"/>
                          <a:ea typeface="+mj-ea"/>
                        </a:rPr>
                        <a:t>productId</a:t>
                      </a:r>
                      <a:r>
                        <a:rPr kumimoji="1" lang="en-US" altLang="ja-JP" sz="1400">
                          <a:latin typeface="+mj-ea"/>
                          <a:ea typeface="+mj-ea"/>
                        </a:rPr>
                        <a:t>}/delete</a:t>
                      </a:r>
                      <a:endParaRPr kumimoji="1" lang="ja-JP" altLang="en-US" sz="1400">
                        <a:latin typeface="+mj-ea"/>
                        <a:ea typeface="+mj-ea"/>
                      </a:endParaRPr>
                    </a:p>
                  </a:txBody>
                  <a:tcPr/>
                </a:tc>
                <a:tc>
                  <a:txBody>
                    <a:bodyPr/>
                    <a:lstStyle/>
                    <a:p>
                      <a:r>
                        <a:rPr kumimoji="1" lang="ja-JP" altLang="en-US" sz="1400">
                          <a:latin typeface="+mj-ea"/>
                          <a:ea typeface="+mj-ea"/>
                        </a:rPr>
                        <a:t>（なし）</a:t>
                      </a:r>
                    </a:p>
                  </a:txBody>
                  <a:tcPr/>
                </a:tc>
                <a:tc>
                  <a:txBody>
                    <a:bodyPr/>
                    <a:lstStyle/>
                    <a:p>
                      <a:r>
                        <a:rPr kumimoji="1" lang="ja-JP" altLang="en-US" sz="1400">
                          <a:latin typeface="+mj-ea"/>
                          <a:ea typeface="+mj-ea"/>
                        </a:rPr>
                        <a:t>リダイレクト→カート画面</a:t>
                      </a:r>
                    </a:p>
                  </a:txBody>
                  <a:tcPr/>
                </a:tc>
                <a:extLst>
                  <a:ext uri="{0D108BD9-81ED-4DB2-BD59-A6C34878D82A}">
                    <a16:rowId xmlns:a16="http://schemas.microsoft.com/office/drawing/2014/main" val="262710848"/>
                  </a:ext>
                </a:extLst>
              </a:tr>
              <a:tr h="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F-07</a:t>
                      </a:r>
                      <a:endParaRPr kumimoji="1" lang="ja-JP" altLang="en-US" sz="1400">
                        <a:latin typeface="+mj-ea"/>
                        <a:ea typeface="+mj-ea"/>
                      </a:endParaRPr>
                    </a:p>
                  </a:txBody>
                  <a:tcPr/>
                </a:tc>
                <a:tc>
                  <a:txBody>
                    <a:bodyPr/>
                    <a:lstStyle/>
                    <a:p>
                      <a:r>
                        <a:rPr kumimoji="1" lang="ja-JP" altLang="en-US" sz="1400">
                          <a:latin typeface="+mj-ea"/>
                          <a:ea typeface="+mj-ea"/>
                        </a:rPr>
                        <a:t>注文確認画面表示</a:t>
                      </a:r>
                    </a:p>
                  </a:txBody>
                  <a:tcPr/>
                </a:tc>
                <a:tc>
                  <a:txBody>
                    <a:bodyPr/>
                    <a:lstStyle/>
                    <a:p>
                      <a:r>
                        <a:rPr kumimoji="1" lang="en-US" altLang="ja-JP" sz="1400">
                          <a:latin typeface="+mj-ea"/>
                          <a:ea typeface="+mj-ea"/>
                        </a:rPr>
                        <a:t>GET /orders/confirm</a:t>
                      </a:r>
                      <a:endParaRPr kumimoji="1" lang="ja-JP" altLang="en-US" sz="1400">
                        <a:latin typeface="+mj-ea"/>
                        <a:ea typeface="+mj-ea"/>
                      </a:endParaRPr>
                    </a:p>
                  </a:txBody>
                  <a:tcPr/>
                </a:tc>
                <a:tc>
                  <a:txBody>
                    <a:bodyPr/>
                    <a:lstStyle/>
                    <a:p>
                      <a:r>
                        <a:rPr kumimoji="1" lang="ja-JP" altLang="en-US" sz="1400">
                          <a:latin typeface="+mj-ea"/>
                          <a:ea typeface="+mj-ea"/>
                        </a:rPr>
                        <a:t>（なし）</a:t>
                      </a:r>
                      <a:endParaRPr kumimoji="1" lang="en-US" altLang="ja-JP" sz="1400">
                        <a:latin typeface="+mj-ea"/>
                        <a:ea typeface="+mj-ea"/>
                      </a:endParaRPr>
                    </a:p>
                  </a:txBody>
                  <a:tcPr/>
                </a:tc>
                <a:tc>
                  <a:txBody>
                    <a:bodyPr/>
                    <a:lstStyle/>
                    <a:p>
                      <a:r>
                        <a:rPr kumimoji="1" lang="ja-JP" altLang="en-US" sz="1400">
                          <a:latin typeface="+mj-ea"/>
                          <a:ea typeface="+mj-ea"/>
                        </a:rPr>
                        <a:t>カート内容</a:t>
                      </a:r>
                      <a:endParaRPr kumimoji="1" lang="en-US" altLang="ja-JP" sz="1400">
                        <a:latin typeface="+mj-ea"/>
                        <a:ea typeface="+mj-ea"/>
                      </a:endParaRPr>
                    </a:p>
                    <a:p>
                      <a:r>
                        <a:rPr kumimoji="1" lang="ja-JP" altLang="en-US" sz="1400">
                          <a:latin typeface="+mj-ea"/>
                          <a:ea typeface="+mj-ea"/>
                        </a:rPr>
                        <a:t>配送先入力フォーム</a:t>
                      </a:r>
                    </a:p>
                  </a:txBody>
                  <a:tcPr/>
                </a:tc>
                <a:extLst>
                  <a:ext uri="{0D108BD9-81ED-4DB2-BD59-A6C34878D82A}">
                    <a16:rowId xmlns:a16="http://schemas.microsoft.com/office/drawing/2014/main" val="1723237380"/>
                  </a:ext>
                </a:extLst>
              </a:tr>
              <a:tr h="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F-08</a:t>
                      </a:r>
                      <a:endParaRPr kumimoji="1" lang="ja-JP" altLang="en-US" sz="1400">
                        <a:latin typeface="+mj-ea"/>
                        <a:ea typeface="+mj-ea"/>
                      </a:endParaRPr>
                    </a:p>
                  </a:txBody>
                  <a:tcPr/>
                </a:tc>
                <a:tc>
                  <a:txBody>
                    <a:bodyPr/>
                    <a:lstStyle/>
                    <a:p>
                      <a:r>
                        <a:rPr kumimoji="1" lang="ja-JP" altLang="en-US" sz="1400">
                          <a:latin typeface="+mj-ea"/>
                          <a:ea typeface="+mj-ea"/>
                        </a:rPr>
                        <a:t>注文確定</a:t>
                      </a:r>
                    </a:p>
                  </a:txBody>
                  <a:tcPr/>
                </a:tc>
                <a:tc>
                  <a:txBody>
                    <a:bodyPr/>
                    <a:lstStyle/>
                    <a:p>
                      <a:r>
                        <a:rPr kumimoji="1" lang="en-US" altLang="ja-JP" sz="1400">
                          <a:latin typeface="+mj-ea"/>
                          <a:ea typeface="+mj-ea"/>
                        </a:rPr>
                        <a:t>POST /orders</a:t>
                      </a:r>
                      <a:endParaRPr kumimoji="1" lang="ja-JP" altLang="en-US" sz="1400">
                        <a:latin typeface="+mj-ea"/>
                        <a:ea typeface="+mj-ea"/>
                      </a:endParaRPr>
                    </a:p>
                  </a:txBody>
                  <a:tcPr/>
                </a:tc>
                <a:tc>
                  <a:txBody>
                    <a:bodyPr/>
                    <a:lstStyle/>
                    <a:p>
                      <a:r>
                        <a:rPr kumimoji="1" lang="ja-JP" altLang="en-US" sz="1400">
                          <a:latin typeface="+mj-ea"/>
                          <a:ea typeface="+mj-ea"/>
                        </a:rPr>
                        <a:t>氏名（</a:t>
                      </a:r>
                      <a:r>
                        <a:rPr kumimoji="1" lang="en-US" altLang="ja-JP" sz="1400" err="1">
                          <a:latin typeface="+mj-ea"/>
                          <a:ea typeface="+mj-ea"/>
                        </a:rPr>
                        <a:t>customerName</a:t>
                      </a:r>
                      <a:r>
                        <a:rPr kumimoji="1" lang="ja-JP" altLang="en-US" sz="1400">
                          <a:latin typeface="+mj-ea"/>
                          <a:ea typeface="+mj-ea"/>
                        </a:rPr>
                        <a:t>）</a:t>
                      </a:r>
                      <a:endParaRPr kumimoji="1" lang="en-US" altLang="ja-JP" sz="1400">
                        <a:latin typeface="+mj-ea"/>
                        <a:ea typeface="+mj-ea"/>
                      </a:endParaRPr>
                    </a:p>
                    <a:p>
                      <a:r>
                        <a:rPr kumimoji="1" lang="ja-JP" altLang="en-US" sz="1400">
                          <a:latin typeface="+mj-ea"/>
                          <a:ea typeface="+mj-ea"/>
                        </a:rPr>
                        <a:t>郵便番号（</a:t>
                      </a:r>
                      <a:r>
                        <a:rPr kumimoji="1" lang="en-US" altLang="ja-JP" sz="1400" err="1">
                          <a:latin typeface="+mj-ea"/>
                          <a:ea typeface="+mj-ea"/>
                        </a:rPr>
                        <a:t>postalCode</a:t>
                      </a:r>
                      <a:r>
                        <a:rPr kumimoji="1" lang="ja-JP" altLang="en-US" sz="1400">
                          <a:latin typeface="+mj-ea"/>
                          <a:ea typeface="+mj-ea"/>
                        </a:rPr>
                        <a:t>）</a:t>
                      </a:r>
                      <a:endParaRPr kumimoji="1" lang="en-US" altLang="ja-JP" sz="1400">
                        <a:latin typeface="+mj-ea"/>
                        <a:ea typeface="+mj-ea"/>
                      </a:endParaRPr>
                    </a:p>
                    <a:p>
                      <a:r>
                        <a:rPr kumimoji="1" lang="ja-JP" altLang="en-US" sz="1400">
                          <a:latin typeface="+mj-ea"/>
                          <a:ea typeface="+mj-ea"/>
                        </a:rPr>
                        <a:t>住所（</a:t>
                      </a:r>
                      <a:r>
                        <a:rPr kumimoji="1" lang="en-US" altLang="ja-JP" sz="1400">
                          <a:latin typeface="+mj-ea"/>
                          <a:ea typeface="+mj-ea"/>
                        </a:rPr>
                        <a:t>address</a:t>
                      </a:r>
                      <a:r>
                        <a:rPr kumimoji="1" lang="ja-JP" altLang="en-US" sz="1400">
                          <a:latin typeface="+mj-ea"/>
                          <a:ea typeface="+mj-ea"/>
                        </a:rPr>
                        <a:t>）</a:t>
                      </a:r>
                      <a:endParaRPr kumimoji="1" lang="en-US" altLang="ja-JP" sz="1400">
                        <a:latin typeface="+mj-ea"/>
                        <a:ea typeface="+mj-ea"/>
                      </a:endParaRPr>
                    </a:p>
                    <a:p>
                      <a:r>
                        <a:rPr kumimoji="1" lang="ja-JP" altLang="en-US" sz="1400">
                          <a:latin typeface="+mj-ea"/>
                          <a:ea typeface="+mj-ea"/>
                        </a:rPr>
                        <a:t>電話番号（</a:t>
                      </a:r>
                      <a:r>
                        <a:rPr kumimoji="1" lang="en-US" altLang="ja-JP" sz="1400" err="1">
                          <a:latin typeface="+mj-ea"/>
                          <a:ea typeface="+mj-ea"/>
                        </a:rPr>
                        <a:t>phoneNumber</a:t>
                      </a:r>
                      <a:r>
                        <a:rPr kumimoji="1" lang="ja-JP" altLang="en-US" sz="1400">
                          <a:latin typeface="+mj-ea"/>
                          <a:ea typeface="+mj-ea"/>
                        </a:rPr>
                        <a:t>）</a:t>
                      </a:r>
                    </a:p>
                  </a:txBody>
                  <a:tcPr/>
                </a:tc>
                <a:tc>
                  <a:txBody>
                    <a:bodyPr/>
                    <a:lstStyle/>
                    <a:p>
                      <a:r>
                        <a:rPr kumimoji="1" lang="ja-JP" altLang="en-US" sz="1400">
                          <a:latin typeface="+mj-ea"/>
                          <a:ea typeface="+mj-ea"/>
                        </a:rPr>
                        <a:t>リダイレクト→注文完了画面</a:t>
                      </a:r>
                    </a:p>
                  </a:txBody>
                  <a:tcPr/>
                </a:tc>
                <a:extLst>
                  <a:ext uri="{0D108BD9-81ED-4DB2-BD59-A6C34878D82A}">
                    <a16:rowId xmlns:a16="http://schemas.microsoft.com/office/drawing/2014/main" val="1806822880"/>
                  </a:ext>
                </a:extLst>
              </a:tr>
              <a:tr h="166342">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F-09</a:t>
                      </a:r>
                      <a:endParaRPr kumimoji="1" lang="ja-JP" altLang="en-US" sz="1400">
                        <a:latin typeface="+mj-ea"/>
                        <a:ea typeface="+mj-ea"/>
                      </a:endParaRPr>
                    </a:p>
                  </a:txBody>
                  <a:tcPr/>
                </a:tc>
                <a:tc>
                  <a:txBody>
                    <a:bodyPr/>
                    <a:lstStyle/>
                    <a:p>
                      <a:r>
                        <a:rPr kumimoji="1" lang="ja-JP" altLang="en-US" sz="1400">
                          <a:latin typeface="+mj-ea"/>
                          <a:ea typeface="+mj-ea"/>
                        </a:rPr>
                        <a:t>注文完了画面表示</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GET /orders/complete/{</a:t>
                      </a:r>
                      <a:r>
                        <a:rPr kumimoji="1" lang="en-US" altLang="ja-JP" sz="1400" err="1">
                          <a:latin typeface="+mj-ea"/>
                          <a:ea typeface="+mj-ea"/>
                        </a:rPr>
                        <a:t>orderId</a:t>
                      </a:r>
                      <a:r>
                        <a:rPr kumimoji="1" lang="en-US" altLang="ja-JP" sz="1400">
                          <a:latin typeface="+mj-ea"/>
                          <a:ea typeface="+mj-ea"/>
                        </a:rPr>
                        <a:t>}</a:t>
                      </a:r>
                      <a:endParaRPr kumimoji="1" lang="ja-JP" altLang="en-US" sz="1400">
                        <a:latin typeface="+mj-ea"/>
                        <a:ea typeface="+mj-ea"/>
                      </a:endParaRPr>
                    </a:p>
                  </a:txBody>
                  <a:tcPr/>
                </a:tc>
                <a:tc>
                  <a:txBody>
                    <a:bodyPr/>
                    <a:lstStyle/>
                    <a:p>
                      <a:r>
                        <a:rPr kumimoji="1" lang="ja-JP" altLang="en-US" sz="1400">
                          <a:latin typeface="+mj-ea"/>
                          <a:ea typeface="+mj-ea"/>
                        </a:rPr>
                        <a:t>（なし）</a:t>
                      </a:r>
                    </a:p>
                  </a:txBody>
                  <a:tcPr/>
                </a:tc>
                <a:tc>
                  <a:txBody>
                    <a:bodyPr/>
                    <a:lstStyle/>
                    <a:p>
                      <a:r>
                        <a:rPr kumimoji="1" lang="ja-JP" altLang="en-US" sz="1400">
                          <a:latin typeface="+mj-ea"/>
                          <a:ea typeface="+mj-ea"/>
                        </a:rPr>
                        <a:t>注文番号</a:t>
                      </a:r>
                      <a:endParaRPr kumimoji="1" lang="en-US" altLang="ja-JP" sz="1400">
                        <a:latin typeface="+mj-ea"/>
                        <a:ea typeface="+mj-ea"/>
                      </a:endParaRPr>
                    </a:p>
                    <a:p>
                      <a:r>
                        <a:rPr kumimoji="1" lang="ja-JP" altLang="en-US" sz="1400">
                          <a:latin typeface="+mj-ea"/>
                          <a:ea typeface="+mj-ea"/>
                        </a:rPr>
                        <a:t>完了メッセージ</a:t>
                      </a:r>
                    </a:p>
                  </a:txBody>
                  <a:tcPr/>
                </a:tc>
                <a:extLst>
                  <a:ext uri="{0D108BD9-81ED-4DB2-BD59-A6C34878D82A}">
                    <a16:rowId xmlns:a16="http://schemas.microsoft.com/office/drawing/2014/main" val="3299224523"/>
                  </a:ext>
                </a:extLst>
              </a:tr>
            </a:tbl>
          </a:graphicData>
        </a:graphic>
      </p:graphicFrame>
    </p:spTree>
    <p:extLst>
      <p:ext uri="{BB962C8B-B14F-4D97-AF65-F5344CB8AC3E}">
        <p14:creationId xmlns:p14="http://schemas.microsoft.com/office/powerpoint/2010/main" val="1768998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F7FEA-25CE-1995-703D-D27B4ED8F1E6}"/>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BC7BFB56-2836-A635-095B-C6D4C07464BE}"/>
              </a:ext>
            </a:extLst>
          </p:cNvPr>
          <p:cNvSpPr/>
          <p:nvPr/>
        </p:nvSpPr>
        <p:spPr>
          <a:xfrm>
            <a:off x="5686427" y="2582042"/>
            <a:ext cx="1592506" cy="1375799"/>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b="1">
                <a:solidFill>
                  <a:schemeClr val="tx1"/>
                </a:solidFill>
              </a:rPr>
              <a:t>カート画面</a:t>
            </a:r>
            <a:endParaRPr kumimoji="1" lang="en-US" altLang="ja-JP" sz="1400" b="1">
              <a:solidFill>
                <a:schemeClr val="tx1"/>
              </a:solidFill>
            </a:endParaRPr>
          </a:p>
          <a:p>
            <a:endParaRPr lang="en-US" altLang="ja-JP" sz="1200">
              <a:solidFill>
                <a:schemeClr val="tx1"/>
              </a:solidFill>
            </a:endParaRPr>
          </a:p>
          <a:p>
            <a:r>
              <a:rPr lang="en-US" altLang="ja-JP" sz="1200">
                <a:solidFill>
                  <a:schemeClr val="tx1"/>
                </a:solidFill>
              </a:rPr>
              <a:t>【</a:t>
            </a:r>
            <a:r>
              <a:rPr lang="ja-JP" altLang="en-US" sz="1200">
                <a:solidFill>
                  <a:schemeClr val="tx1"/>
                </a:solidFill>
              </a:rPr>
              <a:t>ボタン</a:t>
            </a:r>
            <a:r>
              <a:rPr lang="en-US" altLang="ja-JP" sz="1200">
                <a:solidFill>
                  <a:schemeClr val="tx1"/>
                </a:solidFill>
              </a:rPr>
              <a:t>】</a:t>
            </a:r>
          </a:p>
          <a:p>
            <a:pPr marL="285750" indent="-285750">
              <a:buFont typeface="Wingdings" panose="05000000000000000000" pitchFamily="2" charset="2"/>
              <a:buChar char="p"/>
            </a:pPr>
            <a:r>
              <a:rPr kumimoji="1" lang="ja-JP" altLang="en-US" sz="1200">
                <a:solidFill>
                  <a:schemeClr val="tx1"/>
                </a:solidFill>
              </a:rPr>
              <a:t>数量更新</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削除</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注文手続きへ</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買い物を続ける</a:t>
            </a:r>
          </a:p>
        </p:txBody>
      </p:sp>
      <p:sp>
        <p:nvSpPr>
          <p:cNvPr id="2" name="タイトル 1">
            <a:extLst>
              <a:ext uri="{FF2B5EF4-FFF2-40B4-BE49-F238E27FC236}">
                <a16:creationId xmlns:a16="http://schemas.microsoft.com/office/drawing/2014/main" id="{B4504F21-5BF4-673B-FCBD-C3CA65CE8A13}"/>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アプリの要件➌ 画面遷移</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5457DB4D-4DEF-38D6-A15F-3D29D90D989F}"/>
              </a:ext>
            </a:extLst>
          </p:cNvPr>
          <p:cNvSpPr>
            <a:spLocks noGrp="1"/>
          </p:cNvSpPr>
          <p:nvPr>
            <p:ph sz="quarter" idx="10"/>
          </p:nvPr>
        </p:nvSpPr>
        <p:spPr>
          <a:xfrm>
            <a:off x="370800" y="1068044"/>
            <a:ext cx="11448000" cy="396000"/>
          </a:xfrm>
        </p:spPr>
        <p:txBody>
          <a:bodyPr/>
          <a:lstStyle/>
          <a:p>
            <a:r>
              <a:rPr lang="ja-JP" altLang="en-US"/>
              <a:t>以下の仕様で、ボタンおよび画面遷移を実現する。</a:t>
            </a:r>
            <a:endParaRPr kumimoji="1" lang="en-US" altLang="ja-JP"/>
          </a:p>
          <a:p>
            <a:endParaRPr kumimoji="1" lang="en-US" altLang="ja-JP"/>
          </a:p>
        </p:txBody>
      </p:sp>
      <p:sp>
        <p:nvSpPr>
          <p:cNvPr id="5" name="正方形/長方形 4">
            <a:extLst>
              <a:ext uri="{FF2B5EF4-FFF2-40B4-BE49-F238E27FC236}">
                <a16:creationId xmlns:a16="http://schemas.microsoft.com/office/drawing/2014/main" id="{80816853-9D9A-E82B-DBC2-7E25617BB220}"/>
              </a:ext>
            </a:extLst>
          </p:cNvPr>
          <p:cNvSpPr/>
          <p:nvPr/>
        </p:nvSpPr>
        <p:spPr>
          <a:xfrm>
            <a:off x="425746" y="2589905"/>
            <a:ext cx="1592506" cy="1375797"/>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b="1">
                <a:solidFill>
                  <a:schemeClr val="tx1"/>
                </a:solidFill>
              </a:rPr>
              <a:t>商品一覧画面</a:t>
            </a:r>
            <a:endParaRPr kumimoji="1" lang="en-US" altLang="ja-JP" sz="1400" b="1">
              <a:solidFill>
                <a:schemeClr val="tx1"/>
              </a:solidFill>
            </a:endParaRPr>
          </a:p>
          <a:p>
            <a:endParaRPr kumimoji="1" lang="en-US" altLang="ja-JP" sz="1200">
              <a:solidFill>
                <a:schemeClr val="tx1"/>
              </a:solidFill>
            </a:endParaRPr>
          </a:p>
          <a:p>
            <a:r>
              <a:rPr kumimoji="1" lang="en-US" altLang="ja-JP" sz="1200">
                <a:solidFill>
                  <a:schemeClr val="tx1"/>
                </a:solidFill>
              </a:rPr>
              <a:t>【</a:t>
            </a:r>
            <a:r>
              <a:rPr kumimoji="1" lang="ja-JP" altLang="en-US" sz="1200">
                <a:solidFill>
                  <a:schemeClr val="tx1"/>
                </a:solidFill>
              </a:rPr>
              <a:t>ボタン</a:t>
            </a:r>
            <a:r>
              <a:rPr kumimoji="1" lang="en-US" altLang="ja-JP" sz="1200">
                <a:solidFill>
                  <a:schemeClr val="tx1"/>
                </a:solidFill>
              </a:rPr>
              <a:t>】</a:t>
            </a:r>
          </a:p>
          <a:p>
            <a:pPr marL="285750" indent="-285750">
              <a:buFont typeface="Wingdings" panose="05000000000000000000" pitchFamily="2" charset="2"/>
              <a:buChar char="p"/>
            </a:pPr>
            <a:r>
              <a:rPr kumimoji="1" lang="ja-JP" altLang="en-US" sz="1200">
                <a:solidFill>
                  <a:schemeClr val="tx1"/>
                </a:solidFill>
              </a:rPr>
              <a:t>詳細を見る</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カートに追加</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カートを見る</a:t>
            </a:r>
          </a:p>
        </p:txBody>
      </p:sp>
      <p:sp>
        <p:nvSpPr>
          <p:cNvPr id="6" name="正方形/長方形 5">
            <a:extLst>
              <a:ext uri="{FF2B5EF4-FFF2-40B4-BE49-F238E27FC236}">
                <a16:creationId xmlns:a16="http://schemas.microsoft.com/office/drawing/2014/main" id="{A2DA59DA-F026-48F0-D5AC-184B12E3E650}"/>
              </a:ext>
            </a:extLst>
          </p:cNvPr>
          <p:cNvSpPr/>
          <p:nvPr/>
        </p:nvSpPr>
        <p:spPr>
          <a:xfrm>
            <a:off x="3049817" y="2583555"/>
            <a:ext cx="1524118" cy="1375797"/>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b="1">
                <a:solidFill>
                  <a:schemeClr val="tx1"/>
                </a:solidFill>
              </a:rPr>
              <a:t>商品詳細画面</a:t>
            </a:r>
            <a:endParaRPr kumimoji="1" lang="en-US" altLang="ja-JP" sz="1400" b="1">
              <a:solidFill>
                <a:schemeClr val="tx1"/>
              </a:solidFill>
            </a:endParaRPr>
          </a:p>
          <a:p>
            <a:endParaRPr lang="en-US" altLang="ja-JP" sz="1200">
              <a:solidFill>
                <a:schemeClr val="tx1"/>
              </a:solidFill>
            </a:endParaRPr>
          </a:p>
          <a:p>
            <a:r>
              <a:rPr lang="en-US" altLang="ja-JP" sz="1200">
                <a:solidFill>
                  <a:schemeClr val="tx1"/>
                </a:solidFill>
              </a:rPr>
              <a:t>【</a:t>
            </a:r>
            <a:r>
              <a:rPr lang="ja-JP" altLang="en-US" sz="1200">
                <a:solidFill>
                  <a:schemeClr val="tx1"/>
                </a:solidFill>
              </a:rPr>
              <a:t>ボタン</a:t>
            </a:r>
            <a:r>
              <a:rPr lang="en-US" altLang="ja-JP" sz="1200">
                <a:solidFill>
                  <a:schemeClr val="tx1"/>
                </a:solidFill>
              </a:rPr>
              <a:t>】</a:t>
            </a:r>
          </a:p>
          <a:p>
            <a:pPr marL="285750" indent="-285750">
              <a:buFont typeface="Wingdings" panose="05000000000000000000" pitchFamily="2" charset="2"/>
              <a:buChar char="p"/>
            </a:pPr>
            <a:r>
              <a:rPr kumimoji="1" lang="ja-JP" altLang="en-US" sz="1200">
                <a:solidFill>
                  <a:schemeClr val="tx1"/>
                </a:solidFill>
              </a:rPr>
              <a:t>カートに追加</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カートを見る</a:t>
            </a:r>
            <a:endParaRPr kumimoji="1"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商品一覧に戻る</a:t>
            </a:r>
          </a:p>
        </p:txBody>
      </p:sp>
      <p:sp>
        <p:nvSpPr>
          <p:cNvPr id="8" name="正方形/長方形 7">
            <a:extLst>
              <a:ext uri="{FF2B5EF4-FFF2-40B4-BE49-F238E27FC236}">
                <a16:creationId xmlns:a16="http://schemas.microsoft.com/office/drawing/2014/main" id="{21780FDD-2854-D9C8-ECFA-C8155989D09F}"/>
              </a:ext>
            </a:extLst>
          </p:cNvPr>
          <p:cNvSpPr/>
          <p:nvPr/>
        </p:nvSpPr>
        <p:spPr>
          <a:xfrm>
            <a:off x="7949325" y="2574259"/>
            <a:ext cx="1592506" cy="1375795"/>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b="1">
                <a:solidFill>
                  <a:schemeClr val="tx1"/>
                </a:solidFill>
              </a:rPr>
              <a:t>注文確認画面</a:t>
            </a:r>
            <a:endParaRPr kumimoji="1" lang="en-US" altLang="ja-JP" sz="1400" b="1">
              <a:solidFill>
                <a:schemeClr val="tx1"/>
              </a:solidFill>
            </a:endParaRPr>
          </a:p>
          <a:p>
            <a:endParaRPr lang="en-US" altLang="ja-JP" sz="1200">
              <a:solidFill>
                <a:schemeClr val="tx1"/>
              </a:solidFill>
            </a:endParaRPr>
          </a:p>
          <a:p>
            <a:r>
              <a:rPr lang="en-US" altLang="ja-JP" sz="1200">
                <a:solidFill>
                  <a:schemeClr val="tx1"/>
                </a:solidFill>
              </a:rPr>
              <a:t>【</a:t>
            </a:r>
            <a:r>
              <a:rPr lang="ja-JP" altLang="en-US" sz="1200">
                <a:solidFill>
                  <a:schemeClr val="tx1"/>
                </a:solidFill>
              </a:rPr>
              <a:t>ボタン</a:t>
            </a:r>
            <a:r>
              <a:rPr lang="en-US" altLang="ja-JP" sz="1200">
                <a:solidFill>
                  <a:schemeClr val="tx1"/>
                </a:solidFill>
              </a:rPr>
              <a:t>】</a:t>
            </a:r>
          </a:p>
          <a:p>
            <a:pPr marL="285750" indent="-285750">
              <a:buFont typeface="Wingdings" panose="05000000000000000000" pitchFamily="2" charset="2"/>
              <a:buChar char="p"/>
            </a:pPr>
            <a:r>
              <a:rPr kumimoji="1" lang="ja-JP" altLang="en-US" sz="1200">
                <a:solidFill>
                  <a:schemeClr val="tx1"/>
                </a:solidFill>
              </a:rPr>
              <a:t>注文を確定する</a:t>
            </a:r>
            <a:endParaRPr lang="en-US" altLang="ja-JP" sz="1200">
              <a:solidFill>
                <a:schemeClr val="tx1"/>
              </a:solidFill>
            </a:endParaRPr>
          </a:p>
          <a:p>
            <a:pPr marL="285750" indent="-285750">
              <a:buFont typeface="Wingdings" panose="05000000000000000000" pitchFamily="2" charset="2"/>
              <a:buChar char="p"/>
            </a:pPr>
            <a:r>
              <a:rPr kumimoji="1" lang="ja-JP" altLang="en-US" sz="1200">
                <a:solidFill>
                  <a:schemeClr val="tx1"/>
                </a:solidFill>
              </a:rPr>
              <a:t>カートに戻る</a:t>
            </a:r>
          </a:p>
        </p:txBody>
      </p:sp>
      <p:sp>
        <p:nvSpPr>
          <p:cNvPr id="9" name="正方形/長方形 8">
            <a:extLst>
              <a:ext uri="{FF2B5EF4-FFF2-40B4-BE49-F238E27FC236}">
                <a16:creationId xmlns:a16="http://schemas.microsoft.com/office/drawing/2014/main" id="{5A71C658-7EDC-65DC-C4FD-92F23A817170}"/>
              </a:ext>
            </a:extLst>
          </p:cNvPr>
          <p:cNvSpPr/>
          <p:nvPr/>
        </p:nvSpPr>
        <p:spPr>
          <a:xfrm>
            <a:off x="10226294" y="2574259"/>
            <a:ext cx="1592506" cy="1375797"/>
          </a:xfrm>
          <a:prstGeom prst="rect">
            <a:avLst/>
          </a:prstGeom>
          <a:solidFill>
            <a:schemeClr val="accent1">
              <a:lumMod val="10000"/>
              <a:lumOff val="9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r>
              <a:rPr kumimoji="1" lang="ja-JP" altLang="en-US" sz="1400" b="1">
                <a:solidFill>
                  <a:schemeClr val="tx1"/>
                </a:solidFill>
              </a:rPr>
              <a:t>注文完了画面</a:t>
            </a:r>
            <a:endParaRPr kumimoji="1" lang="en-US" altLang="ja-JP" sz="1400" b="1">
              <a:solidFill>
                <a:schemeClr val="tx1"/>
              </a:solidFill>
            </a:endParaRPr>
          </a:p>
          <a:p>
            <a:endParaRPr lang="en-US" altLang="ja-JP" sz="1200">
              <a:solidFill>
                <a:schemeClr val="tx1"/>
              </a:solidFill>
            </a:endParaRPr>
          </a:p>
          <a:p>
            <a:r>
              <a:rPr lang="en-US" altLang="ja-JP" sz="1200">
                <a:solidFill>
                  <a:schemeClr val="tx1"/>
                </a:solidFill>
              </a:rPr>
              <a:t>【</a:t>
            </a:r>
            <a:r>
              <a:rPr lang="ja-JP" altLang="en-US" sz="1200">
                <a:solidFill>
                  <a:schemeClr val="tx1"/>
                </a:solidFill>
              </a:rPr>
              <a:t>ボタン</a:t>
            </a:r>
            <a:r>
              <a:rPr lang="en-US" altLang="ja-JP" sz="1200">
                <a:solidFill>
                  <a:schemeClr val="tx1"/>
                </a:solidFill>
              </a:rPr>
              <a:t>】</a:t>
            </a:r>
          </a:p>
          <a:p>
            <a:pPr marL="285750" indent="-285750">
              <a:buFont typeface="Wingdings" panose="05000000000000000000" pitchFamily="2" charset="2"/>
              <a:buChar char="p"/>
            </a:pPr>
            <a:r>
              <a:rPr kumimoji="1" lang="ja-JP" altLang="en-US" sz="1200">
                <a:solidFill>
                  <a:schemeClr val="tx1"/>
                </a:solidFill>
              </a:rPr>
              <a:t>商品一覧に戻る</a:t>
            </a:r>
            <a:endParaRPr kumimoji="1" lang="en-US" altLang="ja-JP" sz="1200">
              <a:solidFill>
                <a:schemeClr val="tx1"/>
              </a:solidFill>
            </a:endParaRPr>
          </a:p>
        </p:txBody>
      </p:sp>
      <p:cxnSp>
        <p:nvCxnSpPr>
          <p:cNvPr id="26" name="直線矢印コネクタ 25">
            <a:extLst>
              <a:ext uri="{FF2B5EF4-FFF2-40B4-BE49-F238E27FC236}">
                <a16:creationId xmlns:a16="http://schemas.microsoft.com/office/drawing/2014/main" id="{BE57295F-ABC8-50D1-EA7F-585F1CEEAD7F}"/>
              </a:ext>
            </a:extLst>
          </p:cNvPr>
          <p:cNvCxnSpPr>
            <a:cxnSpLocks/>
            <a:stCxn id="5" idx="3"/>
            <a:endCxn id="6" idx="1"/>
          </p:cNvCxnSpPr>
          <p:nvPr/>
        </p:nvCxnSpPr>
        <p:spPr>
          <a:xfrm flipV="1">
            <a:off x="2018252" y="3271454"/>
            <a:ext cx="1031565" cy="6350"/>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正方形/長方形 27">
            <a:extLst>
              <a:ext uri="{FF2B5EF4-FFF2-40B4-BE49-F238E27FC236}">
                <a16:creationId xmlns:a16="http://schemas.microsoft.com/office/drawing/2014/main" id="{7F5BA194-94FC-BEBC-2A3A-159C10571F20}"/>
              </a:ext>
            </a:extLst>
          </p:cNvPr>
          <p:cNvSpPr/>
          <p:nvPr/>
        </p:nvSpPr>
        <p:spPr>
          <a:xfrm>
            <a:off x="2139543" y="3193525"/>
            <a:ext cx="785771" cy="174907"/>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詳細を見る</a:t>
            </a:r>
          </a:p>
        </p:txBody>
      </p:sp>
      <p:cxnSp>
        <p:nvCxnSpPr>
          <p:cNvPr id="12" name="コネクタ: カギ線 11">
            <a:extLst>
              <a:ext uri="{FF2B5EF4-FFF2-40B4-BE49-F238E27FC236}">
                <a16:creationId xmlns:a16="http://schemas.microsoft.com/office/drawing/2014/main" id="{1E0FA306-847C-CC25-1F66-9E54D887EA2D}"/>
              </a:ext>
            </a:extLst>
          </p:cNvPr>
          <p:cNvCxnSpPr>
            <a:cxnSpLocks/>
            <a:stCxn id="18" idx="0"/>
            <a:endCxn id="40" idx="0"/>
          </p:cNvCxnSpPr>
          <p:nvPr/>
        </p:nvCxnSpPr>
        <p:spPr>
          <a:xfrm rot="16200000" flipH="1">
            <a:off x="1226095" y="2052516"/>
            <a:ext cx="3252" cy="1092712"/>
          </a:xfrm>
          <a:prstGeom prst="bentConnector3">
            <a:avLst>
              <a:gd name="adj1" fmla="val -18872448"/>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A73A562D-AC5B-F95D-40D6-1057F960D2E8}"/>
              </a:ext>
            </a:extLst>
          </p:cNvPr>
          <p:cNvSpPr/>
          <p:nvPr/>
        </p:nvSpPr>
        <p:spPr>
          <a:xfrm>
            <a:off x="598052" y="2597246"/>
            <a:ext cx="166625" cy="22953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40" name="正方形/長方形 39">
            <a:extLst>
              <a:ext uri="{FF2B5EF4-FFF2-40B4-BE49-F238E27FC236}">
                <a16:creationId xmlns:a16="http://schemas.microsoft.com/office/drawing/2014/main" id="{E605B434-7C7F-0974-DEB6-29F8D5C3B3F2}"/>
              </a:ext>
            </a:extLst>
          </p:cNvPr>
          <p:cNvSpPr/>
          <p:nvPr/>
        </p:nvSpPr>
        <p:spPr>
          <a:xfrm>
            <a:off x="1686691" y="2600498"/>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43" name="正方形/長方形 42">
            <a:extLst>
              <a:ext uri="{FF2B5EF4-FFF2-40B4-BE49-F238E27FC236}">
                <a16:creationId xmlns:a16="http://schemas.microsoft.com/office/drawing/2014/main" id="{6CBFB06D-F878-0791-A817-F762F3F4CD44}"/>
              </a:ext>
            </a:extLst>
          </p:cNvPr>
          <p:cNvSpPr/>
          <p:nvPr/>
        </p:nvSpPr>
        <p:spPr>
          <a:xfrm>
            <a:off x="5704723" y="2600498"/>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11" name="コネクタ: カギ線 10">
            <a:extLst>
              <a:ext uri="{FF2B5EF4-FFF2-40B4-BE49-F238E27FC236}">
                <a16:creationId xmlns:a16="http://schemas.microsoft.com/office/drawing/2014/main" id="{909D92A3-226E-BB48-632F-57A7CF134F6C}"/>
              </a:ext>
            </a:extLst>
          </p:cNvPr>
          <p:cNvCxnSpPr>
            <a:cxnSpLocks/>
            <a:stCxn id="41" idx="0"/>
            <a:endCxn id="43" idx="0"/>
          </p:cNvCxnSpPr>
          <p:nvPr/>
        </p:nvCxnSpPr>
        <p:spPr>
          <a:xfrm rot="16200000" flipH="1">
            <a:off x="3830979" y="639368"/>
            <a:ext cx="18453" cy="3903806"/>
          </a:xfrm>
          <a:prstGeom prst="bentConnector3">
            <a:avLst>
              <a:gd name="adj1" fmla="val -3289639"/>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正方形/長方形 40">
            <a:extLst>
              <a:ext uri="{FF2B5EF4-FFF2-40B4-BE49-F238E27FC236}">
                <a16:creationId xmlns:a16="http://schemas.microsoft.com/office/drawing/2014/main" id="{D22A6EBA-772F-48BD-5CBC-BDE4A5D731DF}"/>
              </a:ext>
            </a:extLst>
          </p:cNvPr>
          <p:cNvSpPr/>
          <p:nvPr/>
        </p:nvSpPr>
        <p:spPr>
          <a:xfrm>
            <a:off x="1800917" y="2582045"/>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4" name="正方形/長方形 13">
            <a:extLst>
              <a:ext uri="{FF2B5EF4-FFF2-40B4-BE49-F238E27FC236}">
                <a16:creationId xmlns:a16="http://schemas.microsoft.com/office/drawing/2014/main" id="{1EC23392-19B2-75C7-92BC-19E403599F99}"/>
              </a:ext>
            </a:extLst>
          </p:cNvPr>
          <p:cNvSpPr/>
          <p:nvPr/>
        </p:nvSpPr>
        <p:spPr>
          <a:xfrm>
            <a:off x="775810" y="1847758"/>
            <a:ext cx="940966" cy="192942"/>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カートに追加</a:t>
            </a:r>
          </a:p>
        </p:txBody>
      </p:sp>
      <p:sp>
        <p:nvSpPr>
          <p:cNvPr id="24" name="正方形/長方形 23">
            <a:extLst>
              <a:ext uri="{FF2B5EF4-FFF2-40B4-BE49-F238E27FC236}">
                <a16:creationId xmlns:a16="http://schemas.microsoft.com/office/drawing/2014/main" id="{04786335-22D1-E094-333D-F710EFAD9499}"/>
              </a:ext>
            </a:extLst>
          </p:cNvPr>
          <p:cNvSpPr/>
          <p:nvPr/>
        </p:nvSpPr>
        <p:spPr>
          <a:xfrm>
            <a:off x="3341393" y="1847758"/>
            <a:ext cx="940966" cy="192942"/>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カートを見る</a:t>
            </a:r>
          </a:p>
        </p:txBody>
      </p:sp>
      <p:cxnSp>
        <p:nvCxnSpPr>
          <p:cNvPr id="71" name="コネクタ: カギ線 70">
            <a:extLst>
              <a:ext uri="{FF2B5EF4-FFF2-40B4-BE49-F238E27FC236}">
                <a16:creationId xmlns:a16="http://schemas.microsoft.com/office/drawing/2014/main" id="{CD335BE9-E4BD-CC98-EF27-3DC631A7C70D}"/>
              </a:ext>
            </a:extLst>
          </p:cNvPr>
          <p:cNvCxnSpPr>
            <a:cxnSpLocks/>
            <a:stCxn id="72" idx="0"/>
            <a:endCxn id="73" idx="0"/>
          </p:cNvCxnSpPr>
          <p:nvPr/>
        </p:nvCxnSpPr>
        <p:spPr>
          <a:xfrm rot="5400000" flipH="1" flipV="1">
            <a:off x="6462413" y="2212328"/>
            <a:ext cx="7860" cy="747294"/>
          </a:xfrm>
          <a:prstGeom prst="bentConnector3">
            <a:avLst>
              <a:gd name="adj1" fmla="val 2833486"/>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2" name="正方形/長方形 71">
            <a:extLst>
              <a:ext uri="{FF2B5EF4-FFF2-40B4-BE49-F238E27FC236}">
                <a16:creationId xmlns:a16="http://schemas.microsoft.com/office/drawing/2014/main" id="{D311EB78-8B72-F5D3-22FA-81EE940F2977}"/>
              </a:ext>
            </a:extLst>
          </p:cNvPr>
          <p:cNvSpPr/>
          <p:nvPr/>
        </p:nvSpPr>
        <p:spPr>
          <a:xfrm>
            <a:off x="6009383" y="2589905"/>
            <a:ext cx="166625" cy="22953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73" name="正方形/長方形 72">
            <a:extLst>
              <a:ext uri="{FF2B5EF4-FFF2-40B4-BE49-F238E27FC236}">
                <a16:creationId xmlns:a16="http://schemas.microsoft.com/office/drawing/2014/main" id="{6D7C95F4-842F-0888-BD9A-63FF08D0CADD}"/>
              </a:ext>
            </a:extLst>
          </p:cNvPr>
          <p:cNvSpPr/>
          <p:nvPr/>
        </p:nvSpPr>
        <p:spPr>
          <a:xfrm>
            <a:off x="6752604" y="2582045"/>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75" name="コネクタ: カギ線 74">
            <a:extLst>
              <a:ext uri="{FF2B5EF4-FFF2-40B4-BE49-F238E27FC236}">
                <a16:creationId xmlns:a16="http://schemas.microsoft.com/office/drawing/2014/main" id="{1FD0C4BE-2A6A-2050-0ACA-089889C1B730}"/>
              </a:ext>
            </a:extLst>
          </p:cNvPr>
          <p:cNvCxnSpPr>
            <a:cxnSpLocks/>
            <a:stCxn id="104" idx="0"/>
            <a:endCxn id="102" idx="0"/>
          </p:cNvCxnSpPr>
          <p:nvPr/>
        </p:nvCxnSpPr>
        <p:spPr>
          <a:xfrm rot="5400000">
            <a:off x="3782413" y="1939099"/>
            <a:ext cx="17761" cy="4051166"/>
          </a:xfrm>
          <a:prstGeom prst="bentConnector3">
            <a:avLst>
              <a:gd name="adj1" fmla="val 3607044"/>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6" name="正方形/長方形 75">
            <a:extLst>
              <a:ext uri="{FF2B5EF4-FFF2-40B4-BE49-F238E27FC236}">
                <a16:creationId xmlns:a16="http://schemas.microsoft.com/office/drawing/2014/main" id="{80B28585-85D2-FE64-1FA6-90DB1D92F263}"/>
              </a:ext>
            </a:extLst>
          </p:cNvPr>
          <p:cNvSpPr/>
          <p:nvPr/>
        </p:nvSpPr>
        <p:spPr>
          <a:xfrm rot="10800000">
            <a:off x="5919027" y="3795710"/>
            <a:ext cx="175773" cy="15434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77" name="正方形/長方形 76">
            <a:extLst>
              <a:ext uri="{FF2B5EF4-FFF2-40B4-BE49-F238E27FC236}">
                <a16:creationId xmlns:a16="http://schemas.microsoft.com/office/drawing/2014/main" id="{0C04AF94-55E4-EF03-B541-2D4AB0B4300F}"/>
              </a:ext>
            </a:extLst>
          </p:cNvPr>
          <p:cNvSpPr/>
          <p:nvPr/>
        </p:nvSpPr>
        <p:spPr>
          <a:xfrm rot="10800000">
            <a:off x="1547143" y="3785737"/>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96" name="直線矢印コネクタ 95">
            <a:extLst>
              <a:ext uri="{FF2B5EF4-FFF2-40B4-BE49-F238E27FC236}">
                <a16:creationId xmlns:a16="http://schemas.microsoft.com/office/drawing/2014/main" id="{987AF314-426C-F4E3-23ED-68C4F14A9B9F}"/>
              </a:ext>
            </a:extLst>
          </p:cNvPr>
          <p:cNvCxnSpPr>
            <a:cxnSpLocks/>
          </p:cNvCxnSpPr>
          <p:nvPr/>
        </p:nvCxnSpPr>
        <p:spPr>
          <a:xfrm flipV="1">
            <a:off x="4564787" y="3280765"/>
            <a:ext cx="1130788" cy="18454"/>
          </a:xfrm>
          <a:prstGeom prst="straightConnector1">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7" name="正方形/長方形 96">
            <a:extLst>
              <a:ext uri="{FF2B5EF4-FFF2-40B4-BE49-F238E27FC236}">
                <a16:creationId xmlns:a16="http://schemas.microsoft.com/office/drawing/2014/main" id="{F11D2CF6-26A7-B788-C01F-90ECAB7BC9D7}"/>
              </a:ext>
            </a:extLst>
          </p:cNvPr>
          <p:cNvSpPr/>
          <p:nvPr/>
        </p:nvSpPr>
        <p:spPr>
          <a:xfrm>
            <a:off x="4658253" y="3193521"/>
            <a:ext cx="898403" cy="174488"/>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カートを見る</a:t>
            </a:r>
          </a:p>
        </p:txBody>
      </p:sp>
      <p:cxnSp>
        <p:nvCxnSpPr>
          <p:cNvPr id="99" name="コネクタ: カギ線 98">
            <a:extLst>
              <a:ext uri="{FF2B5EF4-FFF2-40B4-BE49-F238E27FC236}">
                <a16:creationId xmlns:a16="http://schemas.microsoft.com/office/drawing/2014/main" id="{C2AA3483-DEDE-F6B9-CC13-F1BAD80DABA1}"/>
              </a:ext>
            </a:extLst>
          </p:cNvPr>
          <p:cNvCxnSpPr>
            <a:cxnSpLocks/>
            <a:stCxn id="143" idx="2"/>
            <a:endCxn id="77" idx="0"/>
          </p:cNvCxnSpPr>
          <p:nvPr/>
        </p:nvCxnSpPr>
        <p:spPr>
          <a:xfrm rot="5400000">
            <a:off x="6110279" y="-536751"/>
            <a:ext cx="18842" cy="8970342"/>
          </a:xfrm>
          <a:prstGeom prst="bentConnector3">
            <a:avLst>
              <a:gd name="adj1" fmla="val 4891715"/>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0" name="正方形/長方形 99">
            <a:extLst>
              <a:ext uri="{FF2B5EF4-FFF2-40B4-BE49-F238E27FC236}">
                <a16:creationId xmlns:a16="http://schemas.microsoft.com/office/drawing/2014/main" id="{E8CA2041-783C-42AB-A1B7-C2A5A81105F2}"/>
              </a:ext>
            </a:extLst>
          </p:cNvPr>
          <p:cNvSpPr/>
          <p:nvPr/>
        </p:nvSpPr>
        <p:spPr>
          <a:xfrm rot="10800000">
            <a:off x="5681079" y="5300683"/>
            <a:ext cx="166625" cy="22953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02" name="正方形/長方形 101">
            <a:extLst>
              <a:ext uri="{FF2B5EF4-FFF2-40B4-BE49-F238E27FC236}">
                <a16:creationId xmlns:a16="http://schemas.microsoft.com/office/drawing/2014/main" id="{5E64D9AA-09C9-F560-149B-C7B623599166}"/>
              </a:ext>
            </a:extLst>
          </p:cNvPr>
          <p:cNvSpPr/>
          <p:nvPr/>
        </p:nvSpPr>
        <p:spPr>
          <a:xfrm rot="10800000">
            <a:off x="1678324" y="3801459"/>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04" name="正方形/長方形 103">
            <a:extLst>
              <a:ext uri="{FF2B5EF4-FFF2-40B4-BE49-F238E27FC236}">
                <a16:creationId xmlns:a16="http://schemas.microsoft.com/office/drawing/2014/main" id="{9D9F5330-7ACA-1DC5-4872-8BD912D3BE98}"/>
              </a:ext>
            </a:extLst>
          </p:cNvPr>
          <p:cNvSpPr/>
          <p:nvPr/>
        </p:nvSpPr>
        <p:spPr>
          <a:xfrm rot="10800000">
            <a:off x="5728990" y="3801458"/>
            <a:ext cx="175773" cy="15434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10" name="正方形/長方形 109">
            <a:extLst>
              <a:ext uri="{FF2B5EF4-FFF2-40B4-BE49-F238E27FC236}">
                <a16:creationId xmlns:a16="http://schemas.microsoft.com/office/drawing/2014/main" id="{7F9570B9-720B-9F9D-900D-5CC9FB44B7CE}"/>
              </a:ext>
            </a:extLst>
          </p:cNvPr>
          <p:cNvSpPr/>
          <p:nvPr/>
        </p:nvSpPr>
        <p:spPr>
          <a:xfrm>
            <a:off x="3260799" y="4474287"/>
            <a:ext cx="1060987" cy="211607"/>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買い物を続ける</a:t>
            </a:r>
          </a:p>
        </p:txBody>
      </p:sp>
      <p:sp>
        <p:nvSpPr>
          <p:cNvPr id="113" name="正方形/長方形 112">
            <a:extLst>
              <a:ext uri="{FF2B5EF4-FFF2-40B4-BE49-F238E27FC236}">
                <a16:creationId xmlns:a16="http://schemas.microsoft.com/office/drawing/2014/main" id="{DB8264E6-F775-9E1B-0203-A3E943E27A69}"/>
              </a:ext>
            </a:extLst>
          </p:cNvPr>
          <p:cNvSpPr/>
          <p:nvPr/>
        </p:nvSpPr>
        <p:spPr>
          <a:xfrm>
            <a:off x="6208384" y="2264119"/>
            <a:ext cx="515918" cy="220025"/>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削除</a:t>
            </a:r>
          </a:p>
        </p:txBody>
      </p:sp>
      <p:sp>
        <p:nvSpPr>
          <p:cNvPr id="115" name="正方形/長方形 114">
            <a:extLst>
              <a:ext uri="{FF2B5EF4-FFF2-40B4-BE49-F238E27FC236}">
                <a16:creationId xmlns:a16="http://schemas.microsoft.com/office/drawing/2014/main" id="{36275F38-C117-BE34-D643-56750A099408}"/>
              </a:ext>
            </a:extLst>
          </p:cNvPr>
          <p:cNvSpPr/>
          <p:nvPr/>
        </p:nvSpPr>
        <p:spPr>
          <a:xfrm>
            <a:off x="6974314" y="2600498"/>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16" name="正方形/長方形 115">
            <a:extLst>
              <a:ext uri="{FF2B5EF4-FFF2-40B4-BE49-F238E27FC236}">
                <a16:creationId xmlns:a16="http://schemas.microsoft.com/office/drawing/2014/main" id="{2CF49ABD-9D09-0E83-9D00-AEEEBF22263B}"/>
              </a:ext>
            </a:extLst>
          </p:cNvPr>
          <p:cNvSpPr/>
          <p:nvPr/>
        </p:nvSpPr>
        <p:spPr>
          <a:xfrm>
            <a:off x="8171035" y="2593994"/>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126" name="コネクタ: カギ線 125">
            <a:extLst>
              <a:ext uri="{FF2B5EF4-FFF2-40B4-BE49-F238E27FC236}">
                <a16:creationId xmlns:a16="http://schemas.microsoft.com/office/drawing/2014/main" id="{07D83296-A470-8F89-809A-4CF1273337D4}"/>
              </a:ext>
            </a:extLst>
          </p:cNvPr>
          <p:cNvCxnSpPr>
            <a:cxnSpLocks/>
            <a:stCxn id="115" idx="0"/>
            <a:endCxn id="116" idx="0"/>
          </p:cNvCxnSpPr>
          <p:nvPr/>
        </p:nvCxnSpPr>
        <p:spPr>
          <a:xfrm rot="5400000" flipH="1" flipV="1">
            <a:off x="7656808" y="1998886"/>
            <a:ext cx="6504" cy="1196721"/>
          </a:xfrm>
          <a:prstGeom prst="bentConnector3">
            <a:avLst>
              <a:gd name="adj1" fmla="val 9433287"/>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0" name="正方形/長方形 129">
            <a:extLst>
              <a:ext uri="{FF2B5EF4-FFF2-40B4-BE49-F238E27FC236}">
                <a16:creationId xmlns:a16="http://schemas.microsoft.com/office/drawing/2014/main" id="{3F712856-8638-B4C3-B6B2-E8B59F61E03F}"/>
              </a:ext>
            </a:extLst>
          </p:cNvPr>
          <p:cNvSpPr/>
          <p:nvPr/>
        </p:nvSpPr>
        <p:spPr>
          <a:xfrm>
            <a:off x="7171674" y="1834217"/>
            <a:ext cx="999361" cy="220025"/>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注文手続きへ</a:t>
            </a:r>
          </a:p>
        </p:txBody>
      </p:sp>
      <p:sp>
        <p:nvSpPr>
          <p:cNvPr id="134" name="正方形/長方形 133">
            <a:extLst>
              <a:ext uri="{FF2B5EF4-FFF2-40B4-BE49-F238E27FC236}">
                <a16:creationId xmlns:a16="http://schemas.microsoft.com/office/drawing/2014/main" id="{517A74F2-F10E-7660-4C22-0481AB5F0085}"/>
              </a:ext>
            </a:extLst>
          </p:cNvPr>
          <p:cNvSpPr/>
          <p:nvPr/>
        </p:nvSpPr>
        <p:spPr>
          <a:xfrm>
            <a:off x="9182037" y="2582045"/>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35" name="正方形/長方形 134">
            <a:extLst>
              <a:ext uri="{FF2B5EF4-FFF2-40B4-BE49-F238E27FC236}">
                <a16:creationId xmlns:a16="http://schemas.microsoft.com/office/drawing/2014/main" id="{82519249-0CDC-28AF-176A-0137589A1AB7}"/>
              </a:ext>
            </a:extLst>
          </p:cNvPr>
          <p:cNvSpPr/>
          <p:nvPr/>
        </p:nvSpPr>
        <p:spPr>
          <a:xfrm>
            <a:off x="10524476" y="2574259"/>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136" name="コネクタ: カギ線 135">
            <a:extLst>
              <a:ext uri="{FF2B5EF4-FFF2-40B4-BE49-F238E27FC236}">
                <a16:creationId xmlns:a16="http://schemas.microsoft.com/office/drawing/2014/main" id="{F24D8A60-8295-9787-82C2-BBA877BB2CD8}"/>
              </a:ext>
            </a:extLst>
          </p:cNvPr>
          <p:cNvCxnSpPr>
            <a:cxnSpLocks/>
            <a:stCxn id="134" idx="0"/>
            <a:endCxn id="135" idx="0"/>
          </p:cNvCxnSpPr>
          <p:nvPr/>
        </p:nvCxnSpPr>
        <p:spPr>
          <a:xfrm rot="5400000" flipH="1" flipV="1">
            <a:off x="9936749" y="1906933"/>
            <a:ext cx="7786" cy="1342439"/>
          </a:xfrm>
          <a:prstGeom prst="bentConnector3">
            <a:avLst>
              <a:gd name="adj1" fmla="val 7584138"/>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7" name="正方形/長方形 136">
            <a:extLst>
              <a:ext uri="{FF2B5EF4-FFF2-40B4-BE49-F238E27FC236}">
                <a16:creationId xmlns:a16="http://schemas.microsoft.com/office/drawing/2014/main" id="{A5681B5D-14A9-4D7E-FA35-6C3498113E34}"/>
              </a:ext>
            </a:extLst>
          </p:cNvPr>
          <p:cNvSpPr/>
          <p:nvPr/>
        </p:nvSpPr>
        <p:spPr>
          <a:xfrm>
            <a:off x="9393708" y="1834217"/>
            <a:ext cx="1093868" cy="220025"/>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注文を確定する</a:t>
            </a:r>
          </a:p>
        </p:txBody>
      </p:sp>
      <p:sp>
        <p:nvSpPr>
          <p:cNvPr id="143" name="正方形/長方形 142">
            <a:extLst>
              <a:ext uri="{FF2B5EF4-FFF2-40B4-BE49-F238E27FC236}">
                <a16:creationId xmlns:a16="http://schemas.microsoft.com/office/drawing/2014/main" id="{249B618D-8AE9-BF4C-C27D-80D9373DD0FE}"/>
              </a:ext>
            </a:extLst>
          </p:cNvPr>
          <p:cNvSpPr/>
          <p:nvPr/>
        </p:nvSpPr>
        <p:spPr>
          <a:xfrm>
            <a:off x="10517485" y="3766895"/>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47" name="正方形/長方形 146">
            <a:extLst>
              <a:ext uri="{FF2B5EF4-FFF2-40B4-BE49-F238E27FC236}">
                <a16:creationId xmlns:a16="http://schemas.microsoft.com/office/drawing/2014/main" id="{D32373A1-5764-6AD5-EC67-7A6F95EEE487}"/>
              </a:ext>
            </a:extLst>
          </p:cNvPr>
          <p:cNvSpPr/>
          <p:nvPr/>
        </p:nvSpPr>
        <p:spPr>
          <a:xfrm>
            <a:off x="5481437" y="4820519"/>
            <a:ext cx="1222516" cy="211607"/>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商品一覧に戻る</a:t>
            </a:r>
          </a:p>
        </p:txBody>
      </p:sp>
      <p:sp>
        <p:nvSpPr>
          <p:cNvPr id="148" name="正方形/長方形 147">
            <a:extLst>
              <a:ext uri="{FF2B5EF4-FFF2-40B4-BE49-F238E27FC236}">
                <a16:creationId xmlns:a16="http://schemas.microsoft.com/office/drawing/2014/main" id="{8FCF80AB-A7DD-083A-D33B-48691C0405D9}"/>
              </a:ext>
            </a:extLst>
          </p:cNvPr>
          <p:cNvSpPr/>
          <p:nvPr/>
        </p:nvSpPr>
        <p:spPr>
          <a:xfrm>
            <a:off x="8171035" y="3785737"/>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49" name="正方形/長方形 148">
            <a:extLst>
              <a:ext uri="{FF2B5EF4-FFF2-40B4-BE49-F238E27FC236}">
                <a16:creationId xmlns:a16="http://schemas.microsoft.com/office/drawing/2014/main" id="{E77154AC-7DAE-3E4D-2168-BB6CF0AD86CC}"/>
              </a:ext>
            </a:extLst>
          </p:cNvPr>
          <p:cNvSpPr/>
          <p:nvPr/>
        </p:nvSpPr>
        <p:spPr>
          <a:xfrm>
            <a:off x="7014098" y="3781303"/>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150" name="コネクタ: カギ線 149">
            <a:extLst>
              <a:ext uri="{FF2B5EF4-FFF2-40B4-BE49-F238E27FC236}">
                <a16:creationId xmlns:a16="http://schemas.microsoft.com/office/drawing/2014/main" id="{4EA7A019-7453-DF3C-55DB-A4FFFC013559}"/>
              </a:ext>
            </a:extLst>
          </p:cNvPr>
          <p:cNvCxnSpPr>
            <a:cxnSpLocks/>
            <a:stCxn id="148" idx="2"/>
            <a:endCxn id="149" idx="2"/>
          </p:cNvCxnSpPr>
          <p:nvPr/>
        </p:nvCxnSpPr>
        <p:spPr>
          <a:xfrm rot="5400000" flipH="1">
            <a:off x="7677736" y="3377156"/>
            <a:ext cx="4434" cy="1156937"/>
          </a:xfrm>
          <a:prstGeom prst="bentConnector3">
            <a:avLst>
              <a:gd name="adj1" fmla="val -9317975"/>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3" name="正方形/長方形 152">
            <a:extLst>
              <a:ext uri="{FF2B5EF4-FFF2-40B4-BE49-F238E27FC236}">
                <a16:creationId xmlns:a16="http://schemas.microsoft.com/office/drawing/2014/main" id="{FC37640D-0A03-5A42-7963-1061899DBDA8}"/>
              </a:ext>
            </a:extLst>
          </p:cNvPr>
          <p:cNvSpPr/>
          <p:nvPr/>
        </p:nvSpPr>
        <p:spPr>
          <a:xfrm>
            <a:off x="7230069" y="4273980"/>
            <a:ext cx="940966" cy="192942"/>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カートに戻る</a:t>
            </a:r>
          </a:p>
        </p:txBody>
      </p:sp>
      <p:cxnSp>
        <p:nvCxnSpPr>
          <p:cNvPr id="23" name="コネクタ: カギ線 22">
            <a:extLst>
              <a:ext uri="{FF2B5EF4-FFF2-40B4-BE49-F238E27FC236}">
                <a16:creationId xmlns:a16="http://schemas.microsoft.com/office/drawing/2014/main" id="{305E566D-99DB-5206-1E32-A978370BEFC0}"/>
              </a:ext>
            </a:extLst>
          </p:cNvPr>
          <p:cNvCxnSpPr>
            <a:cxnSpLocks/>
            <a:stCxn id="25" idx="0"/>
            <a:endCxn id="27" idx="0"/>
          </p:cNvCxnSpPr>
          <p:nvPr/>
        </p:nvCxnSpPr>
        <p:spPr>
          <a:xfrm rot="16200000" flipH="1">
            <a:off x="3813349" y="2044103"/>
            <a:ext cx="10593" cy="1102197"/>
          </a:xfrm>
          <a:prstGeom prst="bentConnector3">
            <a:avLst>
              <a:gd name="adj1" fmla="val -2158029"/>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正方形/長方形 24">
            <a:extLst>
              <a:ext uri="{FF2B5EF4-FFF2-40B4-BE49-F238E27FC236}">
                <a16:creationId xmlns:a16="http://schemas.microsoft.com/office/drawing/2014/main" id="{1B70E12F-462F-2D59-98C8-32C6C8B4CEB9}"/>
              </a:ext>
            </a:extLst>
          </p:cNvPr>
          <p:cNvSpPr/>
          <p:nvPr/>
        </p:nvSpPr>
        <p:spPr>
          <a:xfrm>
            <a:off x="3184235" y="2589905"/>
            <a:ext cx="166625" cy="22953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27" name="正方形/長方形 26">
            <a:extLst>
              <a:ext uri="{FF2B5EF4-FFF2-40B4-BE49-F238E27FC236}">
                <a16:creationId xmlns:a16="http://schemas.microsoft.com/office/drawing/2014/main" id="{FC8CE132-BCD9-F2F1-6B6D-FC030D9C53C4}"/>
              </a:ext>
            </a:extLst>
          </p:cNvPr>
          <p:cNvSpPr/>
          <p:nvPr/>
        </p:nvSpPr>
        <p:spPr>
          <a:xfrm>
            <a:off x="4282359" y="2600498"/>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29" name="正方形/長方形 28">
            <a:extLst>
              <a:ext uri="{FF2B5EF4-FFF2-40B4-BE49-F238E27FC236}">
                <a16:creationId xmlns:a16="http://schemas.microsoft.com/office/drawing/2014/main" id="{7AC01E23-3743-93AC-53DE-6914877C0E90}"/>
              </a:ext>
            </a:extLst>
          </p:cNvPr>
          <p:cNvSpPr/>
          <p:nvPr/>
        </p:nvSpPr>
        <p:spPr>
          <a:xfrm>
            <a:off x="3341393" y="2264119"/>
            <a:ext cx="940966" cy="192942"/>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カートに追加</a:t>
            </a:r>
          </a:p>
        </p:txBody>
      </p:sp>
      <p:cxnSp>
        <p:nvCxnSpPr>
          <p:cNvPr id="10" name="コネクタ: カギ線 9">
            <a:extLst>
              <a:ext uri="{FF2B5EF4-FFF2-40B4-BE49-F238E27FC236}">
                <a16:creationId xmlns:a16="http://schemas.microsoft.com/office/drawing/2014/main" id="{D6D25BF7-2C4F-C256-0270-92965F04AD18}"/>
              </a:ext>
            </a:extLst>
          </p:cNvPr>
          <p:cNvCxnSpPr>
            <a:cxnSpLocks/>
            <a:stCxn id="13" idx="0"/>
            <a:endCxn id="15" idx="0"/>
          </p:cNvCxnSpPr>
          <p:nvPr/>
        </p:nvCxnSpPr>
        <p:spPr>
          <a:xfrm rot="5400000" flipH="1" flipV="1">
            <a:off x="6455386" y="2096965"/>
            <a:ext cx="5297" cy="991177"/>
          </a:xfrm>
          <a:prstGeom prst="bentConnector3">
            <a:avLst>
              <a:gd name="adj1" fmla="val 11620899"/>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B9FCFFD3-293A-EF54-5BC5-0002332910B8}"/>
              </a:ext>
            </a:extLst>
          </p:cNvPr>
          <p:cNvSpPr/>
          <p:nvPr/>
        </p:nvSpPr>
        <p:spPr>
          <a:xfrm>
            <a:off x="5875060" y="2595201"/>
            <a:ext cx="174772" cy="16424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5" name="正方形/長方形 14">
            <a:extLst>
              <a:ext uri="{FF2B5EF4-FFF2-40B4-BE49-F238E27FC236}">
                <a16:creationId xmlns:a16="http://schemas.microsoft.com/office/drawing/2014/main" id="{EAEC6FA4-0298-1081-BF7F-BF9186BC2C88}"/>
              </a:ext>
            </a:extLst>
          </p:cNvPr>
          <p:cNvSpPr/>
          <p:nvPr/>
        </p:nvSpPr>
        <p:spPr>
          <a:xfrm>
            <a:off x="6866237" y="2589904"/>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16" name="正方形/長方形 15">
            <a:extLst>
              <a:ext uri="{FF2B5EF4-FFF2-40B4-BE49-F238E27FC236}">
                <a16:creationId xmlns:a16="http://schemas.microsoft.com/office/drawing/2014/main" id="{D7FFCBD7-33F3-55F8-A820-410BDFF0CAEF}"/>
              </a:ext>
            </a:extLst>
          </p:cNvPr>
          <p:cNvSpPr/>
          <p:nvPr/>
        </p:nvSpPr>
        <p:spPr>
          <a:xfrm>
            <a:off x="6110749" y="1828527"/>
            <a:ext cx="694570" cy="220025"/>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数量更新</a:t>
            </a:r>
          </a:p>
        </p:txBody>
      </p:sp>
      <p:sp>
        <p:nvSpPr>
          <p:cNvPr id="20" name="正方形/長方形 19">
            <a:extLst>
              <a:ext uri="{FF2B5EF4-FFF2-40B4-BE49-F238E27FC236}">
                <a16:creationId xmlns:a16="http://schemas.microsoft.com/office/drawing/2014/main" id="{85514D30-DAC9-C05A-4A7D-DB7DD3A5C1E3}"/>
              </a:ext>
            </a:extLst>
          </p:cNvPr>
          <p:cNvSpPr/>
          <p:nvPr/>
        </p:nvSpPr>
        <p:spPr>
          <a:xfrm>
            <a:off x="3204140" y="3806351"/>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sp>
        <p:nvSpPr>
          <p:cNvPr id="21" name="正方形/長方形 20">
            <a:extLst>
              <a:ext uri="{FF2B5EF4-FFF2-40B4-BE49-F238E27FC236}">
                <a16:creationId xmlns:a16="http://schemas.microsoft.com/office/drawing/2014/main" id="{72095B92-B692-9F3C-6020-5E008AA212DA}"/>
              </a:ext>
            </a:extLst>
          </p:cNvPr>
          <p:cNvSpPr/>
          <p:nvPr/>
        </p:nvSpPr>
        <p:spPr>
          <a:xfrm>
            <a:off x="1815448" y="3801458"/>
            <a:ext cx="174772" cy="172104"/>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a:solidFill>
                <a:schemeClr val="tx1"/>
              </a:solidFill>
            </a:endParaRPr>
          </a:p>
        </p:txBody>
      </p:sp>
      <p:cxnSp>
        <p:nvCxnSpPr>
          <p:cNvPr id="22" name="コネクタ: カギ線 21">
            <a:extLst>
              <a:ext uri="{FF2B5EF4-FFF2-40B4-BE49-F238E27FC236}">
                <a16:creationId xmlns:a16="http://schemas.microsoft.com/office/drawing/2014/main" id="{0FACBFCA-BAF6-D90F-EFF7-C354CEFD656C}"/>
              </a:ext>
            </a:extLst>
          </p:cNvPr>
          <p:cNvCxnSpPr>
            <a:cxnSpLocks/>
            <a:stCxn id="20" idx="2"/>
            <a:endCxn id="21" idx="2"/>
          </p:cNvCxnSpPr>
          <p:nvPr/>
        </p:nvCxnSpPr>
        <p:spPr>
          <a:xfrm rot="5400000" flipH="1">
            <a:off x="2594733" y="3281663"/>
            <a:ext cx="4893" cy="1388692"/>
          </a:xfrm>
          <a:prstGeom prst="bentConnector3">
            <a:avLst>
              <a:gd name="adj1" fmla="val -4671980"/>
            </a:avLst>
          </a:prstGeom>
          <a:ln w="31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正方形/長方形 29">
            <a:extLst>
              <a:ext uri="{FF2B5EF4-FFF2-40B4-BE49-F238E27FC236}">
                <a16:creationId xmlns:a16="http://schemas.microsoft.com/office/drawing/2014/main" id="{211C8A65-DFC7-2F98-D4CD-B7F53FCD9EA5}"/>
              </a:ext>
            </a:extLst>
          </p:cNvPr>
          <p:cNvSpPr/>
          <p:nvPr/>
        </p:nvSpPr>
        <p:spPr>
          <a:xfrm>
            <a:off x="2011108" y="4125402"/>
            <a:ext cx="1172142" cy="167669"/>
          </a:xfrm>
          <a:prstGeom prst="rect">
            <a:avLst/>
          </a:prstGeom>
          <a:solidFill>
            <a:schemeClr val="bg1">
              <a:lumMod val="95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200">
                <a:solidFill>
                  <a:schemeClr val="tx1"/>
                </a:solidFill>
              </a:rPr>
              <a:t>商品一覧に戻る</a:t>
            </a:r>
          </a:p>
        </p:txBody>
      </p:sp>
    </p:spTree>
    <p:extLst>
      <p:ext uri="{BB962C8B-B14F-4D97-AF65-F5344CB8AC3E}">
        <p14:creationId xmlns:p14="http://schemas.microsoft.com/office/powerpoint/2010/main" val="3044335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9462D-8A80-7DAF-570D-A74F4BA5AC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E20926-97D5-D4EA-E991-CC06F983AF85}"/>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アプリの要件❹ データ設計（</a:t>
            </a:r>
            <a:r>
              <a:rPr lang="en-US" altLang="ja-JP">
                <a:solidFill>
                  <a:schemeClr val="accent2"/>
                </a:solidFill>
              </a:rPr>
              <a:t>1/4</a:t>
            </a:r>
            <a:r>
              <a:rPr lang="ja-JP" altLang="en-US">
                <a:solidFill>
                  <a:schemeClr val="accent2"/>
                </a:solidFill>
              </a:rPr>
              <a:t>）</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E5D5DB7C-7E41-1F07-D9BB-DF958CBFFB79}"/>
              </a:ext>
            </a:extLst>
          </p:cNvPr>
          <p:cNvSpPr>
            <a:spLocks noGrp="1"/>
          </p:cNvSpPr>
          <p:nvPr>
            <p:ph sz="quarter" idx="10"/>
          </p:nvPr>
        </p:nvSpPr>
        <p:spPr>
          <a:xfrm>
            <a:off x="371474" y="1038386"/>
            <a:ext cx="11448000" cy="627452"/>
          </a:xfrm>
        </p:spPr>
        <p:txBody>
          <a:bodyPr/>
          <a:lstStyle/>
          <a:p>
            <a:r>
              <a:rPr kumimoji="1" lang="ja-JP" altLang="en-US" b="1"/>
              <a:t>テーブル名：</a:t>
            </a:r>
            <a:r>
              <a:rPr kumimoji="1" lang="en-US" altLang="ja-JP" b="1"/>
              <a:t>products</a:t>
            </a:r>
          </a:p>
          <a:p>
            <a:r>
              <a:rPr lang="ja-JP" altLang="en-US"/>
              <a:t>商品情報を保持する内部モデル。以下のデータ構造を持つ。</a:t>
            </a:r>
            <a:endParaRPr lang="en-US" altLang="ja-JP"/>
          </a:p>
        </p:txBody>
      </p:sp>
      <p:graphicFrame>
        <p:nvGraphicFramePr>
          <p:cNvPr id="4" name="表 3">
            <a:extLst>
              <a:ext uri="{FF2B5EF4-FFF2-40B4-BE49-F238E27FC236}">
                <a16:creationId xmlns:a16="http://schemas.microsoft.com/office/drawing/2014/main" id="{D1C37A68-9B92-2EBC-001C-5C563AA1C012}"/>
              </a:ext>
            </a:extLst>
          </p:cNvPr>
          <p:cNvGraphicFramePr>
            <a:graphicFrameLocks noGrp="1"/>
          </p:cNvGraphicFramePr>
          <p:nvPr>
            <p:extLst>
              <p:ext uri="{D42A27DB-BD31-4B8C-83A1-F6EECF244321}">
                <p14:modId xmlns:p14="http://schemas.microsoft.com/office/powerpoint/2010/main" val="2477855652"/>
              </p:ext>
            </p:extLst>
          </p:nvPr>
        </p:nvGraphicFramePr>
        <p:xfrm>
          <a:off x="370801" y="1811020"/>
          <a:ext cx="11448000" cy="2966720"/>
        </p:xfrm>
        <a:graphic>
          <a:graphicData uri="http://schemas.openxmlformats.org/drawingml/2006/table">
            <a:tbl>
              <a:tblPr firstRow="1" bandRow="1">
                <a:tableStyleId>{F5AB1C69-6EDB-4FF4-983F-18BD219EF322}</a:tableStyleId>
              </a:tblPr>
              <a:tblGrid>
                <a:gridCol w="1425232">
                  <a:extLst>
                    <a:ext uri="{9D8B030D-6E8A-4147-A177-3AD203B41FA5}">
                      <a16:colId xmlns:a16="http://schemas.microsoft.com/office/drawing/2014/main" val="2788581313"/>
                    </a:ext>
                  </a:extLst>
                </a:gridCol>
                <a:gridCol w="1841035">
                  <a:extLst>
                    <a:ext uri="{9D8B030D-6E8A-4147-A177-3AD203B41FA5}">
                      <a16:colId xmlns:a16="http://schemas.microsoft.com/office/drawing/2014/main" val="3910751633"/>
                    </a:ext>
                  </a:extLst>
                </a:gridCol>
                <a:gridCol w="2799591">
                  <a:extLst>
                    <a:ext uri="{9D8B030D-6E8A-4147-A177-3AD203B41FA5}">
                      <a16:colId xmlns:a16="http://schemas.microsoft.com/office/drawing/2014/main" val="2335790837"/>
                    </a:ext>
                  </a:extLst>
                </a:gridCol>
                <a:gridCol w="1525118">
                  <a:extLst>
                    <a:ext uri="{9D8B030D-6E8A-4147-A177-3AD203B41FA5}">
                      <a16:colId xmlns:a16="http://schemas.microsoft.com/office/drawing/2014/main" val="1310399824"/>
                    </a:ext>
                  </a:extLst>
                </a:gridCol>
                <a:gridCol w="1694669">
                  <a:extLst>
                    <a:ext uri="{9D8B030D-6E8A-4147-A177-3AD203B41FA5}">
                      <a16:colId xmlns:a16="http://schemas.microsoft.com/office/drawing/2014/main" val="2842985187"/>
                    </a:ext>
                  </a:extLst>
                </a:gridCol>
                <a:gridCol w="2162355">
                  <a:extLst>
                    <a:ext uri="{9D8B030D-6E8A-4147-A177-3AD203B41FA5}">
                      <a16:colId xmlns:a16="http://schemas.microsoft.com/office/drawing/2014/main" val="528753078"/>
                    </a:ext>
                  </a:extLst>
                </a:gridCol>
              </a:tblGrid>
              <a:tr h="370840">
                <a:tc>
                  <a:txBody>
                    <a:bodyPr/>
                    <a:lstStyle/>
                    <a:p>
                      <a:r>
                        <a:rPr kumimoji="1" lang="ja-JP" altLang="en-US" sz="1400">
                          <a:latin typeface="+mj-ea"/>
                          <a:ea typeface="+mj-ea"/>
                        </a:rPr>
                        <a:t>項目名</a:t>
                      </a:r>
                    </a:p>
                  </a:txBody>
                  <a:tcPr/>
                </a:tc>
                <a:tc>
                  <a:txBody>
                    <a:bodyPr/>
                    <a:lstStyle/>
                    <a:p>
                      <a:r>
                        <a:rPr kumimoji="1" lang="ja-JP" altLang="en-US" sz="1400">
                          <a:latin typeface="+mj-ea"/>
                          <a:ea typeface="+mj-ea"/>
                        </a:rPr>
                        <a:t>和名</a:t>
                      </a:r>
                    </a:p>
                  </a:txBody>
                  <a:tcPr/>
                </a:tc>
                <a:tc>
                  <a:txBody>
                    <a:bodyPr/>
                    <a:lstStyle/>
                    <a:p>
                      <a:r>
                        <a:rPr kumimoji="1" lang="ja-JP" altLang="en-US" sz="1400">
                          <a:latin typeface="+mj-ea"/>
                          <a:ea typeface="+mj-ea"/>
                        </a:rPr>
                        <a:t>論理型</a:t>
                      </a:r>
                    </a:p>
                  </a:txBody>
                  <a:tcPr/>
                </a:tc>
                <a:tc>
                  <a:txBody>
                    <a:bodyPr/>
                    <a:lstStyle/>
                    <a:p>
                      <a:r>
                        <a:rPr kumimoji="1" lang="en-US" altLang="ja-JP" sz="1400">
                          <a:latin typeface="+mj-ea"/>
                          <a:ea typeface="+mj-ea"/>
                        </a:rPr>
                        <a:t>Java</a:t>
                      </a:r>
                      <a:r>
                        <a:rPr kumimoji="1" lang="ja-JP" altLang="en-US" sz="1400">
                          <a:latin typeface="+mj-ea"/>
                          <a:ea typeface="+mj-ea"/>
                        </a:rPr>
                        <a:t>型</a:t>
                      </a:r>
                    </a:p>
                  </a:txBody>
                  <a:tcPr/>
                </a:tc>
                <a:tc>
                  <a:txBody>
                    <a:bodyPr/>
                    <a:lstStyle/>
                    <a:p>
                      <a:r>
                        <a:rPr kumimoji="1" lang="en-US" altLang="ja-JP" sz="1400">
                          <a:latin typeface="+mj-ea"/>
                          <a:ea typeface="+mj-ea"/>
                        </a:rPr>
                        <a:t>SQL</a:t>
                      </a:r>
                      <a:r>
                        <a:rPr kumimoji="1" lang="ja-JP" altLang="en-US" sz="1400">
                          <a:latin typeface="+mj-ea"/>
                          <a:ea typeface="+mj-ea"/>
                        </a:rPr>
                        <a:t>型</a:t>
                      </a:r>
                    </a:p>
                  </a:txBody>
                  <a:tcPr/>
                </a:tc>
                <a:tc>
                  <a:txBody>
                    <a:bodyPr/>
                    <a:lstStyle/>
                    <a:p>
                      <a:r>
                        <a:rPr kumimoji="1" lang="ja-JP" altLang="en-US" sz="1400">
                          <a:latin typeface="+mj-ea"/>
                          <a:ea typeface="+mj-ea"/>
                        </a:rPr>
                        <a:t>制約・形式</a:t>
                      </a:r>
                    </a:p>
                  </a:txBody>
                  <a:tcPr/>
                </a:tc>
                <a:extLst>
                  <a:ext uri="{0D108BD9-81ED-4DB2-BD59-A6C34878D82A}">
                    <a16:rowId xmlns:a16="http://schemas.microsoft.com/office/drawing/2014/main" val="663147833"/>
                  </a:ext>
                </a:extLst>
              </a:tr>
              <a:tr h="370840">
                <a:tc>
                  <a:txBody>
                    <a:bodyPr/>
                    <a:lstStyle/>
                    <a:p>
                      <a:r>
                        <a:rPr kumimoji="1" lang="en-US" altLang="ja-JP" sz="1400" err="1">
                          <a:latin typeface="+mj-ea"/>
                          <a:ea typeface="+mj-ea"/>
                        </a:rPr>
                        <a:t>productId</a:t>
                      </a:r>
                      <a:endParaRPr kumimoji="1" lang="ja-JP" altLang="en-US" sz="1400">
                        <a:latin typeface="+mj-ea"/>
                        <a:ea typeface="+mj-ea"/>
                      </a:endParaRPr>
                    </a:p>
                  </a:txBody>
                  <a:tcPr/>
                </a:tc>
                <a:tc>
                  <a:txBody>
                    <a:bodyPr/>
                    <a:lstStyle/>
                    <a:p>
                      <a:r>
                        <a:rPr kumimoji="1" lang="ja-JP" altLang="en-US" sz="1400">
                          <a:latin typeface="+mj-ea"/>
                          <a:ea typeface="+mj-ea"/>
                        </a:rPr>
                        <a:t>商品</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r>
                        <a:rPr kumimoji="1" lang="ja-JP" altLang="en-US" sz="1400">
                          <a:latin typeface="+mj-ea"/>
                          <a:ea typeface="+mj-ea"/>
                        </a:rPr>
                        <a:t>主キー、</a:t>
                      </a:r>
                      <a:r>
                        <a:rPr kumimoji="1" lang="en-US" altLang="ja-JP" sz="1400">
                          <a:latin typeface="+mj-ea"/>
                          <a:ea typeface="+mj-ea"/>
                        </a:rPr>
                        <a:t>1</a:t>
                      </a:r>
                      <a:r>
                        <a:rPr kumimoji="1" lang="ja-JP" altLang="en-US" sz="1400">
                          <a:latin typeface="+mj-ea"/>
                          <a:ea typeface="+mj-ea"/>
                        </a:rPr>
                        <a:t>以上</a:t>
                      </a:r>
                    </a:p>
                  </a:txBody>
                  <a:tcPr/>
                </a:tc>
                <a:extLst>
                  <a:ext uri="{0D108BD9-81ED-4DB2-BD59-A6C34878D82A}">
                    <a16:rowId xmlns:a16="http://schemas.microsoft.com/office/drawing/2014/main" val="418348733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name</a:t>
                      </a:r>
                      <a:endParaRPr kumimoji="1" lang="ja-JP" altLang="en-US" sz="1400">
                        <a:latin typeface="+mj-ea"/>
                        <a:ea typeface="+mj-ea"/>
                      </a:endParaRPr>
                    </a:p>
                  </a:txBody>
                  <a:tcPr/>
                </a:tc>
                <a:tc>
                  <a:txBody>
                    <a:bodyPr/>
                    <a:lstStyle/>
                    <a:p>
                      <a:r>
                        <a:rPr kumimoji="1" lang="ja-JP" altLang="en-US" sz="1400">
                          <a:latin typeface="+mj-ea"/>
                          <a:ea typeface="+mj-ea"/>
                        </a:rPr>
                        <a:t>商品名</a:t>
                      </a:r>
                    </a:p>
                  </a:txBody>
                  <a:tcPr/>
                </a:tc>
                <a:tc>
                  <a:txBody>
                    <a:bodyPr/>
                    <a:lstStyle/>
                    <a:p>
                      <a:r>
                        <a:rPr kumimoji="1" lang="ja-JP" altLang="en-US" sz="1400">
                          <a:latin typeface="+mj-ea"/>
                          <a:ea typeface="+mj-ea"/>
                        </a:rPr>
                        <a:t>文字列（</a:t>
                      </a:r>
                      <a:r>
                        <a:rPr kumimoji="1" lang="en-US" altLang="ja-JP" sz="1400">
                          <a:latin typeface="+mj-ea"/>
                          <a:ea typeface="+mj-ea"/>
                        </a:rPr>
                        <a:t>100</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varchar(100)</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100</a:t>
                      </a:r>
                      <a:r>
                        <a:rPr kumimoji="1" lang="ja-JP" altLang="en-US" sz="1400">
                          <a:latin typeface="+mj-ea"/>
                          <a:ea typeface="+mj-ea"/>
                        </a:rPr>
                        <a:t>文字以内</a:t>
                      </a:r>
                    </a:p>
                  </a:txBody>
                  <a:tcPr/>
                </a:tc>
                <a:extLst>
                  <a:ext uri="{0D108BD9-81ED-4DB2-BD59-A6C34878D82A}">
                    <a16:rowId xmlns:a16="http://schemas.microsoft.com/office/drawing/2014/main" val="4197115414"/>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description</a:t>
                      </a:r>
                      <a:endParaRPr kumimoji="1" lang="ja-JP" altLang="en-US" sz="1400">
                        <a:latin typeface="+mj-ea"/>
                        <a:ea typeface="+mj-ea"/>
                      </a:endParaRPr>
                    </a:p>
                  </a:txBody>
                  <a:tcPr/>
                </a:tc>
                <a:tc>
                  <a:txBody>
                    <a:bodyPr/>
                    <a:lstStyle/>
                    <a:p>
                      <a:r>
                        <a:rPr kumimoji="1" lang="ja-JP" altLang="en-US" sz="1400">
                          <a:latin typeface="+mj-ea"/>
                          <a:ea typeface="+mj-ea"/>
                        </a:rPr>
                        <a:t>商品説明</a:t>
                      </a:r>
                    </a:p>
                  </a:txBody>
                  <a:tcPr/>
                </a:tc>
                <a:tc>
                  <a:txBody>
                    <a:bodyPr/>
                    <a:lstStyle/>
                    <a:p>
                      <a:r>
                        <a:rPr kumimoji="1" lang="ja-JP" altLang="en-US" sz="1400">
                          <a:latin typeface="+mj-ea"/>
                          <a:ea typeface="+mj-ea"/>
                        </a:rPr>
                        <a:t>テキスト</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text</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500</a:t>
                      </a:r>
                      <a:r>
                        <a:rPr kumimoji="1" lang="ja-JP" altLang="en-US" sz="1400">
                          <a:latin typeface="+mj-ea"/>
                          <a:ea typeface="+mj-ea"/>
                        </a:rPr>
                        <a:t>文字以内</a:t>
                      </a:r>
                    </a:p>
                  </a:txBody>
                  <a:tcPr/>
                </a:tc>
                <a:extLst>
                  <a:ext uri="{0D108BD9-81ED-4DB2-BD59-A6C34878D82A}">
                    <a16:rowId xmlns:a16="http://schemas.microsoft.com/office/drawing/2014/main" val="1287641607"/>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price</a:t>
                      </a:r>
                      <a:endParaRPr kumimoji="1" lang="ja-JP" altLang="en-US" sz="1400">
                        <a:latin typeface="+mj-ea"/>
                        <a:ea typeface="+mj-ea"/>
                      </a:endParaRPr>
                    </a:p>
                  </a:txBody>
                  <a:tcPr/>
                </a:tc>
                <a:tc>
                  <a:txBody>
                    <a:bodyPr/>
                    <a:lstStyle/>
                    <a:p>
                      <a:r>
                        <a:rPr kumimoji="1" lang="ja-JP" altLang="en-US" sz="1400">
                          <a:latin typeface="+mj-ea"/>
                          <a:ea typeface="+mj-ea"/>
                        </a:rPr>
                        <a:t>価格</a:t>
                      </a: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r>
                        <a:rPr kumimoji="1" lang="en-US" altLang="ja-JP" sz="1400">
                          <a:latin typeface="+mj-ea"/>
                          <a:ea typeface="+mj-ea"/>
                        </a:rPr>
                        <a:t>0</a:t>
                      </a:r>
                      <a:r>
                        <a:rPr kumimoji="1" lang="ja-JP" altLang="en-US" sz="1400">
                          <a:latin typeface="+mj-ea"/>
                          <a:ea typeface="+mj-ea"/>
                        </a:rPr>
                        <a:t>以上</a:t>
                      </a:r>
                    </a:p>
                  </a:txBody>
                  <a:tcPr/>
                </a:tc>
                <a:extLst>
                  <a:ext uri="{0D108BD9-81ED-4DB2-BD59-A6C34878D82A}">
                    <a16:rowId xmlns:a16="http://schemas.microsoft.com/office/drawing/2014/main" val="68749272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stock</a:t>
                      </a:r>
                      <a:endParaRPr kumimoji="1" lang="ja-JP" altLang="en-US" sz="1400">
                        <a:latin typeface="+mj-ea"/>
                        <a:ea typeface="+mj-ea"/>
                      </a:endParaRPr>
                    </a:p>
                  </a:txBody>
                  <a:tcPr/>
                </a:tc>
                <a:tc>
                  <a:txBody>
                    <a:bodyPr/>
                    <a:lstStyle/>
                    <a:p>
                      <a:r>
                        <a:rPr kumimoji="1" lang="ja-JP" altLang="en-US" sz="1400">
                          <a:latin typeface="+mj-ea"/>
                          <a:ea typeface="+mj-ea"/>
                        </a:rPr>
                        <a:t>在庫数</a:t>
                      </a: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r>
                        <a:rPr kumimoji="1" lang="en-US" altLang="ja-JP" sz="1400">
                          <a:latin typeface="+mj-ea"/>
                          <a:ea typeface="+mj-ea"/>
                        </a:rPr>
                        <a:t>0</a:t>
                      </a:r>
                      <a:r>
                        <a:rPr kumimoji="1" lang="ja-JP" altLang="en-US" sz="1400">
                          <a:latin typeface="+mj-ea"/>
                          <a:ea typeface="+mj-ea"/>
                        </a:rPr>
                        <a:t>以上</a:t>
                      </a:r>
                    </a:p>
                  </a:txBody>
                  <a:tcPr/>
                </a:tc>
                <a:extLst>
                  <a:ext uri="{0D108BD9-81ED-4DB2-BD59-A6C34878D82A}">
                    <a16:rowId xmlns:a16="http://schemas.microsoft.com/office/drawing/2014/main" val="175071162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status</a:t>
                      </a:r>
                      <a:endParaRPr kumimoji="1" lang="ja-JP" altLang="en-US" sz="1400">
                        <a:latin typeface="+mj-ea"/>
                        <a:ea typeface="+mj-ea"/>
                      </a:endParaRPr>
                    </a:p>
                  </a:txBody>
                  <a:tcPr/>
                </a:tc>
                <a:tc>
                  <a:txBody>
                    <a:bodyPr/>
                    <a:lstStyle/>
                    <a:p>
                      <a:r>
                        <a:rPr kumimoji="1" lang="ja-JP" altLang="en-US" sz="1400">
                          <a:latin typeface="+mj-ea"/>
                          <a:ea typeface="+mj-ea"/>
                        </a:rPr>
                        <a:t>販売状態</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文字列（</a:t>
                      </a:r>
                      <a:r>
                        <a:rPr kumimoji="1" lang="en-US" altLang="ja-JP" sz="1400">
                          <a:latin typeface="+mj-ea"/>
                          <a:ea typeface="+mj-ea"/>
                        </a:rPr>
                        <a:t>20</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varchar(20)</a:t>
                      </a:r>
                      <a:endParaRPr kumimoji="1" lang="ja-JP" altLang="en-US" sz="1400">
                        <a:latin typeface="+mj-ea"/>
                        <a:ea typeface="+mj-ea"/>
                      </a:endParaRPr>
                    </a:p>
                  </a:txBody>
                  <a:tcPr/>
                </a:tc>
                <a:tc>
                  <a:txBody>
                    <a:bodyPr/>
                    <a:lstStyle/>
                    <a:p>
                      <a:r>
                        <a:rPr kumimoji="1" lang="en-US" altLang="ja-JP" sz="1400">
                          <a:latin typeface="+mj-ea"/>
                          <a:ea typeface="+mj-ea"/>
                        </a:rPr>
                        <a:t>ON_SALE / STOPPED</a:t>
                      </a:r>
                      <a:endParaRPr kumimoji="1" lang="ja-JP" altLang="en-US" sz="1400">
                        <a:latin typeface="+mj-ea"/>
                        <a:ea typeface="+mj-ea"/>
                      </a:endParaRPr>
                    </a:p>
                  </a:txBody>
                  <a:tcPr/>
                </a:tc>
                <a:extLst>
                  <a:ext uri="{0D108BD9-81ED-4DB2-BD59-A6C34878D82A}">
                    <a16:rowId xmlns:a16="http://schemas.microsoft.com/office/drawing/2014/main" val="26271084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imageUrl</a:t>
                      </a:r>
                      <a:endParaRPr kumimoji="1" lang="ja-JP" altLang="en-US" sz="1400">
                        <a:latin typeface="+mj-ea"/>
                        <a:ea typeface="+mj-ea"/>
                      </a:endParaRPr>
                    </a:p>
                  </a:txBody>
                  <a:tcPr/>
                </a:tc>
                <a:tc>
                  <a:txBody>
                    <a:bodyPr/>
                    <a:lstStyle/>
                    <a:p>
                      <a:r>
                        <a:rPr kumimoji="1" lang="ja-JP" altLang="en-US" sz="1400">
                          <a:latin typeface="+mj-ea"/>
                          <a:ea typeface="+mj-ea"/>
                        </a:rPr>
                        <a:t>画像</a:t>
                      </a:r>
                      <a:r>
                        <a:rPr kumimoji="1" lang="en-US" altLang="ja-JP" sz="1400">
                          <a:latin typeface="+mj-ea"/>
                          <a:ea typeface="+mj-ea"/>
                        </a:rPr>
                        <a:t>URL</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文字列（</a:t>
                      </a:r>
                      <a:r>
                        <a:rPr kumimoji="1" lang="en-US" altLang="ja-JP" sz="1400">
                          <a:latin typeface="+mj-ea"/>
                          <a:ea typeface="+mj-ea"/>
                        </a:rPr>
                        <a:t>255</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varchar(255)</a:t>
                      </a:r>
                      <a:endParaRPr kumimoji="1" lang="ja-JP" altLang="en-US" sz="1400">
                        <a:latin typeface="+mj-ea"/>
                        <a:ea typeface="+mj-ea"/>
                      </a:endParaRPr>
                    </a:p>
                  </a:txBody>
                  <a:tcPr/>
                </a:tc>
                <a:tc>
                  <a:txBody>
                    <a:bodyPr/>
                    <a:lstStyle/>
                    <a:p>
                      <a:r>
                        <a:rPr kumimoji="1" lang="en-US" altLang="ja-JP" sz="1400">
                          <a:latin typeface="+mj-ea"/>
                          <a:ea typeface="+mj-ea"/>
                        </a:rPr>
                        <a:t>URL</a:t>
                      </a:r>
                      <a:r>
                        <a:rPr kumimoji="1" lang="ja-JP" altLang="en-US" sz="1400">
                          <a:latin typeface="+mj-ea"/>
                          <a:ea typeface="+mj-ea"/>
                        </a:rPr>
                        <a:t>文字列</a:t>
                      </a:r>
                    </a:p>
                  </a:txBody>
                  <a:tcPr/>
                </a:tc>
                <a:extLst>
                  <a:ext uri="{0D108BD9-81ED-4DB2-BD59-A6C34878D82A}">
                    <a16:rowId xmlns:a16="http://schemas.microsoft.com/office/drawing/2014/main" val="1723237380"/>
                  </a:ext>
                </a:extLst>
              </a:tr>
            </a:tbl>
          </a:graphicData>
        </a:graphic>
      </p:graphicFrame>
    </p:spTree>
    <p:extLst>
      <p:ext uri="{BB962C8B-B14F-4D97-AF65-F5344CB8AC3E}">
        <p14:creationId xmlns:p14="http://schemas.microsoft.com/office/powerpoint/2010/main" val="934779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45E56-13A4-DF5E-90B5-DFBA3E759F0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7A8738-782E-E391-43A4-6B71DE2C4644}"/>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アプリの要件❹ データ設計（</a:t>
            </a:r>
            <a:r>
              <a:rPr lang="en-US" altLang="ja-JP">
                <a:solidFill>
                  <a:schemeClr val="accent2"/>
                </a:solidFill>
              </a:rPr>
              <a:t>2/4</a:t>
            </a:r>
            <a:r>
              <a:rPr lang="ja-JP" altLang="en-US">
                <a:solidFill>
                  <a:schemeClr val="accent2"/>
                </a:solidFill>
              </a:rPr>
              <a:t>）</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3244FC00-9014-CEF5-4055-8F4C27A8400F}"/>
              </a:ext>
            </a:extLst>
          </p:cNvPr>
          <p:cNvSpPr>
            <a:spLocks noGrp="1"/>
          </p:cNvSpPr>
          <p:nvPr>
            <p:ph sz="quarter" idx="10"/>
          </p:nvPr>
        </p:nvSpPr>
        <p:spPr>
          <a:xfrm>
            <a:off x="371474" y="1038386"/>
            <a:ext cx="11448000" cy="627452"/>
          </a:xfrm>
        </p:spPr>
        <p:txBody>
          <a:bodyPr/>
          <a:lstStyle/>
          <a:p>
            <a:r>
              <a:rPr kumimoji="1" lang="ja-JP" altLang="en-US" b="1"/>
              <a:t>テーブル名：</a:t>
            </a:r>
            <a:r>
              <a:rPr kumimoji="1" lang="en-US" altLang="ja-JP" b="1" err="1"/>
              <a:t>cart_items</a:t>
            </a:r>
            <a:endParaRPr kumimoji="1" lang="en-US" altLang="ja-JP" b="1"/>
          </a:p>
          <a:p>
            <a:r>
              <a:rPr lang="ja-JP" altLang="en-US"/>
              <a:t>カート内の商品明細を保持する内部モデル。以下のデータ構造を持つ。</a:t>
            </a:r>
            <a:endParaRPr lang="en-US" altLang="ja-JP"/>
          </a:p>
        </p:txBody>
      </p:sp>
      <p:graphicFrame>
        <p:nvGraphicFramePr>
          <p:cNvPr id="4" name="表 3">
            <a:extLst>
              <a:ext uri="{FF2B5EF4-FFF2-40B4-BE49-F238E27FC236}">
                <a16:creationId xmlns:a16="http://schemas.microsoft.com/office/drawing/2014/main" id="{E564FA97-BE0D-2669-5E1F-0383CA8F7638}"/>
              </a:ext>
            </a:extLst>
          </p:cNvPr>
          <p:cNvGraphicFramePr>
            <a:graphicFrameLocks noGrp="1"/>
          </p:cNvGraphicFramePr>
          <p:nvPr>
            <p:extLst>
              <p:ext uri="{D42A27DB-BD31-4B8C-83A1-F6EECF244321}">
                <p14:modId xmlns:p14="http://schemas.microsoft.com/office/powerpoint/2010/main" val="27415444"/>
              </p:ext>
            </p:extLst>
          </p:nvPr>
        </p:nvGraphicFramePr>
        <p:xfrm>
          <a:off x="371476" y="1816406"/>
          <a:ext cx="11449050" cy="1112520"/>
        </p:xfrm>
        <a:graphic>
          <a:graphicData uri="http://schemas.openxmlformats.org/drawingml/2006/table">
            <a:tbl>
              <a:tblPr firstRow="1" bandRow="1">
                <a:tableStyleId>{F5AB1C69-6EDB-4FF4-983F-18BD219EF322}</a:tableStyleId>
              </a:tblPr>
              <a:tblGrid>
                <a:gridCol w="1425363">
                  <a:extLst>
                    <a:ext uri="{9D8B030D-6E8A-4147-A177-3AD203B41FA5}">
                      <a16:colId xmlns:a16="http://schemas.microsoft.com/office/drawing/2014/main" val="2788581313"/>
                    </a:ext>
                  </a:extLst>
                </a:gridCol>
                <a:gridCol w="1841204">
                  <a:extLst>
                    <a:ext uri="{9D8B030D-6E8A-4147-A177-3AD203B41FA5}">
                      <a16:colId xmlns:a16="http://schemas.microsoft.com/office/drawing/2014/main" val="3910751633"/>
                    </a:ext>
                  </a:extLst>
                </a:gridCol>
                <a:gridCol w="2488769">
                  <a:extLst>
                    <a:ext uri="{9D8B030D-6E8A-4147-A177-3AD203B41FA5}">
                      <a16:colId xmlns:a16="http://schemas.microsoft.com/office/drawing/2014/main" val="2335790837"/>
                    </a:ext>
                  </a:extLst>
                </a:gridCol>
                <a:gridCol w="1471898">
                  <a:extLst>
                    <a:ext uri="{9D8B030D-6E8A-4147-A177-3AD203B41FA5}">
                      <a16:colId xmlns:a16="http://schemas.microsoft.com/office/drawing/2014/main" val="1310399824"/>
                    </a:ext>
                  </a:extLst>
                </a:gridCol>
                <a:gridCol w="1342297">
                  <a:extLst>
                    <a:ext uri="{9D8B030D-6E8A-4147-A177-3AD203B41FA5}">
                      <a16:colId xmlns:a16="http://schemas.microsoft.com/office/drawing/2014/main" val="2842985187"/>
                    </a:ext>
                  </a:extLst>
                </a:gridCol>
                <a:gridCol w="2879519">
                  <a:extLst>
                    <a:ext uri="{9D8B030D-6E8A-4147-A177-3AD203B41FA5}">
                      <a16:colId xmlns:a16="http://schemas.microsoft.com/office/drawing/2014/main" val="528753078"/>
                    </a:ext>
                  </a:extLst>
                </a:gridCol>
              </a:tblGrid>
              <a:tr h="370840">
                <a:tc>
                  <a:txBody>
                    <a:bodyPr/>
                    <a:lstStyle/>
                    <a:p>
                      <a:r>
                        <a:rPr kumimoji="1" lang="ja-JP" altLang="en-US" sz="1400">
                          <a:latin typeface="+mj-ea"/>
                          <a:ea typeface="+mj-ea"/>
                        </a:rPr>
                        <a:t>項目名</a:t>
                      </a:r>
                    </a:p>
                  </a:txBody>
                  <a:tcPr/>
                </a:tc>
                <a:tc>
                  <a:txBody>
                    <a:bodyPr/>
                    <a:lstStyle/>
                    <a:p>
                      <a:r>
                        <a:rPr kumimoji="1" lang="ja-JP" altLang="en-US" sz="1400">
                          <a:latin typeface="+mj-ea"/>
                          <a:ea typeface="+mj-ea"/>
                        </a:rPr>
                        <a:t>和名</a:t>
                      </a:r>
                    </a:p>
                  </a:txBody>
                  <a:tcPr/>
                </a:tc>
                <a:tc>
                  <a:txBody>
                    <a:bodyPr/>
                    <a:lstStyle/>
                    <a:p>
                      <a:r>
                        <a:rPr kumimoji="1" lang="ja-JP" altLang="en-US" sz="1400">
                          <a:latin typeface="+mj-ea"/>
                          <a:ea typeface="+mj-ea"/>
                        </a:rPr>
                        <a:t>論理型</a:t>
                      </a:r>
                    </a:p>
                  </a:txBody>
                  <a:tcPr/>
                </a:tc>
                <a:tc>
                  <a:txBody>
                    <a:bodyPr/>
                    <a:lstStyle/>
                    <a:p>
                      <a:r>
                        <a:rPr kumimoji="1" lang="en-US" altLang="ja-JP" sz="1400">
                          <a:latin typeface="+mj-ea"/>
                          <a:ea typeface="+mj-ea"/>
                        </a:rPr>
                        <a:t>Java</a:t>
                      </a:r>
                      <a:r>
                        <a:rPr kumimoji="1" lang="ja-JP" altLang="en-US" sz="1400">
                          <a:latin typeface="+mj-ea"/>
                          <a:ea typeface="+mj-ea"/>
                        </a:rPr>
                        <a:t>型</a:t>
                      </a:r>
                    </a:p>
                  </a:txBody>
                  <a:tcPr/>
                </a:tc>
                <a:tc>
                  <a:txBody>
                    <a:bodyPr/>
                    <a:lstStyle/>
                    <a:p>
                      <a:r>
                        <a:rPr kumimoji="1" lang="en-US" altLang="ja-JP" sz="1400">
                          <a:latin typeface="+mj-ea"/>
                          <a:ea typeface="+mj-ea"/>
                        </a:rPr>
                        <a:t>SQL</a:t>
                      </a:r>
                      <a:r>
                        <a:rPr kumimoji="1" lang="ja-JP" altLang="en-US" sz="1400">
                          <a:latin typeface="+mj-ea"/>
                          <a:ea typeface="+mj-ea"/>
                        </a:rPr>
                        <a:t>型</a:t>
                      </a:r>
                    </a:p>
                  </a:txBody>
                  <a:tcPr/>
                </a:tc>
                <a:tc>
                  <a:txBody>
                    <a:bodyPr/>
                    <a:lstStyle/>
                    <a:p>
                      <a:r>
                        <a:rPr kumimoji="1" lang="ja-JP" altLang="en-US" sz="1400">
                          <a:latin typeface="+mj-ea"/>
                          <a:ea typeface="+mj-ea"/>
                        </a:rPr>
                        <a:t>制約・形式</a:t>
                      </a:r>
                    </a:p>
                  </a:txBody>
                  <a:tcPr/>
                </a:tc>
                <a:extLst>
                  <a:ext uri="{0D108BD9-81ED-4DB2-BD59-A6C34878D82A}">
                    <a16:rowId xmlns:a16="http://schemas.microsoft.com/office/drawing/2014/main" val="663147833"/>
                  </a:ext>
                </a:extLst>
              </a:tr>
              <a:tr h="370840">
                <a:tc>
                  <a:txBody>
                    <a:bodyPr/>
                    <a:lstStyle/>
                    <a:p>
                      <a:r>
                        <a:rPr kumimoji="1" lang="en-US" altLang="ja-JP" sz="1400" err="1">
                          <a:latin typeface="+mj-ea"/>
                          <a:ea typeface="+mj-ea"/>
                        </a:rPr>
                        <a:t>productId</a:t>
                      </a:r>
                      <a:endParaRPr kumimoji="1" lang="ja-JP" altLang="en-US" sz="1400">
                        <a:latin typeface="+mj-ea"/>
                        <a:ea typeface="+mj-ea"/>
                      </a:endParaRPr>
                    </a:p>
                  </a:txBody>
                  <a:tcPr/>
                </a:tc>
                <a:tc>
                  <a:txBody>
                    <a:bodyPr/>
                    <a:lstStyle/>
                    <a:p>
                      <a:r>
                        <a:rPr kumimoji="1" lang="ja-JP" altLang="en-US" sz="1400">
                          <a:latin typeface="+mj-ea"/>
                          <a:ea typeface="+mj-ea"/>
                        </a:rPr>
                        <a:t>商品</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r>
                        <a:rPr kumimoji="1" lang="ja-JP" altLang="en-US" sz="1400">
                          <a:latin typeface="+mj-ea"/>
                          <a:ea typeface="+mj-ea"/>
                        </a:rPr>
                        <a:t>商品を識別するキー、</a:t>
                      </a:r>
                      <a:r>
                        <a:rPr kumimoji="1" lang="en-US" altLang="ja-JP" sz="1400">
                          <a:latin typeface="+mj-ea"/>
                          <a:ea typeface="+mj-ea"/>
                        </a:rPr>
                        <a:t>1</a:t>
                      </a:r>
                      <a:r>
                        <a:rPr kumimoji="1" lang="ja-JP" altLang="en-US" sz="1400">
                          <a:latin typeface="+mj-ea"/>
                          <a:ea typeface="+mj-ea"/>
                        </a:rPr>
                        <a:t>以上</a:t>
                      </a:r>
                    </a:p>
                  </a:txBody>
                  <a:tcPr/>
                </a:tc>
                <a:extLst>
                  <a:ext uri="{0D108BD9-81ED-4DB2-BD59-A6C34878D82A}">
                    <a16:rowId xmlns:a16="http://schemas.microsoft.com/office/drawing/2014/main" val="418348733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quantity</a:t>
                      </a:r>
                      <a:endParaRPr kumimoji="1" lang="ja-JP" altLang="en-US" sz="1400">
                        <a:latin typeface="+mj-ea"/>
                        <a:ea typeface="+mj-ea"/>
                      </a:endParaRPr>
                    </a:p>
                  </a:txBody>
                  <a:tcPr/>
                </a:tc>
                <a:tc>
                  <a:txBody>
                    <a:bodyPr/>
                    <a:lstStyle/>
                    <a:p>
                      <a:r>
                        <a:rPr kumimoji="1" lang="ja-JP" altLang="en-US" sz="1400">
                          <a:latin typeface="+mj-ea"/>
                          <a:ea typeface="+mj-ea"/>
                        </a:rPr>
                        <a:t>数量</a:t>
                      </a: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1~99</a:t>
                      </a:r>
                      <a:endParaRPr kumimoji="1" lang="ja-JP" altLang="en-US" sz="1400">
                        <a:latin typeface="+mj-ea"/>
                        <a:ea typeface="+mj-ea"/>
                      </a:endParaRPr>
                    </a:p>
                  </a:txBody>
                  <a:tcPr/>
                </a:tc>
                <a:extLst>
                  <a:ext uri="{0D108BD9-81ED-4DB2-BD59-A6C34878D82A}">
                    <a16:rowId xmlns:a16="http://schemas.microsoft.com/office/drawing/2014/main" val="4197115414"/>
                  </a:ext>
                </a:extLst>
              </a:tr>
            </a:tbl>
          </a:graphicData>
        </a:graphic>
      </p:graphicFrame>
    </p:spTree>
    <p:extLst>
      <p:ext uri="{BB962C8B-B14F-4D97-AF65-F5344CB8AC3E}">
        <p14:creationId xmlns:p14="http://schemas.microsoft.com/office/powerpoint/2010/main" val="3215789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840E-7C1B-9801-2B19-3975CFAB13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E2D10C-EE10-90D2-3874-09F8FEABF0F9}"/>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アプリの要件❹ データ設計（</a:t>
            </a:r>
            <a:r>
              <a:rPr lang="en-US" altLang="ja-JP">
                <a:solidFill>
                  <a:schemeClr val="accent2"/>
                </a:solidFill>
              </a:rPr>
              <a:t>3/4</a:t>
            </a:r>
            <a:r>
              <a:rPr lang="ja-JP" altLang="en-US">
                <a:solidFill>
                  <a:schemeClr val="accent2"/>
                </a:solidFill>
              </a:rPr>
              <a:t>）</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BA0DF559-0C31-8D8F-72D2-FA935AE4B6A6}"/>
              </a:ext>
            </a:extLst>
          </p:cNvPr>
          <p:cNvSpPr>
            <a:spLocks noGrp="1"/>
          </p:cNvSpPr>
          <p:nvPr>
            <p:ph sz="quarter" idx="10"/>
          </p:nvPr>
        </p:nvSpPr>
        <p:spPr>
          <a:xfrm>
            <a:off x="371474" y="1038386"/>
            <a:ext cx="11448000" cy="627452"/>
          </a:xfrm>
        </p:spPr>
        <p:txBody>
          <a:bodyPr/>
          <a:lstStyle/>
          <a:p>
            <a:r>
              <a:rPr kumimoji="1" lang="ja-JP" altLang="en-US" b="1"/>
              <a:t>テーブル名：</a:t>
            </a:r>
            <a:r>
              <a:rPr lang="en-US" altLang="ja-JP" b="1"/>
              <a:t>order</a:t>
            </a:r>
            <a:r>
              <a:rPr kumimoji="1" lang="en-US" altLang="ja-JP" b="1"/>
              <a:t>s</a:t>
            </a:r>
          </a:p>
          <a:p>
            <a:r>
              <a:rPr lang="ja-JP" altLang="en-US"/>
              <a:t>注文ヘッダ情報を保持する内部モデル。以下のデータ構造を持つ。</a:t>
            </a:r>
            <a:endParaRPr lang="en-US" altLang="ja-JP"/>
          </a:p>
        </p:txBody>
      </p:sp>
      <p:graphicFrame>
        <p:nvGraphicFramePr>
          <p:cNvPr id="4" name="表 3">
            <a:extLst>
              <a:ext uri="{FF2B5EF4-FFF2-40B4-BE49-F238E27FC236}">
                <a16:creationId xmlns:a16="http://schemas.microsoft.com/office/drawing/2014/main" id="{13256768-12E3-8E9D-AADE-D155F15E5175}"/>
              </a:ext>
            </a:extLst>
          </p:cNvPr>
          <p:cNvGraphicFramePr>
            <a:graphicFrameLocks noGrp="1"/>
          </p:cNvGraphicFramePr>
          <p:nvPr>
            <p:extLst>
              <p:ext uri="{D42A27DB-BD31-4B8C-83A1-F6EECF244321}">
                <p14:modId xmlns:p14="http://schemas.microsoft.com/office/powerpoint/2010/main" val="3769104111"/>
              </p:ext>
            </p:extLst>
          </p:nvPr>
        </p:nvGraphicFramePr>
        <p:xfrm>
          <a:off x="370801" y="1811020"/>
          <a:ext cx="11448000" cy="2966720"/>
        </p:xfrm>
        <a:graphic>
          <a:graphicData uri="http://schemas.openxmlformats.org/drawingml/2006/table">
            <a:tbl>
              <a:tblPr firstRow="1" bandRow="1">
                <a:tableStyleId>{F5AB1C69-6EDB-4FF4-983F-18BD219EF322}</a:tableStyleId>
              </a:tblPr>
              <a:tblGrid>
                <a:gridCol w="1733329">
                  <a:extLst>
                    <a:ext uri="{9D8B030D-6E8A-4147-A177-3AD203B41FA5}">
                      <a16:colId xmlns:a16="http://schemas.microsoft.com/office/drawing/2014/main" val="2788581313"/>
                    </a:ext>
                  </a:extLst>
                </a:gridCol>
                <a:gridCol w="1773168">
                  <a:extLst>
                    <a:ext uri="{9D8B030D-6E8A-4147-A177-3AD203B41FA5}">
                      <a16:colId xmlns:a16="http://schemas.microsoft.com/office/drawing/2014/main" val="3910751633"/>
                    </a:ext>
                  </a:extLst>
                </a:gridCol>
                <a:gridCol w="2150112">
                  <a:extLst>
                    <a:ext uri="{9D8B030D-6E8A-4147-A177-3AD203B41FA5}">
                      <a16:colId xmlns:a16="http://schemas.microsoft.com/office/drawing/2014/main" val="2335790837"/>
                    </a:ext>
                  </a:extLst>
                </a:gridCol>
                <a:gridCol w="2656749">
                  <a:extLst>
                    <a:ext uri="{9D8B030D-6E8A-4147-A177-3AD203B41FA5}">
                      <a16:colId xmlns:a16="http://schemas.microsoft.com/office/drawing/2014/main" val="1310399824"/>
                    </a:ext>
                  </a:extLst>
                </a:gridCol>
                <a:gridCol w="1632198">
                  <a:extLst>
                    <a:ext uri="{9D8B030D-6E8A-4147-A177-3AD203B41FA5}">
                      <a16:colId xmlns:a16="http://schemas.microsoft.com/office/drawing/2014/main" val="2842985187"/>
                    </a:ext>
                  </a:extLst>
                </a:gridCol>
                <a:gridCol w="1502444">
                  <a:extLst>
                    <a:ext uri="{9D8B030D-6E8A-4147-A177-3AD203B41FA5}">
                      <a16:colId xmlns:a16="http://schemas.microsoft.com/office/drawing/2014/main" val="528753078"/>
                    </a:ext>
                  </a:extLst>
                </a:gridCol>
              </a:tblGrid>
              <a:tr h="370840">
                <a:tc>
                  <a:txBody>
                    <a:bodyPr/>
                    <a:lstStyle/>
                    <a:p>
                      <a:r>
                        <a:rPr kumimoji="1" lang="ja-JP" altLang="en-US" sz="1400">
                          <a:latin typeface="+mj-ea"/>
                          <a:ea typeface="+mj-ea"/>
                        </a:rPr>
                        <a:t>項目名</a:t>
                      </a:r>
                    </a:p>
                  </a:txBody>
                  <a:tcPr/>
                </a:tc>
                <a:tc>
                  <a:txBody>
                    <a:bodyPr/>
                    <a:lstStyle/>
                    <a:p>
                      <a:r>
                        <a:rPr kumimoji="1" lang="ja-JP" altLang="en-US" sz="1400">
                          <a:latin typeface="+mj-ea"/>
                          <a:ea typeface="+mj-ea"/>
                        </a:rPr>
                        <a:t>和名</a:t>
                      </a:r>
                    </a:p>
                  </a:txBody>
                  <a:tcPr/>
                </a:tc>
                <a:tc>
                  <a:txBody>
                    <a:bodyPr/>
                    <a:lstStyle/>
                    <a:p>
                      <a:r>
                        <a:rPr kumimoji="1" lang="ja-JP" altLang="en-US" sz="1400">
                          <a:latin typeface="+mj-ea"/>
                          <a:ea typeface="+mj-ea"/>
                        </a:rPr>
                        <a:t>論理型</a:t>
                      </a:r>
                    </a:p>
                  </a:txBody>
                  <a:tcPr/>
                </a:tc>
                <a:tc>
                  <a:txBody>
                    <a:bodyPr/>
                    <a:lstStyle/>
                    <a:p>
                      <a:r>
                        <a:rPr kumimoji="1" lang="en-US" altLang="ja-JP" sz="1400">
                          <a:latin typeface="+mj-ea"/>
                          <a:ea typeface="+mj-ea"/>
                        </a:rPr>
                        <a:t>Java</a:t>
                      </a:r>
                      <a:r>
                        <a:rPr kumimoji="1" lang="ja-JP" altLang="en-US" sz="1400">
                          <a:latin typeface="+mj-ea"/>
                          <a:ea typeface="+mj-ea"/>
                        </a:rPr>
                        <a:t>型</a:t>
                      </a:r>
                    </a:p>
                  </a:txBody>
                  <a:tcPr/>
                </a:tc>
                <a:tc>
                  <a:txBody>
                    <a:bodyPr/>
                    <a:lstStyle/>
                    <a:p>
                      <a:r>
                        <a:rPr kumimoji="1" lang="en-US" altLang="ja-JP" sz="1400">
                          <a:latin typeface="+mj-ea"/>
                          <a:ea typeface="+mj-ea"/>
                        </a:rPr>
                        <a:t>SQL</a:t>
                      </a:r>
                      <a:r>
                        <a:rPr kumimoji="1" lang="ja-JP" altLang="en-US" sz="1400">
                          <a:latin typeface="+mj-ea"/>
                          <a:ea typeface="+mj-ea"/>
                        </a:rPr>
                        <a:t>型</a:t>
                      </a:r>
                    </a:p>
                  </a:txBody>
                  <a:tcPr/>
                </a:tc>
                <a:tc>
                  <a:txBody>
                    <a:bodyPr/>
                    <a:lstStyle/>
                    <a:p>
                      <a:r>
                        <a:rPr kumimoji="1" lang="ja-JP" altLang="en-US" sz="1400">
                          <a:latin typeface="+mj-ea"/>
                          <a:ea typeface="+mj-ea"/>
                        </a:rPr>
                        <a:t>制約・形式</a:t>
                      </a:r>
                    </a:p>
                  </a:txBody>
                  <a:tcPr/>
                </a:tc>
                <a:extLst>
                  <a:ext uri="{0D108BD9-81ED-4DB2-BD59-A6C34878D82A}">
                    <a16:rowId xmlns:a16="http://schemas.microsoft.com/office/drawing/2014/main" val="663147833"/>
                  </a:ext>
                </a:extLst>
              </a:tr>
              <a:tr h="370840">
                <a:tc>
                  <a:txBody>
                    <a:bodyPr/>
                    <a:lstStyle/>
                    <a:p>
                      <a:r>
                        <a:rPr kumimoji="1" lang="en-US" altLang="ja-JP" sz="1400" err="1">
                          <a:latin typeface="+mj-ea"/>
                          <a:ea typeface="+mj-ea"/>
                        </a:rPr>
                        <a:t>orderId</a:t>
                      </a:r>
                      <a:endParaRPr kumimoji="1" lang="ja-JP" altLang="en-US" sz="1400">
                        <a:latin typeface="+mj-ea"/>
                        <a:ea typeface="+mj-ea"/>
                      </a:endParaRPr>
                    </a:p>
                  </a:txBody>
                  <a:tcPr/>
                </a:tc>
                <a:tc>
                  <a:txBody>
                    <a:bodyPr/>
                    <a:lstStyle/>
                    <a:p>
                      <a:r>
                        <a:rPr kumimoji="1" lang="ja-JP" altLang="en-US" sz="1400">
                          <a:latin typeface="+mj-ea"/>
                          <a:ea typeface="+mj-ea"/>
                        </a:rPr>
                        <a:t>注文</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r>
                        <a:rPr kumimoji="1" lang="ja-JP" altLang="en-US" sz="1400">
                          <a:latin typeface="+mj-ea"/>
                          <a:ea typeface="+mj-ea"/>
                        </a:rPr>
                        <a:t>主キー、</a:t>
                      </a:r>
                      <a:r>
                        <a:rPr kumimoji="1" lang="en-US" altLang="ja-JP" sz="1400">
                          <a:latin typeface="+mj-ea"/>
                          <a:ea typeface="+mj-ea"/>
                        </a:rPr>
                        <a:t>1</a:t>
                      </a:r>
                      <a:r>
                        <a:rPr kumimoji="1" lang="ja-JP" altLang="en-US" sz="1400">
                          <a:latin typeface="+mj-ea"/>
                          <a:ea typeface="+mj-ea"/>
                        </a:rPr>
                        <a:t>以上</a:t>
                      </a:r>
                    </a:p>
                  </a:txBody>
                  <a:tcPr/>
                </a:tc>
                <a:extLst>
                  <a:ext uri="{0D108BD9-81ED-4DB2-BD59-A6C34878D82A}">
                    <a16:rowId xmlns:a16="http://schemas.microsoft.com/office/drawing/2014/main" val="418348733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customerName</a:t>
                      </a:r>
                      <a:endParaRPr kumimoji="1" lang="ja-JP" altLang="en-US" sz="1400">
                        <a:latin typeface="+mj-ea"/>
                        <a:ea typeface="+mj-ea"/>
                      </a:endParaRPr>
                    </a:p>
                  </a:txBody>
                  <a:tcPr/>
                </a:tc>
                <a:tc>
                  <a:txBody>
                    <a:bodyPr/>
                    <a:lstStyle/>
                    <a:p>
                      <a:r>
                        <a:rPr kumimoji="1" lang="ja-JP" altLang="en-US" sz="1400">
                          <a:latin typeface="+mj-ea"/>
                          <a:ea typeface="+mj-ea"/>
                        </a:rPr>
                        <a:t>顧客名</a:t>
                      </a:r>
                    </a:p>
                  </a:txBody>
                  <a:tcPr/>
                </a:tc>
                <a:tc>
                  <a:txBody>
                    <a:bodyPr/>
                    <a:lstStyle/>
                    <a:p>
                      <a:r>
                        <a:rPr kumimoji="1" lang="ja-JP" altLang="en-US" sz="1400">
                          <a:latin typeface="+mj-ea"/>
                          <a:ea typeface="+mj-ea"/>
                        </a:rPr>
                        <a:t>文字列（</a:t>
                      </a:r>
                      <a:r>
                        <a:rPr kumimoji="1" lang="en-US" altLang="ja-JP" sz="1400">
                          <a:latin typeface="+mj-ea"/>
                          <a:ea typeface="+mj-ea"/>
                        </a:rPr>
                        <a:t>100</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varchar(100)</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100</a:t>
                      </a:r>
                      <a:r>
                        <a:rPr kumimoji="1" lang="ja-JP" altLang="en-US" sz="1400">
                          <a:latin typeface="+mj-ea"/>
                          <a:ea typeface="+mj-ea"/>
                        </a:rPr>
                        <a:t>文字以内</a:t>
                      </a:r>
                    </a:p>
                  </a:txBody>
                  <a:tcPr/>
                </a:tc>
                <a:extLst>
                  <a:ext uri="{0D108BD9-81ED-4DB2-BD59-A6C34878D82A}">
                    <a16:rowId xmlns:a16="http://schemas.microsoft.com/office/drawing/2014/main" val="4197115414"/>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postalCode</a:t>
                      </a:r>
                      <a:endParaRPr kumimoji="1" lang="ja-JP" altLang="en-US" sz="1400">
                        <a:latin typeface="+mj-ea"/>
                        <a:ea typeface="+mj-ea"/>
                      </a:endParaRPr>
                    </a:p>
                  </a:txBody>
                  <a:tcPr/>
                </a:tc>
                <a:tc>
                  <a:txBody>
                    <a:bodyPr/>
                    <a:lstStyle/>
                    <a:p>
                      <a:r>
                        <a:rPr kumimoji="1" lang="ja-JP" altLang="en-US" sz="1400">
                          <a:latin typeface="+mj-ea"/>
                          <a:ea typeface="+mj-ea"/>
                        </a:rPr>
                        <a:t>郵便番号</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文字列（</a:t>
                      </a:r>
                      <a:r>
                        <a:rPr kumimoji="1" lang="en-US" altLang="ja-JP" sz="1400">
                          <a:latin typeface="+mj-ea"/>
                          <a:ea typeface="+mj-ea"/>
                        </a:rPr>
                        <a:t>8</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varchar(8)</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7</a:t>
                      </a:r>
                      <a:r>
                        <a:rPr kumimoji="1" lang="ja-JP" altLang="en-US" sz="1400">
                          <a:latin typeface="+mj-ea"/>
                          <a:ea typeface="+mj-ea"/>
                        </a:rPr>
                        <a:t>桁数字</a:t>
                      </a:r>
                    </a:p>
                  </a:txBody>
                  <a:tcPr/>
                </a:tc>
                <a:extLst>
                  <a:ext uri="{0D108BD9-81ED-4DB2-BD59-A6C34878D82A}">
                    <a16:rowId xmlns:a16="http://schemas.microsoft.com/office/drawing/2014/main" val="1287641607"/>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address</a:t>
                      </a:r>
                      <a:endParaRPr kumimoji="1" lang="ja-JP" altLang="en-US" sz="1400">
                        <a:latin typeface="+mj-ea"/>
                        <a:ea typeface="+mj-ea"/>
                      </a:endParaRPr>
                    </a:p>
                  </a:txBody>
                  <a:tcPr/>
                </a:tc>
                <a:tc>
                  <a:txBody>
                    <a:bodyPr/>
                    <a:lstStyle/>
                    <a:p>
                      <a:r>
                        <a:rPr kumimoji="1" lang="ja-JP" altLang="en-US" sz="1400">
                          <a:latin typeface="+mj-ea"/>
                          <a:ea typeface="+mj-ea"/>
                        </a:rPr>
                        <a:t>住所</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文字列（</a:t>
                      </a:r>
                      <a:r>
                        <a:rPr kumimoji="1" lang="en-US" altLang="ja-JP" sz="1400">
                          <a:latin typeface="+mj-ea"/>
                          <a:ea typeface="+mj-ea"/>
                        </a:rPr>
                        <a:t>255</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varchar(255)</a:t>
                      </a:r>
                      <a:endParaRPr kumimoji="1" lang="ja-JP" altLang="en-US" sz="1400">
                        <a:latin typeface="+mj-ea"/>
                        <a:ea typeface="+mj-ea"/>
                      </a:endParaRPr>
                    </a:p>
                  </a:txBody>
                  <a:tcPr/>
                </a:tc>
                <a:tc>
                  <a:txBody>
                    <a:bodyPr/>
                    <a:lstStyle/>
                    <a:p>
                      <a:r>
                        <a:rPr kumimoji="1" lang="en-US" altLang="ja-JP" sz="1400">
                          <a:latin typeface="+mj-ea"/>
                          <a:ea typeface="+mj-ea"/>
                        </a:rPr>
                        <a:t>255</a:t>
                      </a:r>
                      <a:r>
                        <a:rPr kumimoji="1" lang="ja-JP" altLang="en-US" sz="1400">
                          <a:latin typeface="+mj-ea"/>
                          <a:ea typeface="+mj-ea"/>
                        </a:rPr>
                        <a:t>文字以内</a:t>
                      </a:r>
                    </a:p>
                  </a:txBody>
                  <a:tcPr/>
                </a:tc>
                <a:extLst>
                  <a:ext uri="{0D108BD9-81ED-4DB2-BD59-A6C34878D82A}">
                    <a16:rowId xmlns:a16="http://schemas.microsoft.com/office/drawing/2014/main" val="68749272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phoneNumber</a:t>
                      </a:r>
                      <a:endParaRPr kumimoji="1" lang="ja-JP" altLang="en-US" sz="1400">
                        <a:latin typeface="+mj-ea"/>
                        <a:ea typeface="+mj-ea"/>
                      </a:endParaRPr>
                    </a:p>
                  </a:txBody>
                  <a:tcPr/>
                </a:tc>
                <a:tc>
                  <a:txBody>
                    <a:bodyPr/>
                    <a:lstStyle/>
                    <a:p>
                      <a:r>
                        <a:rPr kumimoji="1" lang="ja-JP" altLang="en-US" sz="1400">
                          <a:latin typeface="+mj-ea"/>
                          <a:ea typeface="+mj-ea"/>
                        </a:rPr>
                        <a:t>電話番号</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文字列（</a:t>
                      </a:r>
                      <a:r>
                        <a:rPr kumimoji="1" lang="en-US" altLang="ja-JP" sz="1400">
                          <a:latin typeface="+mj-ea"/>
                          <a:ea typeface="+mj-ea"/>
                        </a:rPr>
                        <a:t>20</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varchar(20)</a:t>
                      </a:r>
                      <a:endParaRPr kumimoji="1" lang="ja-JP" altLang="en-US" sz="1400">
                        <a:latin typeface="+mj-ea"/>
                        <a:ea typeface="+mj-ea"/>
                      </a:endParaRPr>
                    </a:p>
                  </a:txBody>
                  <a:tcPr/>
                </a:tc>
                <a:tc>
                  <a:txBody>
                    <a:bodyPr/>
                    <a:lstStyle/>
                    <a:p>
                      <a:r>
                        <a:rPr kumimoji="1" lang="en-US" altLang="ja-JP" sz="1400">
                          <a:latin typeface="+mj-ea"/>
                          <a:ea typeface="+mj-ea"/>
                        </a:rPr>
                        <a:t>10~11</a:t>
                      </a:r>
                      <a:r>
                        <a:rPr kumimoji="1" lang="ja-JP" altLang="en-US" sz="1400">
                          <a:latin typeface="+mj-ea"/>
                          <a:ea typeface="+mj-ea"/>
                        </a:rPr>
                        <a:t>桁数字</a:t>
                      </a:r>
                    </a:p>
                  </a:txBody>
                  <a:tcPr/>
                </a:tc>
                <a:extLst>
                  <a:ext uri="{0D108BD9-81ED-4DB2-BD59-A6C34878D82A}">
                    <a16:rowId xmlns:a16="http://schemas.microsoft.com/office/drawing/2014/main" val="175071162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totalAmount</a:t>
                      </a:r>
                      <a:endParaRPr kumimoji="1" lang="ja-JP" altLang="en-US" sz="1400">
                        <a:latin typeface="+mj-ea"/>
                        <a:ea typeface="+mj-ea"/>
                      </a:endParaRPr>
                    </a:p>
                  </a:txBody>
                  <a:tcPr/>
                </a:tc>
                <a:tc>
                  <a:txBody>
                    <a:bodyPr/>
                    <a:lstStyle/>
                    <a:p>
                      <a:r>
                        <a:rPr kumimoji="1" lang="ja-JP" altLang="en-US" sz="1400">
                          <a:latin typeface="+mj-ea"/>
                          <a:ea typeface="+mj-ea"/>
                        </a:rPr>
                        <a:t>合計金額</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int</a:t>
                      </a:r>
                      <a:endParaRPr kumimoji="1" lang="ja-JP" altLang="en-US" sz="1400">
                        <a:latin typeface="+mj-ea"/>
                        <a:ea typeface="+mj-ea"/>
                      </a:endParaRPr>
                    </a:p>
                  </a:txBody>
                  <a:tcPr/>
                </a:tc>
                <a:tc>
                  <a:txBody>
                    <a:bodyPr/>
                    <a:lstStyle/>
                    <a:p>
                      <a:r>
                        <a:rPr kumimoji="1" lang="en-US" altLang="ja-JP" sz="1400">
                          <a:latin typeface="+mj-ea"/>
                          <a:ea typeface="+mj-ea"/>
                        </a:rPr>
                        <a:t>0</a:t>
                      </a:r>
                      <a:r>
                        <a:rPr kumimoji="1" lang="ja-JP" altLang="en-US" sz="1400">
                          <a:latin typeface="+mj-ea"/>
                          <a:ea typeface="+mj-ea"/>
                        </a:rPr>
                        <a:t>以上</a:t>
                      </a:r>
                    </a:p>
                  </a:txBody>
                  <a:tcPr/>
                </a:tc>
                <a:extLst>
                  <a:ext uri="{0D108BD9-81ED-4DB2-BD59-A6C34878D82A}">
                    <a16:rowId xmlns:a16="http://schemas.microsoft.com/office/drawing/2014/main" val="26271084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orderedAt</a:t>
                      </a:r>
                      <a:endParaRPr kumimoji="1" lang="ja-JP" altLang="en-US" sz="1400">
                        <a:latin typeface="+mj-ea"/>
                        <a:ea typeface="+mj-ea"/>
                      </a:endParaRPr>
                    </a:p>
                  </a:txBody>
                  <a:tcPr/>
                </a:tc>
                <a:tc>
                  <a:txBody>
                    <a:bodyPr/>
                    <a:lstStyle/>
                    <a:p>
                      <a:r>
                        <a:rPr kumimoji="1" lang="ja-JP" altLang="en-US" sz="1400">
                          <a:latin typeface="+mj-ea"/>
                          <a:ea typeface="+mj-ea"/>
                        </a:rPr>
                        <a:t>注文日時</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日時</a:t>
                      </a:r>
                    </a:p>
                  </a:txBody>
                  <a:tcPr/>
                </a:tc>
                <a:tc>
                  <a:txBody>
                    <a:bodyPr/>
                    <a:lstStyle/>
                    <a:p>
                      <a:r>
                        <a:rPr kumimoji="1" lang="en-US" altLang="ja-JP" sz="1400" err="1">
                          <a:latin typeface="+mj-ea"/>
                          <a:ea typeface="+mj-ea"/>
                        </a:rPr>
                        <a:t>java.time.LocalDateTime</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datetime</a:t>
                      </a:r>
                      <a:endParaRPr kumimoji="1" lang="ja-JP" altLang="en-US" sz="1400">
                        <a:latin typeface="+mj-ea"/>
                        <a:ea typeface="+mj-ea"/>
                      </a:endParaRPr>
                    </a:p>
                  </a:txBody>
                  <a:tcPr/>
                </a:tc>
                <a:tc>
                  <a:txBody>
                    <a:bodyPr/>
                    <a:lstStyle/>
                    <a:p>
                      <a:r>
                        <a:rPr kumimoji="1" lang="ja-JP" altLang="en-US" sz="1400">
                          <a:latin typeface="+mj-ea"/>
                          <a:ea typeface="+mj-ea"/>
                        </a:rPr>
                        <a:t>注文確定日時</a:t>
                      </a:r>
                    </a:p>
                  </a:txBody>
                  <a:tcPr/>
                </a:tc>
                <a:extLst>
                  <a:ext uri="{0D108BD9-81ED-4DB2-BD59-A6C34878D82A}">
                    <a16:rowId xmlns:a16="http://schemas.microsoft.com/office/drawing/2014/main" val="1723237380"/>
                  </a:ext>
                </a:extLst>
              </a:tr>
            </a:tbl>
          </a:graphicData>
        </a:graphic>
      </p:graphicFrame>
    </p:spTree>
    <p:extLst>
      <p:ext uri="{BB962C8B-B14F-4D97-AF65-F5344CB8AC3E}">
        <p14:creationId xmlns:p14="http://schemas.microsoft.com/office/powerpoint/2010/main" val="2560121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47E5C-679D-1F05-A94F-D0D2F36B82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1798F6-7B5D-34D8-A18D-641C91CF421A}"/>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アプリの要件❹ データ設計（</a:t>
            </a:r>
            <a:r>
              <a:rPr lang="en-US" altLang="ja-JP">
                <a:solidFill>
                  <a:schemeClr val="accent2"/>
                </a:solidFill>
              </a:rPr>
              <a:t>4/4</a:t>
            </a:r>
            <a:r>
              <a:rPr lang="ja-JP" altLang="en-US">
                <a:solidFill>
                  <a:schemeClr val="accent2"/>
                </a:solidFill>
              </a:rPr>
              <a:t>）</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374868EB-D37C-2840-2786-0050B3A59080}"/>
              </a:ext>
            </a:extLst>
          </p:cNvPr>
          <p:cNvSpPr>
            <a:spLocks noGrp="1"/>
          </p:cNvSpPr>
          <p:nvPr>
            <p:ph sz="quarter" idx="10"/>
          </p:nvPr>
        </p:nvSpPr>
        <p:spPr>
          <a:xfrm>
            <a:off x="371474" y="1038386"/>
            <a:ext cx="11448000" cy="627452"/>
          </a:xfrm>
        </p:spPr>
        <p:txBody>
          <a:bodyPr/>
          <a:lstStyle/>
          <a:p>
            <a:r>
              <a:rPr kumimoji="1" lang="ja-JP" altLang="en-US" b="1"/>
              <a:t>テーブル名：</a:t>
            </a:r>
            <a:r>
              <a:rPr lang="en-US" altLang="ja-JP" b="1" err="1"/>
              <a:t>order_items</a:t>
            </a:r>
            <a:endParaRPr kumimoji="1" lang="en-US" altLang="ja-JP" b="1"/>
          </a:p>
          <a:p>
            <a:r>
              <a:rPr lang="ja-JP" altLang="en-US"/>
              <a:t>注文時点の明細情報を保持する内部モデル。以下のデータ構造を持つ。</a:t>
            </a:r>
            <a:endParaRPr lang="en-US" altLang="ja-JP"/>
          </a:p>
        </p:txBody>
      </p:sp>
      <p:graphicFrame>
        <p:nvGraphicFramePr>
          <p:cNvPr id="4" name="表 3">
            <a:extLst>
              <a:ext uri="{FF2B5EF4-FFF2-40B4-BE49-F238E27FC236}">
                <a16:creationId xmlns:a16="http://schemas.microsoft.com/office/drawing/2014/main" id="{EAF645B8-A9D9-3FB7-0113-EE36FD566C28}"/>
              </a:ext>
            </a:extLst>
          </p:cNvPr>
          <p:cNvGraphicFramePr>
            <a:graphicFrameLocks noGrp="1"/>
          </p:cNvGraphicFramePr>
          <p:nvPr>
            <p:extLst>
              <p:ext uri="{D42A27DB-BD31-4B8C-83A1-F6EECF244321}">
                <p14:modId xmlns:p14="http://schemas.microsoft.com/office/powerpoint/2010/main" val="429984032"/>
              </p:ext>
            </p:extLst>
          </p:nvPr>
        </p:nvGraphicFramePr>
        <p:xfrm>
          <a:off x="370800" y="1811020"/>
          <a:ext cx="11449724" cy="2966720"/>
        </p:xfrm>
        <a:graphic>
          <a:graphicData uri="http://schemas.openxmlformats.org/drawingml/2006/table">
            <a:tbl>
              <a:tblPr firstRow="1" bandRow="1">
                <a:tableStyleId>{F5AB1C69-6EDB-4FF4-983F-18BD219EF322}</a:tableStyleId>
              </a:tblPr>
              <a:tblGrid>
                <a:gridCol w="1733590">
                  <a:extLst>
                    <a:ext uri="{9D8B030D-6E8A-4147-A177-3AD203B41FA5}">
                      <a16:colId xmlns:a16="http://schemas.microsoft.com/office/drawing/2014/main" val="2788581313"/>
                    </a:ext>
                  </a:extLst>
                </a:gridCol>
                <a:gridCol w="1773435">
                  <a:extLst>
                    <a:ext uri="{9D8B030D-6E8A-4147-A177-3AD203B41FA5}">
                      <a16:colId xmlns:a16="http://schemas.microsoft.com/office/drawing/2014/main" val="3910751633"/>
                    </a:ext>
                  </a:extLst>
                </a:gridCol>
                <a:gridCol w="2150436">
                  <a:extLst>
                    <a:ext uri="{9D8B030D-6E8A-4147-A177-3AD203B41FA5}">
                      <a16:colId xmlns:a16="http://schemas.microsoft.com/office/drawing/2014/main" val="2335790837"/>
                    </a:ext>
                  </a:extLst>
                </a:gridCol>
                <a:gridCol w="2008065">
                  <a:extLst>
                    <a:ext uri="{9D8B030D-6E8A-4147-A177-3AD203B41FA5}">
                      <a16:colId xmlns:a16="http://schemas.microsoft.com/office/drawing/2014/main" val="1310399824"/>
                    </a:ext>
                  </a:extLst>
                </a:gridCol>
                <a:gridCol w="1652088">
                  <a:extLst>
                    <a:ext uri="{9D8B030D-6E8A-4147-A177-3AD203B41FA5}">
                      <a16:colId xmlns:a16="http://schemas.microsoft.com/office/drawing/2014/main" val="2842985187"/>
                    </a:ext>
                  </a:extLst>
                </a:gridCol>
                <a:gridCol w="2132110">
                  <a:extLst>
                    <a:ext uri="{9D8B030D-6E8A-4147-A177-3AD203B41FA5}">
                      <a16:colId xmlns:a16="http://schemas.microsoft.com/office/drawing/2014/main" val="528753078"/>
                    </a:ext>
                  </a:extLst>
                </a:gridCol>
              </a:tblGrid>
              <a:tr h="370840">
                <a:tc>
                  <a:txBody>
                    <a:bodyPr/>
                    <a:lstStyle/>
                    <a:p>
                      <a:r>
                        <a:rPr kumimoji="1" lang="ja-JP" altLang="en-US" sz="1400">
                          <a:latin typeface="+mj-ea"/>
                          <a:ea typeface="+mj-ea"/>
                        </a:rPr>
                        <a:t>項目名</a:t>
                      </a:r>
                    </a:p>
                  </a:txBody>
                  <a:tcPr/>
                </a:tc>
                <a:tc>
                  <a:txBody>
                    <a:bodyPr/>
                    <a:lstStyle/>
                    <a:p>
                      <a:r>
                        <a:rPr kumimoji="1" lang="ja-JP" altLang="en-US" sz="1400">
                          <a:latin typeface="+mj-ea"/>
                          <a:ea typeface="+mj-ea"/>
                        </a:rPr>
                        <a:t>和名</a:t>
                      </a:r>
                    </a:p>
                  </a:txBody>
                  <a:tcPr/>
                </a:tc>
                <a:tc>
                  <a:txBody>
                    <a:bodyPr/>
                    <a:lstStyle/>
                    <a:p>
                      <a:r>
                        <a:rPr kumimoji="1" lang="ja-JP" altLang="en-US" sz="1400">
                          <a:latin typeface="+mj-ea"/>
                          <a:ea typeface="+mj-ea"/>
                        </a:rPr>
                        <a:t>論理型</a:t>
                      </a:r>
                    </a:p>
                  </a:txBody>
                  <a:tcPr/>
                </a:tc>
                <a:tc>
                  <a:txBody>
                    <a:bodyPr/>
                    <a:lstStyle/>
                    <a:p>
                      <a:r>
                        <a:rPr kumimoji="1" lang="en-US" altLang="ja-JP" sz="1400">
                          <a:latin typeface="+mj-ea"/>
                          <a:ea typeface="+mj-ea"/>
                        </a:rPr>
                        <a:t>Java</a:t>
                      </a:r>
                      <a:r>
                        <a:rPr kumimoji="1" lang="ja-JP" altLang="en-US" sz="1400">
                          <a:latin typeface="+mj-ea"/>
                          <a:ea typeface="+mj-ea"/>
                        </a:rPr>
                        <a:t>型</a:t>
                      </a:r>
                    </a:p>
                  </a:txBody>
                  <a:tcPr/>
                </a:tc>
                <a:tc>
                  <a:txBody>
                    <a:bodyPr/>
                    <a:lstStyle/>
                    <a:p>
                      <a:r>
                        <a:rPr kumimoji="1" lang="en-US" altLang="ja-JP" sz="1400">
                          <a:latin typeface="+mj-ea"/>
                          <a:ea typeface="+mj-ea"/>
                        </a:rPr>
                        <a:t>SQL</a:t>
                      </a:r>
                      <a:r>
                        <a:rPr kumimoji="1" lang="ja-JP" altLang="en-US" sz="1400">
                          <a:latin typeface="+mj-ea"/>
                          <a:ea typeface="+mj-ea"/>
                        </a:rPr>
                        <a:t>型</a:t>
                      </a:r>
                    </a:p>
                  </a:txBody>
                  <a:tcPr/>
                </a:tc>
                <a:tc>
                  <a:txBody>
                    <a:bodyPr/>
                    <a:lstStyle/>
                    <a:p>
                      <a:r>
                        <a:rPr kumimoji="1" lang="ja-JP" altLang="en-US" sz="1400">
                          <a:latin typeface="+mj-ea"/>
                          <a:ea typeface="+mj-ea"/>
                        </a:rPr>
                        <a:t>制約・形式</a:t>
                      </a:r>
                    </a:p>
                  </a:txBody>
                  <a:tcPr/>
                </a:tc>
                <a:extLst>
                  <a:ext uri="{0D108BD9-81ED-4DB2-BD59-A6C34878D82A}">
                    <a16:rowId xmlns:a16="http://schemas.microsoft.com/office/drawing/2014/main" val="663147833"/>
                  </a:ext>
                </a:extLst>
              </a:tr>
              <a:tr h="370840">
                <a:tc>
                  <a:txBody>
                    <a:bodyPr/>
                    <a:lstStyle/>
                    <a:p>
                      <a:r>
                        <a:rPr kumimoji="1" lang="en-US" altLang="ja-JP" sz="1400" err="1">
                          <a:latin typeface="+mj-ea"/>
                          <a:ea typeface="+mj-ea"/>
                        </a:rPr>
                        <a:t>orderItemId</a:t>
                      </a:r>
                      <a:endParaRPr kumimoji="1" lang="ja-JP" altLang="en-US" sz="1400">
                        <a:latin typeface="+mj-ea"/>
                        <a:ea typeface="+mj-ea"/>
                      </a:endParaRPr>
                    </a:p>
                  </a:txBody>
                  <a:tcPr/>
                </a:tc>
                <a:tc>
                  <a:txBody>
                    <a:bodyPr/>
                    <a:lstStyle/>
                    <a:p>
                      <a:r>
                        <a:rPr kumimoji="1" lang="ja-JP" altLang="en-US" sz="1400">
                          <a:latin typeface="+mj-ea"/>
                          <a:ea typeface="+mj-ea"/>
                        </a:rPr>
                        <a:t>注文明細</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r>
                        <a:rPr kumimoji="1" lang="ja-JP" altLang="en-US" sz="1400">
                          <a:latin typeface="+mj-ea"/>
                          <a:ea typeface="+mj-ea"/>
                        </a:rPr>
                        <a:t>主キー、</a:t>
                      </a:r>
                      <a:r>
                        <a:rPr kumimoji="1" lang="en-US" altLang="ja-JP" sz="1400">
                          <a:latin typeface="+mj-ea"/>
                          <a:ea typeface="+mj-ea"/>
                        </a:rPr>
                        <a:t>1</a:t>
                      </a:r>
                      <a:r>
                        <a:rPr kumimoji="1" lang="ja-JP" altLang="en-US" sz="1400">
                          <a:latin typeface="+mj-ea"/>
                          <a:ea typeface="+mj-ea"/>
                        </a:rPr>
                        <a:t>以上</a:t>
                      </a:r>
                    </a:p>
                  </a:txBody>
                  <a:tcPr/>
                </a:tc>
                <a:extLst>
                  <a:ext uri="{0D108BD9-81ED-4DB2-BD59-A6C34878D82A}">
                    <a16:rowId xmlns:a16="http://schemas.microsoft.com/office/drawing/2014/main" val="418348733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orderId</a:t>
                      </a:r>
                      <a:endParaRPr kumimoji="1" lang="ja-JP" altLang="en-US" sz="1400">
                        <a:latin typeface="+mj-ea"/>
                        <a:ea typeface="+mj-ea"/>
                      </a:endParaRPr>
                    </a:p>
                  </a:txBody>
                  <a:tcPr/>
                </a:tc>
                <a:tc>
                  <a:txBody>
                    <a:bodyPr/>
                    <a:lstStyle/>
                    <a:p>
                      <a:r>
                        <a:rPr kumimoji="1" lang="ja-JP" altLang="en-US" sz="1400">
                          <a:latin typeface="+mj-ea"/>
                          <a:ea typeface="+mj-ea"/>
                        </a:rPr>
                        <a:t>注文</a:t>
                      </a:r>
                      <a:r>
                        <a:rPr kumimoji="1" lang="en-US" altLang="ja-JP" sz="1400">
                          <a:latin typeface="+mj-ea"/>
                          <a:ea typeface="+mj-ea"/>
                        </a:rPr>
                        <a:t>ID</a:t>
                      </a:r>
                      <a:endParaRPr kumimoji="1" lang="ja-JP" altLang="en-US" sz="1400">
                        <a:latin typeface="+mj-ea"/>
                        <a:ea typeface="+mj-ea"/>
                      </a:endParaRPr>
                    </a:p>
                  </a:txBody>
                  <a:tcPr/>
                </a:tc>
                <a:tc>
                  <a:txBody>
                    <a:bodyPr/>
                    <a:lstStyle/>
                    <a:p>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Order</a:t>
                      </a:r>
                      <a:r>
                        <a:rPr kumimoji="1" lang="ja-JP" altLang="en-US" sz="1400">
                          <a:latin typeface="+mj-ea"/>
                          <a:ea typeface="+mj-ea"/>
                        </a:rPr>
                        <a:t>への参照</a:t>
                      </a:r>
                    </a:p>
                  </a:txBody>
                  <a:tcPr/>
                </a:tc>
                <a:extLst>
                  <a:ext uri="{0D108BD9-81ED-4DB2-BD59-A6C34878D82A}">
                    <a16:rowId xmlns:a16="http://schemas.microsoft.com/office/drawing/2014/main" val="4197115414"/>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productId</a:t>
                      </a:r>
                      <a:endParaRPr kumimoji="1" lang="ja-JP" altLang="en-US" sz="1400">
                        <a:latin typeface="+mj-ea"/>
                        <a:ea typeface="+mj-ea"/>
                      </a:endParaRPr>
                    </a:p>
                  </a:txBody>
                  <a:tcPr/>
                </a:tc>
                <a:tc>
                  <a:txBody>
                    <a:bodyPr/>
                    <a:lstStyle/>
                    <a:p>
                      <a:r>
                        <a:rPr kumimoji="1" lang="ja-JP" altLang="en-US" sz="1400">
                          <a:latin typeface="+mj-ea"/>
                          <a:ea typeface="+mj-ea"/>
                        </a:rPr>
                        <a:t>商品</a:t>
                      </a:r>
                      <a:r>
                        <a:rPr kumimoji="1" lang="en-US" altLang="ja-JP" sz="1400">
                          <a:latin typeface="+mj-ea"/>
                          <a:ea typeface="+mj-ea"/>
                        </a:rPr>
                        <a:t>ID</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r>
                        <a:rPr kumimoji="1" lang="en-US" altLang="ja-JP" sz="1400">
                          <a:latin typeface="+mj-ea"/>
                          <a:ea typeface="+mj-ea"/>
                        </a:rPr>
                        <a:t>int</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Product</a:t>
                      </a:r>
                      <a:r>
                        <a:rPr kumimoji="1" lang="ja-JP" altLang="en-US" sz="1400">
                          <a:latin typeface="+mj-ea"/>
                          <a:ea typeface="+mj-ea"/>
                        </a:rPr>
                        <a:t>への参照</a:t>
                      </a:r>
                    </a:p>
                  </a:txBody>
                  <a:tcPr/>
                </a:tc>
                <a:extLst>
                  <a:ext uri="{0D108BD9-81ED-4DB2-BD59-A6C34878D82A}">
                    <a16:rowId xmlns:a16="http://schemas.microsoft.com/office/drawing/2014/main" val="1287641607"/>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productName</a:t>
                      </a:r>
                      <a:endParaRPr kumimoji="1" lang="ja-JP" altLang="en-US" sz="1400">
                        <a:latin typeface="+mj-ea"/>
                        <a:ea typeface="+mj-ea"/>
                      </a:endParaRPr>
                    </a:p>
                  </a:txBody>
                  <a:tcPr/>
                </a:tc>
                <a:tc>
                  <a:txBody>
                    <a:bodyPr/>
                    <a:lstStyle/>
                    <a:p>
                      <a:r>
                        <a:rPr kumimoji="1" lang="ja-JP" altLang="en-US" sz="1400">
                          <a:latin typeface="+mj-ea"/>
                          <a:ea typeface="+mj-ea"/>
                        </a:rPr>
                        <a:t>商品名</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文字列（</a:t>
                      </a:r>
                      <a:r>
                        <a:rPr kumimoji="1" lang="en-US" altLang="ja-JP" sz="1400">
                          <a:latin typeface="+mj-ea"/>
                          <a:ea typeface="+mj-ea"/>
                        </a:rPr>
                        <a:t>100</a:t>
                      </a:r>
                      <a:r>
                        <a:rPr kumimoji="1" lang="ja-JP" altLang="en-US" sz="1400">
                          <a:latin typeface="+mj-ea"/>
                          <a:ea typeface="+mj-ea"/>
                        </a:rPr>
                        <a:t>文字）</a:t>
                      </a:r>
                    </a:p>
                  </a:txBody>
                  <a:tcPr/>
                </a:tc>
                <a:tc>
                  <a:txBody>
                    <a:bodyPr/>
                    <a:lstStyle/>
                    <a:p>
                      <a:r>
                        <a:rPr kumimoji="1" lang="en-US" altLang="ja-JP" sz="1400">
                          <a:latin typeface="+mj-ea"/>
                          <a:ea typeface="+mj-ea"/>
                        </a:rPr>
                        <a:t>String</a:t>
                      </a:r>
                      <a:endParaRPr kumimoji="1" lang="ja-JP" altLang="en-US" sz="1400">
                        <a:latin typeface="+mj-ea"/>
                        <a:ea typeface="+mj-ea"/>
                      </a:endParaRPr>
                    </a:p>
                  </a:txBody>
                  <a:tcPr/>
                </a:tc>
                <a:tc>
                  <a:txBody>
                    <a:bodyPr/>
                    <a:lstStyle/>
                    <a:p>
                      <a:r>
                        <a:rPr kumimoji="1" lang="en-US" altLang="ja-JP" sz="1400">
                          <a:latin typeface="+mj-ea"/>
                          <a:ea typeface="+mj-ea"/>
                        </a:rPr>
                        <a:t>varchar(100)</a:t>
                      </a:r>
                      <a:endParaRPr kumimoji="1" lang="ja-JP" altLang="en-US" sz="1400">
                        <a:latin typeface="+mj-ea"/>
                        <a:ea typeface="+mj-ea"/>
                      </a:endParaRPr>
                    </a:p>
                  </a:txBody>
                  <a:tcPr/>
                </a:tc>
                <a:tc>
                  <a:txBody>
                    <a:bodyPr/>
                    <a:lstStyle/>
                    <a:p>
                      <a:r>
                        <a:rPr kumimoji="1" lang="ja-JP" altLang="en-US" sz="1400">
                          <a:latin typeface="+mj-ea"/>
                          <a:ea typeface="+mj-ea"/>
                        </a:rPr>
                        <a:t>注文時点の値を保持</a:t>
                      </a:r>
                    </a:p>
                  </a:txBody>
                  <a:tcPr/>
                </a:tc>
                <a:extLst>
                  <a:ext uri="{0D108BD9-81ED-4DB2-BD59-A6C34878D82A}">
                    <a16:rowId xmlns:a16="http://schemas.microsoft.com/office/drawing/2014/main" val="68749272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err="1">
                          <a:latin typeface="+mj-ea"/>
                          <a:ea typeface="+mj-ea"/>
                        </a:rPr>
                        <a:t>unitPrice</a:t>
                      </a:r>
                      <a:endParaRPr kumimoji="1" lang="ja-JP" altLang="en-US" sz="1400">
                        <a:latin typeface="+mj-ea"/>
                        <a:ea typeface="+mj-ea"/>
                      </a:endParaRPr>
                    </a:p>
                  </a:txBody>
                  <a:tcPr/>
                </a:tc>
                <a:tc>
                  <a:txBody>
                    <a:bodyPr/>
                    <a:lstStyle/>
                    <a:p>
                      <a:r>
                        <a:rPr kumimoji="1" lang="ja-JP" altLang="en-US" sz="1400">
                          <a:latin typeface="+mj-ea"/>
                          <a:ea typeface="+mj-ea"/>
                        </a:rPr>
                        <a:t>単価</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int</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注文時点の値を保持</a:t>
                      </a:r>
                    </a:p>
                  </a:txBody>
                  <a:tcPr/>
                </a:tc>
                <a:extLst>
                  <a:ext uri="{0D108BD9-81ED-4DB2-BD59-A6C34878D82A}">
                    <a16:rowId xmlns:a16="http://schemas.microsoft.com/office/drawing/2014/main" val="1750711620"/>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quantity</a:t>
                      </a:r>
                      <a:endParaRPr kumimoji="1" lang="ja-JP" altLang="en-US" sz="1400">
                        <a:latin typeface="+mj-ea"/>
                        <a:ea typeface="+mj-ea"/>
                      </a:endParaRPr>
                    </a:p>
                  </a:txBody>
                  <a:tcPr/>
                </a:tc>
                <a:tc>
                  <a:txBody>
                    <a:bodyPr/>
                    <a:lstStyle/>
                    <a:p>
                      <a:r>
                        <a:rPr kumimoji="1" lang="ja-JP" altLang="en-US" sz="1400">
                          <a:latin typeface="+mj-ea"/>
                          <a:ea typeface="+mj-ea"/>
                        </a:rPr>
                        <a:t>数量</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数値</a:t>
                      </a:r>
                    </a:p>
                  </a:txBody>
                  <a:tcPr/>
                </a:tc>
                <a:tc>
                  <a:txBody>
                    <a:bodyPr/>
                    <a:lstStyle/>
                    <a:p>
                      <a:r>
                        <a:rPr kumimoji="1" lang="en-US" altLang="ja-JP" sz="1400">
                          <a:latin typeface="+mj-ea"/>
                          <a:ea typeface="+mj-ea"/>
                        </a:rPr>
                        <a:t>Integer</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int</a:t>
                      </a:r>
                      <a:endParaRPr kumimoji="1" lang="ja-JP" altLang="en-US" sz="1400">
                        <a:latin typeface="+mj-ea"/>
                        <a:ea typeface="+mj-ea"/>
                      </a:endParaRPr>
                    </a:p>
                  </a:txBody>
                  <a:tcPr/>
                </a:tc>
                <a:tc>
                  <a:txBody>
                    <a:bodyPr/>
                    <a:lstStyle/>
                    <a:p>
                      <a:r>
                        <a:rPr kumimoji="1" lang="en-US" altLang="ja-JP" sz="1400">
                          <a:latin typeface="+mj-ea"/>
                          <a:ea typeface="+mj-ea"/>
                        </a:rPr>
                        <a:t>1</a:t>
                      </a:r>
                      <a:r>
                        <a:rPr kumimoji="1" lang="ja-JP" altLang="en-US" sz="1400">
                          <a:latin typeface="+mj-ea"/>
                          <a:ea typeface="+mj-ea"/>
                        </a:rPr>
                        <a:t>以上</a:t>
                      </a:r>
                    </a:p>
                  </a:txBody>
                  <a:tcPr/>
                </a:tc>
                <a:extLst>
                  <a:ext uri="{0D108BD9-81ED-4DB2-BD59-A6C34878D82A}">
                    <a16:rowId xmlns:a16="http://schemas.microsoft.com/office/drawing/2014/main" val="262710848"/>
                  </a:ext>
                </a:extLst>
              </a:tr>
              <a:tr h="370840">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subtotal</a:t>
                      </a:r>
                      <a:endParaRPr kumimoji="1" lang="ja-JP" altLang="en-US" sz="1400">
                        <a:latin typeface="+mj-ea"/>
                        <a:ea typeface="+mj-ea"/>
                      </a:endParaRPr>
                    </a:p>
                  </a:txBody>
                  <a:tcPr/>
                </a:tc>
                <a:tc>
                  <a:txBody>
                    <a:bodyPr/>
                    <a:lstStyle/>
                    <a:p>
                      <a:r>
                        <a:rPr kumimoji="1" lang="ja-JP" altLang="en-US" sz="1400">
                          <a:latin typeface="+mj-ea"/>
                          <a:ea typeface="+mj-ea"/>
                        </a:rPr>
                        <a:t>小計</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ja-JP" altLang="en-US" sz="1400">
                          <a:latin typeface="+mj-ea"/>
                          <a:ea typeface="+mj-ea"/>
                        </a:rPr>
                        <a:t>数値</a:t>
                      </a: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Integer</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latin typeface="+mj-ea"/>
                          <a:ea typeface="+mj-ea"/>
                        </a:rPr>
                        <a:t>int</a:t>
                      </a:r>
                      <a:endParaRPr kumimoji="1" lang="ja-JP" altLang="en-US" sz="1400">
                        <a:latin typeface="+mj-ea"/>
                        <a:ea typeface="+mj-ea"/>
                      </a:endParaRPr>
                    </a:p>
                  </a:txBody>
                  <a:tcPr/>
                </a:tc>
                <a:tc>
                  <a:txBody>
                    <a:bodyPr/>
                    <a:lstStyle/>
                    <a:p>
                      <a:r>
                        <a:rPr kumimoji="1" lang="en-US" altLang="ja-JP" sz="1400" err="1">
                          <a:latin typeface="+mj-ea"/>
                          <a:ea typeface="+mj-ea"/>
                        </a:rPr>
                        <a:t>unitPrice</a:t>
                      </a:r>
                      <a:r>
                        <a:rPr kumimoji="1" lang="en-US" altLang="ja-JP" sz="1400">
                          <a:latin typeface="+mj-ea"/>
                          <a:ea typeface="+mj-ea"/>
                        </a:rPr>
                        <a:t> * quantity</a:t>
                      </a:r>
                      <a:endParaRPr kumimoji="1" lang="ja-JP" altLang="en-US" sz="1400">
                        <a:latin typeface="+mj-ea"/>
                        <a:ea typeface="+mj-ea"/>
                      </a:endParaRPr>
                    </a:p>
                  </a:txBody>
                  <a:tcPr/>
                </a:tc>
                <a:extLst>
                  <a:ext uri="{0D108BD9-81ED-4DB2-BD59-A6C34878D82A}">
                    <a16:rowId xmlns:a16="http://schemas.microsoft.com/office/drawing/2014/main" val="1723237380"/>
                  </a:ext>
                </a:extLst>
              </a:tr>
            </a:tbl>
          </a:graphicData>
        </a:graphic>
      </p:graphicFrame>
    </p:spTree>
    <p:extLst>
      <p:ext uri="{BB962C8B-B14F-4D97-AF65-F5344CB8AC3E}">
        <p14:creationId xmlns:p14="http://schemas.microsoft.com/office/powerpoint/2010/main" val="2654339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7B51-7E46-2786-EE9A-D40B11595C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C3F73E-A3B5-EF8B-8AA1-87C942567939}"/>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アプリの要件❺ 初期データ</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E29E0F18-DC29-AF04-3300-60929FF12470}"/>
              </a:ext>
            </a:extLst>
          </p:cNvPr>
          <p:cNvSpPr>
            <a:spLocks noGrp="1"/>
          </p:cNvSpPr>
          <p:nvPr>
            <p:ph sz="quarter" idx="10"/>
          </p:nvPr>
        </p:nvSpPr>
        <p:spPr>
          <a:xfrm>
            <a:off x="371474" y="1038386"/>
            <a:ext cx="11448000" cy="396000"/>
          </a:xfrm>
        </p:spPr>
        <p:txBody>
          <a:bodyPr/>
          <a:lstStyle/>
          <a:p>
            <a:r>
              <a:rPr kumimoji="1" lang="en-US" altLang="ja-JP" b="1"/>
              <a:t>Product</a:t>
            </a:r>
            <a:r>
              <a:rPr kumimoji="1" lang="ja-JP" altLang="en-US" b="1"/>
              <a:t>テーブルの初期データ</a:t>
            </a:r>
            <a:endParaRPr kumimoji="1" lang="en-US" altLang="ja-JP" b="1"/>
          </a:p>
          <a:p>
            <a:r>
              <a:rPr kumimoji="1" lang="ja-JP" altLang="en-US"/>
              <a:t>各商品の画像は配布されたものを使用すること。</a:t>
            </a:r>
            <a:endParaRPr lang="en-US" altLang="ja-JP"/>
          </a:p>
        </p:txBody>
      </p:sp>
      <p:graphicFrame>
        <p:nvGraphicFramePr>
          <p:cNvPr id="4" name="表 3">
            <a:extLst>
              <a:ext uri="{FF2B5EF4-FFF2-40B4-BE49-F238E27FC236}">
                <a16:creationId xmlns:a16="http://schemas.microsoft.com/office/drawing/2014/main" id="{1B6723CA-02CE-66B1-F306-A91AF6C9756A}"/>
              </a:ext>
            </a:extLst>
          </p:cNvPr>
          <p:cNvGraphicFramePr>
            <a:graphicFrameLocks noGrp="1"/>
          </p:cNvGraphicFramePr>
          <p:nvPr>
            <p:extLst>
              <p:ext uri="{D42A27DB-BD31-4B8C-83A1-F6EECF244321}">
                <p14:modId xmlns:p14="http://schemas.microsoft.com/office/powerpoint/2010/main" val="3452309303"/>
              </p:ext>
            </p:extLst>
          </p:nvPr>
        </p:nvGraphicFramePr>
        <p:xfrm>
          <a:off x="371474" y="1735485"/>
          <a:ext cx="11447326" cy="1854200"/>
        </p:xfrm>
        <a:graphic>
          <a:graphicData uri="http://schemas.openxmlformats.org/drawingml/2006/table">
            <a:tbl>
              <a:tblPr firstRow="1" bandRow="1">
                <a:tableStyleId>{F5AB1C69-6EDB-4FF4-983F-18BD219EF322}</a:tableStyleId>
              </a:tblPr>
              <a:tblGrid>
                <a:gridCol w="1291357">
                  <a:extLst>
                    <a:ext uri="{9D8B030D-6E8A-4147-A177-3AD203B41FA5}">
                      <a16:colId xmlns:a16="http://schemas.microsoft.com/office/drawing/2014/main" val="2788581313"/>
                    </a:ext>
                  </a:extLst>
                </a:gridCol>
                <a:gridCol w="1816287">
                  <a:extLst>
                    <a:ext uri="{9D8B030D-6E8A-4147-A177-3AD203B41FA5}">
                      <a16:colId xmlns:a16="http://schemas.microsoft.com/office/drawing/2014/main" val="3910751633"/>
                    </a:ext>
                  </a:extLst>
                </a:gridCol>
                <a:gridCol w="2421267">
                  <a:extLst>
                    <a:ext uri="{9D8B030D-6E8A-4147-A177-3AD203B41FA5}">
                      <a16:colId xmlns:a16="http://schemas.microsoft.com/office/drawing/2014/main" val="2335790837"/>
                    </a:ext>
                  </a:extLst>
                </a:gridCol>
                <a:gridCol w="1090032">
                  <a:extLst>
                    <a:ext uri="{9D8B030D-6E8A-4147-A177-3AD203B41FA5}">
                      <a16:colId xmlns:a16="http://schemas.microsoft.com/office/drawing/2014/main" val="1310399824"/>
                    </a:ext>
                  </a:extLst>
                </a:gridCol>
                <a:gridCol w="855988">
                  <a:extLst>
                    <a:ext uri="{9D8B030D-6E8A-4147-A177-3AD203B41FA5}">
                      <a16:colId xmlns:a16="http://schemas.microsoft.com/office/drawing/2014/main" val="2842985187"/>
                    </a:ext>
                  </a:extLst>
                </a:gridCol>
                <a:gridCol w="1318223">
                  <a:extLst>
                    <a:ext uri="{9D8B030D-6E8A-4147-A177-3AD203B41FA5}">
                      <a16:colId xmlns:a16="http://schemas.microsoft.com/office/drawing/2014/main" val="2392923282"/>
                    </a:ext>
                  </a:extLst>
                </a:gridCol>
                <a:gridCol w="2654172">
                  <a:extLst>
                    <a:ext uri="{9D8B030D-6E8A-4147-A177-3AD203B41FA5}">
                      <a16:colId xmlns:a16="http://schemas.microsoft.com/office/drawing/2014/main" val="528753078"/>
                    </a:ext>
                  </a:extLst>
                </a:gridCol>
              </a:tblGrid>
              <a:tr h="370840">
                <a:tc>
                  <a:txBody>
                    <a:bodyPr/>
                    <a:lstStyle/>
                    <a:p>
                      <a:r>
                        <a:rPr kumimoji="1" lang="en-US" altLang="ja-JP" sz="1400" err="1"/>
                        <a:t>productId</a:t>
                      </a:r>
                      <a:endParaRPr kumimoji="1" lang="ja-JP" altLang="en-US" sz="1400">
                        <a:latin typeface="+mj-ea"/>
                        <a:ea typeface="+mj-ea"/>
                      </a:endParaRPr>
                    </a:p>
                  </a:txBody>
                  <a:tcPr/>
                </a:tc>
                <a:tc>
                  <a:txBody>
                    <a:bodyPr/>
                    <a:lstStyle/>
                    <a:p>
                      <a:r>
                        <a:rPr kumimoji="1" lang="en-US" altLang="ja-JP" sz="1400"/>
                        <a:t>name</a:t>
                      </a:r>
                      <a:endParaRPr kumimoji="1" lang="ja-JP" altLang="en-US" sz="1400">
                        <a:latin typeface="+mj-ea"/>
                        <a:ea typeface="+mj-ea"/>
                      </a:endParaRPr>
                    </a:p>
                  </a:txBody>
                  <a:tcPr/>
                </a:tc>
                <a:tc>
                  <a:txBody>
                    <a:bodyPr/>
                    <a:lstStyle/>
                    <a:p>
                      <a:r>
                        <a:rPr kumimoji="1" lang="en-US" altLang="ja-JP" sz="1400"/>
                        <a:t>description</a:t>
                      </a:r>
                      <a:endParaRPr kumimoji="1" lang="ja-JP" altLang="en-US" sz="1400">
                        <a:latin typeface="+mj-ea"/>
                        <a:ea typeface="+mj-ea"/>
                      </a:endParaRPr>
                    </a:p>
                  </a:txBody>
                  <a:tcPr/>
                </a:tc>
                <a:tc>
                  <a:txBody>
                    <a:bodyPr/>
                    <a:lstStyle/>
                    <a:p>
                      <a:r>
                        <a:rPr kumimoji="1" lang="en-US" altLang="ja-JP" sz="1400"/>
                        <a:t>price</a:t>
                      </a:r>
                      <a:endParaRPr kumimoji="1" lang="ja-JP" altLang="en-US" sz="1400">
                        <a:latin typeface="+mj-ea"/>
                        <a:ea typeface="+mj-ea"/>
                      </a:endParaRPr>
                    </a:p>
                  </a:txBody>
                  <a:tcPr/>
                </a:tc>
                <a:tc>
                  <a:txBody>
                    <a:bodyPr/>
                    <a:lstStyle/>
                    <a:p>
                      <a:r>
                        <a:rPr kumimoji="1" lang="en-US" altLang="ja-JP" sz="1400"/>
                        <a:t>stock</a:t>
                      </a:r>
                      <a:endParaRPr kumimoji="1" lang="ja-JP" altLang="en-US" sz="1400">
                        <a:latin typeface="+mj-ea"/>
                        <a:ea typeface="+mj-ea"/>
                      </a:endParaRPr>
                    </a:p>
                  </a:txBody>
                  <a:tcPr/>
                </a:tc>
                <a:tc>
                  <a:txBody>
                    <a:bodyPr/>
                    <a:lstStyle/>
                    <a:p>
                      <a:r>
                        <a:rPr kumimoji="1" lang="en-US" altLang="ja-JP" sz="1400"/>
                        <a:t>status</a:t>
                      </a:r>
                      <a:endParaRPr kumimoji="1" lang="ja-JP" altLang="en-US" sz="1400">
                        <a:latin typeface="+mj-ea"/>
                        <a:ea typeface="+mj-ea"/>
                      </a:endParaRPr>
                    </a:p>
                  </a:txBody>
                  <a:tcPr/>
                </a:tc>
                <a:tc>
                  <a:txBody>
                    <a:bodyPr/>
                    <a:lstStyle/>
                    <a:p>
                      <a:r>
                        <a:rPr kumimoji="1" lang="en-US" altLang="ja-JP" sz="1400" err="1"/>
                        <a:t>imageUrl</a:t>
                      </a:r>
                      <a:endParaRPr kumimoji="1" lang="ja-JP" altLang="en-US" sz="1400">
                        <a:latin typeface="+mj-ea"/>
                        <a:ea typeface="+mj-ea"/>
                      </a:endParaRPr>
                    </a:p>
                  </a:txBody>
                  <a:tcPr/>
                </a:tc>
                <a:extLst>
                  <a:ext uri="{0D108BD9-81ED-4DB2-BD59-A6C34878D82A}">
                    <a16:rowId xmlns:a16="http://schemas.microsoft.com/office/drawing/2014/main" val="663147833"/>
                  </a:ext>
                </a:extLst>
              </a:tr>
              <a:tr h="370840">
                <a:tc>
                  <a:txBody>
                    <a:bodyPr/>
                    <a:lstStyle/>
                    <a:p>
                      <a:pPr algn="r"/>
                      <a:r>
                        <a:rPr kumimoji="1" lang="en-US" altLang="ja-JP" sz="1400"/>
                        <a:t>1</a:t>
                      </a:r>
                      <a:endParaRPr kumimoji="1" lang="ja-JP" altLang="en-US" sz="1400">
                        <a:latin typeface="+mj-ea"/>
                        <a:ea typeface="+mj-ea"/>
                      </a:endParaRPr>
                    </a:p>
                  </a:txBody>
                  <a:tcPr/>
                </a:tc>
                <a:tc>
                  <a:txBody>
                    <a:bodyPr/>
                    <a:lstStyle/>
                    <a:p>
                      <a:r>
                        <a:rPr kumimoji="1" lang="ja-JP" altLang="en-US" sz="1400"/>
                        <a:t>ワイヤレスイヤホン</a:t>
                      </a:r>
                      <a:endParaRPr kumimoji="1" lang="ja-JP" altLang="en-US" sz="1400">
                        <a:latin typeface="+mj-ea"/>
                        <a:ea typeface="+mj-ea"/>
                      </a:endParaRPr>
                    </a:p>
                  </a:txBody>
                  <a:tcPr/>
                </a:tc>
                <a:tc>
                  <a:txBody>
                    <a:bodyPr/>
                    <a:lstStyle/>
                    <a:p>
                      <a:r>
                        <a:rPr kumimoji="1" lang="ja-JP" altLang="en-US" sz="1400"/>
                        <a:t>ノイズキャンセリング対応</a:t>
                      </a:r>
                      <a:endParaRPr kumimoji="1" lang="ja-JP" altLang="en-US" sz="1400">
                        <a:latin typeface="+mj-ea"/>
                        <a:ea typeface="+mj-ea"/>
                      </a:endParaRPr>
                    </a:p>
                  </a:txBody>
                  <a:tcPr/>
                </a:tc>
                <a:tc>
                  <a:txBody>
                    <a:bodyPr/>
                    <a:lstStyle/>
                    <a:p>
                      <a:pPr algn="r"/>
                      <a:r>
                        <a:rPr kumimoji="1" lang="en-US" altLang="ja-JP" sz="1400"/>
                        <a:t>5980</a:t>
                      </a:r>
                      <a:endParaRPr kumimoji="1" lang="ja-JP" altLang="en-US" sz="1400">
                        <a:latin typeface="+mj-ea"/>
                        <a:ea typeface="+mj-ea"/>
                      </a:endParaRPr>
                    </a:p>
                  </a:txBody>
                  <a:tcPr/>
                </a:tc>
                <a:tc>
                  <a:txBody>
                    <a:bodyPr/>
                    <a:lstStyle/>
                    <a:p>
                      <a:pPr algn="r"/>
                      <a:r>
                        <a:rPr kumimoji="1" lang="en-US" altLang="ja-JP" sz="1400"/>
                        <a:t>10</a:t>
                      </a:r>
                      <a:endParaRPr kumimoji="1" lang="ja-JP" altLang="en-US" sz="1400">
                        <a:latin typeface="+mj-ea"/>
                        <a:ea typeface="+mj-ea"/>
                      </a:endParaRPr>
                    </a:p>
                  </a:txBody>
                  <a:tcPr/>
                </a:tc>
                <a:tc>
                  <a:txBody>
                    <a:bodyPr/>
                    <a:lstStyle/>
                    <a:p>
                      <a:r>
                        <a:rPr kumimoji="1" lang="en-US" altLang="ja-JP" sz="1400"/>
                        <a:t>ON_SALE</a:t>
                      </a:r>
                      <a:endParaRPr kumimoji="1" lang="ja-JP" altLang="en-US" sz="1400">
                        <a:latin typeface="+mj-ea"/>
                        <a:ea typeface="+mj-ea"/>
                      </a:endParaRPr>
                    </a:p>
                  </a:txBody>
                  <a:tcPr/>
                </a:tc>
                <a:tc>
                  <a:txBody>
                    <a:bodyPr/>
                    <a:lstStyle/>
                    <a:p>
                      <a:r>
                        <a:rPr kumimoji="1" lang="en-US" altLang="ja-JP" sz="1400"/>
                        <a:t>/images/products/1.png</a:t>
                      </a:r>
                      <a:endParaRPr kumimoji="1" lang="ja-JP" altLang="en-US" sz="1400">
                        <a:latin typeface="+mj-ea"/>
                        <a:ea typeface="+mj-ea"/>
                      </a:endParaRPr>
                    </a:p>
                  </a:txBody>
                  <a:tcPr/>
                </a:tc>
                <a:extLst>
                  <a:ext uri="{0D108BD9-81ED-4DB2-BD59-A6C34878D82A}">
                    <a16:rowId xmlns:a16="http://schemas.microsoft.com/office/drawing/2014/main" val="4183487330"/>
                  </a:ext>
                </a:extLst>
              </a:tr>
              <a:tr h="370840">
                <a:tc>
                  <a:txBody>
                    <a:bodyPr/>
                    <a:lstStyle/>
                    <a:p>
                      <a:pPr marL="0" marR="0" lvl="0" indent="0" algn="r" defTabSz="609555" rtl="0" eaLnBrk="1" fontAlgn="auto" latinLnBrk="0" hangingPunct="1">
                        <a:lnSpc>
                          <a:spcPct val="100000"/>
                        </a:lnSpc>
                        <a:spcBef>
                          <a:spcPts val="0"/>
                        </a:spcBef>
                        <a:spcAft>
                          <a:spcPts val="0"/>
                        </a:spcAft>
                        <a:buClrTx/>
                        <a:buSzTx/>
                        <a:buFontTx/>
                        <a:buNone/>
                        <a:tabLst/>
                        <a:defRPr/>
                      </a:pPr>
                      <a:r>
                        <a:rPr kumimoji="1" lang="en-US" altLang="ja-JP" sz="1400"/>
                        <a:t>2</a:t>
                      </a:r>
                      <a:endParaRPr kumimoji="1" lang="en-US" altLang="ja-JP" sz="1400">
                        <a:latin typeface="+mj-ea"/>
                        <a:ea typeface="+mj-ea"/>
                      </a:endParaRPr>
                    </a:p>
                  </a:txBody>
                  <a:tcPr/>
                </a:tc>
                <a:tc>
                  <a:txBody>
                    <a:bodyPr/>
                    <a:lstStyle/>
                    <a:p>
                      <a:r>
                        <a:rPr kumimoji="1" lang="ja-JP" altLang="en-US" sz="1400"/>
                        <a:t>ゲーミングマウス</a:t>
                      </a:r>
                      <a:endParaRPr kumimoji="1" lang="ja-JP" altLang="en-US" sz="1400">
                        <a:latin typeface="+mj-ea"/>
                        <a:ea typeface="+mj-ea"/>
                      </a:endParaRPr>
                    </a:p>
                  </a:txBody>
                  <a:tcPr/>
                </a:tc>
                <a:tc>
                  <a:txBody>
                    <a:bodyPr/>
                    <a:lstStyle/>
                    <a:p>
                      <a:r>
                        <a:rPr kumimoji="1" lang="en-US" altLang="ja-JP" sz="1400"/>
                        <a:t>6</a:t>
                      </a:r>
                      <a:r>
                        <a:rPr kumimoji="1" lang="ja-JP" altLang="en-US" sz="1400"/>
                        <a:t>ボタン搭載</a:t>
                      </a:r>
                      <a:endParaRPr kumimoji="1" lang="ja-JP" altLang="en-US" sz="1400">
                        <a:latin typeface="+mj-ea"/>
                        <a:ea typeface="+mj-ea"/>
                      </a:endParaRPr>
                    </a:p>
                  </a:txBody>
                  <a:tcPr/>
                </a:tc>
                <a:tc>
                  <a:txBody>
                    <a:bodyPr/>
                    <a:lstStyle/>
                    <a:p>
                      <a:pPr algn="r"/>
                      <a:r>
                        <a:rPr kumimoji="1" lang="en-US" altLang="ja-JP" sz="1400"/>
                        <a:t>3980</a:t>
                      </a:r>
                      <a:endParaRPr kumimoji="1" lang="ja-JP" altLang="en-US" sz="1400">
                        <a:latin typeface="+mj-ea"/>
                        <a:ea typeface="+mj-ea"/>
                      </a:endParaRPr>
                    </a:p>
                  </a:txBody>
                  <a:tcPr/>
                </a:tc>
                <a:tc>
                  <a:txBody>
                    <a:bodyPr/>
                    <a:lstStyle/>
                    <a:p>
                      <a:pPr algn="r"/>
                      <a:r>
                        <a:rPr kumimoji="1" lang="en-US" altLang="ja-JP" sz="1400"/>
                        <a:t>5</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t>ON_SALE</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t>/images/products/2.png</a:t>
                      </a:r>
                      <a:endParaRPr kumimoji="1" lang="ja-JP" altLang="en-US" sz="1400">
                        <a:latin typeface="+mj-ea"/>
                        <a:ea typeface="+mj-ea"/>
                      </a:endParaRPr>
                    </a:p>
                  </a:txBody>
                  <a:tcPr/>
                </a:tc>
                <a:extLst>
                  <a:ext uri="{0D108BD9-81ED-4DB2-BD59-A6C34878D82A}">
                    <a16:rowId xmlns:a16="http://schemas.microsoft.com/office/drawing/2014/main" val="4197115414"/>
                  </a:ext>
                </a:extLst>
              </a:tr>
              <a:tr h="370840">
                <a:tc>
                  <a:txBody>
                    <a:bodyPr/>
                    <a:lstStyle/>
                    <a:p>
                      <a:pPr marL="0" marR="0" lvl="0" indent="0" algn="r" defTabSz="609555" rtl="0" eaLnBrk="1" fontAlgn="auto" latinLnBrk="0" hangingPunct="1">
                        <a:lnSpc>
                          <a:spcPct val="100000"/>
                        </a:lnSpc>
                        <a:spcBef>
                          <a:spcPts val="0"/>
                        </a:spcBef>
                        <a:spcAft>
                          <a:spcPts val="0"/>
                        </a:spcAft>
                        <a:buClrTx/>
                        <a:buSzTx/>
                        <a:buFontTx/>
                        <a:buNone/>
                        <a:tabLst/>
                        <a:defRPr/>
                      </a:pPr>
                      <a:r>
                        <a:rPr kumimoji="1" lang="en-US" altLang="ja-JP" sz="1400"/>
                        <a:t>3</a:t>
                      </a:r>
                      <a:endParaRPr kumimoji="1" lang="ja-JP" altLang="en-US" sz="1400">
                        <a:latin typeface="+mj-ea"/>
                        <a:ea typeface="+mj-ea"/>
                      </a:endParaRPr>
                    </a:p>
                  </a:txBody>
                  <a:tcPr/>
                </a:tc>
                <a:tc>
                  <a:txBody>
                    <a:bodyPr/>
                    <a:lstStyle/>
                    <a:p>
                      <a:r>
                        <a:rPr kumimoji="1" lang="en-US" altLang="ja-JP" sz="1400"/>
                        <a:t>USB-C</a:t>
                      </a:r>
                      <a:r>
                        <a:rPr kumimoji="1" lang="ja-JP" altLang="en-US" sz="1400"/>
                        <a:t>ハブ</a:t>
                      </a:r>
                      <a:endParaRPr kumimoji="1" lang="ja-JP" altLang="en-US" sz="1400">
                        <a:latin typeface="+mj-ea"/>
                        <a:ea typeface="+mj-ea"/>
                      </a:endParaRPr>
                    </a:p>
                  </a:txBody>
                  <a:tcPr/>
                </a:tc>
                <a:tc>
                  <a:txBody>
                    <a:bodyPr/>
                    <a:lstStyle/>
                    <a:p>
                      <a:r>
                        <a:rPr kumimoji="1" lang="en-US" altLang="ja-JP" sz="1400"/>
                        <a:t>5in1</a:t>
                      </a:r>
                      <a:r>
                        <a:rPr kumimoji="1" lang="ja-JP" altLang="en-US" sz="1400"/>
                        <a:t>モデル</a:t>
                      </a:r>
                      <a:endParaRPr kumimoji="1" lang="ja-JP" altLang="en-US" sz="1400">
                        <a:latin typeface="+mj-ea"/>
                        <a:ea typeface="+mj-ea"/>
                      </a:endParaRPr>
                    </a:p>
                  </a:txBody>
                  <a:tcPr/>
                </a:tc>
                <a:tc>
                  <a:txBody>
                    <a:bodyPr/>
                    <a:lstStyle/>
                    <a:p>
                      <a:pPr algn="r"/>
                      <a:r>
                        <a:rPr kumimoji="1" lang="en-US" altLang="ja-JP" sz="1400"/>
                        <a:t>2980</a:t>
                      </a:r>
                      <a:endParaRPr kumimoji="1" lang="ja-JP" altLang="en-US" sz="1400">
                        <a:latin typeface="+mj-ea"/>
                        <a:ea typeface="+mj-ea"/>
                      </a:endParaRPr>
                    </a:p>
                  </a:txBody>
                  <a:tcPr/>
                </a:tc>
                <a:tc>
                  <a:txBody>
                    <a:bodyPr/>
                    <a:lstStyle/>
                    <a:p>
                      <a:pPr algn="r"/>
                      <a:r>
                        <a:rPr kumimoji="1" lang="en-US" altLang="ja-JP" sz="1400"/>
                        <a:t>0</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t>ON_SALE</a:t>
                      </a:r>
                      <a:endParaRPr kumimoji="1" lang="ja-JP" altLang="en-US" sz="1400">
                        <a:latin typeface="+mj-ea"/>
                        <a:ea typeface="+mj-ea"/>
                      </a:endParaRPr>
                    </a:p>
                  </a:txBody>
                  <a:tcPr/>
                </a:tc>
                <a:tc>
                  <a:txBody>
                    <a:bodyPr/>
                    <a:lstStyle/>
                    <a:p>
                      <a:pPr marL="0" marR="0" lvl="0" indent="0" algn="l" defTabSz="609555" rtl="0" eaLnBrk="1" fontAlgn="auto" latinLnBrk="0" hangingPunct="1">
                        <a:lnSpc>
                          <a:spcPct val="100000"/>
                        </a:lnSpc>
                        <a:spcBef>
                          <a:spcPts val="0"/>
                        </a:spcBef>
                        <a:spcAft>
                          <a:spcPts val="0"/>
                        </a:spcAft>
                        <a:buClrTx/>
                        <a:buSzTx/>
                        <a:buFontTx/>
                        <a:buNone/>
                        <a:tabLst/>
                        <a:defRPr/>
                      </a:pPr>
                      <a:r>
                        <a:rPr kumimoji="1" lang="en-US" altLang="ja-JP" sz="1400"/>
                        <a:t>/images/products/3.png</a:t>
                      </a:r>
                      <a:endParaRPr kumimoji="1" lang="ja-JP" altLang="en-US" sz="1400">
                        <a:latin typeface="+mj-ea"/>
                        <a:ea typeface="+mj-ea"/>
                      </a:endParaRPr>
                    </a:p>
                  </a:txBody>
                  <a:tcPr/>
                </a:tc>
                <a:extLst>
                  <a:ext uri="{0D108BD9-81ED-4DB2-BD59-A6C34878D82A}">
                    <a16:rowId xmlns:a16="http://schemas.microsoft.com/office/drawing/2014/main" val="1287641607"/>
                  </a:ext>
                </a:extLst>
              </a:tr>
              <a:tr h="370840">
                <a:tc>
                  <a:txBody>
                    <a:bodyPr/>
                    <a:lstStyle/>
                    <a:p>
                      <a:pPr marL="0" marR="0" lvl="0" indent="0" algn="r" defTabSz="609555" rtl="0" eaLnBrk="1" fontAlgn="auto" latinLnBrk="0" hangingPunct="1">
                        <a:lnSpc>
                          <a:spcPct val="100000"/>
                        </a:lnSpc>
                        <a:spcBef>
                          <a:spcPts val="0"/>
                        </a:spcBef>
                        <a:spcAft>
                          <a:spcPts val="0"/>
                        </a:spcAft>
                        <a:buClrTx/>
                        <a:buSzTx/>
                        <a:buFontTx/>
                        <a:buNone/>
                        <a:tabLst/>
                        <a:defRPr/>
                      </a:pPr>
                      <a:r>
                        <a:rPr kumimoji="1" lang="en-US" altLang="ja-JP" sz="1400"/>
                        <a:t>4</a:t>
                      </a:r>
                      <a:endParaRPr kumimoji="1" lang="ja-JP" altLang="en-US" sz="1400">
                        <a:latin typeface="+mj-ea"/>
                        <a:ea typeface="+mj-ea"/>
                      </a:endParaRPr>
                    </a:p>
                  </a:txBody>
                  <a:tcPr/>
                </a:tc>
                <a:tc>
                  <a:txBody>
                    <a:bodyPr/>
                    <a:lstStyle/>
                    <a:p>
                      <a:r>
                        <a:rPr kumimoji="1" lang="en-US" altLang="ja-JP" sz="1400"/>
                        <a:t>Web</a:t>
                      </a:r>
                      <a:r>
                        <a:rPr kumimoji="1" lang="ja-JP" altLang="en-US" sz="1400"/>
                        <a:t>カメラ</a:t>
                      </a:r>
                      <a:endParaRPr kumimoji="1" lang="ja-JP" altLang="en-US" sz="1400">
                        <a:latin typeface="+mj-ea"/>
                        <a:ea typeface="+mj-ea"/>
                      </a:endParaRPr>
                    </a:p>
                  </a:txBody>
                  <a:tcPr/>
                </a:tc>
                <a:tc>
                  <a:txBody>
                    <a:bodyPr/>
                    <a:lstStyle/>
                    <a:p>
                      <a:r>
                        <a:rPr kumimoji="1" lang="ja-JP" altLang="en-US" sz="1400"/>
                        <a:t>フル</a:t>
                      </a:r>
                      <a:r>
                        <a:rPr kumimoji="1" lang="en-US" altLang="ja-JP" sz="1400"/>
                        <a:t>HD</a:t>
                      </a:r>
                      <a:r>
                        <a:rPr kumimoji="1" lang="ja-JP" altLang="en-US" sz="1400"/>
                        <a:t>対応</a:t>
                      </a:r>
                      <a:endParaRPr kumimoji="1" lang="ja-JP" altLang="en-US" sz="1400">
                        <a:latin typeface="+mj-ea"/>
                        <a:ea typeface="+mj-ea"/>
                      </a:endParaRPr>
                    </a:p>
                  </a:txBody>
                  <a:tcPr/>
                </a:tc>
                <a:tc>
                  <a:txBody>
                    <a:bodyPr/>
                    <a:lstStyle/>
                    <a:p>
                      <a:pPr algn="r"/>
                      <a:r>
                        <a:rPr kumimoji="1" lang="en-US" altLang="ja-JP" sz="1400"/>
                        <a:t>4980</a:t>
                      </a:r>
                      <a:endParaRPr kumimoji="1" lang="ja-JP" altLang="en-US" sz="1400">
                        <a:latin typeface="+mj-ea"/>
                        <a:ea typeface="+mj-ea"/>
                      </a:endParaRPr>
                    </a:p>
                  </a:txBody>
                  <a:tcPr/>
                </a:tc>
                <a:tc>
                  <a:txBody>
                    <a:bodyPr/>
                    <a:lstStyle/>
                    <a:p>
                      <a:pPr algn="r"/>
                      <a:r>
                        <a:rPr kumimoji="1" lang="en-US" altLang="ja-JP" sz="1400"/>
                        <a:t>8</a:t>
                      </a:r>
                      <a:endParaRPr kumimoji="1" lang="ja-JP" altLang="en-US" sz="1400">
                        <a:latin typeface="+mj-ea"/>
                        <a:ea typeface="+mj-ea"/>
                      </a:endParaRPr>
                    </a:p>
                  </a:txBody>
                  <a:tcPr/>
                </a:tc>
                <a:tc>
                  <a:txBody>
                    <a:bodyPr/>
                    <a:lstStyle/>
                    <a:p>
                      <a:r>
                        <a:rPr kumimoji="1" lang="en-US" altLang="ja-JP" sz="1400"/>
                        <a:t>STOPPED</a:t>
                      </a:r>
                      <a:endParaRPr kumimoji="1" lang="ja-JP" altLang="en-US" sz="1400">
                        <a:latin typeface="+mj-ea"/>
                        <a:ea typeface="+mj-ea"/>
                      </a:endParaRPr>
                    </a:p>
                  </a:txBody>
                  <a:tcPr/>
                </a:tc>
                <a:tc>
                  <a:txBody>
                    <a:bodyPr/>
                    <a:lstStyle/>
                    <a:p>
                      <a:r>
                        <a:rPr kumimoji="1" lang="en-US" altLang="ja-JP" sz="1400"/>
                        <a:t>/images/products/4.png</a:t>
                      </a:r>
                      <a:endParaRPr kumimoji="1" lang="ja-JP" altLang="en-US" sz="1400">
                        <a:latin typeface="+mj-ea"/>
                        <a:ea typeface="+mj-ea"/>
                      </a:endParaRPr>
                    </a:p>
                  </a:txBody>
                  <a:tcPr/>
                </a:tc>
                <a:extLst>
                  <a:ext uri="{0D108BD9-81ED-4DB2-BD59-A6C34878D82A}">
                    <a16:rowId xmlns:a16="http://schemas.microsoft.com/office/drawing/2014/main" val="687492728"/>
                  </a:ext>
                </a:extLst>
              </a:tr>
            </a:tbl>
          </a:graphicData>
        </a:graphic>
      </p:graphicFrame>
    </p:spTree>
    <p:extLst>
      <p:ext uri="{BB962C8B-B14F-4D97-AF65-F5344CB8AC3E}">
        <p14:creationId xmlns:p14="http://schemas.microsoft.com/office/powerpoint/2010/main" val="3698629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4A6FF-F248-58B0-B1A3-1A4362E940A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05C97AB-9363-CEDC-36F6-CBE0413846E1}"/>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アプリの要件❻ ディレクトリ構成</a:t>
            </a:r>
            <a:endParaRPr kumimoji="1" lang="ja-JP" altLang="en-US">
              <a:solidFill>
                <a:schemeClr val="accent2"/>
              </a:solidFill>
            </a:endParaRPr>
          </a:p>
        </p:txBody>
      </p:sp>
      <p:sp>
        <p:nvSpPr>
          <p:cNvPr id="3" name="テキスト プレースホルダー 2">
            <a:extLst>
              <a:ext uri="{FF2B5EF4-FFF2-40B4-BE49-F238E27FC236}">
                <a16:creationId xmlns:a16="http://schemas.microsoft.com/office/drawing/2014/main" id="{A89EE6AE-7B3F-54C3-CB49-AD07B1A5C1A0}"/>
              </a:ext>
            </a:extLst>
          </p:cNvPr>
          <p:cNvSpPr txBox="1">
            <a:spLocks/>
          </p:cNvSpPr>
          <p:nvPr/>
        </p:nvSpPr>
        <p:spPr>
          <a:xfrm>
            <a:off x="3967468" y="1052513"/>
            <a:ext cx="7851332" cy="3491894"/>
          </a:xfrm>
          <a:prstGeom prst="rect">
            <a:avLst/>
          </a:prstGeom>
        </p:spPr>
        <p:txBody>
          <a:bodyPr vert="horz" lIns="0" tIns="0" rIns="0" bIns="0" rtlCol="0">
            <a:noAutofit/>
          </a:bodyPr>
          <a:lstStyle>
            <a:defPPr>
              <a:defRPr lang="ja-JP"/>
            </a:defPPr>
            <a:lvl1pPr marL="0" indent="0" algn="l" defTabSz="288000" rtl="0" eaLnBrk="1" fontAlgn="base" latinLnBrk="0"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b="1" u="sng"/>
              <a:t>■ ソースコードの大枠のディレクトリ構造</a:t>
            </a:r>
            <a:endParaRPr lang="en-US" altLang="ja-JP" sz="1400" b="1" u="sng"/>
          </a:p>
          <a:p>
            <a:endParaRPr lang="en-US" altLang="ja-JP" sz="1400" b="1" u="sng"/>
          </a:p>
          <a:p>
            <a:r>
              <a:rPr lang="ja-JP" altLang="en-US" sz="1400" b="1"/>
              <a:t>　</a:t>
            </a:r>
            <a:r>
              <a:rPr lang="en-US" altLang="ja-JP" sz="1400" b="1" u="sng" err="1"/>
              <a:t>src</a:t>
            </a:r>
            <a:r>
              <a:rPr lang="en-US" altLang="ja-JP" sz="1400" b="1" u="sng"/>
              <a:t>: </a:t>
            </a:r>
            <a:r>
              <a:rPr lang="ja-JP" altLang="en-US" sz="1400" b="1" u="sng"/>
              <a:t>プログラム本体のソースコードや設定ファイル等の資材を配置するディレクトリ</a:t>
            </a:r>
            <a:endParaRPr lang="en-US" altLang="ja-JP" sz="1400" b="1" u="sng"/>
          </a:p>
          <a:p>
            <a:r>
              <a:rPr lang="ja-JP" altLang="en-US" sz="1400"/>
              <a:t>　</a:t>
            </a:r>
            <a:r>
              <a:rPr lang="en-US" altLang="ja-JP" sz="1400"/>
              <a:t>&gt; main</a:t>
            </a:r>
            <a:r>
              <a:rPr lang="ja-JP" altLang="en-US" sz="1400"/>
              <a:t>： ソースコードを配置する</a:t>
            </a:r>
            <a:endParaRPr lang="en-US" altLang="ja-JP" sz="1400"/>
          </a:p>
          <a:p>
            <a:r>
              <a:rPr lang="ja-JP" altLang="en-US" sz="1400"/>
              <a:t>　　　</a:t>
            </a:r>
            <a:r>
              <a:rPr lang="en-US" altLang="ja-JP" sz="1400"/>
              <a:t>&gt; java</a:t>
            </a:r>
            <a:r>
              <a:rPr lang="ja-JP" altLang="en-US" sz="1400"/>
              <a:t>： </a:t>
            </a:r>
            <a:r>
              <a:rPr lang="en-US" altLang="ja-JP" sz="1400"/>
              <a:t>Java</a:t>
            </a:r>
            <a:r>
              <a:rPr lang="ja-JP" altLang="en-US" sz="1400"/>
              <a:t>プログラムのソースコードを配置する</a:t>
            </a:r>
            <a:endParaRPr lang="en-US" altLang="ja-JP" sz="1400"/>
          </a:p>
          <a:p>
            <a:r>
              <a:rPr lang="ja-JP" altLang="en-US" sz="1400"/>
              <a:t>　　　　　</a:t>
            </a:r>
            <a:r>
              <a:rPr lang="en-US" altLang="ja-JP" sz="1400"/>
              <a:t>&gt;</a:t>
            </a:r>
            <a:r>
              <a:rPr lang="ja-JP" altLang="en-US" sz="1400"/>
              <a:t> 以降のディレクトリはパッケージ構成に合わせてディレクトリを作る</a:t>
            </a:r>
            <a:endParaRPr lang="en-US" altLang="ja-JP" sz="1400"/>
          </a:p>
          <a:p>
            <a:endParaRPr lang="en-US" altLang="ja-JP" sz="1400"/>
          </a:p>
          <a:p>
            <a:endParaRPr lang="en-US" altLang="ja-JP" sz="1400"/>
          </a:p>
          <a:p>
            <a:r>
              <a:rPr lang="ja-JP" altLang="en-US" sz="1400"/>
              <a:t>　</a:t>
            </a:r>
            <a:r>
              <a:rPr lang="en-US" altLang="ja-JP" sz="1400"/>
              <a:t>&gt; resources</a:t>
            </a:r>
            <a:r>
              <a:rPr lang="ja-JP" altLang="en-US" sz="1400"/>
              <a:t>： 設定ファイルや画面等のソースコード以外の資材を配置する</a:t>
            </a:r>
            <a:endParaRPr lang="en-US" altLang="ja-JP" sz="1400"/>
          </a:p>
          <a:p>
            <a:r>
              <a:rPr lang="ja-JP" altLang="en-US" sz="1400"/>
              <a:t>　　　</a:t>
            </a:r>
            <a:r>
              <a:rPr lang="en-US" altLang="ja-JP" sz="1400"/>
              <a:t>&gt; static</a:t>
            </a:r>
            <a:r>
              <a:rPr lang="ja-JP" altLang="en-US" sz="1400"/>
              <a:t>：　静的</a:t>
            </a:r>
            <a:r>
              <a:rPr lang="en-US" altLang="ja-JP" sz="1400"/>
              <a:t>HTML</a:t>
            </a:r>
            <a:r>
              <a:rPr lang="ja-JP" altLang="en-US" sz="1400"/>
              <a:t>の画面資材を配置する</a:t>
            </a:r>
            <a:endParaRPr lang="en-US" altLang="ja-JP" sz="1400"/>
          </a:p>
          <a:p>
            <a:r>
              <a:rPr lang="ja-JP" altLang="en-US" sz="1400"/>
              <a:t>　　　</a:t>
            </a:r>
            <a:r>
              <a:rPr lang="en-US" altLang="ja-JP" sz="1400"/>
              <a:t>&gt; templates</a:t>
            </a:r>
            <a:r>
              <a:rPr lang="ja-JP" altLang="en-US" sz="1400"/>
              <a:t>：　動的</a:t>
            </a:r>
            <a:r>
              <a:rPr lang="en-US" altLang="ja-JP" sz="1400"/>
              <a:t>HTML</a:t>
            </a:r>
            <a:r>
              <a:rPr lang="ja-JP" altLang="en-US" sz="1400"/>
              <a:t>（テンプレート）の画面資材を配置する</a:t>
            </a:r>
            <a:endParaRPr lang="en-US" altLang="ja-JP" sz="1400"/>
          </a:p>
          <a:p>
            <a:endParaRPr lang="en-US" altLang="ja-JP" sz="1400">
              <a:highlight>
                <a:srgbClr val="FFFF00"/>
              </a:highlight>
            </a:endParaRPr>
          </a:p>
          <a:p>
            <a:r>
              <a:rPr lang="ja-JP" altLang="en-US" sz="1400" b="1" u="sng"/>
              <a:t>■ パッケージ構成の考え方</a:t>
            </a:r>
            <a:endParaRPr lang="en-US" altLang="ja-JP" sz="1400" b="1" u="sng"/>
          </a:p>
          <a:p>
            <a:r>
              <a:rPr lang="ja-JP" altLang="en-US" sz="1400"/>
              <a:t>　分かりやすい単位で整理／分割すること。</a:t>
            </a:r>
            <a:endParaRPr lang="en-US" altLang="ja-JP" sz="1400"/>
          </a:p>
          <a:p>
            <a:r>
              <a:rPr lang="ja-JP" altLang="en-US" sz="1400"/>
              <a:t>　ふつうのディレクトリでファイル整理するときの考え方で大きく変わらない。</a:t>
            </a:r>
            <a:endParaRPr lang="en-US" altLang="ja-JP" sz="1400"/>
          </a:p>
          <a:p>
            <a:r>
              <a:rPr lang="ja-JP" altLang="en-US" sz="1400"/>
              <a:t>　ただし、一般的な慣習は存在するため、慣習に合わせて作成することを推奨。</a:t>
            </a:r>
            <a:endParaRPr lang="en-US" altLang="ja-JP" sz="1400"/>
          </a:p>
        </p:txBody>
      </p:sp>
      <p:pic>
        <p:nvPicPr>
          <p:cNvPr id="5" name="図 4">
            <a:extLst>
              <a:ext uri="{FF2B5EF4-FFF2-40B4-BE49-F238E27FC236}">
                <a16:creationId xmlns:a16="http://schemas.microsoft.com/office/drawing/2014/main" id="{9A7CBBBF-883A-E68D-7315-7A31B6EC0AC2}"/>
              </a:ext>
            </a:extLst>
          </p:cNvPr>
          <p:cNvPicPr>
            <a:picLocks noChangeAspect="1"/>
          </p:cNvPicPr>
          <p:nvPr/>
        </p:nvPicPr>
        <p:blipFill>
          <a:blip r:embed="rId2"/>
          <a:stretch>
            <a:fillRect/>
          </a:stretch>
        </p:blipFill>
        <p:spPr>
          <a:xfrm>
            <a:off x="831664" y="1052513"/>
            <a:ext cx="2613499" cy="5226999"/>
          </a:xfrm>
          <a:prstGeom prst="rect">
            <a:avLst/>
          </a:prstGeom>
        </p:spPr>
      </p:pic>
    </p:spTree>
    <p:extLst>
      <p:ext uri="{BB962C8B-B14F-4D97-AF65-F5344CB8AC3E}">
        <p14:creationId xmlns:p14="http://schemas.microsoft.com/office/powerpoint/2010/main" val="2760674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259E-8039-C4C2-CA5C-D9CB482E69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A1B1B8-C239-2470-CE10-815EA97CDF61}"/>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アプリの要件❼ パッケージ構成</a:t>
            </a:r>
            <a:endParaRPr kumimoji="1" lang="ja-JP" altLang="en-US">
              <a:solidFill>
                <a:schemeClr val="accent2"/>
              </a:solidFill>
            </a:endParaRPr>
          </a:p>
        </p:txBody>
      </p:sp>
      <p:sp>
        <p:nvSpPr>
          <p:cNvPr id="5" name="テキスト プレースホルダー 2">
            <a:extLst>
              <a:ext uri="{FF2B5EF4-FFF2-40B4-BE49-F238E27FC236}">
                <a16:creationId xmlns:a16="http://schemas.microsoft.com/office/drawing/2014/main" id="{2FA6C518-0F88-0A8A-9945-254B5667885B}"/>
              </a:ext>
            </a:extLst>
          </p:cNvPr>
          <p:cNvSpPr txBox="1">
            <a:spLocks/>
          </p:cNvSpPr>
          <p:nvPr/>
        </p:nvSpPr>
        <p:spPr>
          <a:xfrm>
            <a:off x="3298518" y="1073642"/>
            <a:ext cx="4552020" cy="2044817"/>
          </a:xfrm>
          <a:prstGeom prst="rect">
            <a:avLst/>
          </a:prstGeom>
        </p:spPr>
        <p:txBody>
          <a:bodyPr vert="horz" lIns="0" tIns="0" rIns="0" bIns="0" rtlCol="0">
            <a:noAutofit/>
          </a:bodyPr>
          <a:lstStyle>
            <a:defPPr>
              <a:defRPr lang="ja-JP"/>
            </a:defPPr>
            <a:lvl1pPr marL="0" indent="0" algn="l" defTabSz="288000" rtl="0" eaLnBrk="1" fontAlgn="base" latinLnBrk="0"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1200" b="1" u="sng"/>
              <a:t>&lt;controller</a:t>
            </a:r>
            <a:r>
              <a:rPr lang="ja-JP" altLang="en-US" sz="1200" b="1" u="sng"/>
              <a:t>層</a:t>
            </a:r>
            <a:r>
              <a:rPr lang="en-US" altLang="ja-JP" sz="1200" b="1" u="sng"/>
              <a:t>&gt;</a:t>
            </a:r>
          </a:p>
          <a:p>
            <a:r>
              <a:rPr lang="ja-JP" altLang="en-US" sz="1200"/>
              <a:t>・ </a:t>
            </a:r>
            <a:r>
              <a:rPr lang="en-US" altLang="ja-JP" sz="1200" err="1"/>
              <a:t>ProductController</a:t>
            </a:r>
            <a:r>
              <a:rPr lang="ja-JP" altLang="en-US" sz="1200"/>
              <a:t>： 商品一覧・商品詳細・カート追加を受け付ける</a:t>
            </a:r>
            <a:endParaRPr lang="en-US" altLang="ja-JP" sz="1200"/>
          </a:p>
          <a:p>
            <a:r>
              <a:rPr lang="ja-JP" altLang="en-US" sz="1200"/>
              <a:t>・ </a:t>
            </a:r>
            <a:r>
              <a:rPr lang="en-US" altLang="ja-JP" sz="1200" err="1"/>
              <a:t>CartController</a:t>
            </a:r>
            <a:r>
              <a:rPr lang="ja-JP" altLang="en-US" sz="1200"/>
              <a:t>： カート表示・数量更新・削除を受け付ける</a:t>
            </a:r>
            <a:endParaRPr lang="en-US" altLang="ja-JP" sz="1200"/>
          </a:p>
          <a:p>
            <a:r>
              <a:rPr lang="ja-JP" altLang="en-US" sz="1200"/>
              <a:t>・ </a:t>
            </a:r>
            <a:r>
              <a:rPr lang="en-US" altLang="ja-JP" sz="1200" err="1"/>
              <a:t>OrderController</a:t>
            </a:r>
            <a:r>
              <a:rPr lang="ja-JP" altLang="en-US" sz="1200"/>
              <a:t>： 注文確認・注文確定・注文完了を受け付ける</a:t>
            </a:r>
            <a:endParaRPr lang="en-US" altLang="ja-JP" sz="1200"/>
          </a:p>
          <a:p>
            <a:r>
              <a:rPr lang="en-US" altLang="ja-JP" sz="1200" b="1" u="sng"/>
              <a:t>&lt;controller/form</a:t>
            </a:r>
            <a:r>
              <a:rPr lang="ja-JP" altLang="en-US" sz="1200" b="1" u="sng"/>
              <a:t>＞</a:t>
            </a:r>
            <a:endParaRPr lang="en-US" altLang="ja-JP" sz="1200" b="1" u="sng"/>
          </a:p>
          <a:p>
            <a:r>
              <a:rPr lang="ja-JP" altLang="en-US" sz="1200"/>
              <a:t>・ </a:t>
            </a:r>
            <a:r>
              <a:rPr lang="en-US" altLang="ja-JP" sz="1200" err="1"/>
              <a:t>ProductListItemForm</a:t>
            </a:r>
            <a:r>
              <a:rPr lang="ja-JP" altLang="en-US" sz="1200"/>
              <a:t>：　カート追加する入力値を受け取る</a:t>
            </a:r>
            <a:endParaRPr lang="en-US" altLang="ja-JP" sz="1200"/>
          </a:p>
          <a:p>
            <a:r>
              <a:rPr lang="ja-JP" altLang="en-US" sz="1200"/>
              <a:t>・ </a:t>
            </a:r>
            <a:r>
              <a:rPr lang="en-US" altLang="ja-JP" sz="1200" err="1"/>
              <a:t>CartItemForm</a:t>
            </a:r>
            <a:r>
              <a:rPr lang="ja-JP" altLang="en-US" sz="1200"/>
              <a:t>： 数量更新時の入力値を受け取る</a:t>
            </a:r>
            <a:endParaRPr lang="en-US" altLang="ja-JP" sz="1200"/>
          </a:p>
          <a:p>
            <a:r>
              <a:rPr lang="ja-JP" altLang="en-US" sz="1200"/>
              <a:t>・ </a:t>
            </a:r>
            <a:r>
              <a:rPr lang="en-US" altLang="ja-JP" sz="1200" err="1"/>
              <a:t>OrderForm</a:t>
            </a:r>
            <a:r>
              <a:rPr lang="ja-JP" altLang="en-US" sz="1200"/>
              <a:t>： 注文者情報の入力値を受け取る</a:t>
            </a:r>
            <a:endParaRPr lang="en-US" altLang="ja-JP" sz="1200"/>
          </a:p>
        </p:txBody>
      </p:sp>
      <p:sp>
        <p:nvSpPr>
          <p:cNvPr id="11" name="テキスト プレースホルダー 2">
            <a:extLst>
              <a:ext uri="{FF2B5EF4-FFF2-40B4-BE49-F238E27FC236}">
                <a16:creationId xmlns:a16="http://schemas.microsoft.com/office/drawing/2014/main" id="{E5037F44-AAE8-EC2D-0C69-A205194D3973}"/>
              </a:ext>
            </a:extLst>
          </p:cNvPr>
          <p:cNvSpPr txBox="1">
            <a:spLocks/>
          </p:cNvSpPr>
          <p:nvPr/>
        </p:nvSpPr>
        <p:spPr>
          <a:xfrm>
            <a:off x="7644161" y="2436338"/>
            <a:ext cx="4335403" cy="2480953"/>
          </a:xfrm>
          <a:prstGeom prst="rect">
            <a:avLst/>
          </a:prstGeom>
        </p:spPr>
        <p:txBody>
          <a:bodyPr vert="horz" lIns="0" tIns="0" rIns="0" bIns="0" rtlCol="0">
            <a:noAutofit/>
          </a:bodyPr>
          <a:lstStyle>
            <a:defPPr>
              <a:defRPr lang="ja-JP"/>
            </a:defPPr>
            <a:lvl1pPr marL="0" indent="0" algn="l" defTabSz="288000" rtl="0" eaLnBrk="1" fontAlgn="base" latinLnBrk="0"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1200" b="1" u="sng"/>
              <a:t>&lt;repository</a:t>
            </a:r>
            <a:r>
              <a:rPr lang="ja-JP" altLang="en-US" sz="1200" b="1" u="sng"/>
              <a:t>層＞</a:t>
            </a:r>
            <a:endParaRPr lang="en-US" altLang="ja-JP" sz="1200" b="1" u="sng"/>
          </a:p>
          <a:p>
            <a:r>
              <a:rPr lang="ja-JP" altLang="en-US" sz="1200"/>
              <a:t>・ </a:t>
            </a:r>
            <a:r>
              <a:rPr lang="en-US" altLang="ja-JP" sz="1200" err="1"/>
              <a:t>ProductRepository</a:t>
            </a:r>
            <a:r>
              <a:rPr lang="ja-JP" altLang="en-US" sz="1200"/>
              <a:t>：　商品情報の取得・在庫更新を行う</a:t>
            </a:r>
            <a:endParaRPr lang="en-US" altLang="ja-JP" sz="1200"/>
          </a:p>
          <a:p>
            <a:r>
              <a:rPr lang="ja-JP" altLang="en-US" sz="1200"/>
              <a:t>・ </a:t>
            </a:r>
            <a:r>
              <a:rPr lang="en-US" altLang="ja-JP" sz="1200" err="1"/>
              <a:t>CartRepository</a:t>
            </a:r>
            <a:r>
              <a:rPr lang="ja-JP" altLang="en-US" sz="1200"/>
              <a:t>： カート情報の取得・登録・更新・削除を行う</a:t>
            </a:r>
            <a:endParaRPr lang="en-US" altLang="ja-JP" sz="1200"/>
          </a:p>
          <a:p>
            <a:r>
              <a:rPr lang="ja-JP" altLang="en-US" sz="1200"/>
              <a:t>・ </a:t>
            </a:r>
            <a:r>
              <a:rPr lang="en-US" altLang="ja-JP" sz="1200" err="1"/>
              <a:t>OrderRepository</a:t>
            </a:r>
            <a:r>
              <a:rPr lang="ja-JP" altLang="en-US" sz="1200"/>
              <a:t>：　注文情報の登録・取得を行う</a:t>
            </a:r>
            <a:endParaRPr lang="en-US" altLang="ja-JP" sz="1200"/>
          </a:p>
          <a:p>
            <a:r>
              <a:rPr lang="ja-JP" altLang="en-US" sz="1200"/>
              <a:t>・ </a:t>
            </a:r>
            <a:r>
              <a:rPr lang="en-US" altLang="ja-JP" sz="1200" err="1"/>
              <a:t>OrderItemRepository</a:t>
            </a:r>
            <a:r>
              <a:rPr lang="ja-JP" altLang="en-US" sz="1200"/>
              <a:t>： 注文明細の登録を行う</a:t>
            </a:r>
            <a:endParaRPr lang="en-US" altLang="ja-JP" sz="1200"/>
          </a:p>
          <a:p>
            <a:r>
              <a:rPr lang="en-US" altLang="ja-JP" sz="1200" b="1" u="sng"/>
              <a:t>&lt;repository/entity&gt;</a:t>
            </a:r>
          </a:p>
          <a:p>
            <a:r>
              <a:rPr lang="ja-JP" altLang="en-US" sz="1200"/>
              <a:t>・ </a:t>
            </a:r>
            <a:r>
              <a:rPr lang="en-US" altLang="ja-JP" sz="1200" err="1"/>
              <a:t>ProductEntity</a:t>
            </a:r>
            <a:r>
              <a:rPr lang="ja-JP" altLang="en-US" sz="1200"/>
              <a:t>： </a:t>
            </a:r>
            <a:r>
              <a:rPr lang="en-US" altLang="ja-JP" sz="1200"/>
              <a:t>products</a:t>
            </a:r>
            <a:r>
              <a:rPr lang="ja-JP" altLang="en-US" sz="1200"/>
              <a:t>テーブルの</a:t>
            </a:r>
            <a:r>
              <a:rPr lang="en-US" altLang="ja-JP" sz="1200"/>
              <a:t>1</a:t>
            </a:r>
            <a:r>
              <a:rPr lang="ja-JP" altLang="en-US" sz="1200"/>
              <a:t>レコードを表す</a:t>
            </a:r>
            <a:endParaRPr lang="en-US" altLang="ja-JP" sz="1200"/>
          </a:p>
          <a:p>
            <a:r>
              <a:rPr lang="ja-JP" altLang="en-US" sz="1200"/>
              <a:t>・ </a:t>
            </a:r>
            <a:r>
              <a:rPr lang="en-US" altLang="ja-JP" sz="1200" err="1"/>
              <a:t>CartItemEntity</a:t>
            </a:r>
            <a:r>
              <a:rPr lang="ja-JP" altLang="en-US" sz="1200"/>
              <a:t>： </a:t>
            </a:r>
            <a:r>
              <a:rPr lang="en-US" altLang="ja-JP" sz="1200" err="1"/>
              <a:t>cart_item</a:t>
            </a:r>
            <a:r>
              <a:rPr lang="ja-JP" altLang="en-US" sz="1200"/>
              <a:t>テーブルの</a:t>
            </a:r>
            <a:r>
              <a:rPr lang="en-US" altLang="ja-JP" sz="1200"/>
              <a:t>1</a:t>
            </a:r>
            <a:r>
              <a:rPr lang="ja-JP" altLang="en-US" sz="1200"/>
              <a:t>レコードを表す</a:t>
            </a:r>
            <a:endParaRPr lang="en-US" altLang="ja-JP" sz="1200"/>
          </a:p>
          <a:p>
            <a:r>
              <a:rPr lang="ja-JP" altLang="en-US" sz="1200"/>
              <a:t>・ </a:t>
            </a:r>
            <a:r>
              <a:rPr lang="en-US" altLang="ja-JP" sz="1200" err="1"/>
              <a:t>OrderEntity</a:t>
            </a:r>
            <a:r>
              <a:rPr lang="ja-JP" altLang="en-US" sz="1200"/>
              <a:t>： </a:t>
            </a:r>
            <a:r>
              <a:rPr lang="en-US" altLang="ja-JP" sz="1200"/>
              <a:t>orders</a:t>
            </a:r>
            <a:r>
              <a:rPr lang="ja-JP" altLang="en-US" sz="1200"/>
              <a:t>テーブルの</a:t>
            </a:r>
            <a:r>
              <a:rPr lang="en-US" altLang="ja-JP" sz="1200"/>
              <a:t>1</a:t>
            </a:r>
            <a:r>
              <a:rPr lang="ja-JP" altLang="en-US" sz="1200"/>
              <a:t>レコードを表す</a:t>
            </a:r>
            <a:endParaRPr lang="en-US" altLang="ja-JP" sz="1200"/>
          </a:p>
          <a:p>
            <a:r>
              <a:rPr lang="ja-JP" altLang="en-US" sz="1200"/>
              <a:t>・ </a:t>
            </a:r>
            <a:r>
              <a:rPr lang="en-US" altLang="ja-JP" sz="1200" err="1"/>
              <a:t>OrderItemEntity</a:t>
            </a:r>
            <a:r>
              <a:rPr lang="ja-JP" altLang="en-US" sz="1200"/>
              <a:t>： </a:t>
            </a:r>
            <a:r>
              <a:rPr lang="en-US" altLang="ja-JP" sz="1200" err="1"/>
              <a:t>order_items</a:t>
            </a:r>
            <a:r>
              <a:rPr lang="ja-JP" altLang="en-US" sz="1200"/>
              <a:t>テーブルの</a:t>
            </a:r>
            <a:r>
              <a:rPr lang="en-US" altLang="ja-JP" sz="1200"/>
              <a:t>1</a:t>
            </a:r>
            <a:r>
              <a:rPr lang="ja-JP" altLang="en-US" sz="1200"/>
              <a:t>レコードを表す</a:t>
            </a:r>
            <a:endParaRPr lang="en-US" altLang="ja-JP" sz="1200"/>
          </a:p>
          <a:p>
            <a:endParaRPr lang="en-US" altLang="ja-JP" sz="1200"/>
          </a:p>
        </p:txBody>
      </p:sp>
      <p:pic>
        <p:nvPicPr>
          <p:cNvPr id="7" name="図 6">
            <a:extLst>
              <a:ext uri="{FF2B5EF4-FFF2-40B4-BE49-F238E27FC236}">
                <a16:creationId xmlns:a16="http://schemas.microsoft.com/office/drawing/2014/main" id="{DEBF2E9C-1AD3-EA42-D9E2-FFC0F4A8C497}"/>
              </a:ext>
            </a:extLst>
          </p:cNvPr>
          <p:cNvPicPr>
            <a:picLocks noChangeAspect="1"/>
          </p:cNvPicPr>
          <p:nvPr/>
        </p:nvPicPr>
        <p:blipFill>
          <a:blip r:embed="rId2"/>
          <a:stretch>
            <a:fillRect/>
          </a:stretch>
        </p:blipFill>
        <p:spPr>
          <a:xfrm>
            <a:off x="829231" y="730800"/>
            <a:ext cx="1682680" cy="6072605"/>
          </a:xfrm>
          <a:prstGeom prst="rect">
            <a:avLst/>
          </a:prstGeom>
        </p:spPr>
      </p:pic>
      <p:sp>
        <p:nvSpPr>
          <p:cNvPr id="3" name="テキスト プレースホルダー 2">
            <a:extLst>
              <a:ext uri="{FF2B5EF4-FFF2-40B4-BE49-F238E27FC236}">
                <a16:creationId xmlns:a16="http://schemas.microsoft.com/office/drawing/2014/main" id="{3A359BE1-E215-198E-4090-6B680E94EEF6}"/>
              </a:ext>
            </a:extLst>
          </p:cNvPr>
          <p:cNvSpPr txBox="1">
            <a:spLocks/>
          </p:cNvSpPr>
          <p:nvPr/>
        </p:nvSpPr>
        <p:spPr>
          <a:xfrm>
            <a:off x="3298518" y="4119419"/>
            <a:ext cx="4552020" cy="2305901"/>
          </a:xfrm>
          <a:prstGeom prst="rect">
            <a:avLst/>
          </a:prstGeom>
        </p:spPr>
        <p:txBody>
          <a:bodyPr vert="horz" lIns="0" tIns="0" rIns="0" bIns="0" rtlCol="0">
            <a:noAutofit/>
          </a:bodyPr>
          <a:lstStyle>
            <a:defPPr>
              <a:defRPr lang="ja-JP"/>
            </a:defPPr>
            <a:lvl1pPr marL="0" indent="0" algn="l" defTabSz="288000" rtl="0" eaLnBrk="1" fontAlgn="base" latinLnBrk="0"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1200" b="1" u="sng"/>
              <a:t>&lt;service</a:t>
            </a:r>
            <a:r>
              <a:rPr lang="ja-JP" altLang="en-US" sz="1200" b="1" u="sng"/>
              <a:t>層</a:t>
            </a:r>
            <a:r>
              <a:rPr lang="en-US" altLang="ja-JP" sz="1200" b="1" u="sng"/>
              <a:t>&gt;</a:t>
            </a:r>
          </a:p>
          <a:p>
            <a:r>
              <a:rPr lang="ja-JP" altLang="en-US" sz="1200"/>
              <a:t>・ </a:t>
            </a:r>
            <a:r>
              <a:rPr lang="en-US" altLang="ja-JP" sz="1200" err="1"/>
              <a:t>ProductService</a:t>
            </a:r>
            <a:r>
              <a:rPr lang="ja-JP" altLang="en-US" sz="1200"/>
              <a:t>：　商品取得などの商品関連ロジックを行う</a:t>
            </a:r>
            <a:endParaRPr lang="en-US" altLang="ja-JP" sz="1200"/>
          </a:p>
          <a:p>
            <a:r>
              <a:rPr lang="ja-JP" altLang="en-US" sz="1200"/>
              <a:t>・ </a:t>
            </a:r>
            <a:r>
              <a:rPr lang="en-US" altLang="ja-JP" sz="1200" err="1"/>
              <a:t>CartService</a:t>
            </a:r>
            <a:r>
              <a:rPr lang="ja-JP" altLang="en-US" sz="1200"/>
              <a:t>：　カート追加・数量変更・削除・合計金額計算などを行う</a:t>
            </a:r>
            <a:endParaRPr lang="en-US" altLang="ja-JP" sz="1200"/>
          </a:p>
          <a:p>
            <a:r>
              <a:rPr lang="ja-JP" altLang="en-US" sz="1200"/>
              <a:t>・ </a:t>
            </a:r>
            <a:r>
              <a:rPr lang="en-US" altLang="ja-JP" sz="1200" err="1"/>
              <a:t>OrderService</a:t>
            </a:r>
            <a:r>
              <a:rPr lang="ja-JP" altLang="en-US" sz="1200"/>
              <a:t>： 注文登録・在庫更新・カート削除などを行う</a:t>
            </a:r>
            <a:endParaRPr lang="en-US" altLang="ja-JP" sz="1200"/>
          </a:p>
          <a:p>
            <a:r>
              <a:rPr lang="en-US" altLang="ja-JP" sz="1200" b="1" u="sng"/>
              <a:t>&lt;service/model</a:t>
            </a:r>
            <a:r>
              <a:rPr lang="ja-JP" altLang="en-US" sz="1200" b="1" u="sng"/>
              <a:t>＞</a:t>
            </a:r>
            <a:endParaRPr lang="en-US" altLang="ja-JP" sz="1200" b="1" u="sng"/>
          </a:p>
          <a:p>
            <a:r>
              <a:rPr lang="ja-JP" altLang="en-US" sz="1200"/>
              <a:t>・ </a:t>
            </a:r>
            <a:r>
              <a:rPr lang="en-US" altLang="ja-JP" sz="1200" err="1"/>
              <a:t>ProductModel</a:t>
            </a:r>
            <a:r>
              <a:rPr lang="ja-JP" altLang="en-US" sz="1200"/>
              <a:t>：　商品情報を表す</a:t>
            </a:r>
            <a:endParaRPr lang="en-US" altLang="ja-JP" sz="1200"/>
          </a:p>
          <a:p>
            <a:r>
              <a:rPr lang="ja-JP" altLang="en-US" sz="1200"/>
              <a:t>・ </a:t>
            </a:r>
            <a:r>
              <a:rPr lang="en-US" altLang="ja-JP" sz="1200" err="1"/>
              <a:t>CartItemModel</a:t>
            </a:r>
            <a:r>
              <a:rPr lang="ja-JP" altLang="en-US" sz="1200"/>
              <a:t>： カート内の商品</a:t>
            </a:r>
            <a:r>
              <a:rPr lang="en-US" altLang="ja-JP" sz="1200"/>
              <a:t>1</a:t>
            </a:r>
            <a:r>
              <a:rPr lang="ja-JP" altLang="en-US" sz="1200"/>
              <a:t>件分の情報を表す</a:t>
            </a:r>
            <a:endParaRPr lang="en-US" altLang="ja-JP" sz="1200"/>
          </a:p>
          <a:p>
            <a:r>
              <a:rPr lang="ja-JP" altLang="en-US" sz="1200"/>
              <a:t>・ </a:t>
            </a:r>
            <a:r>
              <a:rPr lang="en-US" altLang="ja-JP" sz="1200" err="1"/>
              <a:t>CartModel</a:t>
            </a:r>
            <a:r>
              <a:rPr lang="ja-JP" altLang="en-US" sz="1200"/>
              <a:t>： カート全体の明細・合計金額を表す</a:t>
            </a:r>
            <a:endParaRPr lang="en-US" altLang="ja-JP" sz="1200"/>
          </a:p>
          <a:p>
            <a:r>
              <a:rPr lang="ja-JP" altLang="en-US" sz="1200"/>
              <a:t>・ </a:t>
            </a:r>
            <a:r>
              <a:rPr lang="en-US" altLang="ja-JP" sz="1200" err="1"/>
              <a:t>OrderModel</a:t>
            </a:r>
            <a:r>
              <a:rPr lang="ja-JP" altLang="en-US" sz="1200"/>
              <a:t>： 注文情報を表す</a:t>
            </a:r>
            <a:endParaRPr lang="en-US" altLang="ja-JP" sz="1200"/>
          </a:p>
          <a:p>
            <a:r>
              <a:rPr lang="ja-JP" altLang="en-US" sz="1200"/>
              <a:t>・ </a:t>
            </a:r>
            <a:r>
              <a:rPr lang="en-US" altLang="ja-JP" sz="1200" err="1"/>
              <a:t>OrderItemModel</a:t>
            </a:r>
            <a:r>
              <a:rPr lang="ja-JP" altLang="en-US" sz="1200"/>
              <a:t>： 注文明細情報を表す</a:t>
            </a:r>
            <a:endParaRPr lang="en-US" altLang="ja-JP" sz="1200">
              <a:highlight>
                <a:srgbClr val="FFFF00"/>
              </a:highlight>
            </a:endParaRPr>
          </a:p>
          <a:p>
            <a:endParaRPr lang="en-US" altLang="ja-JP" sz="1200" b="1" u="sng"/>
          </a:p>
        </p:txBody>
      </p:sp>
      <p:cxnSp>
        <p:nvCxnSpPr>
          <p:cNvPr id="4" name="直線矢印コネクタ 3">
            <a:extLst>
              <a:ext uri="{FF2B5EF4-FFF2-40B4-BE49-F238E27FC236}">
                <a16:creationId xmlns:a16="http://schemas.microsoft.com/office/drawing/2014/main" id="{85D13E8E-ECB3-1D31-3DE4-EF65D9128D72}"/>
              </a:ext>
            </a:extLst>
          </p:cNvPr>
          <p:cNvCxnSpPr>
            <a:cxnSpLocks/>
            <a:stCxn id="8" idx="3"/>
          </p:cNvCxnSpPr>
          <p:nvPr/>
        </p:nvCxnSpPr>
        <p:spPr>
          <a:xfrm flipV="1">
            <a:off x="2592334" y="2070274"/>
            <a:ext cx="458431" cy="1310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B6EA7783-AC4B-991C-4C6B-3E2526B0D415}"/>
              </a:ext>
            </a:extLst>
          </p:cNvPr>
          <p:cNvSpPr/>
          <p:nvPr/>
        </p:nvSpPr>
        <p:spPr>
          <a:xfrm>
            <a:off x="783235" y="1583253"/>
            <a:ext cx="1809099" cy="1236081"/>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cxnSp>
        <p:nvCxnSpPr>
          <p:cNvPr id="10" name="直線矢印コネクタ 9">
            <a:extLst>
              <a:ext uri="{FF2B5EF4-FFF2-40B4-BE49-F238E27FC236}">
                <a16:creationId xmlns:a16="http://schemas.microsoft.com/office/drawing/2014/main" id="{A2EBE617-D3EC-3619-7977-89BD277BEA55}"/>
              </a:ext>
            </a:extLst>
          </p:cNvPr>
          <p:cNvCxnSpPr>
            <a:cxnSpLocks/>
          </p:cNvCxnSpPr>
          <p:nvPr/>
        </p:nvCxnSpPr>
        <p:spPr>
          <a:xfrm flipV="1">
            <a:off x="2592334" y="3107622"/>
            <a:ext cx="4824466" cy="8740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B29A6478-D373-8DDF-0103-33B6DA32444C}"/>
              </a:ext>
            </a:extLst>
          </p:cNvPr>
          <p:cNvSpPr/>
          <p:nvPr/>
        </p:nvSpPr>
        <p:spPr>
          <a:xfrm>
            <a:off x="783235" y="2894946"/>
            <a:ext cx="1809099" cy="1564833"/>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cxnSp>
        <p:nvCxnSpPr>
          <p:cNvPr id="15" name="直線矢印コネクタ 14">
            <a:extLst>
              <a:ext uri="{FF2B5EF4-FFF2-40B4-BE49-F238E27FC236}">
                <a16:creationId xmlns:a16="http://schemas.microsoft.com/office/drawing/2014/main" id="{146AFD80-34E3-F161-BA7F-4C3E96321B66}"/>
              </a:ext>
            </a:extLst>
          </p:cNvPr>
          <p:cNvCxnSpPr>
            <a:cxnSpLocks/>
            <a:stCxn id="16" idx="3"/>
          </p:cNvCxnSpPr>
          <p:nvPr/>
        </p:nvCxnSpPr>
        <p:spPr>
          <a:xfrm flipV="1">
            <a:off x="2592334" y="5274747"/>
            <a:ext cx="458431" cy="1051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05691298-CA36-F191-1B3D-8F87F216653A}"/>
              </a:ext>
            </a:extLst>
          </p:cNvPr>
          <p:cNvSpPr/>
          <p:nvPr/>
        </p:nvSpPr>
        <p:spPr>
          <a:xfrm>
            <a:off x="783235" y="4555181"/>
            <a:ext cx="1809099" cy="1649345"/>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1514673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E595-D853-EC9A-77A1-86E816A27561}"/>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EB0C2C51-25E0-4253-BFE2-06C7E1BA5A1E}"/>
              </a:ext>
            </a:extLst>
          </p:cNvPr>
          <p:cNvPicPr>
            <a:picLocks noChangeAspect="1"/>
          </p:cNvPicPr>
          <p:nvPr/>
        </p:nvPicPr>
        <p:blipFill>
          <a:blip r:embed="rId2"/>
          <a:stretch>
            <a:fillRect/>
          </a:stretch>
        </p:blipFill>
        <p:spPr>
          <a:xfrm>
            <a:off x="830632" y="806639"/>
            <a:ext cx="1612947" cy="5961215"/>
          </a:xfrm>
          <a:prstGeom prst="rect">
            <a:avLst/>
          </a:prstGeom>
        </p:spPr>
      </p:pic>
      <p:sp>
        <p:nvSpPr>
          <p:cNvPr id="2" name="タイトル 1">
            <a:extLst>
              <a:ext uri="{FF2B5EF4-FFF2-40B4-BE49-F238E27FC236}">
                <a16:creationId xmlns:a16="http://schemas.microsoft.com/office/drawing/2014/main" id="{BCD4059B-E0B1-0307-52B6-4F665BFA52E7}"/>
              </a:ext>
            </a:extLst>
          </p:cNvPr>
          <p:cNvSpPr>
            <a:spLocks noGrp="1"/>
          </p:cNvSpPr>
          <p:nvPr>
            <p:ph type="title"/>
          </p:nvPr>
        </p:nvSpPr>
        <p:spPr/>
        <p:txBody>
          <a:bodyPr/>
          <a:lstStyle/>
          <a:p>
            <a:r>
              <a:rPr lang="en-US" altLang="ja-JP">
                <a:solidFill>
                  <a:schemeClr val="accent2"/>
                </a:solidFill>
              </a:rPr>
              <a:t>EC</a:t>
            </a:r>
            <a:r>
              <a:rPr lang="ja-JP" altLang="en-US">
                <a:solidFill>
                  <a:schemeClr val="accent2"/>
                </a:solidFill>
              </a:rPr>
              <a:t>サイト </a:t>
            </a:r>
            <a:r>
              <a:rPr lang="en-US" altLang="ja-JP">
                <a:solidFill>
                  <a:schemeClr val="accent2"/>
                </a:solidFill>
              </a:rPr>
              <a:t>Web</a:t>
            </a:r>
            <a:r>
              <a:rPr lang="ja-JP" altLang="en-US">
                <a:solidFill>
                  <a:schemeClr val="accent2"/>
                </a:solidFill>
              </a:rPr>
              <a:t>アプリの要件❽ リソース構成</a:t>
            </a:r>
            <a:endParaRPr kumimoji="1" lang="ja-JP" altLang="en-US">
              <a:solidFill>
                <a:schemeClr val="accent2"/>
              </a:solidFill>
            </a:endParaRPr>
          </a:p>
        </p:txBody>
      </p:sp>
      <p:sp>
        <p:nvSpPr>
          <p:cNvPr id="4" name="テキスト プレースホルダー 2">
            <a:extLst>
              <a:ext uri="{FF2B5EF4-FFF2-40B4-BE49-F238E27FC236}">
                <a16:creationId xmlns:a16="http://schemas.microsoft.com/office/drawing/2014/main" id="{3EB24163-903E-8D3A-76E1-A8099B1B7E34}"/>
              </a:ext>
            </a:extLst>
          </p:cNvPr>
          <p:cNvSpPr txBox="1">
            <a:spLocks/>
          </p:cNvSpPr>
          <p:nvPr/>
        </p:nvSpPr>
        <p:spPr>
          <a:xfrm>
            <a:off x="3835666" y="869827"/>
            <a:ext cx="5046454" cy="5653373"/>
          </a:xfrm>
          <a:prstGeom prst="rect">
            <a:avLst/>
          </a:prstGeom>
        </p:spPr>
        <p:txBody>
          <a:bodyPr vert="horz" lIns="0" tIns="0" rIns="0" bIns="0" rtlCol="0">
            <a:noAutofit/>
          </a:bodyPr>
          <a:lstStyle>
            <a:defPPr>
              <a:defRPr lang="ja-JP"/>
            </a:defPPr>
            <a:lvl1pPr marL="0" indent="0" algn="l" defTabSz="288000" rtl="0" eaLnBrk="1" fontAlgn="base" latinLnBrk="0"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latinLnBrk="0"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en-US" altLang="ja-JP" sz="1400" b="1" u="sng"/>
              <a:t>&lt;mapper&gt;</a:t>
            </a:r>
          </a:p>
          <a:p>
            <a:r>
              <a:rPr lang="ja-JP" altLang="en-US" sz="1400"/>
              <a:t>・ </a:t>
            </a:r>
            <a:r>
              <a:rPr lang="en-US" altLang="ja-JP" sz="1400"/>
              <a:t>ProductMapper.xml</a:t>
            </a:r>
            <a:r>
              <a:rPr lang="ja-JP" altLang="en-US" sz="1400"/>
              <a:t>： 商品詳細取得・在庫更新の</a:t>
            </a:r>
            <a:r>
              <a:rPr lang="en-US" altLang="ja-JP" sz="1400"/>
              <a:t>SQL</a:t>
            </a:r>
          </a:p>
          <a:p>
            <a:r>
              <a:rPr lang="ja-JP" altLang="en-US" sz="1400"/>
              <a:t>・ </a:t>
            </a:r>
            <a:r>
              <a:rPr lang="en-US" altLang="ja-JP" sz="1400"/>
              <a:t>CartMapper.xml</a:t>
            </a:r>
            <a:r>
              <a:rPr lang="ja-JP" altLang="en-US" sz="1400"/>
              <a:t>： カート取得・追加・数量更新・削除の</a:t>
            </a:r>
            <a:r>
              <a:rPr lang="en-US" altLang="ja-JP" sz="1400"/>
              <a:t>SQL</a:t>
            </a:r>
          </a:p>
          <a:p>
            <a:r>
              <a:rPr lang="ja-JP" altLang="en-US" sz="1400"/>
              <a:t>・ </a:t>
            </a:r>
            <a:r>
              <a:rPr lang="en-US" altLang="ja-JP" sz="1400"/>
              <a:t>OrderMapper.xml</a:t>
            </a:r>
            <a:r>
              <a:rPr lang="ja-JP" altLang="en-US" sz="1400"/>
              <a:t>： 注文登録・注文取得の</a:t>
            </a:r>
            <a:r>
              <a:rPr lang="en-US" altLang="ja-JP" sz="1400"/>
              <a:t>SQL</a:t>
            </a:r>
          </a:p>
          <a:p>
            <a:r>
              <a:rPr lang="ja-JP" altLang="en-US" sz="1400"/>
              <a:t>・ </a:t>
            </a:r>
            <a:r>
              <a:rPr lang="en-US" altLang="ja-JP" sz="1400"/>
              <a:t>OrderItemMapper.xml</a:t>
            </a:r>
            <a:r>
              <a:rPr lang="ja-JP" altLang="en-US" sz="1400"/>
              <a:t>： 注文明細登録の</a:t>
            </a:r>
            <a:r>
              <a:rPr lang="en-US" altLang="ja-JP" sz="1400"/>
              <a:t>SQL</a:t>
            </a:r>
          </a:p>
          <a:p>
            <a:endParaRPr lang="en-US" altLang="ja-JP" sz="1400" b="1" u="sng"/>
          </a:p>
          <a:p>
            <a:r>
              <a:rPr lang="en-US" altLang="ja-JP" sz="1400" b="1" u="sng"/>
              <a:t>&lt;static</a:t>
            </a:r>
            <a:r>
              <a:rPr lang="ja-JP" altLang="en-US" sz="1400" b="1" u="sng"/>
              <a:t>＞</a:t>
            </a:r>
            <a:endParaRPr lang="en-US" altLang="ja-JP" sz="1400" b="1" u="sng"/>
          </a:p>
          <a:p>
            <a:r>
              <a:rPr lang="ja-JP" altLang="en-US" sz="1400"/>
              <a:t>・ </a:t>
            </a:r>
            <a:r>
              <a:rPr lang="en-US" altLang="ja-JP" sz="1400" err="1"/>
              <a:t>css</a:t>
            </a:r>
            <a:r>
              <a:rPr lang="en-US" altLang="ja-JP" sz="1400"/>
              <a:t>/style.css</a:t>
            </a:r>
            <a:r>
              <a:rPr lang="ja-JP" altLang="en-US" sz="1400"/>
              <a:t>：　画面表示用の</a:t>
            </a:r>
            <a:r>
              <a:rPr lang="en-US" altLang="ja-JP" sz="1400"/>
              <a:t>CSS</a:t>
            </a:r>
          </a:p>
          <a:p>
            <a:r>
              <a:rPr lang="ja-JP" altLang="en-US" sz="1400"/>
              <a:t>・ </a:t>
            </a:r>
            <a:r>
              <a:rPr lang="en-US" altLang="ja-JP" sz="1400"/>
              <a:t>images/products</a:t>
            </a:r>
            <a:r>
              <a:rPr lang="ja-JP" altLang="en-US" sz="1400"/>
              <a:t>： 商品画像を配置</a:t>
            </a:r>
            <a:endParaRPr lang="en-US" altLang="ja-JP" sz="1400"/>
          </a:p>
          <a:p>
            <a:endParaRPr lang="en-US" altLang="ja-JP" sz="1400" b="1" u="sng"/>
          </a:p>
          <a:p>
            <a:r>
              <a:rPr lang="en-US" altLang="ja-JP" sz="1400" b="1" u="sng"/>
              <a:t>&lt;templates&gt;</a:t>
            </a:r>
          </a:p>
          <a:p>
            <a:r>
              <a:rPr lang="ja-JP" altLang="en-US" sz="1400"/>
              <a:t>・ </a:t>
            </a:r>
            <a:r>
              <a:rPr lang="en-US" altLang="ja-JP" sz="1400"/>
              <a:t>products.html</a:t>
            </a:r>
            <a:r>
              <a:rPr lang="ja-JP" altLang="en-US" sz="1400"/>
              <a:t>：　商品一覧画面</a:t>
            </a:r>
            <a:endParaRPr lang="en-US" altLang="ja-JP" sz="1400"/>
          </a:p>
          <a:p>
            <a:r>
              <a:rPr lang="ja-JP" altLang="en-US" sz="1400"/>
              <a:t>・ </a:t>
            </a:r>
            <a:r>
              <a:rPr lang="en-US" altLang="ja-JP" sz="1400"/>
              <a:t>products-detail.html</a:t>
            </a:r>
            <a:r>
              <a:rPr lang="ja-JP" altLang="en-US" sz="1400"/>
              <a:t>：　商品詳細画面</a:t>
            </a:r>
            <a:endParaRPr lang="en-US" altLang="ja-JP" sz="1400"/>
          </a:p>
          <a:p>
            <a:r>
              <a:rPr lang="ja-JP" altLang="en-US" sz="1400"/>
              <a:t>・ </a:t>
            </a:r>
            <a:r>
              <a:rPr lang="en-US" altLang="ja-JP" sz="1400"/>
              <a:t>cart.html</a:t>
            </a:r>
            <a:r>
              <a:rPr lang="ja-JP" altLang="en-US" sz="1400"/>
              <a:t>： カート画面</a:t>
            </a:r>
            <a:endParaRPr lang="en-US" altLang="ja-JP" sz="1400"/>
          </a:p>
          <a:p>
            <a:r>
              <a:rPr lang="ja-JP" altLang="en-US" sz="1400"/>
              <a:t>・ </a:t>
            </a:r>
            <a:r>
              <a:rPr lang="en-US" altLang="ja-JP" sz="1400"/>
              <a:t>order-confirm.html</a:t>
            </a:r>
            <a:r>
              <a:rPr lang="ja-JP" altLang="en-US" sz="1400"/>
              <a:t>： 注文確認画面</a:t>
            </a:r>
            <a:endParaRPr lang="en-US" altLang="ja-JP" sz="1400"/>
          </a:p>
          <a:p>
            <a:r>
              <a:rPr lang="ja-JP" altLang="en-US" sz="1400"/>
              <a:t>・ </a:t>
            </a:r>
            <a:r>
              <a:rPr lang="en-US" altLang="ja-JP" sz="1400"/>
              <a:t>order-complete.html</a:t>
            </a:r>
            <a:r>
              <a:rPr lang="ja-JP" altLang="en-US" sz="1400"/>
              <a:t>： 注文完了画面</a:t>
            </a:r>
            <a:endParaRPr lang="en-US" altLang="ja-JP" sz="1400"/>
          </a:p>
          <a:p>
            <a:endParaRPr lang="en-US" altLang="ja-JP" sz="1400" b="1" u="sng"/>
          </a:p>
          <a:p>
            <a:r>
              <a:rPr lang="en-US" altLang="ja-JP" sz="1400" b="1" u="sng"/>
              <a:t>&lt;</a:t>
            </a:r>
            <a:r>
              <a:rPr lang="ja-JP" altLang="en-US" sz="1400" b="1" u="sng"/>
              <a:t>設定・初期データ＞</a:t>
            </a:r>
            <a:endParaRPr lang="en-US" altLang="ja-JP" sz="1400" b="1" u="sng"/>
          </a:p>
          <a:p>
            <a:r>
              <a:rPr lang="ja-JP" altLang="en-US" sz="1400"/>
              <a:t>・ </a:t>
            </a:r>
            <a:r>
              <a:rPr lang="en-US" altLang="ja-JP" sz="1400" err="1"/>
              <a:t>application.yml</a:t>
            </a:r>
            <a:r>
              <a:rPr lang="ja-JP" altLang="en-US" sz="1400"/>
              <a:t>：</a:t>
            </a:r>
            <a:r>
              <a:rPr lang="en-US" altLang="ja-JP" sz="1400"/>
              <a:t>DB</a:t>
            </a:r>
            <a:r>
              <a:rPr lang="ja-JP" altLang="en-US" sz="1400"/>
              <a:t>接続、</a:t>
            </a:r>
            <a:r>
              <a:rPr lang="en-US" altLang="ja-JP" sz="1400" err="1"/>
              <a:t>MyBatis</a:t>
            </a:r>
            <a:r>
              <a:rPr lang="ja-JP" altLang="en-US" sz="1400"/>
              <a:t>、</a:t>
            </a:r>
            <a:r>
              <a:rPr lang="en-US" altLang="ja-JP" sz="1400" err="1"/>
              <a:t>Thymeleaf</a:t>
            </a:r>
            <a:r>
              <a:rPr lang="ja-JP" altLang="en-US" sz="1400"/>
              <a:t>などの設定</a:t>
            </a:r>
            <a:endParaRPr lang="en-US" altLang="ja-JP" sz="1400"/>
          </a:p>
          <a:p>
            <a:r>
              <a:rPr lang="ja-JP" altLang="en-US" sz="1400"/>
              <a:t>・ </a:t>
            </a:r>
            <a:r>
              <a:rPr lang="en-US" altLang="ja-JP" sz="1400" err="1"/>
              <a:t>schema.sql</a:t>
            </a:r>
            <a:r>
              <a:rPr lang="ja-JP" altLang="en-US" sz="1400"/>
              <a:t>：テーブル作成</a:t>
            </a:r>
            <a:r>
              <a:rPr lang="en-US" altLang="ja-JP" sz="1400"/>
              <a:t>SQL</a:t>
            </a:r>
          </a:p>
          <a:p>
            <a:r>
              <a:rPr lang="ja-JP" altLang="en-US" sz="1400"/>
              <a:t>・ </a:t>
            </a:r>
            <a:r>
              <a:rPr lang="en-US" altLang="ja-JP" sz="1400" err="1"/>
              <a:t>data.sql</a:t>
            </a:r>
            <a:r>
              <a:rPr lang="ja-JP" altLang="en-US" sz="1400"/>
              <a:t>：初期商品データ投入</a:t>
            </a:r>
            <a:r>
              <a:rPr lang="en-US" altLang="ja-JP" sz="1400"/>
              <a:t>SQL</a:t>
            </a:r>
          </a:p>
        </p:txBody>
      </p:sp>
      <p:sp>
        <p:nvSpPr>
          <p:cNvPr id="11" name="正方形/長方形 10">
            <a:extLst>
              <a:ext uri="{FF2B5EF4-FFF2-40B4-BE49-F238E27FC236}">
                <a16:creationId xmlns:a16="http://schemas.microsoft.com/office/drawing/2014/main" id="{0EB683D2-0670-DB3E-B8B9-51EFFDEA760B}"/>
              </a:ext>
            </a:extLst>
          </p:cNvPr>
          <p:cNvSpPr/>
          <p:nvPr/>
        </p:nvSpPr>
        <p:spPr>
          <a:xfrm>
            <a:off x="741185" y="1916945"/>
            <a:ext cx="1809099" cy="726207"/>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cxnSp>
        <p:nvCxnSpPr>
          <p:cNvPr id="12" name="直線矢印コネクタ 11">
            <a:extLst>
              <a:ext uri="{FF2B5EF4-FFF2-40B4-BE49-F238E27FC236}">
                <a16:creationId xmlns:a16="http://schemas.microsoft.com/office/drawing/2014/main" id="{A9162292-DCB3-CEA4-0A4C-B6CB1330C0B2}"/>
              </a:ext>
            </a:extLst>
          </p:cNvPr>
          <p:cNvCxnSpPr>
            <a:cxnSpLocks/>
            <a:stCxn id="11" idx="3"/>
          </p:cNvCxnSpPr>
          <p:nvPr/>
        </p:nvCxnSpPr>
        <p:spPr>
          <a:xfrm flipV="1">
            <a:off x="2550284" y="1595224"/>
            <a:ext cx="1195931" cy="6848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a:extLst>
              <a:ext uri="{FF2B5EF4-FFF2-40B4-BE49-F238E27FC236}">
                <a16:creationId xmlns:a16="http://schemas.microsoft.com/office/drawing/2014/main" id="{FF47A475-5CB2-0704-1D33-B1FB427921DA}"/>
              </a:ext>
            </a:extLst>
          </p:cNvPr>
          <p:cNvSpPr/>
          <p:nvPr/>
        </p:nvSpPr>
        <p:spPr>
          <a:xfrm>
            <a:off x="723931" y="4007464"/>
            <a:ext cx="1809099" cy="906233"/>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cxnSp>
        <p:nvCxnSpPr>
          <p:cNvPr id="17" name="直線矢印コネクタ 16">
            <a:extLst>
              <a:ext uri="{FF2B5EF4-FFF2-40B4-BE49-F238E27FC236}">
                <a16:creationId xmlns:a16="http://schemas.microsoft.com/office/drawing/2014/main" id="{BF7BAFE9-2B60-2BE5-08AE-2E831A4D12F5}"/>
              </a:ext>
            </a:extLst>
          </p:cNvPr>
          <p:cNvCxnSpPr>
            <a:cxnSpLocks/>
            <a:stCxn id="16" idx="3"/>
          </p:cNvCxnSpPr>
          <p:nvPr/>
        </p:nvCxnSpPr>
        <p:spPr>
          <a:xfrm flipV="1">
            <a:off x="2533030" y="4256517"/>
            <a:ext cx="1195931" cy="2040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51B0150E-2F49-7E7E-0C59-A1117F8C2C09}"/>
              </a:ext>
            </a:extLst>
          </p:cNvPr>
          <p:cNvCxnSpPr>
            <a:cxnSpLocks/>
            <a:stCxn id="24" idx="3"/>
          </p:cNvCxnSpPr>
          <p:nvPr/>
        </p:nvCxnSpPr>
        <p:spPr>
          <a:xfrm flipV="1">
            <a:off x="2533029" y="3013715"/>
            <a:ext cx="1213186" cy="3115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正方形/長方形 23">
            <a:extLst>
              <a:ext uri="{FF2B5EF4-FFF2-40B4-BE49-F238E27FC236}">
                <a16:creationId xmlns:a16="http://schemas.microsoft.com/office/drawing/2014/main" id="{2BB56181-0422-CB50-B46D-0A5100AFD15C}"/>
              </a:ext>
            </a:extLst>
          </p:cNvPr>
          <p:cNvSpPr/>
          <p:nvPr/>
        </p:nvSpPr>
        <p:spPr>
          <a:xfrm>
            <a:off x="723930" y="2707268"/>
            <a:ext cx="1809099" cy="1236081"/>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7" name="正方形/長方形 26">
            <a:extLst>
              <a:ext uri="{FF2B5EF4-FFF2-40B4-BE49-F238E27FC236}">
                <a16:creationId xmlns:a16="http://schemas.microsoft.com/office/drawing/2014/main" id="{A145409E-62BD-C020-3EB9-5A3B14A38615}"/>
              </a:ext>
            </a:extLst>
          </p:cNvPr>
          <p:cNvSpPr/>
          <p:nvPr/>
        </p:nvSpPr>
        <p:spPr>
          <a:xfrm>
            <a:off x="723929" y="4949719"/>
            <a:ext cx="1809099" cy="489056"/>
          </a:xfrm>
          <a:prstGeom prst="rect">
            <a:avLst/>
          </a:prstGeom>
          <a:noFill/>
          <a:ln w="12700">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cxnSp>
        <p:nvCxnSpPr>
          <p:cNvPr id="28" name="直線矢印コネクタ 27">
            <a:extLst>
              <a:ext uri="{FF2B5EF4-FFF2-40B4-BE49-F238E27FC236}">
                <a16:creationId xmlns:a16="http://schemas.microsoft.com/office/drawing/2014/main" id="{82CF70C1-D9E8-A032-4243-44EA8D461C87}"/>
              </a:ext>
            </a:extLst>
          </p:cNvPr>
          <p:cNvCxnSpPr>
            <a:cxnSpLocks/>
            <a:stCxn id="27" idx="3"/>
          </p:cNvCxnSpPr>
          <p:nvPr/>
        </p:nvCxnSpPr>
        <p:spPr>
          <a:xfrm>
            <a:off x="2533028" y="5194247"/>
            <a:ext cx="1195933" cy="38355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103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59A0-D0CE-3303-EDE7-D9F6CA7668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F271C6-C82D-9A10-5133-541688F3ED57}"/>
              </a:ext>
            </a:extLst>
          </p:cNvPr>
          <p:cNvSpPr>
            <a:spLocks noGrp="1"/>
          </p:cNvSpPr>
          <p:nvPr>
            <p:ph type="title"/>
          </p:nvPr>
        </p:nvSpPr>
        <p:spPr>
          <a:xfrm>
            <a:off x="370800" y="2724073"/>
            <a:ext cx="7480800" cy="704927"/>
          </a:xfrm>
        </p:spPr>
        <p:txBody>
          <a:bodyPr/>
          <a:lstStyle/>
          <a:p>
            <a:r>
              <a:rPr lang="ja-JP" altLang="en-US" sz="3600">
                <a:solidFill>
                  <a:srgbClr val="0072BC"/>
                </a:solidFill>
              </a:rPr>
              <a:t>バイブコーディング</a:t>
            </a:r>
            <a:endParaRPr kumimoji="1" lang="ja-JP" altLang="en-US" sz="3600">
              <a:solidFill>
                <a:srgbClr val="0072BC"/>
              </a:solidFill>
            </a:endParaRPr>
          </a:p>
        </p:txBody>
      </p:sp>
    </p:spTree>
    <p:extLst>
      <p:ext uri="{BB962C8B-B14F-4D97-AF65-F5344CB8AC3E}">
        <p14:creationId xmlns:p14="http://schemas.microsoft.com/office/powerpoint/2010/main" val="2948394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B605-C546-EEF1-271F-CBD9DC2E6D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057610-8129-9D38-D1CC-0D67D80FC621}"/>
              </a:ext>
            </a:extLst>
          </p:cNvPr>
          <p:cNvSpPr>
            <a:spLocks noGrp="1"/>
          </p:cNvSpPr>
          <p:nvPr>
            <p:ph type="title"/>
          </p:nvPr>
        </p:nvSpPr>
        <p:spPr/>
        <p:txBody>
          <a:bodyPr/>
          <a:lstStyle/>
          <a:p>
            <a:r>
              <a:rPr lang="ja-JP" altLang="en-US">
                <a:solidFill>
                  <a:schemeClr val="accent2"/>
                </a:solidFill>
              </a:rPr>
              <a:t>バイブコーディング </a:t>
            </a:r>
            <a:r>
              <a:rPr lang="en-US" altLang="ja-JP">
                <a:solidFill>
                  <a:schemeClr val="accent2"/>
                </a:solidFill>
              </a:rPr>
              <a:t>– </a:t>
            </a:r>
            <a:r>
              <a:rPr lang="ja-JP" altLang="en-US">
                <a:solidFill>
                  <a:schemeClr val="accent2"/>
                </a:solidFill>
              </a:rPr>
              <a:t>はじめに</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21679FE6-FF1D-EB29-CDFB-4FF9CC922867}"/>
              </a:ext>
            </a:extLst>
          </p:cNvPr>
          <p:cNvSpPr>
            <a:spLocks noGrp="1"/>
          </p:cNvSpPr>
          <p:nvPr>
            <p:ph sz="quarter" idx="10"/>
          </p:nvPr>
        </p:nvSpPr>
        <p:spPr>
          <a:xfrm>
            <a:off x="370800" y="1052513"/>
            <a:ext cx="11448000" cy="627452"/>
          </a:xfrm>
        </p:spPr>
        <p:txBody>
          <a:bodyPr/>
          <a:lstStyle/>
          <a:p>
            <a:r>
              <a:rPr kumimoji="1" lang="ja-JP" altLang="en-US"/>
              <a:t>まず、講師と一緒にステップバイステップで商品一覧画面を作成します。</a:t>
            </a:r>
            <a:endParaRPr kumimoji="1" lang="en-US" altLang="ja-JP"/>
          </a:p>
          <a:p>
            <a:r>
              <a:rPr kumimoji="1" lang="ja-JP" altLang="en-US"/>
              <a:t>次スライド以降の手順に従ってプロンプトを投入し、結果を確認します</a:t>
            </a:r>
            <a:r>
              <a:rPr lang="ja-JP" altLang="en-US"/>
              <a:t>。</a:t>
            </a:r>
            <a:endParaRPr lang="en-US" altLang="ja-JP"/>
          </a:p>
        </p:txBody>
      </p:sp>
      <p:sp>
        <p:nvSpPr>
          <p:cNvPr id="6" name="コンテンツ プレースホルダー 2">
            <a:extLst>
              <a:ext uri="{FF2B5EF4-FFF2-40B4-BE49-F238E27FC236}">
                <a16:creationId xmlns:a16="http://schemas.microsoft.com/office/drawing/2014/main" id="{2E778524-E69B-3FA2-54D7-8347185DFA5B}"/>
              </a:ext>
            </a:extLst>
          </p:cNvPr>
          <p:cNvSpPr txBox="1">
            <a:spLocks/>
          </p:cNvSpPr>
          <p:nvPr/>
        </p:nvSpPr>
        <p:spPr>
          <a:xfrm>
            <a:off x="3227470" y="1831937"/>
            <a:ext cx="5238296" cy="232084"/>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▼作成イメージ（本画面デザインどおりに作成する必要はありません）</a:t>
            </a:r>
            <a:endParaRPr lang="en-US" altLang="ja-JP" sz="1400"/>
          </a:p>
        </p:txBody>
      </p:sp>
      <p:pic>
        <p:nvPicPr>
          <p:cNvPr id="8" name="図 7">
            <a:extLst>
              <a:ext uri="{FF2B5EF4-FFF2-40B4-BE49-F238E27FC236}">
                <a16:creationId xmlns:a16="http://schemas.microsoft.com/office/drawing/2014/main" id="{CAE982C4-D638-E118-A47B-87C36832FD41}"/>
              </a:ext>
            </a:extLst>
          </p:cNvPr>
          <p:cNvPicPr>
            <a:picLocks noChangeAspect="1"/>
          </p:cNvPicPr>
          <p:nvPr/>
        </p:nvPicPr>
        <p:blipFill>
          <a:blip r:embed="rId2"/>
          <a:stretch>
            <a:fillRect/>
          </a:stretch>
        </p:blipFill>
        <p:spPr>
          <a:xfrm>
            <a:off x="3119135" y="2101706"/>
            <a:ext cx="5953729" cy="4567382"/>
          </a:xfrm>
          <a:prstGeom prst="rect">
            <a:avLst/>
          </a:prstGeom>
        </p:spPr>
      </p:pic>
    </p:spTree>
    <p:extLst>
      <p:ext uri="{BB962C8B-B14F-4D97-AF65-F5344CB8AC3E}">
        <p14:creationId xmlns:p14="http://schemas.microsoft.com/office/powerpoint/2010/main" val="1995518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2B1DF-D457-BF4C-9205-9BF6E58886C4}"/>
            </a:ext>
          </a:extLst>
        </p:cNvPr>
        <p:cNvGrpSpPr/>
        <p:nvPr/>
      </p:nvGrpSpPr>
      <p:grpSpPr>
        <a:xfrm>
          <a:off x="0" y="0"/>
          <a:ext cx="0" cy="0"/>
          <a:chOff x="0" y="0"/>
          <a:chExt cx="0" cy="0"/>
        </a:xfrm>
      </p:grpSpPr>
      <p:cxnSp>
        <p:nvCxnSpPr>
          <p:cNvPr id="11" name="直線コネクタ 10">
            <a:extLst>
              <a:ext uri="{FF2B5EF4-FFF2-40B4-BE49-F238E27FC236}">
                <a16:creationId xmlns:a16="http://schemas.microsoft.com/office/drawing/2014/main" id="{C1CB126A-8593-6789-03C8-BEAE2442B9D4}"/>
              </a:ext>
            </a:extLst>
          </p:cNvPr>
          <p:cNvCxnSpPr>
            <a:cxnSpLocks/>
          </p:cNvCxnSpPr>
          <p:nvPr/>
        </p:nvCxnSpPr>
        <p:spPr>
          <a:xfrm>
            <a:off x="2770909" y="2422184"/>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4FB7A031-5EF2-AE87-21CB-5A908BE70356}"/>
              </a:ext>
            </a:extLst>
          </p:cNvPr>
          <p:cNvCxnSpPr>
            <a:cxnSpLocks/>
          </p:cNvCxnSpPr>
          <p:nvPr/>
        </p:nvCxnSpPr>
        <p:spPr>
          <a:xfrm>
            <a:off x="5999485" y="2419849"/>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9F2DD4B3-7818-2576-E0CC-A8A2DD93D5C6}"/>
              </a:ext>
            </a:extLst>
          </p:cNvPr>
          <p:cNvCxnSpPr>
            <a:cxnSpLocks/>
          </p:cNvCxnSpPr>
          <p:nvPr/>
        </p:nvCxnSpPr>
        <p:spPr>
          <a:xfrm>
            <a:off x="7753927" y="2422184"/>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5485BCAD-269B-4FC8-7697-03A5927EDA90}"/>
              </a:ext>
            </a:extLst>
          </p:cNvPr>
          <p:cNvCxnSpPr>
            <a:cxnSpLocks/>
          </p:cNvCxnSpPr>
          <p:nvPr/>
        </p:nvCxnSpPr>
        <p:spPr>
          <a:xfrm>
            <a:off x="9439563" y="2422184"/>
            <a:ext cx="0" cy="3914565"/>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2" name="タイトル 1">
            <a:extLst>
              <a:ext uri="{FF2B5EF4-FFF2-40B4-BE49-F238E27FC236}">
                <a16:creationId xmlns:a16="http://schemas.microsoft.com/office/drawing/2014/main" id="{C308DEF5-AC3A-D100-EABB-716E0EA9D4FB}"/>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構造理解</a:t>
            </a:r>
            <a:r>
              <a:rPr lang="en-US" altLang="ja-JP">
                <a:solidFill>
                  <a:schemeClr val="accent2"/>
                </a:solidFill>
              </a:rPr>
              <a:t>] Web</a:t>
            </a:r>
            <a:r>
              <a:rPr lang="ja-JP" altLang="en-US">
                <a:solidFill>
                  <a:schemeClr val="accent2"/>
                </a:solidFill>
              </a:rPr>
              <a:t>アプリケーションで必要なもの</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208CC09A-4D6B-DB85-FE48-0E8E24E912E8}"/>
              </a:ext>
            </a:extLst>
          </p:cNvPr>
          <p:cNvSpPr>
            <a:spLocks noGrp="1"/>
          </p:cNvSpPr>
          <p:nvPr>
            <p:ph sz="quarter" idx="10"/>
          </p:nvPr>
        </p:nvSpPr>
        <p:spPr>
          <a:xfrm>
            <a:off x="370800" y="1054752"/>
            <a:ext cx="11448000" cy="1251809"/>
          </a:xfrm>
        </p:spPr>
        <p:txBody>
          <a:bodyPr/>
          <a:lstStyle/>
          <a:p>
            <a:r>
              <a:rPr kumimoji="1" lang="en-US" altLang="ja-JP"/>
              <a:t>Web</a:t>
            </a:r>
            <a:r>
              <a:rPr kumimoji="1" lang="ja-JP" altLang="en-US"/>
              <a:t>アプリケーションを作るには、</a:t>
            </a:r>
            <a:r>
              <a:rPr kumimoji="1" lang="en-US" altLang="ja-JP"/>
              <a:t>Controller</a:t>
            </a:r>
            <a:r>
              <a:rPr kumimoji="1" lang="ja-JP" altLang="en-US"/>
              <a:t>、</a:t>
            </a:r>
            <a:r>
              <a:rPr kumimoji="1" lang="en-US" altLang="ja-JP"/>
              <a:t>Service</a:t>
            </a:r>
            <a:r>
              <a:rPr kumimoji="1" lang="ja-JP" altLang="en-US"/>
              <a:t>、</a:t>
            </a:r>
            <a:r>
              <a:rPr kumimoji="1" lang="en-US" altLang="ja-JP"/>
              <a:t>Repository </a:t>
            </a:r>
            <a:r>
              <a:rPr kumimoji="1" lang="ja-JP" altLang="en-US"/>
              <a:t>の</a:t>
            </a:r>
            <a:r>
              <a:rPr kumimoji="1" lang="en-US" altLang="ja-JP"/>
              <a:t>3</a:t>
            </a:r>
            <a:r>
              <a:rPr kumimoji="1" lang="ja-JP" altLang="en-US"/>
              <a:t>種類の処理クラスと、</a:t>
            </a:r>
          </a:p>
          <a:p>
            <a:r>
              <a:rPr kumimoji="1" lang="ja-JP" altLang="en-US"/>
              <a:t>画面入力値を受け取る </a:t>
            </a:r>
            <a:r>
              <a:rPr kumimoji="1" lang="en-US" altLang="ja-JP"/>
              <a:t>Form</a:t>
            </a:r>
            <a:r>
              <a:rPr kumimoji="1" lang="ja-JP" altLang="en-US"/>
              <a:t>、処理で扱うデータを表す </a:t>
            </a:r>
            <a:r>
              <a:rPr kumimoji="1" lang="en-US" altLang="ja-JP"/>
              <a:t>Model</a:t>
            </a:r>
            <a:r>
              <a:rPr kumimoji="1" lang="ja-JP" altLang="en-US"/>
              <a:t>、データベースのデータを表す </a:t>
            </a:r>
            <a:r>
              <a:rPr kumimoji="1" lang="en-US" altLang="ja-JP"/>
              <a:t>Entity</a:t>
            </a:r>
            <a:r>
              <a:rPr kumimoji="1" lang="ja-JP" altLang="en-US"/>
              <a:t>、</a:t>
            </a:r>
            <a:endParaRPr kumimoji="1" lang="en-US" altLang="ja-JP"/>
          </a:p>
          <a:p>
            <a:r>
              <a:rPr kumimoji="1" lang="ja-JP" altLang="en-US"/>
              <a:t>画面を表示する </a:t>
            </a:r>
            <a:r>
              <a:rPr kumimoji="1" lang="en-US" altLang="ja-JP" err="1"/>
              <a:t>Thymeleaf</a:t>
            </a:r>
            <a:r>
              <a:rPr kumimoji="1" lang="en-US" altLang="ja-JP"/>
              <a:t> </a:t>
            </a:r>
            <a:r>
              <a:rPr lang="en-US" altLang="ja-JP"/>
              <a:t>Template</a:t>
            </a:r>
            <a:r>
              <a:rPr kumimoji="1" lang="ja-JP" altLang="en-US"/>
              <a:t>を作成する。</a:t>
            </a:r>
          </a:p>
        </p:txBody>
      </p:sp>
      <p:sp>
        <p:nvSpPr>
          <p:cNvPr id="5" name="角丸四角形 3">
            <a:extLst>
              <a:ext uri="{FF2B5EF4-FFF2-40B4-BE49-F238E27FC236}">
                <a16:creationId xmlns:a16="http://schemas.microsoft.com/office/drawing/2014/main" id="{81ABBD43-C229-BC2E-3819-4B82E255DB88}"/>
              </a:ext>
            </a:extLst>
          </p:cNvPr>
          <p:cNvSpPr/>
          <p:nvPr/>
        </p:nvSpPr>
        <p:spPr>
          <a:xfrm>
            <a:off x="4521594" y="3668196"/>
            <a:ext cx="1404000" cy="1224000"/>
          </a:xfrm>
          <a:prstGeom prst="roundRect">
            <a:avLst>
              <a:gd name="adj" fmla="val 11385"/>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Controller</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7" name="角丸四角形 10">
            <a:extLst>
              <a:ext uri="{FF2B5EF4-FFF2-40B4-BE49-F238E27FC236}">
                <a16:creationId xmlns:a16="http://schemas.microsoft.com/office/drawing/2014/main" id="{E780B49A-C247-1BA3-383D-F7D336B4B76F}"/>
              </a:ext>
            </a:extLst>
          </p:cNvPr>
          <p:cNvSpPr/>
          <p:nvPr/>
        </p:nvSpPr>
        <p:spPr>
          <a:xfrm>
            <a:off x="6204867" y="3668196"/>
            <a:ext cx="1404000" cy="1224000"/>
          </a:xfrm>
          <a:prstGeom prst="roundRect">
            <a:avLst>
              <a:gd name="adj" fmla="val 9876"/>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Service</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角丸四角形 12">
            <a:extLst>
              <a:ext uri="{FF2B5EF4-FFF2-40B4-BE49-F238E27FC236}">
                <a16:creationId xmlns:a16="http://schemas.microsoft.com/office/drawing/2014/main" id="{1D737445-A616-D206-3A00-B61BDE707D2A}"/>
              </a:ext>
            </a:extLst>
          </p:cNvPr>
          <p:cNvSpPr/>
          <p:nvPr/>
        </p:nvSpPr>
        <p:spPr>
          <a:xfrm>
            <a:off x="7855550" y="3668196"/>
            <a:ext cx="1404000" cy="1224000"/>
          </a:xfrm>
          <a:prstGeom prst="roundRect">
            <a:avLst>
              <a:gd name="adj" fmla="val 9121"/>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Repository</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9" name="フローチャート: 磁気ディスク 8">
            <a:extLst>
              <a:ext uri="{FF2B5EF4-FFF2-40B4-BE49-F238E27FC236}">
                <a16:creationId xmlns:a16="http://schemas.microsoft.com/office/drawing/2014/main" id="{5C9201E2-57CA-E141-ABB0-59FB34201465}"/>
              </a:ext>
            </a:extLst>
          </p:cNvPr>
          <p:cNvSpPr/>
          <p:nvPr/>
        </p:nvSpPr>
        <p:spPr>
          <a:xfrm>
            <a:off x="9905951" y="3662657"/>
            <a:ext cx="1109354" cy="1224001"/>
          </a:xfrm>
          <a:prstGeom prst="flowChartMagneticDisk">
            <a:avLst/>
          </a:prstGeom>
          <a:ln/>
        </p:spPr>
        <p:style>
          <a:lnRef idx="1">
            <a:schemeClr val="accent3"/>
          </a:lnRef>
          <a:fillRef idx="2">
            <a:schemeClr val="accent3"/>
          </a:fillRef>
          <a:effectRef idx="1">
            <a:schemeClr val="accent3"/>
          </a:effectRef>
          <a:fontRef idx="minor">
            <a:schemeClr val="dk1"/>
          </a:fontRef>
        </p:style>
        <p:txBody>
          <a:bodyPr rtlCol="0" anchor="ctr">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Database</a:t>
            </a:r>
            <a:endParaRPr kumimoji="1" lang="ja-JP" altLang="en-US" sz="16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0" name="角丸四角形 14">
            <a:extLst>
              <a:ext uri="{FF2B5EF4-FFF2-40B4-BE49-F238E27FC236}">
                <a16:creationId xmlns:a16="http://schemas.microsoft.com/office/drawing/2014/main" id="{C531BB3F-AE7C-3479-CB9C-7C99A5173B80}"/>
              </a:ext>
            </a:extLst>
          </p:cNvPr>
          <p:cNvSpPr/>
          <p:nvPr/>
        </p:nvSpPr>
        <p:spPr>
          <a:xfrm>
            <a:off x="2890983" y="5703419"/>
            <a:ext cx="6368568" cy="363219"/>
          </a:xfrm>
          <a:prstGeom prst="roundRect">
            <a:avLst>
              <a:gd name="adj" fmla="val 0"/>
            </a:avLst>
          </a:prstGeom>
          <a:solidFill>
            <a:srgbClr val="CCCCCD"/>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Spring Boot Application</a:t>
            </a:r>
            <a:endParaRPr kumimoji="1" lang="ja-JP" altLang="en-US"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4" name="下カーブ矢印 23">
            <a:extLst>
              <a:ext uri="{FF2B5EF4-FFF2-40B4-BE49-F238E27FC236}">
                <a16:creationId xmlns:a16="http://schemas.microsoft.com/office/drawing/2014/main" id="{7A0B89AE-4E6C-F427-6708-83ECEBF815FE}"/>
              </a:ext>
            </a:extLst>
          </p:cNvPr>
          <p:cNvSpPr/>
          <p:nvPr/>
        </p:nvSpPr>
        <p:spPr>
          <a:xfrm>
            <a:off x="5474964" y="3093087"/>
            <a:ext cx="1243685"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6" name="上カーブ矢印 25">
            <a:extLst>
              <a:ext uri="{FF2B5EF4-FFF2-40B4-BE49-F238E27FC236}">
                <a16:creationId xmlns:a16="http://schemas.microsoft.com/office/drawing/2014/main" id="{CCE8B513-58B4-BC05-3851-32A0F3B701A2}"/>
              </a:ext>
            </a:extLst>
          </p:cNvPr>
          <p:cNvSpPr/>
          <p:nvPr/>
        </p:nvSpPr>
        <p:spPr>
          <a:xfrm flipH="1">
            <a:off x="2200962" y="5011898"/>
            <a:ext cx="919679"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8" name="下カーブ矢印 27">
            <a:extLst>
              <a:ext uri="{FF2B5EF4-FFF2-40B4-BE49-F238E27FC236}">
                <a16:creationId xmlns:a16="http://schemas.microsoft.com/office/drawing/2014/main" id="{23305EB0-FF43-9E66-DD97-E12C2A83C898}"/>
              </a:ext>
            </a:extLst>
          </p:cNvPr>
          <p:cNvSpPr/>
          <p:nvPr/>
        </p:nvSpPr>
        <p:spPr>
          <a:xfrm>
            <a:off x="7079980" y="3093087"/>
            <a:ext cx="1243685"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9" name="正方形/長方形 18">
            <a:extLst>
              <a:ext uri="{FF2B5EF4-FFF2-40B4-BE49-F238E27FC236}">
                <a16:creationId xmlns:a16="http://schemas.microsoft.com/office/drawing/2014/main" id="{D765D021-75F8-01AA-D0FC-3F4DC43D90FB}"/>
              </a:ext>
            </a:extLst>
          </p:cNvPr>
          <p:cNvSpPr/>
          <p:nvPr/>
        </p:nvSpPr>
        <p:spPr>
          <a:xfrm>
            <a:off x="7347209" y="3070612"/>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Entity</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0" name="上カーブ矢印 29">
            <a:extLst>
              <a:ext uri="{FF2B5EF4-FFF2-40B4-BE49-F238E27FC236}">
                <a16:creationId xmlns:a16="http://schemas.microsoft.com/office/drawing/2014/main" id="{2719764F-61F8-7C53-BF0D-5D1D81D481CF}"/>
              </a:ext>
            </a:extLst>
          </p:cNvPr>
          <p:cNvSpPr/>
          <p:nvPr/>
        </p:nvSpPr>
        <p:spPr>
          <a:xfrm flipH="1">
            <a:off x="7079980" y="5011898"/>
            <a:ext cx="1243686"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2" name="左右矢印 31">
            <a:extLst>
              <a:ext uri="{FF2B5EF4-FFF2-40B4-BE49-F238E27FC236}">
                <a16:creationId xmlns:a16="http://schemas.microsoft.com/office/drawing/2014/main" id="{C8027AA0-AF53-0090-73B6-97776AFE8D1C}"/>
              </a:ext>
            </a:extLst>
          </p:cNvPr>
          <p:cNvSpPr/>
          <p:nvPr/>
        </p:nvSpPr>
        <p:spPr>
          <a:xfrm>
            <a:off x="9330117" y="4076933"/>
            <a:ext cx="505266" cy="330200"/>
          </a:xfrm>
          <a:prstGeom prst="leftRightArrow">
            <a:avLst/>
          </a:prstGeom>
          <a:solidFill>
            <a:srgbClr val="CCCC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grpSp>
        <p:nvGrpSpPr>
          <p:cNvPr id="30" name="グループ化 29">
            <a:extLst>
              <a:ext uri="{FF2B5EF4-FFF2-40B4-BE49-F238E27FC236}">
                <a16:creationId xmlns:a16="http://schemas.microsoft.com/office/drawing/2014/main" id="{BBE5AF80-6745-4448-C39F-FBB6A8F87475}"/>
              </a:ext>
            </a:extLst>
          </p:cNvPr>
          <p:cNvGrpSpPr/>
          <p:nvPr/>
        </p:nvGrpSpPr>
        <p:grpSpPr>
          <a:xfrm>
            <a:off x="1255655" y="3662657"/>
            <a:ext cx="1421049" cy="1498681"/>
            <a:chOff x="40509" y="3258075"/>
            <a:chExt cx="1838609" cy="1838609"/>
          </a:xfrm>
        </p:grpSpPr>
        <p:pic>
          <p:nvPicPr>
            <p:cNvPr id="23" name="グラフィックス 22" descr="テレビ 単色塗りつぶし">
              <a:extLst>
                <a:ext uri="{FF2B5EF4-FFF2-40B4-BE49-F238E27FC236}">
                  <a16:creationId xmlns:a16="http://schemas.microsoft.com/office/drawing/2014/main" id="{AA5DA252-A0BB-F193-5CC3-DF11F0191C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509" y="3258075"/>
              <a:ext cx="1838609" cy="1838609"/>
            </a:xfrm>
            <a:prstGeom prst="rect">
              <a:avLst/>
            </a:prstGeom>
          </p:spPr>
        </p:pic>
        <p:sp>
          <p:nvSpPr>
            <p:cNvPr id="25" name="正方形/長方形 24">
              <a:extLst>
                <a:ext uri="{FF2B5EF4-FFF2-40B4-BE49-F238E27FC236}">
                  <a16:creationId xmlns:a16="http://schemas.microsoft.com/office/drawing/2014/main" id="{102D4665-167A-BE5B-E10E-08578FB5BDA0}"/>
                </a:ext>
              </a:extLst>
            </p:cNvPr>
            <p:cNvSpPr/>
            <p:nvPr/>
          </p:nvSpPr>
          <p:spPr>
            <a:xfrm>
              <a:off x="168181" y="3621294"/>
              <a:ext cx="1583265" cy="912678"/>
            </a:xfrm>
            <a:prstGeom prst="rect">
              <a:avLst/>
            </a:prstGeom>
            <a:solidFill>
              <a:schemeClr val="accent3">
                <a:lumMod val="20000"/>
                <a:lumOff val="80000"/>
              </a:schemeClr>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a:solidFill>
                    <a:schemeClr val="tx1"/>
                  </a:solidFill>
                </a:rPr>
                <a:t>ブラウザ</a:t>
              </a:r>
            </a:p>
          </p:txBody>
        </p:sp>
      </p:grpSp>
      <p:sp>
        <p:nvSpPr>
          <p:cNvPr id="29" name="下カーブ矢印 23">
            <a:extLst>
              <a:ext uri="{FF2B5EF4-FFF2-40B4-BE49-F238E27FC236}">
                <a16:creationId xmlns:a16="http://schemas.microsoft.com/office/drawing/2014/main" id="{E3ED076E-54F5-B832-A263-4BAB601BF0A9}"/>
              </a:ext>
            </a:extLst>
          </p:cNvPr>
          <p:cNvSpPr/>
          <p:nvPr/>
        </p:nvSpPr>
        <p:spPr>
          <a:xfrm>
            <a:off x="2365535" y="3151066"/>
            <a:ext cx="2524982" cy="471550"/>
          </a:xfrm>
          <a:prstGeom prst="curvedDown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正方形/長方形 12">
            <a:extLst>
              <a:ext uri="{FF2B5EF4-FFF2-40B4-BE49-F238E27FC236}">
                <a16:creationId xmlns:a16="http://schemas.microsoft.com/office/drawing/2014/main" id="{AF51795F-E264-0CE5-19E0-AB9F4B0CA64A}"/>
              </a:ext>
            </a:extLst>
          </p:cNvPr>
          <p:cNvSpPr/>
          <p:nvPr/>
        </p:nvSpPr>
        <p:spPr>
          <a:xfrm>
            <a:off x="2342502" y="5264897"/>
            <a:ext cx="792000" cy="252000"/>
          </a:xfrm>
          <a:prstGeom prst="rect">
            <a:avLst/>
          </a:prstGeom>
          <a:solidFill>
            <a:srgbClr val="FFFDD1"/>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HTML</a:t>
            </a:r>
          </a:p>
        </p:txBody>
      </p:sp>
      <p:sp>
        <p:nvSpPr>
          <p:cNvPr id="31" name="正方形/長方形 30">
            <a:extLst>
              <a:ext uri="{FF2B5EF4-FFF2-40B4-BE49-F238E27FC236}">
                <a16:creationId xmlns:a16="http://schemas.microsoft.com/office/drawing/2014/main" id="{3065B98F-25E8-F89F-5326-37E820FE62F3}"/>
              </a:ext>
            </a:extLst>
          </p:cNvPr>
          <p:cNvSpPr/>
          <p:nvPr/>
        </p:nvSpPr>
        <p:spPr>
          <a:xfrm>
            <a:off x="7353878" y="5264897"/>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12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rPr>
              <a:t>Entity</a:t>
            </a:r>
            <a:endParaRPr lang="ja-JP" altLang="en-US" sz="12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2" name="上カーブ矢印 29">
            <a:extLst>
              <a:ext uri="{FF2B5EF4-FFF2-40B4-BE49-F238E27FC236}">
                <a16:creationId xmlns:a16="http://schemas.microsoft.com/office/drawing/2014/main" id="{D8A5A178-4BDD-62E4-5A8C-01EEFCA89900}"/>
              </a:ext>
            </a:extLst>
          </p:cNvPr>
          <p:cNvSpPr/>
          <p:nvPr/>
        </p:nvSpPr>
        <p:spPr>
          <a:xfrm flipH="1">
            <a:off x="5474963" y="5011898"/>
            <a:ext cx="1277909"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7" name="正方形/長方形 16">
            <a:extLst>
              <a:ext uri="{FF2B5EF4-FFF2-40B4-BE49-F238E27FC236}">
                <a16:creationId xmlns:a16="http://schemas.microsoft.com/office/drawing/2014/main" id="{D9320844-E18D-0F66-5CBE-ACC8D4C9B2DF}"/>
              </a:ext>
            </a:extLst>
          </p:cNvPr>
          <p:cNvSpPr/>
          <p:nvPr/>
        </p:nvSpPr>
        <p:spPr>
          <a:xfrm>
            <a:off x="5726105" y="5264897"/>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Model</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3" name="角丸四角形 3">
            <a:extLst>
              <a:ext uri="{FF2B5EF4-FFF2-40B4-BE49-F238E27FC236}">
                <a16:creationId xmlns:a16="http://schemas.microsoft.com/office/drawing/2014/main" id="{E79DA488-1730-4CA0-9233-735268AAA9FA}"/>
              </a:ext>
            </a:extLst>
          </p:cNvPr>
          <p:cNvSpPr/>
          <p:nvPr/>
        </p:nvSpPr>
        <p:spPr>
          <a:xfrm>
            <a:off x="2955977" y="4312479"/>
            <a:ext cx="1348601" cy="584286"/>
          </a:xfrm>
          <a:prstGeom prst="roundRect">
            <a:avLst/>
          </a:prstGeom>
          <a:solidFill>
            <a:srgbClr val="0072BC"/>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err="1">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Thymeleaf</a:t>
            </a:r>
            <a:endParaRPr kumimoji="1" lang="en-US" altLang="ja-JP"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ja-JP" sz="1600">
                <a:solidFill>
                  <a:schemeClr val="bg1"/>
                </a:solidFill>
                <a:latin typeface="Meiryo UI" panose="020B0604030504040204" pitchFamily="50" charset="-128"/>
                <a:ea typeface="Meiryo UI" panose="020B0604030504040204" pitchFamily="50" charset="-128"/>
                <a:cs typeface="ＭＳ Ｐゴシック" panose="020B0600070205080204" pitchFamily="50" charset="-128"/>
              </a:rPr>
              <a:t>Template</a:t>
            </a:r>
            <a:endParaRPr kumimoji="1" lang="ja-JP" altLang="en-US" sz="1600" b="0" i="0" u="none" strike="noStrike" kern="1200" cap="none" spc="0" normalizeH="0" baseline="0" noProof="0">
              <a:ln>
                <a:noFill/>
              </a:ln>
              <a:solidFill>
                <a:schemeClr val="bg1"/>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4" name="上カーブ矢印 25">
            <a:extLst>
              <a:ext uri="{FF2B5EF4-FFF2-40B4-BE49-F238E27FC236}">
                <a16:creationId xmlns:a16="http://schemas.microsoft.com/office/drawing/2014/main" id="{C84E56D9-9DD7-879D-8213-828556D794F7}"/>
              </a:ext>
            </a:extLst>
          </p:cNvPr>
          <p:cNvSpPr/>
          <p:nvPr/>
        </p:nvSpPr>
        <p:spPr>
          <a:xfrm flipH="1">
            <a:off x="4130430" y="5011898"/>
            <a:ext cx="804607" cy="363219"/>
          </a:xfrm>
          <a:prstGeom prst="curvedUpArrow">
            <a:avLst/>
          </a:prstGeom>
          <a:solidFill>
            <a:srgbClr val="FF7A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40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5" name="正方形/長方形 34">
            <a:extLst>
              <a:ext uri="{FF2B5EF4-FFF2-40B4-BE49-F238E27FC236}">
                <a16:creationId xmlns:a16="http://schemas.microsoft.com/office/drawing/2014/main" id="{30470F07-8F9F-C2A3-7676-DD462C46CF2F}"/>
              </a:ext>
            </a:extLst>
          </p:cNvPr>
          <p:cNvSpPr/>
          <p:nvPr/>
        </p:nvSpPr>
        <p:spPr>
          <a:xfrm>
            <a:off x="3991752" y="5264897"/>
            <a:ext cx="1203938"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err="1">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ViewModel</a:t>
            </a:r>
            <a:endPar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4" name="正方形/長方形 3">
            <a:extLst>
              <a:ext uri="{FF2B5EF4-FFF2-40B4-BE49-F238E27FC236}">
                <a16:creationId xmlns:a16="http://schemas.microsoft.com/office/drawing/2014/main" id="{7E353490-D77E-A2F6-B7B1-B942461D17C2}"/>
              </a:ext>
            </a:extLst>
          </p:cNvPr>
          <p:cNvSpPr/>
          <p:nvPr/>
        </p:nvSpPr>
        <p:spPr>
          <a:xfrm>
            <a:off x="5662536" y="3070612"/>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Model</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5" name="正方形/長方形 14">
            <a:extLst>
              <a:ext uri="{FF2B5EF4-FFF2-40B4-BE49-F238E27FC236}">
                <a16:creationId xmlns:a16="http://schemas.microsoft.com/office/drawing/2014/main" id="{3F85E2A7-4FDB-0FA8-1F46-C994880C7145}"/>
              </a:ext>
            </a:extLst>
          </p:cNvPr>
          <p:cNvSpPr/>
          <p:nvPr/>
        </p:nvSpPr>
        <p:spPr>
          <a:xfrm>
            <a:off x="3161294" y="3070612"/>
            <a:ext cx="792000" cy="252000"/>
          </a:xfrm>
          <a:prstGeom prst="rect">
            <a:avLst/>
          </a:prstGeom>
          <a:solidFill>
            <a:srgbClr val="FFC400"/>
          </a:solidFill>
          <a:ln w="3175">
            <a:solidFill>
              <a:schemeClr val="tx1"/>
            </a:solidFill>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rPr>
              <a:t>Form</a:t>
            </a:r>
            <a:endParaRPr kumimoji="1" lang="ja-JP" altLang="en-US" sz="1200" b="0" i="0" u="none" strike="noStrike" kern="120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27" name="テキスト ボックス 26">
            <a:extLst>
              <a:ext uri="{FF2B5EF4-FFF2-40B4-BE49-F238E27FC236}">
                <a16:creationId xmlns:a16="http://schemas.microsoft.com/office/drawing/2014/main" id="{65009F9C-5919-665E-A31F-DCFD82B84956}"/>
              </a:ext>
            </a:extLst>
          </p:cNvPr>
          <p:cNvSpPr txBox="1"/>
          <p:nvPr/>
        </p:nvSpPr>
        <p:spPr>
          <a:xfrm>
            <a:off x="3202136" y="2504942"/>
            <a:ext cx="2298402" cy="430887"/>
          </a:xfrm>
          <a:prstGeom prst="rect">
            <a:avLst/>
          </a:prstGeom>
          <a:noFill/>
        </p:spPr>
        <p:txBody>
          <a:bodyPr wrap="square" rtlCol="0">
            <a:spAutoFit/>
          </a:bodyPr>
          <a:lstStyle/>
          <a:p>
            <a:pPr algn="ctr"/>
            <a:r>
              <a:rPr kumimoji="1" lang="ja-JP" altLang="en-US" sz="1100">
                <a:highlight>
                  <a:srgbClr val="FFFDD1"/>
                </a:highlight>
                <a:latin typeface="Meiryo UI" panose="020B0604030504040204" pitchFamily="50" charset="-128"/>
                <a:ea typeface="Meiryo UI" panose="020B0604030504040204" pitchFamily="50" charset="-128"/>
              </a:rPr>
              <a:t>画面の表示や画面からの</a:t>
            </a:r>
            <a:endParaRPr kumimoji="1" lang="en-US" altLang="ja-JP" sz="1100">
              <a:highlight>
                <a:srgbClr val="FFFDD1"/>
              </a:highlight>
              <a:latin typeface="Meiryo UI" panose="020B0604030504040204" pitchFamily="50" charset="-128"/>
              <a:ea typeface="Meiryo UI" panose="020B0604030504040204" pitchFamily="50" charset="-128"/>
            </a:endParaRPr>
          </a:p>
          <a:p>
            <a:pPr algn="ctr"/>
            <a:r>
              <a:rPr kumimoji="1" lang="ja-JP" altLang="en-US" sz="1100">
                <a:highlight>
                  <a:srgbClr val="FFFDD1"/>
                </a:highlight>
                <a:latin typeface="Meiryo UI" panose="020B0604030504040204" pitchFamily="50" charset="-128"/>
                <a:ea typeface="Meiryo UI" panose="020B0604030504040204" pitchFamily="50" charset="-128"/>
              </a:rPr>
              <a:t>要求を処理する</a:t>
            </a:r>
          </a:p>
        </p:txBody>
      </p:sp>
      <p:sp>
        <p:nvSpPr>
          <p:cNvPr id="28" name="テキスト ボックス 27">
            <a:extLst>
              <a:ext uri="{FF2B5EF4-FFF2-40B4-BE49-F238E27FC236}">
                <a16:creationId xmlns:a16="http://schemas.microsoft.com/office/drawing/2014/main" id="{C7A8C1EA-676D-8BD3-9E07-6C9146D1150F}"/>
              </a:ext>
            </a:extLst>
          </p:cNvPr>
          <p:cNvSpPr txBox="1"/>
          <p:nvPr/>
        </p:nvSpPr>
        <p:spPr>
          <a:xfrm>
            <a:off x="5837669" y="2504942"/>
            <a:ext cx="2138395" cy="430887"/>
          </a:xfrm>
          <a:prstGeom prst="rect">
            <a:avLst/>
          </a:prstGeom>
          <a:noFill/>
        </p:spPr>
        <p:txBody>
          <a:bodyPr wrap="square" rtlCol="0">
            <a:spAutoFit/>
          </a:bodyPr>
          <a:lstStyle/>
          <a:p>
            <a:pPr algn="ctr"/>
            <a:r>
              <a:rPr kumimoji="1" lang="ja-JP" altLang="en-US" sz="1100">
                <a:highlight>
                  <a:srgbClr val="FFFDD1"/>
                </a:highlight>
                <a:latin typeface="Meiryo UI" panose="020B0604030504040204" pitchFamily="50" charset="-128"/>
                <a:ea typeface="Meiryo UI" panose="020B0604030504040204" pitchFamily="50" charset="-128"/>
              </a:rPr>
              <a:t>ビジネスロジック</a:t>
            </a:r>
            <a:r>
              <a:rPr kumimoji="1" lang="en-US" altLang="ja-JP" sz="1100">
                <a:highlight>
                  <a:srgbClr val="FFFDD1"/>
                </a:highlight>
                <a:latin typeface="Meiryo UI" panose="020B0604030504040204" pitchFamily="50" charset="-128"/>
                <a:ea typeface="Meiryo UI" panose="020B0604030504040204" pitchFamily="50" charset="-128"/>
              </a:rPr>
              <a:t>(</a:t>
            </a:r>
            <a:r>
              <a:rPr kumimoji="1" lang="ja-JP" altLang="en-US" sz="1100">
                <a:highlight>
                  <a:srgbClr val="FFFDD1"/>
                </a:highlight>
                <a:latin typeface="Meiryo UI" panose="020B0604030504040204" pitchFamily="50" charset="-128"/>
                <a:ea typeface="Meiryo UI" panose="020B0604030504040204" pitchFamily="50" charset="-128"/>
              </a:rPr>
              <a:t>ルール</a:t>
            </a:r>
            <a:r>
              <a:rPr kumimoji="1" lang="en-US" altLang="ja-JP" sz="1100">
                <a:highlight>
                  <a:srgbClr val="FFFDD1"/>
                </a:highlight>
                <a:latin typeface="Meiryo UI" panose="020B0604030504040204" pitchFamily="50" charset="-128"/>
                <a:ea typeface="Meiryo UI" panose="020B0604030504040204" pitchFamily="50" charset="-128"/>
              </a:rPr>
              <a:t>)</a:t>
            </a:r>
            <a:r>
              <a:rPr kumimoji="1" lang="ja-JP" altLang="en-US" sz="1100">
                <a:highlight>
                  <a:srgbClr val="FFFDD1"/>
                </a:highlight>
                <a:latin typeface="Meiryo UI" panose="020B0604030504040204" pitchFamily="50" charset="-128"/>
                <a:ea typeface="Meiryo UI" panose="020B0604030504040204" pitchFamily="50" charset="-128"/>
              </a:rPr>
              <a:t>を</a:t>
            </a:r>
            <a:endParaRPr kumimoji="1" lang="en-US" altLang="ja-JP" sz="1100">
              <a:highlight>
                <a:srgbClr val="FFFDD1"/>
              </a:highlight>
              <a:latin typeface="Meiryo UI" panose="020B0604030504040204" pitchFamily="50" charset="-128"/>
              <a:ea typeface="Meiryo UI" panose="020B0604030504040204" pitchFamily="50" charset="-128"/>
            </a:endParaRPr>
          </a:p>
          <a:p>
            <a:pPr algn="ctr"/>
            <a:r>
              <a:rPr lang="ja-JP" altLang="en-US" sz="1100">
                <a:highlight>
                  <a:srgbClr val="FFFDD1"/>
                </a:highlight>
                <a:latin typeface="Meiryo UI" panose="020B0604030504040204" pitchFamily="50" charset="-128"/>
                <a:ea typeface="Meiryo UI" panose="020B0604030504040204" pitchFamily="50" charset="-128"/>
              </a:rPr>
              <a:t>処理する</a:t>
            </a:r>
            <a:endParaRPr kumimoji="1" lang="ja-JP" altLang="en-US" sz="1100">
              <a:highlight>
                <a:srgbClr val="FFFDD1"/>
              </a:highlight>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294DCA4E-748B-15BC-8E61-BDD4FC4B529E}"/>
              </a:ext>
            </a:extLst>
          </p:cNvPr>
          <p:cNvSpPr txBox="1"/>
          <p:nvPr/>
        </p:nvSpPr>
        <p:spPr>
          <a:xfrm>
            <a:off x="7532576" y="2504942"/>
            <a:ext cx="2138395" cy="430887"/>
          </a:xfrm>
          <a:prstGeom prst="rect">
            <a:avLst/>
          </a:prstGeom>
          <a:noFill/>
        </p:spPr>
        <p:txBody>
          <a:bodyPr wrap="square" rtlCol="0">
            <a:spAutoFit/>
          </a:bodyPr>
          <a:lstStyle/>
          <a:p>
            <a:pPr algn="ctr"/>
            <a:r>
              <a:rPr kumimoji="1" lang="ja-JP" altLang="en-US" sz="1100">
                <a:highlight>
                  <a:srgbClr val="FFFDD1"/>
                </a:highlight>
                <a:latin typeface="Meiryo UI" panose="020B0604030504040204" pitchFamily="50" charset="-128"/>
                <a:ea typeface="Meiryo UI" panose="020B0604030504040204" pitchFamily="50" charset="-128"/>
              </a:rPr>
              <a:t>データベースに対する</a:t>
            </a:r>
            <a:endParaRPr kumimoji="1" lang="en-US" altLang="ja-JP" sz="1100">
              <a:highlight>
                <a:srgbClr val="FFFDD1"/>
              </a:highlight>
              <a:latin typeface="Meiryo UI" panose="020B0604030504040204" pitchFamily="50" charset="-128"/>
              <a:ea typeface="Meiryo UI" panose="020B0604030504040204" pitchFamily="50" charset="-128"/>
            </a:endParaRPr>
          </a:p>
          <a:p>
            <a:pPr algn="ctr"/>
            <a:r>
              <a:rPr kumimoji="1" lang="ja-JP" altLang="en-US" sz="1100">
                <a:highlight>
                  <a:srgbClr val="FFFDD1"/>
                </a:highlight>
                <a:latin typeface="Meiryo UI" panose="020B0604030504040204" pitchFamily="50" charset="-128"/>
                <a:ea typeface="Meiryo UI" panose="020B0604030504040204" pitchFamily="50" charset="-128"/>
              </a:rPr>
              <a:t>登録や取得を</a:t>
            </a:r>
            <a:r>
              <a:rPr lang="ja-JP" altLang="en-US" sz="1100">
                <a:highlight>
                  <a:srgbClr val="FFFDD1"/>
                </a:highlight>
                <a:latin typeface="Meiryo UI" panose="020B0604030504040204" pitchFamily="50" charset="-128"/>
                <a:ea typeface="Meiryo UI" panose="020B0604030504040204" pitchFamily="50" charset="-128"/>
              </a:rPr>
              <a:t>処理する</a:t>
            </a:r>
            <a:endParaRPr kumimoji="1" lang="ja-JP" altLang="en-US" sz="1100">
              <a:highlight>
                <a:srgbClr val="FFFDD1"/>
              </a:highligh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93047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2E29-C166-8982-2721-36B08C8F0D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E70A68-7972-C3E9-8BAF-03CFE4AF014D}"/>
              </a:ext>
            </a:extLst>
          </p:cNvPr>
          <p:cNvSpPr>
            <a:spLocks noGrp="1"/>
          </p:cNvSpPr>
          <p:nvPr>
            <p:ph type="title"/>
          </p:nvPr>
        </p:nvSpPr>
        <p:spPr/>
        <p:txBody>
          <a:bodyPr/>
          <a:lstStyle/>
          <a:p>
            <a:r>
              <a:rPr lang="ja-JP" altLang="en-US">
                <a:solidFill>
                  <a:schemeClr val="accent2"/>
                </a:solidFill>
              </a:rPr>
              <a:t>バイブコーディング➊ 画面モックアップを作ってデザインを決める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6C23DD56-E63D-7314-9378-43C1B9B896D4}"/>
              </a:ext>
            </a:extLst>
          </p:cNvPr>
          <p:cNvSpPr>
            <a:spLocks noGrp="1"/>
          </p:cNvSpPr>
          <p:nvPr>
            <p:ph sz="quarter" idx="10"/>
          </p:nvPr>
        </p:nvSpPr>
        <p:spPr>
          <a:xfrm>
            <a:off x="371474" y="1052513"/>
            <a:ext cx="8236817" cy="313726"/>
          </a:xfrm>
        </p:spPr>
        <p:txBody>
          <a:bodyPr/>
          <a:lstStyle/>
          <a:p>
            <a:r>
              <a:rPr kumimoji="1" lang="ja-JP" altLang="en-US"/>
              <a:t>以下のプロンプトを入力す</a:t>
            </a:r>
            <a:r>
              <a:rPr lang="ja-JP" altLang="en-US"/>
              <a:t>る。</a:t>
            </a:r>
            <a:endParaRPr lang="en-US" altLang="ja-JP"/>
          </a:p>
        </p:txBody>
      </p:sp>
      <p:sp>
        <p:nvSpPr>
          <p:cNvPr id="5" name="正方形/長方形 4">
            <a:extLst>
              <a:ext uri="{FF2B5EF4-FFF2-40B4-BE49-F238E27FC236}">
                <a16:creationId xmlns:a16="http://schemas.microsoft.com/office/drawing/2014/main" id="{D5CE7312-5D2D-7BB1-6253-D1156A1E5E70}"/>
              </a:ext>
            </a:extLst>
          </p:cNvPr>
          <p:cNvSpPr/>
          <p:nvPr/>
        </p:nvSpPr>
        <p:spPr>
          <a:xfrm>
            <a:off x="371136" y="1368362"/>
            <a:ext cx="8353764" cy="4071855"/>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en-US" altLang="ja-JP" sz="1200">
                <a:solidFill>
                  <a:schemeClr val="tx1"/>
                </a:solidFill>
                <a:latin typeface="+mj-ea"/>
                <a:ea typeface="+mj-ea"/>
              </a:rPr>
              <a:t>EC</a:t>
            </a:r>
            <a:r>
              <a:rPr kumimoji="1" lang="ja-JP" altLang="en-US" sz="1200">
                <a:solidFill>
                  <a:schemeClr val="tx1"/>
                </a:solidFill>
                <a:latin typeface="+mj-ea"/>
                <a:ea typeface="+mj-ea"/>
              </a:rPr>
              <a:t>サイトの開発を企画しています。まず、どういうサイトにするか議論するためにモックアップを作成してください。</a:t>
            </a:r>
          </a:p>
          <a:p>
            <a:r>
              <a:rPr kumimoji="1" lang="ja-JP" altLang="en-US" sz="1200">
                <a:solidFill>
                  <a:schemeClr val="tx1"/>
                </a:solidFill>
                <a:latin typeface="+mj-ea"/>
                <a:ea typeface="+mj-ea"/>
              </a:rPr>
              <a:t>画面表示内容は下記のようにしてください。</a:t>
            </a:r>
          </a:p>
          <a:p>
            <a:r>
              <a:rPr kumimoji="1" lang="en-US" altLang="ja-JP" sz="1200">
                <a:solidFill>
                  <a:schemeClr val="tx1"/>
                </a:solidFill>
                <a:latin typeface="+mj-ea"/>
                <a:ea typeface="+mj-ea"/>
              </a:rPr>
              <a:t>- </a:t>
            </a:r>
            <a:r>
              <a:rPr kumimoji="1" lang="ja-JP" altLang="en-US" sz="1200">
                <a:solidFill>
                  <a:schemeClr val="tx1"/>
                </a:solidFill>
                <a:latin typeface="+mj-ea"/>
                <a:ea typeface="+mj-ea"/>
              </a:rPr>
              <a:t>ページタイトル：「商品一覧」</a:t>
            </a:r>
          </a:p>
          <a:p>
            <a:r>
              <a:rPr kumimoji="1" lang="en-US" altLang="ja-JP" sz="1200">
                <a:solidFill>
                  <a:schemeClr val="tx1"/>
                </a:solidFill>
                <a:latin typeface="+mj-ea"/>
                <a:ea typeface="+mj-ea"/>
              </a:rPr>
              <a:t>- </a:t>
            </a:r>
            <a:r>
              <a:rPr kumimoji="1" lang="ja-JP" altLang="en-US" sz="1200">
                <a:solidFill>
                  <a:schemeClr val="tx1"/>
                </a:solidFill>
                <a:latin typeface="+mj-ea"/>
                <a:ea typeface="+mj-ea"/>
              </a:rPr>
              <a:t>ヘッダーに「</a:t>
            </a:r>
            <a:r>
              <a:rPr kumimoji="1" lang="en-US" altLang="ja-JP" sz="1200">
                <a:solidFill>
                  <a:schemeClr val="tx1"/>
                </a:solidFill>
                <a:latin typeface="+mj-ea"/>
                <a:ea typeface="+mj-ea"/>
              </a:rPr>
              <a:t>EC</a:t>
            </a:r>
            <a:r>
              <a:rPr kumimoji="1" lang="ja-JP" altLang="en-US" sz="1200">
                <a:solidFill>
                  <a:schemeClr val="tx1"/>
                </a:solidFill>
                <a:latin typeface="+mj-ea"/>
                <a:ea typeface="+mj-ea"/>
              </a:rPr>
              <a:t>サイト」というサイト名と「カートを見る」リンクを表示する</a:t>
            </a:r>
          </a:p>
          <a:p>
            <a:r>
              <a:rPr kumimoji="1" lang="en-US" altLang="ja-JP" sz="1200">
                <a:solidFill>
                  <a:schemeClr val="tx1"/>
                </a:solidFill>
                <a:latin typeface="+mj-ea"/>
                <a:ea typeface="+mj-ea"/>
              </a:rPr>
              <a:t>- </a:t>
            </a:r>
            <a:r>
              <a:rPr kumimoji="1" lang="ja-JP" altLang="en-US" sz="1200">
                <a:solidFill>
                  <a:schemeClr val="tx1"/>
                </a:solidFill>
                <a:latin typeface="+mj-ea"/>
                <a:ea typeface="+mj-ea"/>
              </a:rPr>
              <a:t>商品をカード形式のグリッドレイアウトで一覧表示する</a:t>
            </a:r>
          </a:p>
          <a:p>
            <a:r>
              <a:rPr kumimoji="1" lang="en-US" altLang="ja-JP" sz="1200">
                <a:solidFill>
                  <a:schemeClr val="tx1"/>
                </a:solidFill>
                <a:latin typeface="+mj-ea"/>
                <a:ea typeface="+mj-ea"/>
              </a:rPr>
              <a:t>- </a:t>
            </a:r>
            <a:r>
              <a:rPr kumimoji="1" lang="ja-JP" altLang="en-US" sz="1200">
                <a:solidFill>
                  <a:schemeClr val="tx1"/>
                </a:solidFill>
                <a:latin typeface="+mj-ea"/>
                <a:ea typeface="+mj-ea"/>
              </a:rPr>
              <a:t>各カードに以下を表示する</a:t>
            </a:r>
          </a:p>
          <a:p>
            <a:r>
              <a:rPr kumimoji="1" lang="ja-JP" altLang="en-US" sz="1200">
                <a:solidFill>
                  <a:schemeClr val="tx1"/>
                </a:solidFill>
                <a:latin typeface="+mj-ea"/>
                <a:ea typeface="+mj-ea"/>
              </a:rPr>
              <a:t>  </a:t>
            </a:r>
            <a:r>
              <a:rPr kumimoji="1" lang="en-US" altLang="ja-JP" sz="1200">
                <a:solidFill>
                  <a:schemeClr val="tx1"/>
                </a:solidFill>
                <a:latin typeface="+mj-ea"/>
                <a:ea typeface="+mj-ea"/>
              </a:rPr>
              <a:t>- </a:t>
            </a:r>
            <a:r>
              <a:rPr kumimoji="1" lang="ja-JP" altLang="en-US" sz="1200">
                <a:solidFill>
                  <a:schemeClr val="tx1"/>
                </a:solidFill>
                <a:latin typeface="+mj-ea"/>
                <a:ea typeface="+mj-ea"/>
              </a:rPr>
              <a:t>商品画像</a:t>
            </a:r>
          </a:p>
          <a:p>
            <a:r>
              <a:rPr lang="ja-JP" altLang="en-US" sz="1200">
                <a:solidFill>
                  <a:schemeClr val="tx1"/>
                </a:solidFill>
                <a:latin typeface="+mj-ea"/>
              </a:rPr>
              <a:t>  </a:t>
            </a:r>
            <a:r>
              <a:rPr lang="en-US" altLang="ja-JP" sz="1200">
                <a:solidFill>
                  <a:schemeClr val="tx1"/>
                </a:solidFill>
                <a:latin typeface="+mj-ea"/>
              </a:rPr>
              <a:t>- </a:t>
            </a:r>
            <a:r>
              <a:rPr lang="ja-JP" altLang="en-US" sz="1200">
                <a:solidFill>
                  <a:schemeClr val="tx1"/>
                </a:solidFill>
                <a:latin typeface="+mj-ea"/>
              </a:rPr>
              <a:t>商品名</a:t>
            </a:r>
            <a:endParaRPr lang="en-US" altLang="ja-JP" sz="1200">
              <a:solidFill>
                <a:schemeClr val="tx1"/>
              </a:solidFill>
              <a:latin typeface="+mj-ea"/>
            </a:endParaRPr>
          </a:p>
          <a:p>
            <a:r>
              <a:rPr kumimoji="1" lang="en-US" altLang="ja-JP" sz="1200">
                <a:solidFill>
                  <a:schemeClr val="tx1"/>
                </a:solidFill>
                <a:latin typeface="+mj-ea"/>
                <a:ea typeface="+mj-ea"/>
              </a:rPr>
              <a:t>- </a:t>
            </a:r>
            <a:r>
              <a:rPr kumimoji="1" lang="ja-JP" altLang="en-US" sz="1200">
                <a:solidFill>
                  <a:schemeClr val="tx1"/>
                </a:solidFill>
                <a:latin typeface="+mj-ea"/>
                <a:ea typeface="+mj-ea"/>
              </a:rPr>
              <a:t>価格（例：</a:t>
            </a:r>
            <a:r>
              <a:rPr kumimoji="1" lang="en-US" altLang="ja-JP" sz="1200">
                <a:solidFill>
                  <a:schemeClr val="tx1"/>
                </a:solidFill>
                <a:latin typeface="+mj-ea"/>
                <a:ea typeface="+mj-ea"/>
              </a:rPr>
              <a:t>¥5,980 </a:t>
            </a:r>
            <a:r>
              <a:rPr kumimoji="1" lang="ja-JP" altLang="en-US" sz="1200">
                <a:solidFill>
                  <a:schemeClr val="tx1"/>
                </a:solidFill>
                <a:latin typeface="+mj-ea"/>
                <a:ea typeface="+mj-ea"/>
              </a:rPr>
              <a:t>）</a:t>
            </a:r>
          </a:p>
          <a:p>
            <a:r>
              <a:rPr kumimoji="1" lang="ja-JP" altLang="en-US" sz="1200">
                <a:solidFill>
                  <a:schemeClr val="tx1"/>
                </a:solidFill>
                <a:latin typeface="+mj-ea"/>
                <a:ea typeface="+mj-ea"/>
              </a:rPr>
              <a:t>  </a:t>
            </a:r>
            <a:r>
              <a:rPr kumimoji="1" lang="en-US" altLang="ja-JP" sz="1200">
                <a:solidFill>
                  <a:schemeClr val="tx1"/>
                </a:solidFill>
                <a:latin typeface="+mj-ea"/>
                <a:ea typeface="+mj-ea"/>
              </a:rPr>
              <a:t>- </a:t>
            </a:r>
            <a:r>
              <a:rPr kumimoji="1" lang="ja-JP" altLang="en-US" sz="1200">
                <a:solidFill>
                  <a:schemeClr val="tx1"/>
                </a:solidFill>
                <a:latin typeface="+mj-ea"/>
                <a:ea typeface="+mj-ea"/>
              </a:rPr>
              <a:t>在庫状況（在庫あり／在庫なし）</a:t>
            </a:r>
          </a:p>
          <a:p>
            <a:r>
              <a:rPr kumimoji="1" lang="en-US" altLang="ja-JP" sz="1200">
                <a:solidFill>
                  <a:schemeClr val="tx1"/>
                </a:solidFill>
                <a:latin typeface="+mj-ea"/>
                <a:ea typeface="+mj-ea"/>
              </a:rPr>
              <a:t>  - </a:t>
            </a:r>
            <a:r>
              <a:rPr kumimoji="1" lang="ja-JP" altLang="en-US" sz="1200">
                <a:solidFill>
                  <a:schemeClr val="tx1"/>
                </a:solidFill>
                <a:latin typeface="+mj-ea"/>
                <a:ea typeface="+mj-ea"/>
              </a:rPr>
              <a:t>「詳細を見る」ボタン</a:t>
            </a:r>
          </a:p>
          <a:p>
            <a:r>
              <a:rPr kumimoji="1" lang="ja-JP" altLang="en-US" sz="1200">
                <a:solidFill>
                  <a:schemeClr val="tx1"/>
                </a:solidFill>
                <a:latin typeface="+mj-ea"/>
                <a:ea typeface="+mj-ea"/>
              </a:rPr>
              <a:t>  </a:t>
            </a:r>
            <a:r>
              <a:rPr kumimoji="1" lang="en-US" altLang="ja-JP" sz="1200">
                <a:solidFill>
                  <a:schemeClr val="tx1"/>
                </a:solidFill>
                <a:latin typeface="+mj-ea"/>
                <a:ea typeface="+mj-ea"/>
              </a:rPr>
              <a:t>- </a:t>
            </a:r>
            <a:r>
              <a:rPr kumimoji="1" lang="ja-JP" altLang="en-US" sz="1200">
                <a:solidFill>
                  <a:schemeClr val="tx1"/>
                </a:solidFill>
                <a:latin typeface="+mj-ea"/>
                <a:ea typeface="+mj-ea"/>
              </a:rPr>
              <a:t>「カートに追加」ボタン（在庫なしの場合に押せる、</a:t>
            </a:r>
            <a:r>
              <a:rPr lang="ja-JP" altLang="en-US" sz="1200">
                <a:solidFill>
                  <a:schemeClr val="tx1"/>
                </a:solidFill>
                <a:latin typeface="+mj-ea"/>
                <a:ea typeface="+mj-ea"/>
              </a:rPr>
              <a:t>数量は</a:t>
            </a:r>
            <a:r>
              <a:rPr lang="en-US" altLang="ja-JP" sz="1200">
                <a:solidFill>
                  <a:schemeClr val="tx1"/>
                </a:solidFill>
                <a:latin typeface="+mj-ea"/>
                <a:ea typeface="+mj-ea"/>
              </a:rPr>
              <a:t>1</a:t>
            </a:r>
            <a:r>
              <a:rPr lang="ja-JP" altLang="en-US" sz="1200">
                <a:solidFill>
                  <a:schemeClr val="tx1"/>
                </a:solidFill>
                <a:latin typeface="+mj-ea"/>
                <a:ea typeface="+mj-ea"/>
              </a:rPr>
              <a:t>つだけカートに追加できる</a:t>
            </a:r>
            <a:r>
              <a:rPr kumimoji="1" lang="ja-JP" altLang="en-US" sz="1200">
                <a:solidFill>
                  <a:schemeClr val="tx1"/>
                </a:solidFill>
                <a:latin typeface="+mj-ea"/>
                <a:ea typeface="+mj-ea"/>
              </a:rPr>
              <a:t>）</a:t>
            </a:r>
          </a:p>
          <a:p>
            <a:r>
              <a:rPr kumimoji="1" lang="ja-JP" altLang="en-US" sz="1200">
                <a:solidFill>
                  <a:schemeClr val="tx1"/>
                </a:solidFill>
                <a:latin typeface="+mj-ea"/>
                <a:ea typeface="+mj-ea"/>
              </a:rPr>
              <a:t>  </a:t>
            </a:r>
            <a:r>
              <a:rPr kumimoji="1" lang="en-US" altLang="ja-JP" sz="1200">
                <a:solidFill>
                  <a:schemeClr val="tx1"/>
                </a:solidFill>
                <a:latin typeface="+mj-ea"/>
                <a:ea typeface="+mj-ea"/>
              </a:rPr>
              <a:t>- </a:t>
            </a:r>
            <a:r>
              <a:rPr kumimoji="1" lang="ja-JP" altLang="en-US" sz="1200">
                <a:solidFill>
                  <a:schemeClr val="tx1"/>
                </a:solidFill>
                <a:latin typeface="+mj-ea"/>
                <a:ea typeface="+mj-ea"/>
              </a:rPr>
              <a:t>「カートを見る」ボタン</a:t>
            </a:r>
          </a:p>
          <a:p>
            <a:endParaRPr kumimoji="1" lang="ja-JP" altLang="en-US" sz="1200">
              <a:solidFill>
                <a:schemeClr val="tx1"/>
              </a:solidFill>
              <a:latin typeface="+mj-ea"/>
              <a:ea typeface="+mj-ea"/>
            </a:endParaRPr>
          </a:p>
          <a:p>
            <a:r>
              <a:rPr kumimoji="1" lang="en-US" altLang="ja-JP" sz="1200">
                <a:solidFill>
                  <a:schemeClr val="tx1"/>
                </a:solidFill>
                <a:latin typeface="+mj-ea"/>
                <a:ea typeface="+mj-ea"/>
              </a:rPr>
              <a:t>【</a:t>
            </a:r>
            <a:r>
              <a:rPr kumimoji="1" lang="ja-JP" altLang="en-US" sz="1200">
                <a:solidFill>
                  <a:schemeClr val="tx1"/>
                </a:solidFill>
                <a:latin typeface="+mj-ea"/>
                <a:ea typeface="+mj-ea"/>
              </a:rPr>
              <a:t>ダミーデータ（</a:t>
            </a:r>
            <a:r>
              <a:rPr kumimoji="1" lang="en-US" altLang="ja-JP" sz="1200">
                <a:solidFill>
                  <a:schemeClr val="tx1"/>
                </a:solidFill>
                <a:latin typeface="+mj-ea"/>
                <a:ea typeface="+mj-ea"/>
              </a:rPr>
              <a:t>3</a:t>
            </a:r>
            <a:r>
              <a:rPr kumimoji="1" lang="ja-JP" altLang="en-US" sz="1200">
                <a:solidFill>
                  <a:schemeClr val="tx1"/>
                </a:solidFill>
                <a:latin typeface="+mj-ea"/>
                <a:ea typeface="+mj-ea"/>
              </a:rPr>
              <a:t>件）</a:t>
            </a:r>
            <a:r>
              <a:rPr kumimoji="1" lang="en-US" altLang="ja-JP" sz="1200">
                <a:solidFill>
                  <a:schemeClr val="tx1"/>
                </a:solidFill>
                <a:latin typeface="+mj-ea"/>
                <a:ea typeface="+mj-ea"/>
              </a:rPr>
              <a:t>】</a:t>
            </a:r>
          </a:p>
          <a:p>
            <a:r>
              <a:rPr kumimoji="1" lang="en-US" altLang="ja-JP" sz="1200">
                <a:solidFill>
                  <a:schemeClr val="tx1"/>
                </a:solidFill>
                <a:latin typeface="+mj-ea"/>
                <a:ea typeface="+mj-ea"/>
              </a:rPr>
              <a:t>- </a:t>
            </a:r>
            <a:r>
              <a:rPr kumimoji="1" lang="ja-JP" altLang="en-US" sz="1200">
                <a:solidFill>
                  <a:schemeClr val="tx1"/>
                </a:solidFill>
                <a:latin typeface="+mj-ea"/>
                <a:ea typeface="+mj-ea"/>
              </a:rPr>
              <a:t>ワイヤレスイヤホン／</a:t>
            </a:r>
            <a:r>
              <a:rPr kumimoji="1" lang="en-US" altLang="ja-JP" sz="1200">
                <a:solidFill>
                  <a:schemeClr val="tx1"/>
                </a:solidFill>
                <a:latin typeface="+mj-ea"/>
                <a:ea typeface="+mj-ea"/>
              </a:rPr>
              <a:t>¥5,980</a:t>
            </a:r>
            <a:r>
              <a:rPr kumimoji="1" lang="ja-JP" altLang="en-US" sz="1200">
                <a:solidFill>
                  <a:schemeClr val="tx1"/>
                </a:solidFill>
                <a:latin typeface="+mj-ea"/>
                <a:ea typeface="+mj-ea"/>
              </a:rPr>
              <a:t>／在庫あり</a:t>
            </a:r>
          </a:p>
          <a:p>
            <a:r>
              <a:rPr kumimoji="1" lang="en-US" altLang="ja-JP" sz="1200">
                <a:solidFill>
                  <a:schemeClr val="tx1"/>
                </a:solidFill>
                <a:latin typeface="+mj-ea"/>
                <a:ea typeface="+mj-ea"/>
              </a:rPr>
              <a:t>- </a:t>
            </a:r>
            <a:r>
              <a:rPr kumimoji="1" lang="ja-JP" altLang="en-US" sz="1200">
                <a:solidFill>
                  <a:schemeClr val="tx1"/>
                </a:solidFill>
                <a:latin typeface="+mj-ea"/>
                <a:ea typeface="+mj-ea"/>
              </a:rPr>
              <a:t>ゲーミングマウス／</a:t>
            </a:r>
            <a:r>
              <a:rPr kumimoji="1" lang="en-US" altLang="ja-JP" sz="1200">
                <a:solidFill>
                  <a:schemeClr val="tx1"/>
                </a:solidFill>
                <a:latin typeface="+mj-ea"/>
                <a:ea typeface="+mj-ea"/>
              </a:rPr>
              <a:t>¥3,980</a:t>
            </a:r>
            <a:r>
              <a:rPr kumimoji="1" lang="ja-JP" altLang="en-US" sz="1200">
                <a:solidFill>
                  <a:schemeClr val="tx1"/>
                </a:solidFill>
                <a:latin typeface="+mj-ea"/>
                <a:ea typeface="+mj-ea"/>
              </a:rPr>
              <a:t>／在庫あり</a:t>
            </a:r>
          </a:p>
          <a:p>
            <a:r>
              <a:rPr kumimoji="1" lang="en-US" altLang="ja-JP" sz="1200">
                <a:solidFill>
                  <a:schemeClr val="tx1"/>
                </a:solidFill>
                <a:latin typeface="+mj-ea"/>
                <a:ea typeface="+mj-ea"/>
              </a:rPr>
              <a:t>- USB-C</a:t>
            </a:r>
            <a:r>
              <a:rPr kumimoji="1" lang="ja-JP" altLang="en-US" sz="1200">
                <a:solidFill>
                  <a:schemeClr val="tx1"/>
                </a:solidFill>
                <a:latin typeface="+mj-ea"/>
                <a:ea typeface="+mj-ea"/>
              </a:rPr>
              <a:t>ハブ／</a:t>
            </a:r>
            <a:r>
              <a:rPr kumimoji="1" lang="en-US" altLang="ja-JP" sz="1200">
                <a:solidFill>
                  <a:schemeClr val="tx1"/>
                </a:solidFill>
                <a:latin typeface="+mj-ea"/>
                <a:ea typeface="+mj-ea"/>
              </a:rPr>
              <a:t>¥2,980</a:t>
            </a:r>
            <a:r>
              <a:rPr kumimoji="1" lang="ja-JP" altLang="en-US" sz="1200">
                <a:solidFill>
                  <a:schemeClr val="tx1"/>
                </a:solidFill>
                <a:latin typeface="+mj-ea"/>
                <a:ea typeface="+mj-ea"/>
              </a:rPr>
              <a:t>／在庫なし</a:t>
            </a:r>
          </a:p>
          <a:p>
            <a:endParaRPr kumimoji="1" lang="ja-JP" altLang="en-US" sz="1200">
              <a:solidFill>
                <a:schemeClr val="tx1"/>
              </a:solidFill>
              <a:latin typeface="+mj-ea"/>
              <a:ea typeface="+mj-ea"/>
            </a:endParaRPr>
          </a:p>
          <a:p>
            <a:r>
              <a:rPr kumimoji="1" lang="en-US" altLang="ja-JP" sz="1200">
                <a:solidFill>
                  <a:schemeClr val="tx1"/>
                </a:solidFill>
                <a:latin typeface="+mj-ea"/>
                <a:ea typeface="+mj-ea"/>
              </a:rPr>
              <a:t>HTML</a:t>
            </a:r>
            <a:r>
              <a:rPr kumimoji="1" lang="ja-JP" altLang="en-US" sz="1200">
                <a:solidFill>
                  <a:schemeClr val="tx1"/>
                </a:solidFill>
                <a:latin typeface="+mj-ea"/>
                <a:ea typeface="+mj-ea"/>
              </a:rPr>
              <a:t>ファイルを</a:t>
            </a:r>
            <a:r>
              <a:rPr kumimoji="1" lang="en-US" altLang="ja-JP" sz="1200">
                <a:solidFill>
                  <a:schemeClr val="tx1"/>
                </a:solidFill>
                <a:latin typeface="+mj-ea"/>
                <a:ea typeface="+mj-ea"/>
              </a:rPr>
              <a:t>/mock</a:t>
            </a:r>
            <a:r>
              <a:rPr kumimoji="1" lang="ja-JP" altLang="en-US" sz="1200">
                <a:solidFill>
                  <a:schemeClr val="tx1"/>
                </a:solidFill>
                <a:latin typeface="+mj-ea"/>
                <a:ea typeface="+mj-ea"/>
              </a:rPr>
              <a:t>フォルダに保存してブラウザで確認できるようにしてください。</a:t>
            </a:r>
            <a:endParaRPr kumimoji="1" lang="en-US" altLang="ja-JP" sz="1200">
              <a:solidFill>
                <a:schemeClr val="tx1"/>
              </a:solidFill>
              <a:latin typeface="+mj-ea"/>
              <a:ea typeface="+mj-ea"/>
            </a:endParaRPr>
          </a:p>
          <a:p>
            <a:r>
              <a:rPr lang="ja-JP" altLang="en-US" sz="1200">
                <a:solidFill>
                  <a:schemeClr val="tx1"/>
                </a:solidFill>
                <a:latin typeface="+mj-ea"/>
                <a:ea typeface="+mj-ea"/>
              </a:rPr>
              <a:t>商品一覧画面の機能以外はまだ作成しないでください。</a:t>
            </a:r>
            <a:endParaRPr kumimoji="1" lang="ja-JP" altLang="en-US" sz="1200">
              <a:solidFill>
                <a:schemeClr val="tx1"/>
              </a:solidFill>
              <a:latin typeface="+mj-ea"/>
              <a:ea typeface="+mj-ea"/>
            </a:endParaRPr>
          </a:p>
        </p:txBody>
      </p:sp>
      <p:sp>
        <p:nvSpPr>
          <p:cNvPr id="9" name="コンテンツ プレースホルダー 2">
            <a:extLst>
              <a:ext uri="{FF2B5EF4-FFF2-40B4-BE49-F238E27FC236}">
                <a16:creationId xmlns:a16="http://schemas.microsoft.com/office/drawing/2014/main" id="{BCDB494A-D4B8-B1B9-1EF6-32C9A0C64E56}"/>
              </a:ext>
            </a:extLst>
          </p:cNvPr>
          <p:cNvSpPr txBox="1">
            <a:spLocks/>
          </p:cNvSpPr>
          <p:nvPr/>
        </p:nvSpPr>
        <p:spPr>
          <a:xfrm>
            <a:off x="370800" y="5624508"/>
            <a:ext cx="8236817" cy="313726"/>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画面デザインを改善するため、以下のプロンプトを入力する。（</a:t>
            </a:r>
            <a:r>
              <a:rPr lang="ja-JP" altLang="en-US" b="1"/>
              <a:t>自分の好みで変えて</a:t>
            </a:r>
            <a:r>
              <a:rPr lang="en-US" altLang="ja-JP" b="1"/>
              <a:t>OK</a:t>
            </a:r>
            <a:r>
              <a:rPr lang="ja-JP" altLang="en-US"/>
              <a:t>）</a:t>
            </a:r>
            <a:endParaRPr lang="en-US" altLang="ja-JP"/>
          </a:p>
        </p:txBody>
      </p:sp>
      <p:pic>
        <p:nvPicPr>
          <p:cNvPr id="11" name="図 10">
            <a:extLst>
              <a:ext uri="{FF2B5EF4-FFF2-40B4-BE49-F238E27FC236}">
                <a16:creationId xmlns:a16="http://schemas.microsoft.com/office/drawing/2014/main" id="{3E17CA29-DA60-5B74-9A57-C7DB4F5E4E4B}"/>
              </a:ext>
            </a:extLst>
          </p:cNvPr>
          <p:cNvPicPr>
            <a:picLocks noChangeAspect="1"/>
          </p:cNvPicPr>
          <p:nvPr/>
        </p:nvPicPr>
        <p:blipFill>
          <a:blip r:embed="rId2"/>
          <a:stretch>
            <a:fillRect/>
          </a:stretch>
        </p:blipFill>
        <p:spPr>
          <a:xfrm>
            <a:off x="9048750" y="1366239"/>
            <a:ext cx="2610214" cy="5353797"/>
          </a:xfrm>
          <a:prstGeom prst="rect">
            <a:avLst/>
          </a:prstGeom>
        </p:spPr>
      </p:pic>
      <p:sp>
        <p:nvSpPr>
          <p:cNvPr id="7" name="正方形/長方形 6">
            <a:extLst>
              <a:ext uri="{FF2B5EF4-FFF2-40B4-BE49-F238E27FC236}">
                <a16:creationId xmlns:a16="http://schemas.microsoft.com/office/drawing/2014/main" id="{1A529287-A23A-F59B-95ED-55EFDA6B9F30}"/>
              </a:ext>
            </a:extLst>
          </p:cNvPr>
          <p:cNvSpPr/>
          <p:nvPr/>
        </p:nvSpPr>
        <p:spPr>
          <a:xfrm>
            <a:off x="8961573" y="2446129"/>
            <a:ext cx="2808006" cy="427454"/>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2" name="正方形/長方形 11">
            <a:extLst>
              <a:ext uri="{FF2B5EF4-FFF2-40B4-BE49-F238E27FC236}">
                <a16:creationId xmlns:a16="http://schemas.microsoft.com/office/drawing/2014/main" id="{541E3E13-2A87-B694-52EC-62B84C6297DA}"/>
              </a:ext>
            </a:extLst>
          </p:cNvPr>
          <p:cNvSpPr/>
          <p:nvPr/>
        </p:nvSpPr>
        <p:spPr>
          <a:xfrm>
            <a:off x="370126" y="5926888"/>
            <a:ext cx="8354774" cy="473023"/>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200">
                <a:solidFill>
                  <a:schemeClr val="tx1"/>
                </a:solidFill>
                <a:latin typeface="+mj-ea"/>
                <a:ea typeface="+mj-ea"/>
              </a:rPr>
              <a:t>少しお金をもってそうな男性に対して持っていたらほかのひとと差別化できるような優越感を体験してもらいたいので、そういったひとに</a:t>
            </a:r>
            <a:endParaRPr kumimoji="1" lang="en-US" altLang="ja-JP" sz="1200">
              <a:solidFill>
                <a:schemeClr val="tx1"/>
              </a:solidFill>
              <a:latin typeface="+mj-ea"/>
              <a:ea typeface="+mj-ea"/>
            </a:endParaRPr>
          </a:p>
          <a:p>
            <a:r>
              <a:rPr kumimoji="1" lang="ja-JP" altLang="en-US" sz="1200">
                <a:solidFill>
                  <a:schemeClr val="tx1"/>
                </a:solidFill>
                <a:latin typeface="+mj-ea"/>
                <a:ea typeface="+mj-ea"/>
              </a:rPr>
              <a:t>刺さるような</a:t>
            </a:r>
            <a:r>
              <a:rPr kumimoji="1" lang="en-US" altLang="ja-JP" sz="1200">
                <a:solidFill>
                  <a:schemeClr val="tx1"/>
                </a:solidFill>
                <a:latin typeface="+mj-ea"/>
                <a:ea typeface="+mj-ea"/>
              </a:rPr>
              <a:t>Web</a:t>
            </a:r>
            <a:r>
              <a:rPr kumimoji="1" lang="ja-JP" altLang="en-US" sz="1200">
                <a:solidFill>
                  <a:schemeClr val="tx1"/>
                </a:solidFill>
                <a:latin typeface="+mj-ea"/>
                <a:ea typeface="+mj-ea"/>
              </a:rPr>
              <a:t>サイトデザインにしてください。主に中小企業の社長や大企業の管理職を主要顧客に想定しています。</a:t>
            </a:r>
          </a:p>
        </p:txBody>
      </p:sp>
      <p:pic>
        <p:nvPicPr>
          <p:cNvPr id="6" name="図 5">
            <a:extLst>
              <a:ext uri="{FF2B5EF4-FFF2-40B4-BE49-F238E27FC236}">
                <a16:creationId xmlns:a16="http://schemas.microsoft.com/office/drawing/2014/main" id="{AB198B83-E003-3889-3CE7-7245C0B312A9}"/>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0" name="正方形/長方形 9">
            <a:extLst>
              <a:ext uri="{FF2B5EF4-FFF2-40B4-BE49-F238E27FC236}">
                <a16:creationId xmlns:a16="http://schemas.microsoft.com/office/drawing/2014/main" id="{718512DF-7A11-8D21-090C-A8F06F932925}"/>
              </a:ext>
            </a:extLst>
          </p:cNvPr>
          <p:cNvSpPr/>
          <p:nvPr/>
        </p:nvSpPr>
        <p:spPr>
          <a:xfrm>
            <a:off x="9525808" y="730800"/>
            <a:ext cx="298958" cy="121174"/>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コンテンツ プレースホルダー 2">
            <a:extLst>
              <a:ext uri="{FF2B5EF4-FFF2-40B4-BE49-F238E27FC236}">
                <a16:creationId xmlns:a16="http://schemas.microsoft.com/office/drawing/2014/main" id="{86874BE3-353B-9F18-0F30-3E1253810FB5}"/>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Tree>
    <p:extLst>
      <p:ext uri="{BB962C8B-B14F-4D97-AF65-F5344CB8AC3E}">
        <p14:creationId xmlns:p14="http://schemas.microsoft.com/office/powerpoint/2010/main" val="363121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8B462-ADE0-F48B-6CAA-080AB753D7D8}"/>
            </a:ext>
          </a:extLst>
        </p:cNvPr>
        <p:cNvGrpSpPr/>
        <p:nvPr/>
      </p:nvGrpSpPr>
      <p:grpSpPr>
        <a:xfrm>
          <a:off x="0" y="0"/>
          <a:ext cx="0" cy="0"/>
          <a:chOff x="0" y="0"/>
          <a:chExt cx="0" cy="0"/>
        </a:xfrm>
      </p:grpSpPr>
      <p:pic>
        <p:nvPicPr>
          <p:cNvPr id="12" name="図 11">
            <a:extLst>
              <a:ext uri="{FF2B5EF4-FFF2-40B4-BE49-F238E27FC236}">
                <a16:creationId xmlns:a16="http://schemas.microsoft.com/office/drawing/2014/main" id="{9CF7D8EB-77A8-549B-BCB2-6EAFD73F120A}"/>
              </a:ext>
            </a:extLst>
          </p:cNvPr>
          <p:cNvPicPr>
            <a:picLocks noChangeAspect="1"/>
          </p:cNvPicPr>
          <p:nvPr/>
        </p:nvPicPr>
        <p:blipFill>
          <a:blip r:embed="rId2"/>
          <a:stretch>
            <a:fillRect/>
          </a:stretch>
        </p:blipFill>
        <p:spPr>
          <a:xfrm>
            <a:off x="9048750" y="1387938"/>
            <a:ext cx="2460216" cy="5201600"/>
          </a:xfrm>
          <a:prstGeom prst="rect">
            <a:avLst/>
          </a:prstGeom>
        </p:spPr>
      </p:pic>
      <p:sp>
        <p:nvSpPr>
          <p:cNvPr id="2" name="タイトル 1">
            <a:extLst>
              <a:ext uri="{FF2B5EF4-FFF2-40B4-BE49-F238E27FC236}">
                <a16:creationId xmlns:a16="http://schemas.microsoft.com/office/drawing/2014/main" id="{6FC12A3A-B522-974E-817F-E61F756D1FC0}"/>
              </a:ext>
            </a:extLst>
          </p:cNvPr>
          <p:cNvSpPr>
            <a:spLocks noGrp="1"/>
          </p:cNvSpPr>
          <p:nvPr>
            <p:ph type="title"/>
          </p:nvPr>
        </p:nvSpPr>
        <p:spPr/>
        <p:txBody>
          <a:bodyPr/>
          <a:lstStyle/>
          <a:p>
            <a:r>
              <a:rPr lang="ja-JP" altLang="en-US">
                <a:solidFill>
                  <a:schemeClr val="accent2"/>
                </a:solidFill>
              </a:rPr>
              <a:t>バイブコーディング➋ データベースのテーブルを準備する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9E8E360C-B40F-25C4-74CB-60752A5CEAD5}"/>
              </a:ext>
            </a:extLst>
          </p:cNvPr>
          <p:cNvSpPr>
            <a:spLocks noGrp="1"/>
          </p:cNvSpPr>
          <p:nvPr>
            <p:ph sz="quarter" idx="10"/>
          </p:nvPr>
        </p:nvSpPr>
        <p:spPr>
          <a:xfrm>
            <a:off x="371474" y="1052513"/>
            <a:ext cx="9086562" cy="327407"/>
          </a:xfrm>
        </p:spPr>
        <p:txBody>
          <a:bodyPr/>
          <a:lstStyle/>
          <a:p>
            <a:r>
              <a:rPr kumimoji="1" lang="ja-JP" altLang="en-US"/>
              <a:t>以下のプロンプトを入力する。</a:t>
            </a:r>
          </a:p>
        </p:txBody>
      </p:sp>
      <p:sp>
        <p:nvSpPr>
          <p:cNvPr id="5" name="正方形/長方形 4">
            <a:extLst>
              <a:ext uri="{FF2B5EF4-FFF2-40B4-BE49-F238E27FC236}">
                <a16:creationId xmlns:a16="http://schemas.microsoft.com/office/drawing/2014/main" id="{8EC7B46F-FF7C-34D4-DDD1-674A5235FDA5}"/>
              </a:ext>
            </a:extLst>
          </p:cNvPr>
          <p:cNvSpPr/>
          <p:nvPr/>
        </p:nvSpPr>
        <p:spPr>
          <a:xfrm>
            <a:off x="370800" y="1393129"/>
            <a:ext cx="8354100" cy="2595609"/>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400">
                <a:solidFill>
                  <a:schemeClr val="tx1"/>
                </a:solidFill>
                <a:latin typeface="+mj-ea"/>
                <a:ea typeface="+mj-ea"/>
              </a:rPr>
              <a:t>商品一覧機能に必要なデータベースの準備として、</a:t>
            </a:r>
            <a:r>
              <a:rPr kumimoji="1" lang="en-US" altLang="ja-JP" sz="1400">
                <a:solidFill>
                  <a:schemeClr val="tx1"/>
                </a:solidFill>
                <a:latin typeface="+mj-ea"/>
                <a:ea typeface="+mj-ea"/>
              </a:rPr>
              <a:t>products</a:t>
            </a:r>
            <a:r>
              <a:rPr kumimoji="1" lang="ja-JP" altLang="en-US" sz="1400">
                <a:solidFill>
                  <a:schemeClr val="tx1"/>
                </a:solidFill>
                <a:latin typeface="+mj-ea"/>
                <a:ea typeface="+mj-ea"/>
              </a:rPr>
              <a:t>テーブルを定義してください。</a:t>
            </a:r>
          </a:p>
          <a:p>
            <a:r>
              <a:rPr kumimoji="1" lang="ja-JP" altLang="en-US" sz="1400">
                <a:solidFill>
                  <a:schemeClr val="tx1"/>
                </a:solidFill>
                <a:latin typeface="+mj-ea"/>
                <a:ea typeface="+mj-ea"/>
              </a:rPr>
              <a:t>テーブルが存在しない場合のみ作成するようにしてください。</a:t>
            </a:r>
          </a:p>
          <a:p>
            <a:r>
              <a:rPr kumimoji="1" lang="ja-JP" altLang="en-US" sz="1400">
                <a:solidFill>
                  <a:schemeClr val="tx1"/>
                </a:solidFill>
                <a:latin typeface="+mj-ea"/>
                <a:ea typeface="+mj-ea"/>
              </a:rPr>
              <a:t>カラムは以下のとおりです。</a:t>
            </a:r>
          </a:p>
          <a:p>
            <a:r>
              <a:rPr kumimoji="1" lang="en-US" altLang="ja-JP" sz="1400">
                <a:solidFill>
                  <a:schemeClr val="tx1"/>
                </a:solidFill>
                <a:latin typeface="+mj-ea"/>
                <a:ea typeface="+mj-ea"/>
              </a:rPr>
              <a:t>- </a:t>
            </a:r>
            <a:r>
              <a:rPr kumimoji="1" lang="ja-JP" altLang="en-US" sz="1400">
                <a:solidFill>
                  <a:schemeClr val="tx1"/>
                </a:solidFill>
                <a:latin typeface="+mj-ea"/>
                <a:ea typeface="+mj-ea"/>
              </a:rPr>
              <a:t>商品</a:t>
            </a:r>
            <a:r>
              <a:rPr kumimoji="1" lang="en-US" altLang="ja-JP" sz="1400">
                <a:solidFill>
                  <a:schemeClr val="tx1"/>
                </a:solidFill>
                <a:latin typeface="+mj-ea"/>
                <a:ea typeface="+mj-ea"/>
              </a:rPr>
              <a:t>ID</a:t>
            </a:r>
            <a:r>
              <a:rPr kumimoji="1" lang="ja-JP" altLang="en-US" sz="1400">
                <a:solidFill>
                  <a:schemeClr val="tx1"/>
                </a:solidFill>
                <a:latin typeface="+mj-ea"/>
                <a:ea typeface="+mj-ea"/>
              </a:rPr>
              <a:t>（</a:t>
            </a:r>
            <a:r>
              <a:rPr kumimoji="1" lang="en-US" altLang="ja-JP" sz="1400" err="1">
                <a:solidFill>
                  <a:schemeClr val="tx1"/>
                </a:solidFill>
                <a:latin typeface="+mj-ea"/>
                <a:ea typeface="+mj-ea"/>
              </a:rPr>
              <a:t>product_id</a:t>
            </a:r>
            <a:r>
              <a:rPr kumimoji="1" lang="ja-JP" altLang="en-US" sz="1400">
                <a:solidFill>
                  <a:schemeClr val="tx1"/>
                </a:solidFill>
                <a:latin typeface="+mj-ea"/>
                <a:ea typeface="+mj-ea"/>
              </a:rPr>
              <a:t>）：数値、主キー</a:t>
            </a:r>
          </a:p>
          <a:p>
            <a:r>
              <a:rPr kumimoji="1" lang="en-US" altLang="ja-JP" sz="1400">
                <a:solidFill>
                  <a:schemeClr val="tx1"/>
                </a:solidFill>
                <a:latin typeface="+mj-ea"/>
                <a:ea typeface="+mj-ea"/>
              </a:rPr>
              <a:t>- </a:t>
            </a:r>
            <a:r>
              <a:rPr kumimoji="1" lang="ja-JP" altLang="en-US" sz="1400">
                <a:solidFill>
                  <a:schemeClr val="tx1"/>
                </a:solidFill>
                <a:latin typeface="+mj-ea"/>
                <a:ea typeface="+mj-ea"/>
              </a:rPr>
              <a:t>商品名（</a:t>
            </a:r>
            <a:r>
              <a:rPr kumimoji="1" lang="en-US" altLang="ja-JP" sz="1400">
                <a:solidFill>
                  <a:schemeClr val="tx1"/>
                </a:solidFill>
                <a:latin typeface="+mj-ea"/>
                <a:ea typeface="+mj-ea"/>
              </a:rPr>
              <a:t>name</a:t>
            </a:r>
            <a:r>
              <a:rPr kumimoji="1" lang="ja-JP" altLang="en-US" sz="1400">
                <a:solidFill>
                  <a:schemeClr val="tx1"/>
                </a:solidFill>
                <a:latin typeface="+mj-ea"/>
                <a:ea typeface="+mj-ea"/>
              </a:rPr>
              <a:t>）：最大</a:t>
            </a:r>
            <a:r>
              <a:rPr kumimoji="1" lang="en-US" altLang="ja-JP" sz="1400">
                <a:solidFill>
                  <a:schemeClr val="tx1"/>
                </a:solidFill>
                <a:latin typeface="+mj-ea"/>
                <a:ea typeface="+mj-ea"/>
              </a:rPr>
              <a:t>100</a:t>
            </a:r>
            <a:r>
              <a:rPr kumimoji="1" lang="ja-JP" altLang="en-US" sz="1400">
                <a:solidFill>
                  <a:schemeClr val="tx1"/>
                </a:solidFill>
                <a:latin typeface="+mj-ea"/>
                <a:ea typeface="+mj-ea"/>
              </a:rPr>
              <a:t>文字、必須</a:t>
            </a:r>
          </a:p>
          <a:p>
            <a:r>
              <a:rPr kumimoji="1" lang="en-US" altLang="ja-JP" sz="1400">
                <a:solidFill>
                  <a:schemeClr val="tx1"/>
                </a:solidFill>
                <a:latin typeface="+mj-ea"/>
                <a:ea typeface="+mj-ea"/>
              </a:rPr>
              <a:t>- </a:t>
            </a:r>
            <a:r>
              <a:rPr kumimoji="1" lang="ja-JP" altLang="en-US" sz="1400">
                <a:solidFill>
                  <a:schemeClr val="tx1"/>
                </a:solidFill>
                <a:latin typeface="+mj-ea"/>
                <a:ea typeface="+mj-ea"/>
              </a:rPr>
              <a:t>商品説明（</a:t>
            </a:r>
            <a:r>
              <a:rPr kumimoji="1" lang="en-US" altLang="ja-JP" sz="1400">
                <a:solidFill>
                  <a:schemeClr val="tx1"/>
                </a:solidFill>
                <a:latin typeface="+mj-ea"/>
                <a:ea typeface="+mj-ea"/>
              </a:rPr>
              <a:t>description</a:t>
            </a:r>
            <a:r>
              <a:rPr kumimoji="1" lang="ja-JP" altLang="en-US" sz="1400">
                <a:solidFill>
                  <a:schemeClr val="tx1"/>
                </a:solidFill>
                <a:latin typeface="+mj-ea"/>
                <a:ea typeface="+mj-ea"/>
              </a:rPr>
              <a:t>）：テキスト</a:t>
            </a:r>
          </a:p>
          <a:p>
            <a:r>
              <a:rPr kumimoji="1" lang="en-US" altLang="ja-JP" sz="1400">
                <a:solidFill>
                  <a:schemeClr val="tx1"/>
                </a:solidFill>
                <a:latin typeface="+mj-ea"/>
                <a:ea typeface="+mj-ea"/>
              </a:rPr>
              <a:t>- </a:t>
            </a:r>
            <a:r>
              <a:rPr kumimoji="1" lang="ja-JP" altLang="en-US" sz="1400">
                <a:solidFill>
                  <a:schemeClr val="tx1"/>
                </a:solidFill>
                <a:latin typeface="+mj-ea"/>
                <a:ea typeface="+mj-ea"/>
              </a:rPr>
              <a:t>価格（</a:t>
            </a:r>
            <a:r>
              <a:rPr kumimoji="1" lang="en-US" altLang="ja-JP" sz="1400">
                <a:solidFill>
                  <a:schemeClr val="tx1"/>
                </a:solidFill>
                <a:latin typeface="+mj-ea"/>
                <a:ea typeface="+mj-ea"/>
              </a:rPr>
              <a:t>price</a:t>
            </a:r>
            <a:r>
              <a:rPr kumimoji="1" lang="ja-JP" altLang="en-US" sz="1400">
                <a:solidFill>
                  <a:schemeClr val="tx1"/>
                </a:solidFill>
                <a:latin typeface="+mj-ea"/>
                <a:ea typeface="+mj-ea"/>
              </a:rPr>
              <a:t>）：数値、必須</a:t>
            </a:r>
          </a:p>
          <a:p>
            <a:r>
              <a:rPr kumimoji="1" lang="en-US" altLang="ja-JP" sz="1400">
                <a:solidFill>
                  <a:schemeClr val="tx1"/>
                </a:solidFill>
                <a:latin typeface="+mj-ea"/>
                <a:ea typeface="+mj-ea"/>
              </a:rPr>
              <a:t>- </a:t>
            </a:r>
            <a:r>
              <a:rPr kumimoji="1" lang="ja-JP" altLang="en-US" sz="1400">
                <a:solidFill>
                  <a:schemeClr val="tx1"/>
                </a:solidFill>
                <a:latin typeface="+mj-ea"/>
                <a:ea typeface="+mj-ea"/>
              </a:rPr>
              <a:t>在庫数（</a:t>
            </a:r>
            <a:r>
              <a:rPr kumimoji="1" lang="en-US" altLang="ja-JP" sz="1400">
                <a:solidFill>
                  <a:schemeClr val="tx1"/>
                </a:solidFill>
                <a:latin typeface="+mj-ea"/>
                <a:ea typeface="+mj-ea"/>
              </a:rPr>
              <a:t>stock</a:t>
            </a:r>
            <a:r>
              <a:rPr kumimoji="1" lang="ja-JP" altLang="en-US" sz="1400">
                <a:solidFill>
                  <a:schemeClr val="tx1"/>
                </a:solidFill>
                <a:latin typeface="+mj-ea"/>
                <a:ea typeface="+mj-ea"/>
              </a:rPr>
              <a:t>）：数値、必須</a:t>
            </a:r>
          </a:p>
          <a:p>
            <a:r>
              <a:rPr kumimoji="1" lang="en-US" altLang="ja-JP" sz="1400">
                <a:solidFill>
                  <a:schemeClr val="tx1"/>
                </a:solidFill>
                <a:latin typeface="+mj-ea"/>
                <a:ea typeface="+mj-ea"/>
              </a:rPr>
              <a:t>- </a:t>
            </a:r>
            <a:r>
              <a:rPr kumimoji="1" lang="ja-JP" altLang="en-US" sz="1400">
                <a:solidFill>
                  <a:schemeClr val="tx1"/>
                </a:solidFill>
                <a:latin typeface="+mj-ea"/>
                <a:ea typeface="+mj-ea"/>
              </a:rPr>
              <a:t>販売状態（</a:t>
            </a:r>
            <a:r>
              <a:rPr kumimoji="1" lang="en-US" altLang="ja-JP" sz="1400">
                <a:solidFill>
                  <a:schemeClr val="tx1"/>
                </a:solidFill>
                <a:latin typeface="+mj-ea"/>
                <a:ea typeface="+mj-ea"/>
              </a:rPr>
              <a:t>status</a:t>
            </a:r>
            <a:r>
              <a:rPr kumimoji="1" lang="ja-JP" altLang="en-US" sz="1400">
                <a:solidFill>
                  <a:schemeClr val="tx1"/>
                </a:solidFill>
                <a:latin typeface="+mj-ea"/>
                <a:ea typeface="+mj-ea"/>
              </a:rPr>
              <a:t>）：最大</a:t>
            </a:r>
            <a:r>
              <a:rPr kumimoji="1" lang="en-US" altLang="ja-JP" sz="1400">
                <a:solidFill>
                  <a:schemeClr val="tx1"/>
                </a:solidFill>
                <a:latin typeface="+mj-ea"/>
                <a:ea typeface="+mj-ea"/>
              </a:rPr>
              <a:t>20</a:t>
            </a:r>
            <a:r>
              <a:rPr kumimoji="1" lang="ja-JP" altLang="en-US" sz="1400">
                <a:solidFill>
                  <a:schemeClr val="tx1"/>
                </a:solidFill>
                <a:latin typeface="+mj-ea"/>
                <a:ea typeface="+mj-ea"/>
              </a:rPr>
              <a:t>文字、必須</a:t>
            </a:r>
          </a:p>
          <a:p>
            <a:r>
              <a:rPr kumimoji="1" lang="en-US" altLang="ja-JP" sz="1400">
                <a:solidFill>
                  <a:schemeClr val="tx1"/>
                </a:solidFill>
                <a:latin typeface="+mj-ea"/>
                <a:ea typeface="+mj-ea"/>
              </a:rPr>
              <a:t>- </a:t>
            </a:r>
            <a:r>
              <a:rPr kumimoji="1" lang="ja-JP" altLang="en-US" sz="1400">
                <a:solidFill>
                  <a:schemeClr val="tx1"/>
                </a:solidFill>
                <a:latin typeface="+mj-ea"/>
                <a:ea typeface="+mj-ea"/>
              </a:rPr>
              <a:t>画像</a:t>
            </a:r>
            <a:r>
              <a:rPr kumimoji="1" lang="en-US" altLang="ja-JP" sz="1400">
                <a:solidFill>
                  <a:schemeClr val="tx1"/>
                </a:solidFill>
                <a:latin typeface="+mj-ea"/>
                <a:ea typeface="+mj-ea"/>
              </a:rPr>
              <a:t>URL</a:t>
            </a:r>
            <a:r>
              <a:rPr kumimoji="1" lang="ja-JP" altLang="en-US" sz="1400">
                <a:solidFill>
                  <a:schemeClr val="tx1"/>
                </a:solidFill>
                <a:latin typeface="+mj-ea"/>
                <a:ea typeface="+mj-ea"/>
              </a:rPr>
              <a:t>（</a:t>
            </a:r>
            <a:r>
              <a:rPr kumimoji="1" lang="en-US" altLang="ja-JP" sz="1400" err="1">
                <a:solidFill>
                  <a:schemeClr val="tx1"/>
                </a:solidFill>
                <a:latin typeface="+mj-ea"/>
                <a:ea typeface="+mj-ea"/>
              </a:rPr>
              <a:t>image_url</a:t>
            </a:r>
            <a:r>
              <a:rPr kumimoji="1" lang="ja-JP" altLang="en-US" sz="1400">
                <a:solidFill>
                  <a:schemeClr val="tx1"/>
                </a:solidFill>
                <a:latin typeface="+mj-ea"/>
                <a:ea typeface="+mj-ea"/>
              </a:rPr>
              <a:t>）：最大</a:t>
            </a:r>
            <a:r>
              <a:rPr kumimoji="1" lang="en-US" altLang="ja-JP" sz="1400">
                <a:solidFill>
                  <a:schemeClr val="tx1"/>
                </a:solidFill>
                <a:latin typeface="+mj-ea"/>
                <a:ea typeface="+mj-ea"/>
              </a:rPr>
              <a:t>255</a:t>
            </a:r>
            <a:r>
              <a:rPr kumimoji="1" lang="ja-JP" altLang="en-US" sz="1400">
                <a:solidFill>
                  <a:schemeClr val="tx1"/>
                </a:solidFill>
                <a:latin typeface="+mj-ea"/>
                <a:ea typeface="+mj-ea"/>
              </a:rPr>
              <a:t>文字</a:t>
            </a:r>
          </a:p>
        </p:txBody>
      </p:sp>
      <p:sp>
        <p:nvSpPr>
          <p:cNvPr id="8" name="正方形/長方形 7">
            <a:extLst>
              <a:ext uri="{FF2B5EF4-FFF2-40B4-BE49-F238E27FC236}">
                <a16:creationId xmlns:a16="http://schemas.microsoft.com/office/drawing/2014/main" id="{FAC74D34-734D-1223-810C-883E642E5F8C}"/>
              </a:ext>
            </a:extLst>
          </p:cNvPr>
          <p:cNvSpPr/>
          <p:nvPr/>
        </p:nvSpPr>
        <p:spPr>
          <a:xfrm>
            <a:off x="8914188" y="5109962"/>
            <a:ext cx="2718372" cy="267059"/>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9" name="図 8">
            <a:extLst>
              <a:ext uri="{FF2B5EF4-FFF2-40B4-BE49-F238E27FC236}">
                <a16:creationId xmlns:a16="http://schemas.microsoft.com/office/drawing/2014/main" id="{63BEE6F9-CC88-777C-327E-6A5401579EF5}"/>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1" name="正方形/長方形 10">
            <a:extLst>
              <a:ext uri="{FF2B5EF4-FFF2-40B4-BE49-F238E27FC236}">
                <a16:creationId xmlns:a16="http://schemas.microsoft.com/office/drawing/2014/main" id="{131B18BD-03F5-2F93-EC36-17073DD282C9}"/>
              </a:ext>
            </a:extLst>
          </p:cNvPr>
          <p:cNvSpPr/>
          <p:nvPr/>
        </p:nvSpPr>
        <p:spPr>
          <a:xfrm>
            <a:off x="11437700" y="274212"/>
            <a:ext cx="381963" cy="456588"/>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コンテンツ プレースホルダー 2">
            <a:extLst>
              <a:ext uri="{FF2B5EF4-FFF2-40B4-BE49-F238E27FC236}">
                <a16:creationId xmlns:a16="http://schemas.microsoft.com/office/drawing/2014/main" id="{29F8C756-00F3-3EAD-3AB3-FE55553E0FA8}"/>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Tree>
    <p:extLst>
      <p:ext uri="{BB962C8B-B14F-4D97-AF65-F5344CB8AC3E}">
        <p14:creationId xmlns:p14="http://schemas.microsoft.com/office/powerpoint/2010/main" val="1327113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2181D-6192-8C51-7675-B130C988CFF5}"/>
            </a:ext>
          </a:extLst>
        </p:cNvPr>
        <p:cNvGrpSpPr/>
        <p:nvPr/>
      </p:nvGrpSpPr>
      <p:grpSpPr>
        <a:xfrm>
          <a:off x="0" y="0"/>
          <a:ext cx="0" cy="0"/>
          <a:chOff x="0" y="0"/>
          <a:chExt cx="0" cy="0"/>
        </a:xfrm>
      </p:grpSpPr>
      <p:pic>
        <p:nvPicPr>
          <p:cNvPr id="12" name="図 11">
            <a:extLst>
              <a:ext uri="{FF2B5EF4-FFF2-40B4-BE49-F238E27FC236}">
                <a16:creationId xmlns:a16="http://schemas.microsoft.com/office/drawing/2014/main" id="{7FD1D472-0BAA-265D-8173-E421B0798CA7}"/>
              </a:ext>
            </a:extLst>
          </p:cNvPr>
          <p:cNvPicPr>
            <a:picLocks noChangeAspect="1"/>
          </p:cNvPicPr>
          <p:nvPr/>
        </p:nvPicPr>
        <p:blipFill>
          <a:blip r:embed="rId2"/>
          <a:stretch>
            <a:fillRect/>
          </a:stretch>
        </p:blipFill>
        <p:spPr>
          <a:xfrm>
            <a:off x="9048750" y="1400202"/>
            <a:ext cx="2527371" cy="5388525"/>
          </a:xfrm>
          <a:prstGeom prst="rect">
            <a:avLst/>
          </a:prstGeom>
        </p:spPr>
      </p:pic>
      <p:sp>
        <p:nvSpPr>
          <p:cNvPr id="2" name="タイトル 1">
            <a:extLst>
              <a:ext uri="{FF2B5EF4-FFF2-40B4-BE49-F238E27FC236}">
                <a16:creationId xmlns:a16="http://schemas.microsoft.com/office/drawing/2014/main" id="{5B2F2AE7-A7C8-163F-CB16-3F90E55380DC}"/>
              </a:ext>
            </a:extLst>
          </p:cNvPr>
          <p:cNvSpPr>
            <a:spLocks noGrp="1"/>
          </p:cNvSpPr>
          <p:nvPr>
            <p:ph type="title"/>
          </p:nvPr>
        </p:nvSpPr>
        <p:spPr/>
        <p:txBody>
          <a:bodyPr/>
          <a:lstStyle/>
          <a:p>
            <a:r>
              <a:rPr lang="ja-JP" altLang="en-US">
                <a:solidFill>
                  <a:schemeClr val="accent2"/>
                </a:solidFill>
              </a:rPr>
              <a:t>バイブコーディング➌ データベースのデータを準備する</a:t>
            </a:r>
            <a:endParaRPr kumimoji="1" lang="ja-JP" altLang="en-US">
              <a:solidFill>
                <a:schemeClr val="accent2"/>
              </a:solidFill>
            </a:endParaRPr>
          </a:p>
        </p:txBody>
      </p:sp>
      <p:sp>
        <p:nvSpPr>
          <p:cNvPr id="5" name="正方形/長方形 4">
            <a:extLst>
              <a:ext uri="{FF2B5EF4-FFF2-40B4-BE49-F238E27FC236}">
                <a16:creationId xmlns:a16="http://schemas.microsoft.com/office/drawing/2014/main" id="{AF18D5F6-687E-55D5-4372-E3601589AEE3}"/>
              </a:ext>
            </a:extLst>
          </p:cNvPr>
          <p:cNvSpPr/>
          <p:nvPr/>
        </p:nvSpPr>
        <p:spPr>
          <a:xfrm>
            <a:off x="370800" y="1457826"/>
            <a:ext cx="8354099" cy="1867265"/>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en-US" altLang="ja-JP" sz="1400">
                <a:solidFill>
                  <a:schemeClr val="tx1"/>
                </a:solidFill>
                <a:latin typeface="+mj-ea"/>
                <a:ea typeface="+mj-ea"/>
              </a:rPr>
              <a:t>products</a:t>
            </a:r>
            <a:r>
              <a:rPr kumimoji="1" lang="ja-JP" altLang="en-US" sz="1400">
                <a:solidFill>
                  <a:schemeClr val="tx1"/>
                </a:solidFill>
                <a:latin typeface="+mj-ea"/>
                <a:ea typeface="+mj-ea"/>
              </a:rPr>
              <a:t>テーブルの以下のデータを作成したいです。</a:t>
            </a:r>
          </a:p>
          <a:p>
            <a:r>
              <a:rPr kumimoji="1" lang="en-US" altLang="ja-JP" sz="1400">
                <a:solidFill>
                  <a:schemeClr val="tx1"/>
                </a:solidFill>
                <a:latin typeface="+mj-ea"/>
                <a:ea typeface="+mj-ea"/>
              </a:rPr>
              <a:t>| </a:t>
            </a:r>
            <a:r>
              <a:rPr kumimoji="1" lang="en-US" altLang="ja-JP" sz="1400" err="1">
                <a:solidFill>
                  <a:schemeClr val="tx1"/>
                </a:solidFill>
                <a:latin typeface="+mj-ea"/>
                <a:ea typeface="+mj-ea"/>
              </a:rPr>
              <a:t>product_id</a:t>
            </a:r>
            <a:r>
              <a:rPr kumimoji="1" lang="en-US" altLang="ja-JP" sz="1400">
                <a:solidFill>
                  <a:schemeClr val="tx1"/>
                </a:solidFill>
                <a:latin typeface="+mj-ea"/>
                <a:ea typeface="+mj-ea"/>
              </a:rPr>
              <a:t> | name | description | price | stock | status | </a:t>
            </a:r>
            <a:r>
              <a:rPr kumimoji="1" lang="en-US" altLang="ja-JP" sz="1400" err="1">
                <a:solidFill>
                  <a:schemeClr val="tx1"/>
                </a:solidFill>
                <a:latin typeface="+mj-ea"/>
                <a:ea typeface="+mj-ea"/>
              </a:rPr>
              <a:t>image_url</a:t>
            </a:r>
            <a:r>
              <a:rPr kumimoji="1" lang="en-US" altLang="ja-JP" sz="1400">
                <a:solidFill>
                  <a:schemeClr val="tx1"/>
                </a:solidFill>
                <a:latin typeface="+mj-ea"/>
                <a:ea typeface="+mj-ea"/>
              </a:rPr>
              <a:t> |</a:t>
            </a:r>
          </a:p>
          <a:p>
            <a:r>
              <a:rPr kumimoji="1" lang="en-US" altLang="ja-JP" sz="1400">
                <a:solidFill>
                  <a:schemeClr val="tx1"/>
                </a:solidFill>
                <a:latin typeface="+mj-ea"/>
                <a:ea typeface="+mj-ea"/>
              </a:rPr>
              <a:t>|---|---|---|---|---|---|---|</a:t>
            </a:r>
          </a:p>
          <a:p>
            <a:r>
              <a:rPr kumimoji="1" lang="en-US" altLang="ja-JP" sz="1400">
                <a:solidFill>
                  <a:schemeClr val="tx1"/>
                </a:solidFill>
                <a:latin typeface="+mj-ea"/>
                <a:ea typeface="+mj-ea"/>
              </a:rPr>
              <a:t>| 1 | </a:t>
            </a:r>
            <a:r>
              <a:rPr kumimoji="1" lang="ja-JP" altLang="en-US" sz="1400">
                <a:solidFill>
                  <a:schemeClr val="tx1"/>
                </a:solidFill>
                <a:latin typeface="+mj-ea"/>
                <a:ea typeface="+mj-ea"/>
              </a:rPr>
              <a:t>ワイヤレスイヤホン </a:t>
            </a:r>
            <a:r>
              <a:rPr kumimoji="1" lang="en-US" altLang="ja-JP" sz="1400">
                <a:solidFill>
                  <a:schemeClr val="tx1"/>
                </a:solidFill>
                <a:latin typeface="+mj-ea"/>
                <a:ea typeface="+mj-ea"/>
              </a:rPr>
              <a:t>| </a:t>
            </a:r>
            <a:r>
              <a:rPr kumimoji="1" lang="ja-JP" altLang="en-US" sz="1400">
                <a:solidFill>
                  <a:schemeClr val="tx1"/>
                </a:solidFill>
                <a:latin typeface="+mj-ea"/>
                <a:ea typeface="+mj-ea"/>
              </a:rPr>
              <a:t>ノイズキャンセリング対応 </a:t>
            </a:r>
            <a:r>
              <a:rPr kumimoji="1" lang="en-US" altLang="ja-JP" sz="1400">
                <a:solidFill>
                  <a:schemeClr val="tx1"/>
                </a:solidFill>
                <a:latin typeface="+mj-ea"/>
                <a:ea typeface="+mj-ea"/>
              </a:rPr>
              <a:t>| 5980 | 10 | ON_SALE | /images/products/1.png |</a:t>
            </a:r>
          </a:p>
          <a:p>
            <a:r>
              <a:rPr kumimoji="1" lang="en-US" altLang="ja-JP" sz="1400">
                <a:solidFill>
                  <a:schemeClr val="tx1"/>
                </a:solidFill>
                <a:latin typeface="+mj-ea"/>
                <a:ea typeface="+mj-ea"/>
              </a:rPr>
              <a:t>| 2 | </a:t>
            </a:r>
            <a:r>
              <a:rPr kumimoji="1" lang="ja-JP" altLang="en-US" sz="1400">
                <a:solidFill>
                  <a:schemeClr val="tx1"/>
                </a:solidFill>
                <a:latin typeface="+mj-ea"/>
                <a:ea typeface="+mj-ea"/>
              </a:rPr>
              <a:t>ゲーミングマウス </a:t>
            </a:r>
            <a:r>
              <a:rPr kumimoji="1" lang="en-US" altLang="ja-JP" sz="1400">
                <a:solidFill>
                  <a:schemeClr val="tx1"/>
                </a:solidFill>
                <a:latin typeface="+mj-ea"/>
                <a:ea typeface="+mj-ea"/>
              </a:rPr>
              <a:t>| 6</a:t>
            </a:r>
            <a:r>
              <a:rPr kumimoji="1" lang="ja-JP" altLang="en-US" sz="1400">
                <a:solidFill>
                  <a:schemeClr val="tx1"/>
                </a:solidFill>
                <a:latin typeface="+mj-ea"/>
                <a:ea typeface="+mj-ea"/>
              </a:rPr>
              <a:t>ボタン搭載 </a:t>
            </a:r>
            <a:r>
              <a:rPr kumimoji="1" lang="en-US" altLang="ja-JP" sz="1400">
                <a:solidFill>
                  <a:schemeClr val="tx1"/>
                </a:solidFill>
                <a:latin typeface="+mj-ea"/>
                <a:ea typeface="+mj-ea"/>
              </a:rPr>
              <a:t>| 3980 | 5 | ON_SALE | /images/products/2.png |</a:t>
            </a:r>
          </a:p>
          <a:p>
            <a:r>
              <a:rPr kumimoji="1" lang="en-US" altLang="ja-JP" sz="1400">
                <a:solidFill>
                  <a:schemeClr val="tx1"/>
                </a:solidFill>
                <a:latin typeface="+mj-ea"/>
                <a:ea typeface="+mj-ea"/>
              </a:rPr>
              <a:t>| 3 | USB-C</a:t>
            </a:r>
            <a:r>
              <a:rPr kumimoji="1" lang="ja-JP" altLang="en-US" sz="1400">
                <a:solidFill>
                  <a:schemeClr val="tx1"/>
                </a:solidFill>
                <a:latin typeface="+mj-ea"/>
                <a:ea typeface="+mj-ea"/>
              </a:rPr>
              <a:t>ハブ </a:t>
            </a:r>
            <a:r>
              <a:rPr kumimoji="1" lang="en-US" altLang="ja-JP" sz="1400">
                <a:solidFill>
                  <a:schemeClr val="tx1"/>
                </a:solidFill>
                <a:latin typeface="+mj-ea"/>
                <a:ea typeface="+mj-ea"/>
              </a:rPr>
              <a:t>| 5in1</a:t>
            </a:r>
            <a:r>
              <a:rPr kumimoji="1" lang="ja-JP" altLang="en-US" sz="1400">
                <a:solidFill>
                  <a:schemeClr val="tx1"/>
                </a:solidFill>
                <a:latin typeface="+mj-ea"/>
                <a:ea typeface="+mj-ea"/>
              </a:rPr>
              <a:t>モデル </a:t>
            </a:r>
            <a:r>
              <a:rPr kumimoji="1" lang="en-US" altLang="ja-JP" sz="1400">
                <a:solidFill>
                  <a:schemeClr val="tx1"/>
                </a:solidFill>
                <a:latin typeface="+mj-ea"/>
                <a:ea typeface="+mj-ea"/>
              </a:rPr>
              <a:t>| 2980 | 0 | ON_SALE | /images/products/3.png |</a:t>
            </a:r>
          </a:p>
          <a:p>
            <a:r>
              <a:rPr kumimoji="1" lang="en-US" altLang="ja-JP" sz="1400">
                <a:solidFill>
                  <a:schemeClr val="tx1"/>
                </a:solidFill>
                <a:latin typeface="+mj-ea"/>
                <a:ea typeface="+mj-ea"/>
              </a:rPr>
              <a:t>| 4 | Web</a:t>
            </a:r>
            <a:r>
              <a:rPr kumimoji="1" lang="ja-JP" altLang="en-US" sz="1400">
                <a:solidFill>
                  <a:schemeClr val="tx1"/>
                </a:solidFill>
                <a:latin typeface="+mj-ea"/>
                <a:ea typeface="+mj-ea"/>
              </a:rPr>
              <a:t>カメラ </a:t>
            </a:r>
            <a:r>
              <a:rPr kumimoji="1" lang="en-US" altLang="ja-JP" sz="1400">
                <a:solidFill>
                  <a:schemeClr val="tx1"/>
                </a:solidFill>
                <a:latin typeface="+mj-ea"/>
                <a:ea typeface="+mj-ea"/>
              </a:rPr>
              <a:t>| </a:t>
            </a:r>
            <a:r>
              <a:rPr kumimoji="1" lang="ja-JP" altLang="en-US" sz="1400">
                <a:solidFill>
                  <a:schemeClr val="tx1"/>
                </a:solidFill>
                <a:latin typeface="+mj-ea"/>
                <a:ea typeface="+mj-ea"/>
              </a:rPr>
              <a:t>フル</a:t>
            </a:r>
            <a:r>
              <a:rPr kumimoji="1" lang="en-US" altLang="ja-JP" sz="1400">
                <a:solidFill>
                  <a:schemeClr val="tx1"/>
                </a:solidFill>
                <a:latin typeface="+mj-ea"/>
                <a:ea typeface="+mj-ea"/>
              </a:rPr>
              <a:t>HD</a:t>
            </a:r>
            <a:r>
              <a:rPr kumimoji="1" lang="ja-JP" altLang="en-US" sz="1400">
                <a:solidFill>
                  <a:schemeClr val="tx1"/>
                </a:solidFill>
                <a:latin typeface="+mj-ea"/>
                <a:ea typeface="+mj-ea"/>
              </a:rPr>
              <a:t>対応 </a:t>
            </a:r>
            <a:r>
              <a:rPr kumimoji="1" lang="en-US" altLang="ja-JP" sz="1400">
                <a:solidFill>
                  <a:schemeClr val="tx1"/>
                </a:solidFill>
                <a:latin typeface="+mj-ea"/>
                <a:ea typeface="+mj-ea"/>
              </a:rPr>
              <a:t>| 4980 | 8 | STOPPED | /images/products/4.png |</a:t>
            </a:r>
            <a:endParaRPr kumimoji="1" lang="ja-JP" altLang="en-US" sz="1400">
              <a:solidFill>
                <a:schemeClr val="tx1"/>
              </a:solidFill>
              <a:latin typeface="+mj-ea"/>
              <a:ea typeface="+mj-ea"/>
            </a:endParaRPr>
          </a:p>
        </p:txBody>
      </p:sp>
      <p:sp>
        <p:nvSpPr>
          <p:cNvPr id="9" name="正方形/長方形 8">
            <a:extLst>
              <a:ext uri="{FF2B5EF4-FFF2-40B4-BE49-F238E27FC236}">
                <a16:creationId xmlns:a16="http://schemas.microsoft.com/office/drawing/2014/main" id="{413ED142-76BB-9488-A0FD-F0F7C04EA365}"/>
              </a:ext>
            </a:extLst>
          </p:cNvPr>
          <p:cNvSpPr/>
          <p:nvPr/>
        </p:nvSpPr>
        <p:spPr>
          <a:xfrm>
            <a:off x="8909710" y="5286303"/>
            <a:ext cx="2801923" cy="257433"/>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コンテンツ プレースホルダー 2">
            <a:extLst>
              <a:ext uri="{FF2B5EF4-FFF2-40B4-BE49-F238E27FC236}">
                <a16:creationId xmlns:a16="http://schemas.microsoft.com/office/drawing/2014/main" id="{7A5581F1-4886-6B59-CBEC-EAF87BCF4D91}"/>
              </a:ext>
            </a:extLst>
          </p:cNvPr>
          <p:cNvSpPr txBox="1">
            <a:spLocks/>
          </p:cNvSpPr>
          <p:nvPr/>
        </p:nvSpPr>
        <p:spPr>
          <a:xfrm>
            <a:off x="371474" y="1072795"/>
            <a:ext cx="9086562" cy="3274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以下のプロンプトを入力する。</a:t>
            </a:r>
          </a:p>
        </p:txBody>
      </p:sp>
      <p:pic>
        <p:nvPicPr>
          <p:cNvPr id="7" name="図 6">
            <a:extLst>
              <a:ext uri="{FF2B5EF4-FFF2-40B4-BE49-F238E27FC236}">
                <a16:creationId xmlns:a16="http://schemas.microsoft.com/office/drawing/2014/main" id="{F9AAF2F0-027D-C897-FCD6-D440E1B2F78E}"/>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正方形/長方形 5">
            <a:extLst>
              <a:ext uri="{FF2B5EF4-FFF2-40B4-BE49-F238E27FC236}">
                <a16:creationId xmlns:a16="http://schemas.microsoft.com/office/drawing/2014/main" id="{2637A15A-3BDC-13EB-AB57-E1F5FD993FE2}"/>
              </a:ext>
            </a:extLst>
          </p:cNvPr>
          <p:cNvSpPr/>
          <p:nvPr/>
        </p:nvSpPr>
        <p:spPr>
          <a:xfrm>
            <a:off x="11437700" y="274212"/>
            <a:ext cx="381963" cy="456588"/>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コンテンツ プレースホルダー 2">
            <a:extLst>
              <a:ext uri="{FF2B5EF4-FFF2-40B4-BE49-F238E27FC236}">
                <a16:creationId xmlns:a16="http://schemas.microsoft.com/office/drawing/2014/main" id="{A6EF457C-CF57-0427-2831-E75CA6790B78}"/>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Tree>
    <p:extLst>
      <p:ext uri="{BB962C8B-B14F-4D97-AF65-F5344CB8AC3E}">
        <p14:creationId xmlns:p14="http://schemas.microsoft.com/office/powerpoint/2010/main" val="18004367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A4260-9A43-DAF8-A57A-CD998C3807A4}"/>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90D7E911-F5B2-8630-5279-E39AA6359815}"/>
              </a:ext>
            </a:extLst>
          </p:cNvPr>
          <p:cNvPicPr>
            <a:picLocks noChangeAspect="1"/>
          </p:cNvPicPr>
          <p:nvPr/>
        </p:nvPicPr>
        <p:blipFill>
          <a:blip r:embed="rId2"/>
          <a:stretch>
            <a:fillRect/>
          </a:stretch>
        </p:blipFill>
        <p:spPr>
          <a:xfrm>
            <a:off x="9048750" y="1322074"/>
            <a:ext cx="2004952" cy="5566095"/>
          </a:xfrm>
          <a:prstGeom prst="rect">
            <a:avLst/>
          </a:prstGeom>
        </p:spPr>
      </p:pic>
      <p:sp>
        <p:nvSpPr>
          <p:cNvPr id="2" name="タイトル 1">
            <a:extLst>
              <a:ext uri="{FF2B5EF4-FFF2-40B4-BE49-F238E27FC236}">
                <a16:creationId xmlns:a16="http://schemas.microsoft.com/office/drawing/2014/main" id="{12A3C9B1-27CF-C48F-8759-147DBCF5BDCD}"/>
              </a:ext>
            </a:extLst>
          </p:cNvPr>
          <p:cNvSpPr>
            <a:spLocks noGrp="1"/>
          </p:cNvSpPr>
          <p:nvPr>
            <p:ph type="title"/>
          </p:nvPr>
        </p:nvSpPr>
        <p:spPr/>
        <p:txBody>
          <a:bodyPr/>
          <a:lstStyle/>
          <a:p>
            <a:r>
              <a:rPr lang="ja-JP" altLang="en-US">
                <a:solidFill>
                  <a:schemeClr val="accent2"/>
                </a:solidFill>
              </a:rPr>
              <a:t>バイブコーディング❹ データベース処理とビジネスロジックを作る</a:t>
            </a:r>
            <a:endParaRPr kumimoji="1" lang="ja-JP" altLang="en-US">
              <a:solidFill>
                <a:schemeClr val="accent2"/>
              </a:solidFill>
            </a:endParaRPr>
          </a:p>
        </p:txBody>
      </p:sp>
      <p:sp>
        <p:nvSpPr>
          <p:cNvPr id="5" name="正方形/長方形 4">
            <a:extLst>
              <a:ext uri="{FF2B5EF4-FFF2-40B4-BE49-F238E27FC236}">
                <a16:creationId xmlns:a16="http://schemas.microsoft.com/office/drawing/2014/main" id="{8AC0CC5D-FD51-EA70-A27D-0FD54AB9D2CD}"/>
              </a:ext>
            </a:extLst>
          </p:cNvPr>
          <p:cNvSpPr/>
          <p:nvPr/>
        </p:nvSpPr>
        <p:spPr>
          <a:xfrm>
            <a:off x="370800" y="1468290"/>
            <a:ext cx="8354100" cy="1136365"/>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400">
                <a:solidFill>
                  <a:schemeClr val="tx1"/>
                </a:solidFill>
                <a:latin typeface="+mj-ea"/>
                <a:ea typeface="+mj-ea"/>
              </a:rPr>
              <a:t>商品データをデータベースから取得するビジネスロジックや</a:t>
            </a:r>
            <a:r>
              <a:rPr kumimoji="1" lang="en-US" altLang="ja-JP" sz="1400">
                <a:solidFill>
                  <a:schemeClr val="tx1"/>
                </a:solidFill>
                <a:latin typeface="+mj-ea"/>
                <a:ea typeface="+mj-ea"/>
              </a:rPr>
              <a:t>SQL</a:t>
            </a:r>
            <a:r>
              <a:rPr kumimoji="1" lang="ja-JP" altLang="en-US" sz="1400">
                <a:solidFill>
                  <a:schemeClr val="tx1"/>
                </a:solidFill>
                <a:latin typeface="+mj-ea"/>
                <a:ea typeface="+mj-ea"/>
              </a:rPr>
              <a:t>を作成したいです。</a:t>
            </a:r>
          </a:p>
          <a:p>
            <a:r>
              <a:rPr kumimoji="1" lang="en-US" altLang="ja-JP" sz="1400">
                <a:solidFill>
                  <a:schemeClr val="tx1"/>
                </a:solidFill>
                <a:latin typeface="+mj-ea"/>
                <a:ea typeface="+mj-ea"/>
              </a:rPr>
              <a:t>products</a:t>
            </a:r>
            <a:r>
              <a:rPr kumimoji="1" lang="ja-JP" altLang="en-US" sz="1400">
                <a:solidFill>
                  <a:schemeClr val="tx1"/>
                </a:solidFill>
                <a:latin typeface="+mj-ea"/>
                <a:ea typeface="+mj-ea"/>
              </a:rPr>
              <a:t>テーブルの定義に従い、販売中の商品のみを取得するようにしてください。</a:t>
            </a:r>
            <a:endParaRPr kumimoji="1" lang="en-US" altLang="ja-JP" sz="1400">
              <a:solidFill>
                <a:schemeClr val="tx1"/>
              </a:solidFill>
              <a:latin typeface="+mj-ea"/>
              <a:ea typeface="+mj-ea"/>
            </a:endParaRPr>
          </a:p>
          <a:p>
            <a:r>
              <a:rPr lang="ja-JP" altLang="en-US" sz="1400">
                <a:solidFill>
                  <a:schemeClr val="tx1"/>
                </a:solidFill>
                <a:latin typeface="+mj-ea"/>
              </a:rPr>
              <a:t>商品をカートに追加するときに在庫数を超える場合は、エラーとします。</a:t>
            </a:r>
          </a:p>
          <a:p>
            <a:r>
              <a:rPr kumimoji="1" lang="ja-JP" altLang="en-US" sz="1400">
                <a:solidFill>
                  <a:schemeClr val="tx1"/>
                </a:solidFill>
                <a:latin typeface="+mj-ea"/>
                <a:ea typeface="+mj-ea"/>
              </a:rPr>
              <a:t>技術要件は </a:t>
            </a:r>
            <a:r>
              <a:rPr kumimoji="1" lang="en-US" altLang="ja-JP" sz="1400">
                <a:solidFill>
                  <a:schemeClr val="tx1"/>
                </a:solidFill>
                <a:latin typeface="+mj-ea"/>
                <a:ea typeface="+mj-ea"/>
              </a:rPr>
              <a:t>docs/software_architecture.md </a:t>
            </a:r>
            <a:r>
              <a:rPr kumimoji="1" lang="ja-JP" altLang="en-US" sz="1400">
                <a:solidFill>
                  <a:schemeClr val="tx1"/>
                </a:solidFill>
                <a:latin typeface="+mj-ea"/>
                <a:ea typeface="+mj-ea"/>
              </a:rPr>
              <a:t>に従ってください。</a:t>
            </a:r>
          </a:p>
        </p:txBody>
      </p:sp>
      <p:sp>
        <p:nvSpPr>
          <p:cNvPr id="13" name="コンテンツ プレースホルダー 2">
            <a:extLst>
              <a:ext uri="{FF2B5EF4-FFF2-40B4-BE49-F238E27FC236}">
                <a16:creationId xmlns:a16="http://schemas.microsoft.com/office/drawing/2014/main" id="{F968F0BB-F3ED-9C66-CF37-8C8B88389BBA}"/>
              </a:ext>
            </a:extLst>
          </p:cNvPr>
          <p:cNvSpPr txBox="1">
            <a:spLocks/>
          </p:cNvSpPr>
          <p:nvPr/>
        </p:nvSpPr>
        <p:spPr>
          <a:xfrm>
            <a:off x="371474" y="1083259"/>
            <a:ext cx="9086562" cy="3274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以下のプロンプトを入力する。</a:t>
            </a:r>
          </a:p>
        </p:txBody>
      </p:sp>
      <p:sp>
        <p:nvSpPr>
          <p:cNvPr id="7" name="正方形/長方形 6">
            <a:extLst>
              <a:ext uri="{FF2B5EF4-FFF2-40B4-BE49-F238E27FC236}">
                <a16:creationId xmlns:a16="http://schemas.microsoft.com/office/drawing/2014/main" id="{E522497C-1DB8-354D-F423-B18FB81620CB}"/>
              </a:ext>
            </a:extLst>
          </p:cNvPr>
          <p:cNvSpPr/>
          <p:nvPr/>
        </p:nvSpPr>
        <p:spPr>
          <a:xfrm>
            <a:off x="8934878" y="3781002"/>
            <a:ext cx="2197916" cy="640205"/>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正方形/長方形 7">
            <a:extLst>
              <a:ext uri="{FF2B5EF4-FFF2-40B4-BE49-F238E27FC236}">
                <a16:creationId xmlns:a16="http://schemas.microsoft.com/office/drawing/2014/main" id="{80F8428E-103B-A3FB-165B-32359929CD9A}"/>
              </a:ext>
            </a:extLst>
          </p:cNvPr>
          <p:cNvSpPr/>
          <p:nvPr/>
        </p:nvSpPr>
        <p:spPr>
          <a:xfrm>
            <a:off x="8934878" y="3160217"/>
            <a:ext cx="2197916" cy="575489"/>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12" name="図 11">
            <a:extLst>
              <a:ext uri="{FF2B5EF4-FFF2-40B4-BE49-F238E27FC236}">
                <a16:creationId xmlns:a16="http://schemas.microsoft.com/office/drawing/2014/main" id="{2294E6AA-C1FB-D5A6-F65F-E77CA06660FC}"/>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10" name="正方形/長方形 9">
            <a:extLst>
              <a:ext uri="{FF2B5EF4-FFF2-40B4-BE49-F238E27FC236}">
                <a16:creationId xmlns:a16="http://schemas.microsoft.com/office/drawing/2014/main" id="{CC62791B-9E0B-E33D-22AA-9E181AB2B4E3}"/>
              </a:ext>
            </a:extLst>
          </p:cNvPr>
          <p:cNvSpPr/>
          <p:nvPr/>
        </p:nvSpPr>
        <p:spPr>
          <a:xfrm>
            <a:off x="10559157" y="169979"/>
            <a:ext cx="783098" cy="689003"/>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4" name="コンテンツ プレースホルダー 2">
            <a:extLst>
              <a:ext uri="{FF2B5EF4-FFF2-40B4-BE49-F238E27FC236}">
                <a16:creationId xmlns:a16="http://schemas.microsoft.com/office/drawing/2014/main" id="{0A95B1FA-BE03-AF27-E67C-784F37E45C07}"/>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Tree>
    <p:extLst>
      <p:ext uri="{BB962C8B-B14F-4D97-AF65-F5344CB8AC3E}">
        <p14:creationId xmlns:p14="http://schemas.microsoft.com/office/powerpoint/2010/main" val="3263752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A4369-184F-919C-0C7C-301D2B965B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AEB1E8-6950-28A1-9D4B-93B8EDEECD42}"/>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a:t>
            </a:r>
            <a:r>
              <a:rPr lang="ja-JP" altLang="en-US">
                <a:solidFill>
                  <a:schemeClr val="accent2"/>
                </a:solidFill>
              </a:rPr>
              <a:t> </a:t>
            </a:r>
            <a:r>
              <a:rPr lang="en-US" altLang="ja-JP">
                <a:solidFill>
                  <a:schemeClr val="accent2"/>
                </a:solidFill>
              </a:rPr>
              <a:t>Repository</a:t>
            </a:r>
            <a:r>
              <a:rPr lang="ja-JP" altLang="en-US">
                <a:solidFill>
                  <a:schemeClr val="accent2"/>
                </a:solidFill>
              </a:rPr>
              <a:t>クラスと</a:t>
            </a:r>
            <a:r>
              <a:rPr lang="en-US" altLang="ja-JP">
                <a:solidFill>
                  <a:schemeClr val="accent2"/>
                </a:solidFill>
              </a:rPr>
              <a:t>SQL</a:t>
            </a:r>
            <a:r>
              <a:rPr lang="ja-JP" altLang="en-US">
                <a:solidFill>
                  <a:schemeClr val="accent2"/>
                </a:solidFill>
              </a:rPr>
              <a:t>の例（抜粋）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BB4DCFF0-0633-F90C-F78A-A30933756043}"/>
              </a:ext>
            </a:extLst>
          </p:cNvPr>
          <p:cNvSpPr>
            <a:spLocks noGrp="1"/>
          </p:cNvSpPr>
          <p:nvPr>
            <p:ph sz="quarter" idx="10"/>
          </p:nvPr>
        </p:nvSpPr>
        <p:spPr>
          <a:xfrm>
            <a:off x="370801" y="1052513"/>
            <a:ext cx="5725200" cy="1570591"/>
          </a:xfrm>
          <a:solidFill>
            <a:schemeClr val="bg1">
              <a:lumMod val="95000"/>
            </a:schemeClr>
          </a:solidFill>
        </p:spPr>
        <p:txBody>
          <a:bodyPr/>
          <a:lstStyle/>
          <a:p>
            <a:r>
              <a:rPr lang="en-US" altLang="ja-JP" sz="1400" b="1"/>
              <a:t>@Mapper</a:t>
            </a:r>
          </a:p>
          <a:p>
            <a:r>
              <a:rPr lang="en-US" altLang="ja-JP" sz="1400"/>
              <a:t>public interface </a:t>
            </a:r>
            <a:r>
              <a:rPr lang="en-US" altLang="ja-JP" sz="1400" err="1"/>
              <a:t>ProductRepository</a:t>
            </a:r>
            <a:r>
              <a:rPr lang="en-US" altLang="ja-JP" sz="1400"/>
              <a:t> {</a:t>
            </a:r>
          </a:p>
          <a:p>
            <a:r>
              <a:rPr lang="en-US" altLang="ja-JP" sz="1400"/>
              <a:t>    public List&lt;Product&gt; </a:t>
            </a:r>
            <a:r>
              <a:rPr lang="en-US" altLang="ja-JP" sz="1400" b="1" err="1">
                <a:solidFill>
                  <a:schemeClr val="accent3"/>
                </a:solidFill>
              </a:rPr>
              <a:t>findOnSaleProducts</a:t>
            </a:r>
            <a:r>
              <a:rPr lang="en-US" altLang="ja-JP" sz="1400"/>
              <a:t>();</a:t>
            </a:r>
          </a:p>
          <a:p>
            <a:r>
              <a:rPr lang="en-US" altLang="ja-JP" sz="1400"/>
              <a:t>    //&lt;</a:t>
            </a:r>
            <a:r>
              <a:rPr lang="ja-JP" altLang="en-US" sz="1400"/>
              <a:t>中略</a:t>
            </a:r>
            <a:r>
              <a:rPr lang="en-US" altLang="ja-JP" sz="1400"/>
              <a:t>&gt;</a:t>
            </a:r>
          </a:p>
          <a:p>
            <a:r>
              <a:rPr lang="en-US" altLang="ja-JP" sz="1400"/>
              <a:t>}</a:t>
            </a:r>
          </a:p>
        </p:txBody>
      </p:sp>
      <p:sp>
        <p:nvSpPr>
          <p:cNvPr id="4" name="テキスト プレースホルダー 2">
            <a:extLst>
              <a:ext uri="{FF2B5EF4-FFF2-40B4-BE49-F238E27FC236}">
                <a16:creationId xmlns:a16="http://schemas.microsoft.com/office/drawing/2014/main" id="{D1C25E3F-56CA-6095-1A88-21A6A5FD86CB}"/>
              </a:ext>
            </a:extLst>
          </p:cNvPr>
          <p:cNvSpPr>
            <a:spLocks noGrp="1"/>
          </p:cNvSpPr>
          <p:nvPr/>
        </p:nvSpPr>
        <p:spPr>
          <a:xfrm>
            <a:off x="6280726" y="1376363"/>
            <a:ext cx="5538073" cy="1053378"/>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600" b="1">
                <a:solidFill>
                  <a:prstClr val="black"/>
                </a:solidFill>
              </a:rPr>
              <a:t>@Mapper</a:t>
            </a:r>
          </a:p>
          <a:p>
            <a:pPr lvl="0">
              <a:defRPr/>
            </a:pPr>
            <a:r>
              <a:rPr lang="ja-JP" altLang="en-US" sz="1600">
                <a:solidFill>
                  <a:prstClr val="black"/>
                </a:solidFill>
              </a:rPr>
              <a:t>　　このクラスが</a:t>
            </a:r>
            <a:r>
              <a:rPr lang="en-US" altLang="ja-JP" sz="1600">
                <a:solidFill>
                  <a:prstClr val="black"/>
                </a:solidFill>
              </a:rPr>
              <a:t>Repository</a:t>
            </a:r>
            <a:r>
              <a:rPr lang="ja-JP" altLang="en-US" sz="1600">
                <a:solidFill>
                  <a:prstClr val="black"/>
                </a:solidFill>
              </a:rPr>
              <a:t>層のクラスであることを示す</a:t>
            </a:r>
            <a:br>
              <a:rPr lang="en-US" altLang="ja-JP" sz="1600">
                <a:solidFill>
                  <a:prstClr val="black"/>
                </a:solidFill>
              </a:rPr>
            </a:br>
            <a:r>
              <a:rPr lang="ja-JP" altLang="en-US" sz="1600">
                <a:solidFill>
                  <a:prstClr val="black"/>
                </a:solidFill>
              </a:rPr>
              <a:t>　　アノテーション。</a:t>
            </a:r>
            <a:endParaRPr lang="en-US" altLang="ja-JP" sz="1600">
              <a:solidFill>
                <a:prstClr val="black"/>
              </a:solidFill>
            </a:endParaRPr>
          </a:p>
        </p:txBody>
      </p:sp>
      <p:sp>
        <p:nvSpPr>
          <p:cNvPr id="6" name="テキスト プレースホルダー 2">
            <a:extLst>
              <a:ext uri="{FF2B5EF4-FFF2-40B4-BE49-F238E27FC236}">
                <a16:creationId xmlns:a16="http://schemas.microsoft.com/office/drawing/2014/main" id="{A1094CC3-C694-6296-4720-40A44F4FDFBA}"/>
              </a:ext>
            </a:extLst>
          </p:cNvPr>
          <p:cNvSpPr txBox="1">
            <a:spLocks/>
          </p:cNvSpPr>
          <p:nvPr/>
        </p:nvSpPr>
        <p:spPr>
          <a:xfrm>
            <a:off x="370801" y="2913180"/>
            <a:ext cx="5725200" cy="3324108"/>
          </a:xfrm>
          <a:prstGeom prst="rect">
            <a:avLst/>
          </a:prstGeom>
          <a:solidFill>
            <a:schemeClr val="bg1">
              <a:lumMod val="95000"/>
            </a:schemeClr>
          </a:solidFill>
        </p:spPr>
        <p:txBody>
          <a:bodyPr/>
          <a:lstStyle>
            <a:defPPr>
              <a:defRPr lang="ja-JP"/>
            </a:defPPr>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400">
                <a:solidFill>
                  <a:prstClr val="black"/>
                </a:solidFill>
              </a:rPr>
              <a:t>&lt;?xml </a:t>
            </a:r>
            <a:r>
              <a:rPr lang="ja-JP" altLang="en-US" sz="1400">
                <a:solidFill>
                  <a:prstClr val="black"/>
                </a:solidFill>
              </a:rPr>
              <a:t>・・・</a:t>
            </a:r>
            <a:r>
              <a:rPr lang="en-US" altLang="ja-JP" sz="1400">
                <a:solidFill>
                  <a:prstClr val="black"/>
                </a:solidFill>
              </a:rPr>
              <a:t>&gt;</a:t>
            </a:r>
          </a:p>
          <a:p>
            <a:pPr lvl="0">
              <a:defRPr/>
            </a:pPr>
            <a:r>
              <a:rPr lang="en-US" altLang="ja-JP" sz="1400">
                <a:solidFill>
                  <a:prstClr val="black"/>
                </a:solidFill>
              </a:rPr>
              <a:t>&lt;!DOCTYPE mapper ...&gt;</a:t>
            </a:r>
          </a:p>
          <a:p>
            <a:pPr lvl="0">
              <a:defRPr/>
            </a:pPr>
            <a:r>
              <a:rPr lang="en-US" altLang="ja-JP" sz="1400">
                <a:solidFill>
                  <a:prstClr val="black"/>
                </a:solidFill>
              </a:rPr>
              <a:t>&lt;mapper namespace=“</a:t>
            </a:r>
            <a:r>
              <a:rPr lang="ja-JP" altLang="en-US" sz="1400">
                <a:solidFill>
                  <a:prstClr val="black"/>
                </a:solidFill>
              </a:rPr>
              <a:t>・・・</a:t>
            </a:r>
            <a:r>
              <a:rPr lang="en-US" altLang="ja-JP" sz="1400">
                <a:solidFill>
                  <a:prstClr val="black"/>
                </a:solidFill>
              </a:rPr>
              <a:t>"&gt;</a:t>
            </a:r>
          </a:p>
          <a:p>
            <a:pPr lvl="0">
              <a:defRPr/>
            </a:pPr>
            <a:r>
              <a:rPr lang="en-US" altLang="ja-JP" sz="1400">
                <a:solidFill>
                  <a:prstClr val="black"/>
                </a:solidFill>
              </a:rPr>
              <a:t>    &lt;select id=“</a:t>
            </a:r>
            <a:r>
              <a:rPr lang="en-US" altLang="ja-JP" sz="1400" b="1" err="1">
                <a:solidFill>
                  <a:schemeClr val="accent3"/>
                </a:solidFill>
              </a:rPr>
              <a:t>findOnSaleProducts</a:t>
            </a:r>
            <a:r>
              <a:rPr lang="en-US" altLang="ja-JP" sz="1400">
                <a:solidFill>
                  <a:prstClr val="black"/>
                </a:solidFill>
              </a:rPr>
              <a:t>” </a:t>
            </a:r>
            <a:r>
              <a:rPr lang="en-US" altLang="ja-JP" sz="1400" err="1">
                <a:solidFill>
                  <a:prstClr val="black"/>
                </a:solidFill>
              </a:rPr>
              <a:t>resultType</a:t>
            </a:r>
            <a:r>
              <a:rPr lang="en-US" altLang="ja-JP" sz="1400">
                <a:solidFill>
                  <a:prstClr val="black"/>
                </a:solidFill>
              </a:rPr>
              <a:t>=“</a:t>
            </a:r>
            <a:r>
              <a:rPr lang="ja-JP" altLang="en-US" sz="1400">
                <a:solidFill>
                  <a:prstClr val="black"/>
                </a:solidFill>
              </a:rPr>
              <a:t>・・・</a:t>
            </a:r>
            <a:r>
              <a:rPr lang="en-US" altLang="ja-JP" sz="1400">
                <a:solidFill>
                  <a:prstClr val="black"/>
                </a:solidFill>
              </a:rPr>
              <a:t>"&gt;</a:t>
            </a:r>
          </a:p>
          <a:p>
            <a:pPr lvl="0">
              <a:defRPr/>
            </a:pPr>
            <a:r>
              <a:rPr lang="en-US" altLang="ja-JP" sz="1400">
                <a:solidFill>
                  <a:prstClr val="black"/>
                </a:solidFill>
              </a:rPr>
              <a:t>        SELECT * FROM products</a:t>
            </a:r>
          </a:p>
          <a:p>
            <a:pPr lvl="0">
              <a:defRPr/>
            </a:pPr>
            <a:r>
              <a:rPr lang="en-US" altLang="ja-JP" sz="1400">
                <a:solidFill>
                  <a:prstClr val="black"/>
                </a:solidFill>
              </a:rPr>
              <a:t>        WHERE status = ‘</a:t>
            </a:r>
            <a:r>
              <a:rPr lang="ja-JP" altLang="en-US" sz="1400">
                <a:solidFill>
                  <a:prstClr val="black"/>
                </a:solidFill>
              </a:rPr>
              <a:t>・・・</a:t>
            </a:r>
            <a:r>
              <a:rPr lang="en-US" altLang="ja-JP" sz="1400">
                <a:solidFill>
                  <a:prstClr val="black"/>
                </a:solidFill>
              </a:rPr>
              <a:t>'</a:t>
            </a:r>
          </a:p>
          <a:p>
            <a:pPr lvl="0">
              <a:defRPr/>
            </a:pPr>
            <a:r>
              <a:rPr lang="en-US" altLang="ja-JP" sz="1400">
                <a:solidFill>
                  <a:prstClr val="black"/>
                </a:solidFill>
              </a:rPr>
              <a:t>    &lt;/select&gt;</a:t>
            </a:r>
          </a:p>
          <a:p>
            <a:endParaRPr lang="en-US" altLang="ja-JP" sz="600"/>
          </a:p>
          <a:p>
            <a:r>
              <a:rPr lang="ja-JP" altLang="en-US" sz="1400"/>
              <a:t>　　</a:t>
            </a:r>
            <a:r>
              <a:rPr lang="en-US" altLang="ja-JP" sz="1400"/>
              <a:t>~</a:t>
            </a:r>
            <a:r>
              <a:rPr lang="ja-JP" altLang="en-US" sz="1400"/>
              <a:t>中略</a:t>
            </a:r>
            <a:r>
              <a:rPr lang="en-US" altLang="ja-JP" sz="1400"/>
              <a:t>~</a:t>
            </a:r>
          </a:p>
          <a:p>
            <a:endParaRPr lang="en-US" altLang="ja-JP" sz="600">
              <a:solidFill>
                <a:prstClr val="black"/>
              </a:solidFill>
            </a:endParaRPr>
          </a:p>
          <a:p>
            <a:pPr lvl="0">
              <a:defRPr/>
            </a:pPr>
            <a:r>
              <a:rPr lang="en-US" altLang="ja-JP" sz="1400">
                <a:solidFill>
                  <a:prstClr val="black"/>
                </a:solidFill>
              </a:rPr>
              <a:t>&lt;/mapper&gt;</a:t>
            </a:r>
            <a:endPar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cxnSp>
        <p:nvCxnSpPr>
          <p:cNvPr id="8" name="直線コネクタ 7">
            <a:extLst>
              <a:ext uri="{FF2B5EF4-FFF2-40B4-BE49-F238E27FC236}">
                <a16:creationId xmlns:a16="http://schemas.microsoft.com/office/drawing/2014/main" id="{164A4C84-C525-C5FC-96EF-914B541AB241}"/>
              </a:ext>
            </a:extLst>
          </p:cNvPr>
          <p:cNvCxnSpPr>
            <a:cxnSpLocks/>
          </p:cNvCxnSpPr>
          <p:nvPr/>
        </p:nvCxnSpPr>
        <p:spPr>
          <a:xfrm flipV="1">
            <a:off x="461818" y="2737250"/>
            <a:ext cx="4956876" cy="1406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8" name="図 37">
            <a:extLst>
              <a:ext uri="{FF2B5EF4-FFF2-40B4-BE49-F238E27FC236}">
                <a16:creationId xmlns:a16="http://schemas.microsoft.com/office/drawing/2014/main" id="{8FCFB71F-64E3-0DA3-D3C0-D4D7023444B4}"/>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7" name="正方形/長方形 36">
            <a:extLst>
              <a:ext uri="{FF2B5EF4-FFF2-40B4-BE49-F238E27FC236}">
                <a16:creationId xmlns:a16="http://schemas.microsoft.com/office/drawing/2014/main" id="{3906BEE4-8EA1-D84E-336B-3A85B9CA9B5B}"/>
              </a:ext>
            </a:extLst>
          </p:cNvPr>
          <p:cNvSpPr/>
          <p:nvPr/>
        </p:nvSpPr>
        <p:spPr>
          <a:xfrm>
            <a:off x="10951043" y="226562"/>
            <a:ext cx="409684" cy="53889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9" name="テキスト プレースホルダー 2">
            <a:extLst>
              <a:ext uri="{FF2B5EF4-FFF2-40B4-BE49-F238E27FC236}">
                <a16:creationId xmlns:a16="http://schemas.microsoft.com/office/drawing/2014/main" id="{2BA4CBD1-FD0C-240F-67CD-39D8DAFB27B8}"/>
              </a:ext>
            </a:extLst>
          </p:cNvPr>
          <p:cNvSpPr>
            <a:spLocks noGrp="1"/>
          </p:cNvSpPr>
          <p:nvPr/>
        </p:nvSpPr>
        <p:spPr>
          <a:xfrm>
            <a:off x="6282452" y="3171797"/>
            <a:ext cx="5538073" cy="1474093"/>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600" b="1">
                <a:solidFill>
                  <a:prstClr val="black"/>
                </a:solidFill>
              </a:rPr>
              <a:t>XML</a:t>
            </a:r>
            <a:r>
              <a:rPr lang="ja-JP" altLang="en-US" sz="1600" b="1">
                <a:solidFill>
                  <a:prstClr val="black"/>
                </a:solidFill>
              </a:rPr>
              <a:t>形式のファイル</a:t>
            </a:r>
            <a:endParaRPr lang="en-US" altLang="ja-JP" sz="1600" b="1">
              <a:solidFill>
                <a:prstClr val="black"/>
              </a:solidFill>
            </a:endParaRPr>
          </a:p>
          <a:p>
            <a:pPr lvl="0">
              <a:defRPr/>
            </a:pPr>
            <a:r>
              <a:rPr lang="ja-JP" altLang="en-US" sz="1600">
                <a:solidFill>
                  <a:prstClr val="black"/>
                </a:solidFill>
              </a:rPr>
              <a:t>　　データベースに対する</a:t>
            </a:r>
            <a:r>
              <a:rPr lang="en-US" altLang="ja-JP" sz="1600">
                <a:solidFill>
                  <a:prstClr val="black"/>
                </a:solidFill>
              </a:rPr>
              <a:t>SQL</a:t>
            </a:r>
            <a:r>
              <a:rPr lang="ja-JP" altLang="en-US" sz="1600">
                <a:solidFill>
                  <a:prstClr val="black"/>
                </a:solidFill>
              </a:rPr>
              <a:t>文を記載する</a:t>
            </a:r>
            <a:endParaRPr lang="en-US" altLang="ja-JP" sz="1600">
              <a:solidFill>
                <a:prstClr val="black"/>
              </a:solidFill>
            </a:endParaRPr>
          </a:p>
          <a:p>
            <a:pPr lvl="0">
              <a:defRPr/>
            </a:pPr>
            <a:r>
              <a:rPr lang="ja-JP" altLang="en-US" sz="1600">
                <a:solidFill>
                  <a:prstClr val="black"/>
                </a:solidFill>
              </a:rPr>
              <a:t>　　</a:t>
            </a:r>
            <a:r>
              <a:rPr lang="en-US" altLang="ja-JP" sz="1600" err="1">
                <a:solidFill>
                  <a:prstClr val="black"/>
                </a:solidFill>
              </a:rPr>
              <a:t>Resposity</a:t>
            </a:r>
            <a:r>
              <a:rPr lang="ja-JP" altLang="en-US" sz="1600">
                <a:solidFill>
                  <a:prstClr val="black"/>
                </a:solidFill>
              </a:rPr>
              <a:t>クラスの</a:t>
            </a:r>
            <a:r>
              <a:rPr lang="ja-JP" altLang="en-US" sz="1600" b="1">
                <a:solidFill>
                  <a:schemeClr val="accent3"/>
                </a:solidFill>
              </a:rPr>
              <a:t>メソッド名と</a:t>
            </a:r>
            <a:r>
              <a:rPr lang="en-US" altLang="ja-JP" sz="1600" b="1">
                <a:solidFill>
                  <a:schemeClr val="accent3"/>
                </a:solidFill>
              </a:rPr>
              <a:t>id</a:t>
            </a:r>
            <a:r>
              <a:rPr lang="ja-JP" altLang="en-US" sz="1600" b="1">
                <a:solidFill>
                  <a:schemeClr val="accent3"/>
                </a:solidFill>
              </a:rPr>
              <a:t>が対応</a:t>
            </a:r>
            <a:r>
              <a:rPr lang="ja-JP" altLang="en-US" sz="1600">
                <a:solidFill>
                  <a:prstClr val="black"/>
                </a:solidFill>
              </a:rPr>
              <a:t>する</a:t>
            </a:r>
            <a:endParaRPr lang="en-US" altLang="ja-JP" sz="1600">
              <a:solidFill>
                <a:prstClr val="black"/>
              </a:solidFill>
            </a:endParaRPr>
          </a:p>
        </p:txBody>
      </p:sp>
    </p:spTree>
    <p:extLst>
      <p:ext uri="{BB962C8B-B14F-4D97-AF65-F5344CB8AC3E}">
        <p14:creationId xmlns:p14="http://schemas.microsoft.com/office/powerpoint/2010/main" val="32778853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9AF8-5ECD-CC87-2179-7F02B0092D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A3E2C9-66C3-F9F5-548D-0AD9C847B75A}"/>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 Entity/Model</a:t>
            </a:r>
            <a:r>
              <a:rPr lang="ja-JP" altLang="en-US">
                <a:solidFill>
                  <a:schemeClr val="accent2"/>
                </a:solidFill>
              </a:rPr>
              <a:t>クラスの例（抜粋）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8105C5FA-176D-3673-A976-262A8964C31A}"/>
              </a:ext>
            </a:extLst>
          </p:cNvPr>
          <p:cNvSpPr>
            <a:spLocks noGrp="1"/>
          </p:cNvSpPr>
          <p:nvPr>
            <p:ph sz="quarter" idx="10"/>
          </p:nvPr>
        </p:nvSpPr>
        <p:spPr>
          <a:xfrm>
            <a:off x="370800" y="1052512"/>
            <a:ext cx="5725200" cy="5184775"/>
          </a:xfrm>
          <a:solidFill>
            <a:schemeClr val="bg1">
              <a:lumMod val="95000"/>
            </a:schemeClr>
          </a:solidFill>
        </p:spPr>
        <p:txBody>
          <a:bodyPr/>
          <a:lstStyle/>
          <a:p>
            <a:r>
              <a:rPr lang="en-US" altLang="ja-JP" sz="1400" b="1"/>
              <a:t>@Data</a:t>
            </a:r>
          </a:p>
          <a:p>
            <a:r>
              <a:rPr lang="en-US" altLang="ja-JP" sz="1400"/>
              <a:t>public class </a:t>
            </a:r>
            <a:r>
              <a:rPr lang="en-US" altLang="ja-JP" sz="1400" err="1"/>
              <a:t>ProductEntity</a:t>
            </a:r>
            <a:r>
              <a:rPr lang="en-US" altLang="ja-JP" sz="1400"/>
              <a:t> {</a:t>
            </a:r>
          </a:p>
          <a:p>
            <a:endParaRPr lang="en-US" altLang="ja-JP" sz="1400"/>
          </a:p>
          <a:p>
            <a:r>
              <a:rPr lang="en-US" altLang="ja-JP" sz="1400"/>
              <a:t>    private Integer </a:t>
            </a:r>
            <a:r>
              <a:rPr lang="en-US" altLang="ja-JP" sz="1400" err="1"/>
              <a:t>productId</a:t>
            </a:r>
            <a:r>
              <a:rPr lang="en-US" altLang="ja-JP" sz="1400"/>
              <a:t>;</a:t>
            </a:r>
          </a:p>
          <a:p>
            <a:endParaRPr lang="en-US" altLang="ja-JP" sz="1400"/>
          </a:p>
          <a:p>
            <a:r>
              <a:rPr lang="en-US" altLang="ja-JP" sz="1400"/>
              <a:t>    private String name;</a:t>
            </a:r>
          </a:p>
          <a:p>
            <a:endParaRPr lang="en-US" altLang="ja-JP" sz="1400"/>
          </a:p>
          <a:p>
            <a:r>
              <a:rPr lang="en-US" altLang="ja-JP" sz="1400"/>
              <a:t>    private String description;</a:t>
            </a:r>
          </a:p>
          <a:p>
            <a:endParaRPr lang="en-US" altLang="ja-JP" sz="1400"/>
          </a:p>
          <a:p>
            <a:r>
              <a:rPr lang="en-US" altLang="ja-JP" sz="1400"/>
              <a:t>    private Integer price;</a:t>
            </a:r>
          </a:p>
          <a:p>
            <a:endParaRPr lang="en-US" altLang="ja-JP" sz="1400"/>
          </a:p>
          <a:p>
            <a:r>
              <a:rPr lang="en-US" altLang="ja-JP" sz="1400"/>
              <a:t>    private Integer stock;</a:t>
            </a:r>
          </a:p>
          <a:p>
            <a:endParaRPr lang="en-US" altLang="ja-JP" sz="1400"/>
          </a:p>
          <a:p>
            <a:r>
              <a:rPr lang="en-US" altLang="ja-JP" sz="1400"/>
              <a:t>    private String status;</a:t>
            </a:r>
          </a:p>
          <a:p>
            <a:endParaRPr lang="en-US" altLang="ja-JP" sz="1400"/>
          </a:p>
          <a:p>
            <a:r>
              <a:rPr lang="en-US" altLang="ja-JP" sz="1400"/>
              <a:t>    private String </a:t>
            </a:r>
            <a:r>
              <a:rPr lang="en-US" altLang="ja-JP" sz="1400" err="1"/>
              <a:t>imageUrl</a:t>
            </a:r>
            <a:r>
              <a:rPr lang="en-US" altLang="ja-JP" sz="1400"/>
              <a:t>;</a:t>
            </a:r>
          </a:p>
          <a:p>
            <a:r>
              <a:rPr lang="en-US" altLang="ja-JP" sz="1400"/>
              <a:t>}</a:t>
            </a:r>
          </a:p>
        </p:txBody>
      </p:sp>
      <p:sp>
        <p:nvSpPr>
          <p:cNvPr id="5" name="テキスト プレースホルダー 2">
            <a:extLst>
              <a:ext uri="{FF2B5EF4-FFF2-40B4-BE49-F238E27FC236}">
                <a16:creationId xmlns:a16="http://schemas.microsoft.com/office/drawing/2014/main" id="{9C742860-96A8-AC8C-3242-EF1DE0DA2694}"/>
              </a:ext>
            </a:extLst>
          </p:cNvPr>
          <p:cNvSpPr>
            <a:spLocks noGrp="1"/>
          </p:cNvSpPr>
          <p:nvPr/>
        </p:nvSpPr>
        <p:spPr>
          <a:xfrm>
            <a:off x="6275388" y="1365739"/>
            <a:ext cx="5543412" cy="2384225"/>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b="1"/>
              <a:t>@Data</a:t>
            </a:r>
          </a:p>
          <a:p>
            <a:r>
              <a:rPr lang="ja-JP" altLang="en-US" sz="1600" b="1"/>
              <a:t>　　</a:t>
            </a:r>
            <a:r>
              <a:rPr lang="ja-JP" altLang="en-US" sz="1600"/>
              <a:t>本クラスがデータを保持するためのクラスであることを示す</a:t>
            </a:r>
            <a:br>
              <a:rPr lang="en-US" altLang="ja-JP" sz="1600"/>
            </a:br>
            <a:r>
              <a:rPr lang="ja-JP" altLang="en-US" sz="1600"/>
              <a:t>　　アノテーション</a:t>
            </a:r>
          </a:p>
          <a:p>
            <a:endParaRPr lang="en-US" altLang="ja-JP" sz="1600"/>
          </a:p>
          <a:p>
            <a:r>
              <a:rPr lang="ja-JP" altLang="en-US" sz="1600"/>
              <a:t>　　</a:t>
            </a:r>
            <a:r>
              <a:rPr lang="en-US" altLang="ja-JP" sz="1600"/>
              <a:t>※</a:t>
            </a:r>
            <a:r>
              <a:rPr lang="ja-JP" altLang="en-US" sz="1600"/>
              <a:t>ライブラリ</a:t>
            </a:r>
            <a:r>
              <a:rPr lang="en-US" altLang="ja-JP" sz="1600"/>
              <a:t>Lombok</a:t>
            </a:r>
            <a:r>
              <a:rPr lang="ja-JP" altLang="en-US" sz="1600"/>
              <a:t>の機能によって</a:t>
            </a:r>
            <a:br>
              <a:rPr lang="en-US" altLang="ja-JP" sz="1600"/>
            </a:br>
            <a:r>
              <a:rPr lang="ja-JP" altLang="en-US" sz="1600"/>
              <a:t>　　　</a:t>
            </a:r>
            <a:r>
              <a:rPr lang="en-US" altLang="ja-JP" sz="1600"/>
              <a:t>getter/setter/</a:t>
            </a:r>
            <a:r>
              <a:rPr lang="en-US" altLang="ja-JP" sz="1600" err="1"/>
              <a:t>toString</a:t>
            </a:r>
            <a:r>
              <a:rPr lang="en-US" altLang="ja-JP" sz="1600"/>
              <a:t>/equals/</a:t>
            </a:r>
            <a:r>
              <a:rPr lang="en-US" altLang="ja-JP" sz="1600" err="1"/>
              <a:t>hashCode</a:t>
            </a:r>
            <a:r>
              <a:rPr lang="ja-JP" altLang="en-US" sz="1600"/>
              <a:t>メソッドが</a:t>
            </a:r>
            <a:br>
              <a:rPr lang="en-US" altLang="ja-JP" sz="1600"/>
            </a:br>
            <a:r>
              <a:rPr lang="ja-JP" altLang="en-US" sz="1600"/>
              <a:t>　　　コンパイル時に自動保管される</a:t>
            </a:r>
          </a:p>
        </p:txBody>
      </p:sp>
      <p:pic>
        <p:nvPicPr>
          <p:cNvPr id="37" name="図 36">
            <a:extLst>
              <a:ext uri="{FF2B5EF4-FFF2-40B4-BE49-F238E27FC236}">
                <a16:creationId xmlns:a16="http://schemas.microsoft.com/office/drawing/2014/main" id="{215B548F-5DF7-BDA2-2D32-42C921D14A91}"/>
              </a:ext>
            </a:extLst>
          </p:cNvPr>
          <p:cNvPicPr>
            <a:picLocks noChangeAspect="1"/>
          </p:cNvPicPr>
          <p:nvPr/>
        </p:nvPicPr>
        <p:blipFill>
          <a:blip r:embed="rId2"/>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4" name="正方形/長方形 33">
            <a:extLst>
              <a:ext uri="{FF2B5EF4-FFF2-40B4-BE49-F238E27FC236}">
                <a16:creationId xmlns:a16="http://schemas.microsoft.com/office/drawing/2014/main" id="{6866C8F7-A094-1F6E-934F-B46A02785084}"/>
              </a:ext>
            </a:extLst>
          </p:cNvPr>
          <p:cNvSpPr/>
          <p:nvPr/>
        </p:nvSpPr>
        <p:spPr>
          <a:xfrm>
            <a:off x="10364775" y="701960"/>
            <a:ext cx="746725" cy="146616"/>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36" name="正方形/長方形 35">
            <a:extLst>
              <a:ext uri="{FF2B5EF4-FFF2-40B4-BE49-F238E27FC236}">
                <a16:creationId xmlns:a16="http://schemas.microsoft.com/office/drawing/2014/main" id="{82F19F41-4EF9-B066-B0F9-4C6C89F799E0}"/>
              </a:ext>
            </a:extLst>
          </p:cNvPr>
          <p:cNvSpPr/>
          <p:nvPr/>
        </p:nvSpPr>
        <p:spPr>
          <a:xfrm>
            <a:off x="10364775" y="179215"/>
            <a:ext cx="746725" cy="146616"/>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479561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6C60D-4049-AE0B-8127-EC15DDC9EC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129E87-3574-20DB-06F3-E33381CA4F9D}"/>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 Service</a:t>
            </a:r>
            <a:r>
              <a:rPr lang="ja-JP" altLang="en-US">
                <a:solidFill>
                  <a:schemeClr val="accent2"/>
                </a:solidFill>
              </a:rPr>
              <a:t>クラスの例（抜粋）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9F794BB8-2284-133C-8EEE-2905A060B60F}"/>
              </a:ext>
            </a:extLst>
          </p:cNvPr>
          <p:cNvSpPr>
            <a:spLocks noGrp="1"/>
          </p:cNvSpPr>
          <p:nvPr>
            <p:ph sz="quarter" idx="10"/>
          </p:nvPr>
        </p:nvSpPr>
        <p:spPr>
          <a:xfrm>
            <a:off x="370800" y="1052513"/>
            <a:ext cx="5725200" cy="5184776"/>
          </a:xfrm>
          <a:solidFill>
            <a:schemeClr val="bg1">
              <a:lumMod val="95000"/>
            </a:schemeClr>
          </a:solidFill>
        </p:spPr>
        <p:txBody>
          <a:bodyPr/>
          <a:lstStyle/>
          <a:p>
            <a:r>
              <a:rPr lang="en-US" altLang="ja-JP" sz="1400" b="1"/>
              <a:t>@Service</a:t>
            </a:r>
          </a:p>
          <a:p>
            <a:r>
              <a:rPr lang="en-US" altLang="ja-JP" sz="1400"/>
              <a:t>public class </a:t>
            </a:r>
            <a:r>
              <a:rPr lang="en-US" altLang="ja-JP" sz="1400" err="1"/>
              <a:t>ProductService</a:t>
            </a:r>
            <a:r>
              <a:rPr lang="en-US" altLang="ja-JP" sz="1400"/>
              <a:t> {</a:t>
            </a:r>
          </a:p>
          <a:p>
            <a:endParaRPr lang="en-US" altLang="ja-JP" sz="1400"/>
          </a:p>
          <a:p>
            <a:r>
              <a:rPr lang="en-US" altLang="ja-JP" sz="1400"/>
              <a:t>    </a:t>
            </a:r>
            <a:r>
              <a:rPr lang="en-US" altLang="ja-JP" sz="1400" b="1"/>
              <a:t>@Autowired</a:t>
            </a:r>
          </a:p>
          <a:p>
            <a:r>
              <a:rPr lang="en-US" altLang="ja-JP" sz="1400"/>
              <a:t>    private </a:t>
            </a:r>
            <a:r>
              <a:rPr lang="en-US" altLang="ja-JP" sz="1400" err="1"/>
              <a:t>ProductRepository</a:t>
            </a:r>
            <a:r>
              <a:rPr lang="en-US" altLang="ja-JP" sz="1400"/>
              <a:t> repository;</a:t>
            </a:r>
          </a:p>
          <a:p>
            <a:endParaRPr lang="en-US" altLang="ja-JP" sz="1400"/>
          </a:p>
          <a:p>
            <a:r>
              <a:rPr lang="en-US" altLang="ja-JP" sz="1400"/>
              <a:t>    public List&lt;Product&gt; </a:t>
            </a:r>
            <a:r>
              <a:rPr lang="en-US" altLang="ja-JP" sz="1400" err="1"/>
              <a:t>getProducts</a:t>
            </a:r>
            <a:r>
              <a:rPr lang="en-US" altLang="ja-JP" sz="1400"/>
              <a:t>() {</a:t>
            </a:r>
          </a:p>
          <a:p>
            <a:r>
              <a:rPr lang="en-US" altLang="ja-JP" sz="1400"/>
              <a:t>        List&lt;Product&gt; products = </a:t>
            </a:r>
            <a:r>
              <a:rPr lang="en-US" altLang="ja-JP" sz="1400" err="1"/>
              <a:t>repository.findOnSaleProducts</a:t>
            </a:r>
            <a:r>
              <a:rPr lang="en-US" altLang="ja-JP" sz="1400"/>
              <a:t>();</a:t>
            </a:r>
          </a:p>
          <a:p>
            <a:r>
              <a:rPr lang="en-US" altLang="ja-JP" sz="1400"/>
              <a:t>        //&lt;</a:t>
            </a:r>
            <a:r>
              <a:rPr lang="ja-JP" altLang="en-US" sz="1400"/>
              <a:t>中略：必要に応じて画面表示用にデータを整える</a:t>
            </a:r>
            <a:r>
              <a:rPr lang="en-US" altLang="ja-JP" sz="1400"/>
              <a:t>&gt;</a:t>
            </a:r>
          </a:p>
          <a:p>
            <a:r>
              <a:rPr lang="en-US" altLang="ja-JP" sz="1400"/>
              <a:t>        return products;</a:t>
            </a:r>
          </a:p>
          <a:p>
            <a:r>
              <a:rPr lang="en-US" altLang="ja-JP" sz="1400"/>
              <a:t>    }</a:t>
            </a:r>
          </a:p>
          <a:p>
            <a:endParaRPr lang="en-US" altLang="ja-JP" sz="1400"/>
          </a:p>
          <a:p>
            <a:r>
              <a:rPr lang="en-US" altLang="ja-JP" sz="1400"/>
              <a:t>    public Product </a:t>
            </a:r>
            <a:r>
              <a:rPr lang="en-US" altLang="ja-JP" sz="1400" err="1"/>
              <a:t>getProductById</a:t>
            </a:r>
            <a:r>
              <a:rPr lang="en-US" altLang="ja-JP" sz="1400"/>
              <a:t>(Integer </a:t>
            </a:r>
            <a:r>
              <a:rPr lang="en-US" altLang="ja-JP" sz="1400" err="1"/>
              <a:t>productId</a:t>
            </a:r>
            <a:r>
              <a:rPr lang="en-US" altLang="ja-JP" sz="1400"/>
              <a:t>) {</a:t>
            </a:r>
          </a:p>
          <a:p>
            <a:r>
              <a:rPr lang="en-US" altLang="ja-JP" sz="1400"/>
              <a:t>        Product </a:t>
            </a:r>
            <a:r>
              <a:rPr lang="en-US" altLang="ja-JP" sz="1400" err="1"/>
              <a:t>product</a:t>
            </a:r>
            <a:r>
              <a:rPr lang="en-US" altLang="ja-JP" sz="1400"/>
              <a:t> = </a:t>
            </a:r>
            <a:r>
              <a:rPr lang="en-US" altLang="ja-JP" sz="1400" err="1"/>
              <a:t>repository.findById</a:t>
            </a:r>
            <a:r>
              <a:rPr lang="en-US" altLang="ja-JP" sz="1400"/>
              <a:t>(</a:t>
            </a:r>
            <a:r>
              <a:rPr lang="en-US" altLang="ja-JP" sz="1400" err="1"/>
              <a:t>productId</a:t>
            </a:r>
            <a:r>
              <a:rPr lang="en-US" altLang="ja-JP" sz="1400"/>
              <a:t>);</a:t>
            </a:r>
          </a:p>
          <a:p>
            <a:r>
              <a:rPr lang="en-US" altLang="ja-JP" sz="1400"/>
              <a:t>        //&lt;</a:t>
            </a:r>
            <a:r>
              <a:rPr lang="ja-JP" altLang="en-US" sz="1400"/>
              <a:t>中略：商品が存在しない場合や販売停止の場合のチェック</a:t>
            </a:r>
            <a:r>
              <a:rPr lang="en-US" altLang="ja-JP" sz="1400"/>
              <a:t>&gt;</a:t>
            </a:r>
          </a:p>
          <a:p>
            <a:r>
              <a:rPr lang="en-US" altLang="ja-JP" sz="1400"/>
              <a:t>        return product;</a:t>
            </a:r>
          </a:p>
          <a:p>
            <a:r>
              <a:rPr lang="en-US" altLang="ja-JP" sz="1400"/>
              <a:t>    }</a:t>
            </a:r>
          </a:p>
          <a:p>
            <a:r>
              <a:rPr lang="en-US" altLang="ja-JP" sz="1400"/>
              <a:t>}</a:t>
            </a:r>
          </a:p>
        </p:txBody>
      </p:sp>
      <p:sp>
        <p:nvSpPr>
          <p:cNvPr id="4" name="テキスト プレースホルダー 2">
            <a:extLst>
              <a:ext uri="{FF2B5EF4-FFF2-40B4-BE49-F238E27FC236}">
                <a16:creationId xmlns:a16="http://schemas.microsoft.com/office/drawing/2014/main" id="{C0D970AC-4083-C9E3-237C-0C55E81C79C5}"/>
              </a:ext>
            </a:extLst>
          </p:cNvPr>
          <p:cNvSpPr>
            <a:spLocks noGrp="1"/>
          </p:cNvSpPr>
          <p:nvPr/>
        </p:nvSpPr>
        <p:spPr>
          <a:xfrm>
            <a:off x="6275388" y="1376363"/>
            <a:ext cx="5545137" cy="2376487"/>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b="1"/>
              <a:t>@Service</a:t>
            </a:r>
          </a:p>
          <a:p>
            <a:r>
              <a:rPr lang="ja-JP" altLang="en-US" sz="1600"/>
              <a:t>　　このクラスが</a:t>
            </a:r>
            <a:r>
              <a:rPr lang="en-US" altLang="ja-JP" sz="1600"/>
              <a:t>Service</a:t>
            </a:r>
            <a:r>
              <a:rPr lang="ja-JP" altLang="en-US" sz="1600"/>
              <a:t>層のクラスであることを示すアノテーション</a:t>
            </a:r>
            <a:br>
              <a:rPr lang="en-US" altLang="ja-JP" sz="1600"/>
            </a:br>
            <a:endParaRPr lang="en-US" altLang="ja-JP" sz="1600"/>
          </a:p>
          <a:p>
            <a:r>
              <a:rPr lang="en-US" altLang="ja-JP" sz="1600" b="1"/>
              <a:t>@Autowired</a:t>
            </a:r>
          </a:p>
          <a:p>
            <a:r>
              <a:rPr lang="ja-JP" altLang="en-US" sz="1600"/>
              <a:t>　　このクラスが利用する他のクラスへの参照を指定するための</a:t>
            </a:r>
            <a:br>
              <a:rPr lang="en-US" altLang="ja-JP" sz="1600"/>
            </a:br>
            <a:r>
              <a:rPr lang="ja-JP" altLang="en-US" sz="1600"/>
              <a:t>　　アノテーション</a:t>
            </a:r>
            <a:endParaRPr lang="en-US" altLang="ja-JP" sz="1600"/>
          </a:p>
        </p:txBody>
      </p:sp>
      <p:pic>
        <p:nvPicPr>
          <p:cNvPr id="36" name="図 35">
            <a:extLst>
              <a:ext uri="{FF2B5EF4-FFF2-40B4-BE49-F238E27FC236}">
                <a16:creationId xmlns:a16="http://schemas.microsoft.com/office/drawing/2014/main" id="{ACA38A06-8CF0-081C-EAC3-149AAE9E17BE}"/>
              </a:ext>
            </a:extLst>
          </p:cNvPr>
          <p:cNvPicPr>
            <a:picLocks noChangeAspect="1"/>
          </p:cNvPicPr>
          <p:nvPr/>
        </p:nvPicPr>
        <p:blipFill>
          <a:blip r:embed="rId2"/>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4" name="正方形/長方形 33">
            <a:extLst>
              <a:ext uri="{FF2B5EF4-FFF2-40B4-BE49-F238E27FC236}">
                <a16:creationId xmlns:a16="http://schemas.microsoft.com/office/drawing/2014/main" id="{5839264E-3FBD-597B-F6ED-8473CDE999BF}"/>
              </a:ext>
            </a:extLst>
          </p:cNvPr>
          <p:cNvSpPr/>
          <p:nvPr/>
        </p:nvSpPr>
        <p:spPr>
          <a:xfrm>
            <a:off x="10538692" y="226562"/>
            <a:ext cx="567644" cy="504239"/>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358292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87C47-7554-382C-56BC-05D7F0507704}"/>
            </a:ext>
          </a:extLst>
        </p:cNvPr>
        <p:cNvGrpSpPr/>
        <p:nvPr/>
      </p:nvGrpSpPr>
      <p:grpSpPr>
        <a:xfrm>
          <a:off x="0" y="0"/>
          <a:ext cx="0" cy="0"/>
          <a:chOff x="0" y="0"/>
          <a:chExt cx="0" cy="0"/>
        </a:xfrm>
      </p:grpSpPr>
      <p:pic>
        <p:nvPicPr>
          <p:cNvPr id="10" name="図 9">
            <a:extLst>
              <a:ext uri="{FF2B5EF4-FFF2-40B4-BE49-F238E27FC236}">
                <a16:creationId xmlns:a16="http://schemas.microsoft.com/office/drawing/2014/main" id="{93F0D1FB-8237-0113-40DE-24CD8B5D8024}"/>
              </a:ext>
            </a:extLst>
          </p:cNvPr>
          <p:cNvPicPr>
            <a:picLocks noChangeAspect="1"/>
          </p:cNvPicPr>
          <p:nvPr/>
        </p:nvPicPr>
        <p:blipFill>
          <a:blip r:embed="rId2"/>
          <a:stretch>
            <a:fillRect/>
          </a:stretch>
        </p:blipFill>
        <p:spPr>
          <a:xfrm>
            <a:off x="9048750" y="1364306"/>
            <a:ext cx="1853967" cy="5304782"/>
          </a:xfrm>
          <a:prstGeom prst="rect">
            <a:avLst/>
          </a:prstGeom>
        </p:spPr>
      </p:pic>
      <p:sp>
        <p:nvSpPr>
          <p:cNvPr id="2" name="タイトル 1">
            <a:extLst>
              <a:ext uri="{FF2B5EF4-FFF2-40B4-BE49-F238E27FC236}">
                <a16:creationId xmlns:a16="http://schemas.microsoft.com/office/drawing/2014/main" id="{917D1AD8-3AE9-52F6-291B-C64F0CCEBAD8}"/>
              </a:ext>
            </a:extLst>
          </p:cNvPr>
          <p:cNvSpPr>
            <a:spLocks noGrp="1"/>
          </p:cNvSpPr>
          <p:nvPr>
            <p:ph type="title"/>
          </p:nvPr>
        </p:nvSpPr>
        <p:spPr/>
        <p:txBody>
          <a:bodyPr/>
          <a:lstStyle/>
          <a:p>
            <a:r>
              <a:rPr lang="ja-JP" altLang="en-US">
                <a:solidFill>
                  <a:schemeClr val="accent2"/>
                </a:solidFill>
              </a:rPr>
              <a:t>バイブコーディング❺ モックアップをもとに画面表示</a:t>
            </a:r>
            <a:r>
              <a:rPr lang="en-US" altLang="ja-JP">
                <a:solidFill>
                  <a:schemeClr val="accent2"/>
                </a:solidFill>
              </a:rPr>
              <a:t>/</a:t>
            </a:r>
            <a:r>
              <a:rPr lang="ja-JP" altLang="en-US">
                <a:solidFill>
                  <a:schemeClr val="accent2"/>
                </a:solidFill>
              </a:rPr>
              <a:t>処理を作る</a:t>
            </a:r>
            <a:endParaRPr kumimoji="1" lang="ja-JP" altLang="en-US">
              <a:solidFill>
                <a:schemeClr val="accent2"/>
              </a:solidFill>
            </a:endParaRPr>
          </a:p>
        </p:txBody>
      </p:sp>
      <p:sp>
        <p:nvSpPr>
          <p:cNvPr id="5" name="正方形/長方形 4">
            <a:extLst>
              <a:ext uri="{FF2B5EF4-FFF2-40B4-BE49-F238E27FC236}">
                <a16:creationId xmlns:a16="http://schemas.microsoft.com/office/drawing/2014/main" id="{9741C410-DE3F-779C-A87D-DF8927CECE74}"/>
              </a:ext>
            </a:extLst>
          </p:cNvPr>
          <p:cNvSpPr/>
          <p:nvPr/>
        </p:nvSpPr>
        <p:spPr>
          <a:xfrm>
            <a:off x="370800" y="1437544"/>
            <a:ext cx="8354100" cy="1755844"/>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400">
                <a:solidFill>
                  <a:schemeClr val="tx1"/>
                </a:solidFill>
                <a:latin typeface="+mj-ea"/>
                <a:ea typeface="+mj-ea"/>
              </a:rPr>
              <a:t>商品一覧画面を表示する処理を作成したいです。</a:t>
            </a:r>
          </a:p>
          <a:p>
            <a:r>
              <a:rPr kumimoji="1" lang="ja-JP" altLang="en-US" sz="1400">
                <a:solidFill>
                  <a:schemeClr val="tx1"/>
                </a:solidFill>
                <a:latin typeface="+mj-ea"/>
                <a:ea typeface="+mj-ea"/>
              </a:rPr>
              <a:t>作成したモックアップをもとにして作成してください。</a:t>
            </a:r>
          </a:p>
          <a:p>
            <a:r>
              <a:rPr kumimoji="1" lang="en-US" altLang="ja-JP" sz="1400">
                <a:solidFill>
                  <a:schemeClr val="tx1"/>
                </a:solidFill>
                <a:latin typeface="+mj-ea"/>
                <a:ea typeface="+mj-ea"/>
              </a:rPr>
              <a:t>CSS</a:t>
            </a:r>
            <a:r>
              <a:rPr kumimoji="1" lang="ja-JP" altLang="en-US" sz="1400">
                <a:solidFill>
                  <a:schemeClr val="tx1"/>
                </a:solidFill>
                <a:latin typeface="+mj-ea"/>
                <a:ea typeface="+mj-ea"/>
              </a:rPr>
              <a:t>や</a:t>
            </a:r>
            <a:r>
              <a:rPr kumimoji="1" lang="en-US" altLang="ja-JP" sz="1400">
                <a:solidFill>
                  <a:schemeClr val="tx1"/>
                </a:solidFill>
                <a:latin typeface="+mj-ea"/>
                <a:ea typeface="+mj-ea"/>
              </a:rPr>
              <a:t>JavaScript</a:t>
            </a:r>
            <a:r>
              <a:rPr kumimoji="1" lang="ja-JP" altLang="en-US" sz="1400">
                <a:solidFill>
                  <a:schemeClr val="tx1"/>
                </a:solidFill>
                <a:latin typeface="+mj-ea"/>
                <a:ea typeface="+mj-ea"/>
              </a:rPr>
              <a:t>は外部の別ファイルに作成してください。</a:t>
            </a:r>
          </a:p>
          <a:p>
            <a:r>
              <a:rPr kumimoji="1" lang="ja-JP" altLang="en-US" sz="1400">
                <a:solidFill>
                  <a:schemeClr val="tx1"/>
                </a:solidFill>
                <a:latin typeface="+mj-ea"/>
                <a:ea typeface="+mj-ea"/>
              </a:rPr>
              <a:t>ブラウザから </a:t>
            </a:r>
            <a:r>
              <a:rPr kumimoji="1" lang="en-US" altLang="ja-JP" sz="1400">
                <a:solidFill>
                  <a:schemeClr val="tx1"/>
                </a:solidFill>
                <a:latin typeface="+mj-ea"/>
                <a:ea typeface="+mj-ea"/>
              </a:rPr>
              <a:t>/products </a:t>
            </a:r>
            <a:r>
              <a:rPr kumimoji="1" lang="ja-JP" altLang="en-US" sz="1400">
                <a:solidFill>
                  <a:schemeClr val="tx1"/>
                </a:solidFill>
                <a:latin typeface="+mj-ea"/>
                <a:ea typeface="+mj-ea"/>
              </a:rPr>
              <a:t>にアクセスしたときに商品一覧画面が表示されるようにします。</a:t>
            </a:r>
            <a:endParaRPr kumimoji="1" lang="en-US" altLang="ja-JP" sz="1400">
              <a:solidFill>
                <a:schemeClr val="tx1"/>
              </a:solidFill>
              <a:latin typeface="+mj-ea"/>
              <a:ea typeface="+mj-ea"/>
            </a:endParaRPr>
          </a:p>
          <a:p>
            <a:r>
              <a:rPr lang="ja-JP" altLang="en-US" sz="1400">
                <a:solidFill>
                  <a:schemeClr val="tx1"/>
                </a:solidFill>
                <a:latin typeface="+mj-ea"/>
                <a:ea typeface="+mj-ea"/>
              </a:rPr>
              <a:t>商品をカートに追加して在庫数を超える場合は、エラーメッセージを表示します。</a:t>
            </a:r>
            <a:endParaRPr kumimoji="1" lang="ja-JP" altLang="en-US" sz="1400">
              <a:solidFill>
                <a:schemeClr val="tx1"/>
              </a:solidFill>
              <a:latin typeface="+mj-ea"/>
              <a:ea typeface="+mj-ea"/>
            </a:endParaRPr>
          </a:p>
          <a:p>
            <a:r>
              <a:rPr kumimoji="1" lang="ja-JP" altLang="en-US" sz="1400">
                <a:solidFill>
                  <a:schemeClr val="tx1"/>
                </a:solidFill>
                <a:latin typeface="+mj-ea"/>
                <a:ea typeface="+mj-ea"/>
              </a:rPr>
              <a:t>モックアップのダミーデータは使わずに作成済みのビジネスロジックを通じてデータを取得するようにしてください。</a:t>
            </a:r>
          </a:p>
          <a:p>
            <a:r>
              <a:rPr kumimoji="1" lang="ja-JP" altLang="en-US" sz="1400">
                <a:solidFill>
                  <a:schemeClr val="tx1"/>
                </a:solidFill>
                <a:latin typeface="+mj-ea"/>
                <a:ea typeface="+mj-ea"/>
              </a:rPr>
              <a:t>技術要件は </a:t>
            </a:r>
            <a:r>
              <a:rPr kumimoji="1" lang="en-US" altLang="ja-JP" sz="1400">
                <a:solidFill>
                  <a:schemeClr val="tx1"/>
                </a:solidFill>
                <a:latin typeface="+mj-ea"/>
                <a:ea typeface="+mj-ea"/>
              </a:rPr>
              <a:t>docs/software_architecture.md </a:t>
            </a:r>
            <a:r>
              <a:rPr kumimoji="1" lang="ja-JP" altLang="en-US" sz="1400">
                <a:solidFill>
                  <a:schemeClr val="tx1"/>
                </a:solidFill>
                <a:latin typeface="+mj-ea"/>
                <a:ea typeface="+mj-ea"/>
              </a:rPr>
              <a:t>に従ってください。</a:t>
            </a:r>
          </a:p>
        </p:txBody>
      </p:sp>
      <p:sp>
        <p:nvSpPr>
          <p:cNvPr id="4" name="コンテンツ プレースホルダー 2">
            <a:extLst>
              <a:ext uri="{FF2B5EF4-FFF2-40B4-BE49-F238E27FC236}">
                <a16:creationId xmlns:a16="http://schemas.microsoft.com/office/drawing/2014/main" id="{B8A7A50C-7E2F-D35C-CBA9-1C5615A9030B}"/>
              </a:ext>
            </a:extLst>
          </p:cNvPr>
          <p:cNvSpPr txBox="1">
            <a:spLocks/>
          </p:cNvSpPr>
          <p:nvPr/>
        </p:nvSpPr>
        <p:spPr>
          <a:xfrm>
            <a:off x="9048749" y="1132961"/>
            <a:ext cx="2662959" cy="238815"/>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400"/>
              <a:t>▼プロンプト投入後のフォルダ</a:t>
            </a:r>
            <a:r>
              <a:rPr lang="en-US" altLang="ja-JP" sz="1400"/>
              <a:t>(</a:t>
            </a:r>
            <a:r>
              <a:rPr lang="ja-JP" altLang="en-US" sz="1400"/>
              <a:t>例</a:t>
            </a:r>
            <a:r>
              <a:rPr lang="en-US" altLang="ja-JP" sz="1400"/>
              <a:t>)</a:t>
            </a:r>
          </a:p>
        </p:txBody>
      </p:sp>
      <p:sp>
        <p:nvSpPr>
          <p:cNvPr id="9" name="正方形/長方形 8">
            <a:extLst>
              <a:ext uri="{FF2B5EF4-FFF2-40B4-BE49-F238E27FC236}">
                <a16:creationId xmlns:a16="http://schemas.microsoft.com/office/drawing/2014/main" id="{7531A95F-DF57-ECEA-8725-8A670DF3BC04}"/>
              </a:ext>
            </a:extLst>
          </p:cNvPr>
          <p:cNvSpPr/>
          <p:nvPr/>
        </p:nvSpPr>
        <p:spPr>
          <a:xfrm>
            <a:off x="8876775" y="5015001"/>
            <a:ext cx="2197916" cy="238815"/>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3" name="コンテンツ プレースホルダー 2">
            <a:extLst>
              <a:ext uri="{FF2B5EF4-FFF2-40B4-BE49-F238E27FC236}">
                <a16:creationId xmlns:a16="http://schemas.microsoft.com/office/drawing/2014/main" id="{66FCE412-90A1-88DF-8F8B-7A9661A162FC}"/>
              </a:ext>
            </a:extLst>
          </p:cNvPr>
          <p:cNvSpPr txBox="1">
            <a:spLocks/>
          </p:cNvSpPr>
          <p:nvPr/>
        </p:nvSpPr>
        <p:spPr>
          <a:xfrm>
            <a:off x="371474" y="1052513"/>
            <a:ext cx="9086562" cy="32740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以下のプロンプトを入力する。</a:t>
            </a:r>
          </a:p>
        </p:txBody>
      </p:sp>
      <p:sp>
        <p:nvSpPr>
          <p:cNvPr id="7" name="正方形/長方形 6">
            <a:extLst>
              <a:ext uri="{FF2B5EF4-FFF2-40B4-BE49-F238E27FC236}">
                <a16:creationId xmlns:a16="http://schemas.microsoft.com/office/drawing/2014/main" id="{869838C4-0F06-C4C2-0D09-8DD580745E2B}"/>
              </a:ext>
            </a:extLst>
          </p:cNvPr>
          <p:cNvSpPr/>
          <p:nvPr/>
        </p:nvSpPr>
        <p:spPr>
          <a:xfrm>
            <a:off x="8876775" y="4081085"/>
            <a:ext cx="2197916" cy="874448"/>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8" name="正方形/長方形 7">
            <a:extLst>
              <a:ext uri="{FF2B5EF4-FFF2-40B4-BE49-F238E27FC236}">
                <a16:creationId xmlns:a16="http://schemas.microsoft.com/office/drawing/2014/main" id="{555C6B6D-8156-75C0-0EB9-B2480D2BDBD7}"/>
              </a:ext>
            </a:extLst>
          </p:cNvPr>
          <p:cNvSpPr/>
          <p:nvPr/>
        </p:nvSpPr>
        <p:spPr>
          <a:xfrm>
            <a:off x="8876775" y="2738845"/>
            <a:ext cx="2197916" cy="454543"/>
          </a:xfrm>
          <a:prstGeom prst="rect">
            <a:avLst/>
          </a:prstGeom>
          <a:no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pic>
        <p:nvPicPr>
          <p:cNvPr id="3" name="図 2">
            <a:extLst>
              <a:ext uri="{FF2B5EF4-FFF2-40B4-BE49-F238E27FC236}">
                <a16:creationId xmlns:a16="http://schemas.microsoft.com/office/drawing/2014/main" id="{E7F77C25-7245-E98C-2794-578125536BCD}"/>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正方形/長方形 5">
            <a:extLst>
              <a:ext uri="{FF2B5EF4-FFF2-40B4-BE49-F238E27FC236}">
                <a16:creationId xmlns:a16="http://schemas.microsoft.com/office/drawing/2014/main" id="{15B2B028-5794-AA43-010E-15C1916ABF5B}"/>
              </a:ext>
            </a:extLst>
          </p:cNvPr>
          <p:cNvSpPr/>
          <p:nvPr/>
        </p:nvSpPr>
        <p:spPr>
          <a:xfrm>
            <a:off x="9675580" y="169978"/>
            <a:ext cx="789219" cy="689004"/>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497464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6924C-46AA-29DD-9063-5B038FEA48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5518396-6830-8411-AE46-0059D930A118}"/>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 Controller</a:t>
            </a:r>
            <a:r>
              <a:rPr lang="ja-JP" altLang="en-US">
                <a:solidFill>
                  <a:schemeClr val="accent2"/>
                </a:solidFill>
              </a:rPr>
              <a:t>クラスの例（抜粋）</a:t>
            </a:r>
            <a:endParaRPr kumimoji="1" lang="ja-JP" altLang="en-US">
              <a:solidFill>
                <a:schemeClr val="accent2"/>
              </a:solidFill>
            </a:endParaRPr>
          </a:p>
        </p:txBody>
      </p:sp>
      <p:sp>
        <p:nvSpPr>
          <p:cNvPr id="4" name="テキスト プレースホルダー 2">
            <a:extLst>
              <a:ext uri="{FF2B5EF4-FFF2-40B4-BE49-F238E27FC236}">
                <a16:creationId xmlns:a16="http://schemas.microsoft.com/office/drawing/2014/main" id="{DE4E0846-FBE2-A22D-2E50-9E61B4DCCDCE}"/>
              </a:ext>
            </a:extLst>
          </p:cNvPr>
          <p:cNvSpPr txBox="1">
            <a:spLocks/>
          </p:cNvSpPr>
          <p:nvPr/>
        </p:nvSpPr>
        <p:spPr>
          <a:xfrm>
            <a:off x="371475" y="1052512"/>
            <a:ext cx="5724525" cy="5470687"/>
          </a:xfrm>
          <a:prstGeom prst="rect">
            <a:avLst/>
          </a:prstGeom>
          <a:solidFill>
            <a:schemeClr val="bg1">
              <a:lumMod val="95000"/>
            </a:schemeClr>
          </a:solidFill>
        </p:spPr>
        <p:txBody>
          <a:bodyPr/>
          <a:lstStyle>
            <a:defPPr>
              <a:defRPr lang="ja-JP"/>
            </a:defPPr>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1200" b="1">
                <a:solidFill>
                  <a:prstClr val="black"/>
                </a:solidFill>
              </a:rPr>
              <a:t>@Controller</a:t>
            </a:r>
          </a:p>
          <a:p>
            <a:pPr lvl="0">
              <a:defRPr/>
            </a:pPr>
            <a:r>
              <a:rPr lang="en-US" altLang="ja-JP" sz="1200" b="1">
                <a:solidFill>
                  <a:prstClr val="black"/>
                </a:solidFill>
              </a:rPr>
              <a:t>@RequestMapping("/products")</a:t>
            </a:r>
          </a:p>
          <a:p>
            <a:pPr lvl="0">
              <a:defRPr/>
            </a:pPr>
            <a:r>
              <a:rPr lang="en-US" altLang="ja-JP" sz="1200">
                <a:solidFill>
                  <a:prstClr val="black"/>
                </a:solidFill>
              </a:rPr>
              <a:t>public class </a:t>
            </a:r>
            <a:r>
              <a:rPr lang="en-US" altLang="ja-JP" sz="1200" err="1">
                <a:solidFill>
                  <a:prstClr val="black"/>
                </a:solidFill>
              </a:rPr>
              <a:t>ProductController</a:t>
            </a:r>
            <a:r>
              <a:rPr lang="en-US" altLang="ja-JP" sz="1200">
                <a:solidFill>
                  <a:prstClr val="black"/>
                </a:solidFill>
              </a:rPr>
              <a:t> {</a:t>
            </a:r>
          </a:p>
          <a:p>
            <a:pPr lvl="0">
              <a:defRPr/>
            </a:pPr>
            <a:r>
              <a:rPr lang="en-US" altLang="ja-JP" sz="1200">
                <a:solidFill>
                  <a:prstClr val="black"/>
                </a:solidFill>
              </a:rPr>
              <a:t>    </a:t>
            </a:r>
            <a:r>
              <a:rPr lang="en-US" altLang="ja-JP" sz="1200" b="1">
                <a:solidFill>
                  <a:prstClr val="black"/>
                </a:solidFill>
              </a:rPr>
              <a:t>@Autowired</a:t>
            </a:r>
          </a:p>
          <a:p>
            <a:pPr lvl="0">
              <a:defRPr/>
            </a:pPr>
            <a:r>
              <a:rPr lang="en-US" altLang="ja-JP" sz="1200">
                <a:solidFill>
                  <a:prstClr val="black"/>
                </a:solidFill>
              </a:rPr>
              <a:t>    private </a:t>
            </a:r>
            <a:r>
              <a:rPr lang="en-US" altLang="ja-JP" sz="1200" err="1">
                <a:solidFill>
                  <a:prstClr val="black"/>
                </a:solidFill>
              </a:rPr>
              <a:t>ProductService</a:t>
            </a:r>
            <a:r>
              <a:rPr lang="en-US" altLang="ja-JP" sz="1200">
                <a:solidFill>
                  <a:prstClr val="black"/>
                </a:solidFill>
              </a:rPr>
              <a:t> </a:t>
            </a:r>
            <a:r>
              <a:rPr lang="en-US" altLang="ja-JP" sz="1200" err="1">
                <a:solidFill>
                  <a:prstClr val="black"/>
                </a:solidFill>
              </a:rPr>
              <a:t>productService</a:t>
            </a:r>
            <a:r>
              <a:rPr lang="en-US" altLang="ja-JP" sz="1200">
                <a:solidFill>
                  <a:prstClr val="black"/>
                </a:solidFill>
              </a:rPr>
              <a:t>;</a:t>
            </a:r>
          </a:p>
          <a:p>
            <a:pPr lvl="0">
              <a:defRPr/>
            </a:pPr>
            <a:endParaRPr lang="en-US" altLang="ja-JP" sz="1200">
              <a:solidFill>
                <a:prstClr val="black"/>
              </a:solidFill>
            </a:endParaRPr>
          </a:p>
          <a:p>
            <a:pPr lvl="0">
              <a:defRPr/>
            </a:pPr>
            <a:r>
              <a:rPr lang="en-US" altLang="ja-JP" sz="1200">
                <a:solidFill>
                  <a:prstClr val="black"/>
                </a:solidFill>
              </a:rPr>
              <a:t>    </a:t>
            </a:r>
            <a:r>
              <a:rPr lang="en-US" altLang="ja-JP" sz="1200" b="1">
                <a:solidFill>
                  <a:prstClr val="black"/>
                </a:solidFill>
              </a:rPr>
              <a:t>@GetMapping</a:t>
            </a:r>
          </a:p>
          <a:p>
            <a:pPr lvl="0">
              <a:defRPr/>
            </a:pPr>
            <a:r>
              <a:rPr lang="en-US" altLang="ja-JP" sz="1200">
                <a:solidFill>
                  <a:prstClr val="black"/>
                </a:solidFill>
              </a:rPr>
              <a:t>    public String </a:t>
            </a:r>
            <a:r>
              <a:rPr lang="en-US" altLang="ja-JP" sz="1200" err="1">
                <a:solidFill>
                  <a:prstClr val="black"/>
                </a:solidFill>
              </a:rPr>
              <a:t>showProducts</a:t>
            </a:r>
            <a:r>
              <a:rPr lang="en-US" altLang="ja-JP" sz="1200">
                <a:solidFill>
                  <a:prstClr val="black"/>
                </a:solidFill>
              </a:rPr>
              <a:t>(Model model) {</a:t>
            </a:r>
          </a:p>
          <a:p>
            <a:pPr lvl="0">
              <a:defRPr/>
            </a:pPr>
            <a:r>
              <a:rPr lang="en-US" altLang="ja-JP" sz="1200">
                <a:solidFill>
                  <a:prstClr val="black"/>
                </a:solidFill>
              </a:rPr>
              <a:t>        //&lt;</a:t>
            </a:r>
            <a:r>
              <a:rPr lang="ja-JP" altLang="en-US" sz="1200">
                <a:solidFill>
                  <a:prstClr val="black"/>
                </a:solidFill>
              </a:rPr>
              <a:t>中略：</a:t>
            </a:r>
            <a:r>
              <a:rPr lang="en-US" altLang="ja-JP" sz="1200">
                <a:solidFill>
                  <a:prstClr val="black"/>
                </a:solidFill>
              </a:rPr>
              <a:t>Service</a:t>
            </a:r>
            <a:r>
              <a:rPr lang="ja-JP" altLang="en-US" sz="1200">
                <a:solidFill>
                  <a:prstClr val="black"/>
                </a:solidFill>
              </a:rPr>
              <a:t>を呼び出して商品一覧を取得</a:t>
            </a:r>
            <a:r>
              <a:rPr lang="en-US" altLang="ja-JP" sz="1200">
                <a:solidFill>
                  <a:prstClr val="black"/>
                </a:solidFill>
              </a:rPr>
              <a:t>&gt;</a:t>
            </a:r>
          </a:p>
          <a:p>
            <a:pPr lvl="0">
              <a:defRPr/>
            </a:pPr>
            <a:r>
              <a:rPr lang="en-US" altLang="ja-JP" sz="1200">
                <a:solidFill>
                  <a:prstClr val="black"/>
                </a:solidFill>
              </a:rPr>
              <a:t>        </a:t>
            </a:r>
            <a:r>
              <a:rPr lang="en-US" altLang="ja-JP" sz="1200" err="1">
                <a:solidFill>
                  <a:prstClr val="black"/>
                </a:solidFill>
              </a:rPr>
              <a:t>model.addAttribute</a:t>
            </a:r>
            <a:r>
              <a:rPr lang="en-US" altLang="ja-JP" sz="1200">
                <a:solidFill>
                  <a:prstClr val="black"/>
                </a:solidFill>
              </a:rPr>
              <a:t>("products", products);</a:t>
            </a:r>
          </a:p>
          <a:p>
            <a:pPr lvl="0">
              <a:defRPr/>
            </a:pPr>
            <a:r>
              <a:rPr lang="en-US" altLang="ja-JP" sz="1200">
                <a:solidFill>
                  <a:prstClr val="black"/>
                </a:solidFill>
              </a:rPr>
              <a:t>        </a:t>
            </a:r>
            <a:r>
              <a:rPr lang="en-US" altLang="ja-JP" sz="1200" err="1">
                <a:solidFill>
                  <a:prstClr val="black"/>
                </a:solidFill>
              </a:rPr>
              <a:t>model.addAttribute</a:t>
            </a:r>
            <a:r>
              <a:rPr lang="en-US" altLang="ja-JP" sz="1200">
                <a:solidFill>
                  <a:prstClr val="black"/>
                </a:solidFill>
              </a:rPr>
              <a:t>("</a:t>
            </a:r>
            <a:r>
              <a:rPr lang="en-US" altLang="ja-JP" sz="1200" err="1">
                <a:solidFill>
                  <a:prstClr val="black"/>
                </a:solidFill>
              </a:rPr>
              <a:t>addCartItemForm</a:t>
            </a:r>
            <a:r>
              <a:rPr lang="en-US" altLang="ja-JP" sz="1200">
                <a:solidFill>
                  <a:prstClr val="black"/>
                </a:solidFill>
              </a:rPr>
              <a:t>", new </a:t>
            </a:r>
            <a:r>
              <a:rPr lang="en-US" altLang="ja-JP" sz="1200" err="1">
                <a:solidFill>
                  <a:prstClr val="black"/>
                </a:solidFill>
              </a:rPr>
              <a:t>AddCartItemForm</a:t>
            </a:r>
            <a:r>
              <a:rPr lang="en-US" altLang="ja-JP" sz="1200">
                <a:solidFill>
                  <a:prstClr val="black"/>
                </a:solidFill>
              </a:rPr>
              <a:t>());</a:t>
            </a:r>
          </a:p>
          <a:p>
            <a:pPr lvl="0">
              <a:defRPr/>
            </a:pPr>
            <a:r>
              <a:rPr lang="en-US" altLang="ja-JP" sz="1200">
                <a:solidFill>
                  <a:prstClr val="black"/>
                </a:solidFill>
              </a:rPr>
              <a:t>        return "products";</a:t>
            </a:r>
          </a:p>
          <a:p>
            <a:pPr lvl="0">
              <a:defRPr/>
            </a:pPr>
            <a:r>
              <a:rPr lang="en-US" altLang="ja-JP" sz="1200">
                <a:solidFill>
                  <a:prstClr val="black"/>
                </a:solidFill>
              </a:rPr>
              <a:t>    }</a:t>
            </a:r>
          </a:p>
          <a:p>
            <a:pPr lvl="0">
              <a:defRPr/>
            </a:pPr>
            <a:endParaRPr lang="en-US" altLang="ja-JP" sz="1200">
              <a:solidFill>
                <a:prstClr val="black"/>
              </a:solidFill>
            </a:endParaRPr>
          </a:p>
          <a:p>
            <a:pPr lvl="0">
              <a:defRPr/>
            </a:pPr>
            <a:r>
              <a:rPr lang="en-US" altLang="ja-JP" sz="1200">
                <a:solidFill>
                  <a:prstClr val="black"/>
                </a:solidFill>
              </a:rPr>
              <a:t>    </a:t>
            </a:r>
            <a:r>
              <a:rPr lang="en-US" altLang="ja-JP" sz="1200" b="1">
                <a:solidFill>
                  <a:prstClr val="black"/>
                </a:solidFill>
              </a:rPr>
              <a:t>@GetMapping</a:t>
            </a:r>
            <a:r>
              <a:rPr lang="en-US" altLang="ja-JP" sz="1200">
                <a:solidFill>
                  <a:prstClr val="black"/>
                </a:solidFill>
              </a:rPr>
              <a:t>("/{productId}")</a:t>
            </a:r>
          </a:p>
          <a:p>
            <a:pPr lvl="0">
              <a:defRPr/>
            </a:pPr>
            <a:r>
              <a:rPr lang="ja-JP" altLang="en-US" sz="1200">
                <a:solidFill>
                  <a:prstClr val="black"/>
                </a:solidFill>
              </a:rPr>
              <a:t>　　</a:t>
            </a:r>
            <a:r>
              <a:rPr lang="en-US" altLang="ja-JP" sz="1200">
                <a:solidFill>
                  <a:prstClr val="black"/>
                </a:solidFill>
              </a:rPr>
              <a:t>//&lt;</a:t>
            </a:r>
            <a:r>
              <a:rPr lang="ja-JP" altLang="en-US" sz="1200">
                <a:solidFill>
                  <a:prstClr val="black"/>
                </a:solidFill>
              </a:rPr>
              <a:t>中略：商品</a:t>
            </a:r>
            <a:r>
              <a:rPr lang="en-US" altLang="ja-JP" sz="1200">
                <a:solidFill>
                  <a:prstClr val="black"/>
                </a:solidFill>
              </a:rPr>
              <a:t>ID</a:t>
            </a:r>
            <a:r>
              <a:rPr lang="ja-JP" altLang="en-US" sz="1200">
                <a:solidFill>
                  <a:prstClr val="black"/>
                </a:solidFill>
              </a:rPr>
              <a:t>を受け取り、</a:t>
            </a:r>
            <a:r>
              <a:rPr lang="en-US" altLang="ja-JP" sz="1200">
                <a:solidFill>
                  <a:prstClr val="black"/>
                </a:solidFill>
              </a:rPr>
              <a:t>Service</a:t>
            </a:r>
            <a:r>
              <a:rPr lang="ja-JP" altLang="en-US" sz="1200">
                <a:solidFill>
                  <a:prstClr val="black"/>
                </a:solidFill>
              </a:rPr>
              <a:t>を呼び出して商品詳細を取得</a:t>
            </a:r>
            <a:r>
              <a:rPr lang="en-US" altLang="ja-JP" sz="1200">
                <a:solidFill>
                  <a:prstClr val="black"/>
                </a:solidFill>
              </a:rPr>
              <a:t>&gt;</a:t>
            </a:r>
          </a:p>
          <a:p>
            <a:pPr>
              <a:defRPr/>
            </a:pPr>
            <a:r>
              <a:rPr lang="ja-JP" altLang="en-US" sz="1200">
                <a:solidFill>
                  <a:prstClr val="black"/>
                </a:solidFill>
              </a:rPr>
              <a:t>　　</a:t>
            </a:r>
            <a:r>
              <a:rPr lang="en-US" altLang="ja-JP" sz="1200">
                <a:solidFill>
                  <a:prstClr val="black"/>
                </a:solidFill>
              </a:rPr>
              <a:t>//&lt;</a:t>
            </a:r>
            <a:r>
              <a:rPr lang="ja-JP" altLang="en-US" sz="1200">
                <a:solidFill>
                  <a:prstClr val="black"/>
                </a:solidFill>
              </a:rPr>
              <a:t>中略：</a:t>
            </a:r>
            <a:r>
              <a:rPr lang="en-US" altLang="ja-JP" sz="1200">
                <a:solidFill>
                  <a:prstClr val="black"/>
                </a:solidFill>
              </a:rPr>
              <a:t>Model</a:t>
            </a:r>
            <a:r>
              <a:rPr lang="ja-JP" altLang="en-US" sz="1200">
                <a:solidFill>
                  <a:prstClr val="black"/>
                </a:solidFill>
              </a:rPr>
              <a:t>に商品情報と</a:t>
            </a:r>
            <a:r>
              <a:rPr lang="en-US" altLang="ja-JP" sz="1200">
                <a:solidFill>
                  <a:prstClr val="black"/>
                </a:solidFill>
              </a:rPr>
              <a:t>Form</a:t>
            </a:r>
            <a:r>
              <a:rPr lang="ja-JP" altLang="en-US" sz="1200">
                <a:solidFill>
                  <a:prstClr val="black"/>
                </a:solidFill>
              </a:rPr>
              <a:t>を設定</a:t>
            </a:r>
            <a:r>
              <a:rPr lang="en-US" altLang="ja-JP" sz="1200">
                <a:solidFill>
                  <a:prstClr val="black"/>
                </a:solidFill>
              </a:rPr>
              <a:t>&gt;</a:t>
            </a:r>
          </a:p>
          <a:p>
            <a:pPr>
              <a:defRPr/>
            </a:pPr>
            <a:r>
              <a:rPr lang="ja-JP" altLang="en-US" sz="1200">
                <a:solidFill>
                  <a:prstClr val="black"/>
                </a:solidFill>
              </a:rPr>
              <a:t>　　</a:t>
            </a:r>
            <a:r>
              <a:rPr lang="en-US" altLang="ja-JP" sz="1200">
                <a:solidFill>
                  <a:prstClr val="black"/>
                </a:solidFill>
              </a:rPr>
              <a:t>//&lt;</a:t>
            </a:r>
            <a:r>
              <a:rPr lang="ja-JP" altLang="en-US" sz="1200">
                <a:solidFill>
                  <a:prstClr val="black"/>
                </a:solidFill>
              </a:rPr>
              <a:t>中略：</a:t>
            </a:r>
            <a:r>
              <a:rPr lang="ja-JP" altLang="en-US" sz="1200"/>
              <a:t>商品詳細画面 </a:t>
            </a:r>
            <a:r>
              <a:rPr lang="en-US" altLang="ja-JP" sz="1200"/>
              <a:t>product-detail </a:t>
            </a:r>
            <a:r>
              <a:rPr lang="ja-JP" altLang="en-US" sz="1200"/>
              <a:t>を表示</a:t>
            </a:r>
            <a:r>
              <a:rPr lang="en-US" altLang="ja-JP" sz="1200">
                <a:solidFill>
                  <a:prstClr val="black"/>
                </a:solidFill>
              </a:rPr>
              <a:t>&gt;</a:t>
            </a:r>
          </a:p>
          <a:p>
            <a:pPr lvl="0">
              <a:defRPr/>
            </a:pPr>
            <a:r>
              <a:rPr lang="en-US" altLang="ja-JP" sz="1200">
                <a:solidFill>
                  <a:prstClr val="black"/>
                </a:solidFill>
              </a:rPr>
              <a:t>}</a:t>
            </a:r>
            <a:endPar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7" name="テキスト プレースホルダー 2">
            <a:extLst>
              <a:ext uri="{FF2B5EF4-FFF2-40B4-BE49-F238E27FC236}">
                <a16:creationId xmlns:a16="http://schemas.microsoft.com/office/drawing/2014/main" id="{518F8245-0BA7-5F0A-F7D0-16BD92815869}"/>
              </a:ext>
            </a:extLst>
          </p:cNvPr>
          <p:cNvSpPr>
            <a:spLocks noGrp="1"/>
          </p:cNvSpPr>
          <p:nvPr/>
        </p:nvSpPr>
        <p:spPr>
          <a:xfrm>
            <a:off x="6275388" y="1376362"/>
            <a:ext cx="5543412" cy="4860925"/>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sz="1600" b="1"/>
              <a:t>@Controller</a:t>
            </a:r>
          </a:p>
          <a:p>
            <a:r>
              <a:rPr lang="ja-JP" altLang="en-US" sz="1600"/>
              <a:t>　　このクラスが</a:t>
            </a:r>
            <a:r>
              <a:rPr lang="en-US" altLang="ja-JP" sz="1600"/>
              <a:t>Controller</a:t>
            </a:r>
            <a:r>
              <a:rPr lang="ja-JP" altLang="en-US" sz="1600"/>
              <a:t>層のクラスであることを示すアノテーション</a:t>
            </a:r>
            <a:br>
              <a:rPr lang="en-US" altLang="ja-JP" sz="1600"/>
            </a:br>
            <a:endParaRPr lang="en-US" altLang="ja-JP" sz="1600"/>
          </a:p>
          <a:p>
            <a:r>
              <a:rPr kumimoji="1" lang="en-US" altLang="ja-JP" sz="1600" b="1"/>
              <a:t>@RequestMapping</a:t>
            </a:r>
          </a:p>
          <a:p>
            <a:r>
              <a:rPr lang="ja-JP" altLang="en-US" sz="1600"/>
              <a:t>　　どの</a:t>
            </a:r>
            <a:r>
              <a:rPr lang="en-US" altLang="ja-JP" sz="1600"/>
              <a:t>URL</a:t>
            </a:r>
            <a:r>
              <a:rPr lang="ja-JP" altLang="en-US" sz="1600"/>
              <a:t>が呼ばれたらこのクラスを動かすかを指定するための</a:t>
            </a:r>
            <a:br>
              <a:rPr lang="en-US" altLang="ja-JP" sz="1600"/>
            </a:br>
            <a:r>
              <a:rPr lang="ja-JP" altLang="en-US" sz="1600"/>
              <a:t>　　アノテーション</a:t>
            </a:r>
            <a:br>
              <a:rPr lang="en-US" altLang="ja-JP" sz="1600"/>
            </a:br>
            <a:r>
              <a:rPr lang="ja-JP" altLang="en-US" sz="1600"/>
              <a:t>　　</a:t>
            </a:r>
            <a:r>
              <a:rPr lang="en-US" altLang="ja-JP" sz="1600"/>
              <a:t>※</a:t>
            </a:r>
            <a:r>
              <a:rPr lang="ja-JP" altLang="en-US" sz="1600"/>
              <a:t>これを使わずに後述の</a:t>
            </a:r>
            <a:r>
              <a:rPr lang="en-US" altLang="ja-JP" sz="1600" err="1"/>
              <a:t>GetMapping</a:t>
            </a:r>
            <a:r>
              <a:rPr lang="ja-JP" altLang="en-US" sz="1600"/>
              <a:t>や</a:t>
            </a:r>
            <a:r>
              <a:rPr lang="en-US" altLang="ja-JP" sz="1600" err="1"/>
              <a:t>PostMapping</a:t>
            </a:r>
            <a:r>
              <a:rPr lang="ja-JP" altLang="en-US" sz="1600"/>
              <a:t>のみ</a:t>
            </a:r>
            <a:br>
              <a:rPr lang="en-US" altLang="ja-JP" sz="1600"/>
            </a:br>
            <a:r>
              <a:rPr lang="ja-JP" altLang="en-US" sz="1600"/>
              <a:t>　　　 でも実装可能</a:t>
            </a:r>
            <a:br>
              <a:rPr lang="en-US" altLang="ja-JP" sz="1600"/>
            </a:br>
            <a:endParaRPr kumimoji="1" lang="en-US" altLang="ja-JP" sz="1600"/>
          </a:p>
          <a:p>
            <a:r>
              <a:rPr kumimoji="1" lang="en-US" altLang="ja-JP" sz="1600" b="1"/>
              <a:t>@Autowired</a:t>
            </a:r>
          </a:p>
          <a:p>
            <a:r>
              <a:rPr lang="ja-JP" altLang="en-US" sz="1600"/>
              <a:t>　　このクラスが利用する他のクラスへの参照を指定するための</a:t>
            </a:r>
            <a:br>
              <a:rPr lang="en-US" altLang="ja-JP" sz="1600"/>
            </a:br>
            <a:r>
              <a:rPr lang="ja-JP" altLang="en-US" sz="1600"/>
              <a:t>　　アノテーション</a:t>
            </a:r>
            <a:br>
              <a:rPr lang="en-US" altLang="ja-JP" sz="1600"/>
            </a:br>
            <a:endParaRPr lang="en-US" altLang="ja-JP" sz="1600"/>
          </a:p>
          <a:p>
            <a:r>
              <a:rPr kumimoji="1" lang="en-US" altLang="ja-JP" sz="1600" b="1"/>
              <a:t>@GetMapping or @PostMapping</a:t>
            </a:r>
          </a:p>
          <a:p>
            <a:r>
              <a:rPr lang="ja-JP" altLang="en-US" sz="1600"/>
              <a:t>　　</a:t>
            </a:r>
            <a:r>
              <a:rPr lang="en-US" altLang="ja-JP" sz="1600"/>
              <a:t>GET or POST(HTTP</a:t>
            </a:r>
            <a:r>
              <a:rPr lang="ja-JP" altLang="en-US" sz="1600"/>
              <a:t>のメソッド</a:t>
            </a:r>
            <a:r>
              <a:rPr lang="en-US" altLang="ja-JP" sz="1600"/>
              <a:t>)</a:t>
            </a:r>
            <a:r>
              <a:rPr lang="ja-JP" altLang="en-US" sz="1600"/>
              <a:t>が呼ばれたときに</a:t>
            </a:r>
            <a:br>
              <a:rPr lang="en-US" altLang="ja-JP" sz="1600"/>
            </a:br>
            <a:r>
              <a:rPr lang="en-US" altLang="ja-JP" sz="1600"/>
              <a:t>    </a:t>
            </a:r>
            <a:r>
              <a:rPr lang="ja-JP" altLang="en-US" sz="1600"/>
              <a:t>このメソッドを起動することを示すアノテーション</a:t>
            </a:r>
            <a:endParaRPr lang="en-US" altLang="ja-JP" sz="1600"/>
          </a:p>
        </p:txBody>
      </p:sp>
      <p:pic>
        <p:nvPicPr>
          <p:cNvPr id="33" name="図 32">
            <a:extLst>
              <a:ext uri="{FF2B5EF4-FFF2-40B4-BE49-F238E27FC236}">
                <a16:creationId xmlns:a16="http://schemas.microsoft.com/office/drawing/2014/main" id="{DC9CB379-5FD4-63ED-603C-DFF31C1B1BAE}"/>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4" name="正方形/長方形 33">
            <a:extLst>
              <a:ext uri="{FF2B5EF4-FFF2-40B4-BE49-F238E27FC236}">
                <a16:creationId xmlns:a16="http://schemas.microsoft.com/office/drawing/2014/main" id="{683D9EE5-849A-1112-91E2-EEF8EEF38979}"/>
              </a:ext>
            </a:extLst>
          </p:cNvPr>
          <p:cNvSpPr/>
          <p:nvPr/>
        </p:nvSpPr>
        <p:spPr>
          <a:xfrm>
            <a:off x="10058400" y="169978"/>
            <a:ext cx="581891" cy="689004"/>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5730413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E712C-E872-55C4-B202-DB7218328B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8BA4F3-62BD-8E44-AE46-FD973B23328F}"/>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 </a:t>
            </a:r>
            <a:r>
              <a:rPr lang="en-US" altLang="ja-JP" err="1">
                <a:solidFill>
                  <a:schemeClr val="accent2"/>
                </a:solidFill>
              </a:rPr>
              <a:t>Thymeleaf</a:t>
            </a:r>
            <a:r>
              <a:rPr lang="ja-JP" altLang="en-US">
                <a:solidFill>
                  <a:schemeClr val="accent2"/>
                </a:solidFill>
              </a:rPr>
              <a:t>テンプレートの例（抜粋）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0EF12319-468F-4354-A993-8CF4F14C6792}"/>
              </a:ext>
            </a:extLst>
          </p:cNvPr>
          <p:cNvSpPr>
            <a:spLocks noGrp="1"/>
          </p:cNvSpPr>
          <p:nvPr>
            <p:ph sz="quarter" idx="10"/>
          </p:nvPr>
        </p:nvSpPr>
        <p:spPr>
          <a:xfrm>
            <a:off x="390844" y="1052513"/>
            <a:ext cx="5705156" cy="5184775"/>
          </a:xfrm>
          <a:solidFill>
            <a:schemeClr val="bg1">
              <a:lumMod val="95000"/>
            </a:schemeClr>
          </a:solidFill>
        </p:spPr>
        <p:txBody>
          <a:bodyPr/>
          <a:lstStyle/>
          <a:p>
            <a:r>
              <a:rPr lang="en-US" altLang="ja-JP" sz="1200"/>
              <a:t>&lt;!DOCTYPE html&gt;</a:t>
            </a:r>
          </a:p>
          <a:p>
            <a:r>
              <a:rPr lang="en-US" altLang="ja-JP" sz="1200"/>
              <a:t>&lt;html </a:t>
            </a:r>
            <a:r>
              <a:rPr lang="en-US" altLang="ja-JP" sz="1200" err="1"/>
              <a:t>xmlns:th</a:t>
            </a:r>
            <a:r>
              <a:rPr lang="en-US" altLang="ja-JP" sz="1200"/>
              <a:t>="http://www.thymeleaf.org"&gt;</a:t>
            </a:r>
          </a:p>
          <a:p>
            <a:r>
              <a:rPr lang="en-US" altLang="ja-JP" sz="1200"/>
              <a:t>&lt;head&gt;</a:t>
            </a:r>
          </a:p>
          <a:p>
            <a:r>
              <a:rPr lang="en-US" altLang="ja-JP" sz="1200"/>
              <a:t>  &lt;meta charset="UTF-8"&gt;</a:t>
            </a:r>
          </a:p>
          <a:p>
            <a:r>
              <a:rPr lang="en-US" altLang="ja-JP" sz="1200"/>
              <a:t>  &lt;title&gt;</a:t>
            </a:r>
            <a:r>
              <a:rPr lang="ja-JP" altLang="en-US" sz="1200"/>
              <a:t>商品一覧</a:t>
            </a:r>
            <a:r>
              <a:rPr lang="en-US" altLang="ja-JP" sz="1200"/>
              <a:t>&lt;/title&gt;</a:t>
            </a:r>
          </a:p>
          <a:p>
            <a:r>
              <a:rPr lang="en-US" altLang="ja-JP" sz="1200"/>
              <a:t>&lt;/head&gt;</a:t>
            </a:r>
          </a:p>
          <a:p>
            <a:r>
              <a:rPr lang="en-US" altLang="ja-JP" sz="1200"/>
              <a:t>&lt;body&gt;</a:t>
            </a:r>
          </a:p>
          <a:p>
            <a:r>
              <a:rPr lang="en-US" altLang="ja-JP" sz="1200"/>
              <a:t>&lt;header class="navbar"&gt;</a:t>
            </a:r>
          </a:p>
          <a:p>
            <a:r>
              <a:rPr lang="ja-JP" altLang="en-US" sz="1200"/>
              <a:t>  </a:t>
            </a:r>
            <a:r>
              <a:rPr lang="en-US" altLang="ja-JP" sz="1200"/>
              <a:t>&lt;div class="container"&gt;</a:t>
            </a:r>
          </a:p>
          <a:p>
            <a:r>
              <a:rPr lang="en-US" altLang="ja-JP" sz="1200"/>
              <a:t>    &lt;a class="logo" </a:t>
            </a:r>
            <a:r>
              <a:rPr lang="en-US" altLang="ja-JP" sz="1200" b="1" err="1"/>
              <a:t>th:href</a:t>
            </a:r>
            <a:r>
              <a:rPr lang="en-US" altLang="ja-JP" sz="1200" b="1"/>
              <a:t>="@{/products}"</a:t>
            </a:r>
            <a:r>
              <a:rPr lang="en-US" altLang="ja-JP" sz="1200"/>
              <a:t>&gt;EC Webapp&lt;/a&gt;</a:t>
            </a:r>
          </a:p>
          <a:p>
            <a:r>
              <a:rPr lang="en-US" altLang="ja-JP" sz="1200"/>
              <a:t>    &lt;ul class="nav-links"&gt;</a:t>
            </a:r>
          </a:p>
          <a:p>
            <a:r>
              <a:rPr lang="en-US" altLang="ja-JP" sz="1200"/>
              <a:t>      &lt;li&gt;&lt;a class="active" </a:t>
            </a:r>
            <a:r>
              <a:rPr lang="en-US" altLang="ja-JP" sz="1200" b="1" err="1"/>
              <a:t>th:href</a:t>
            </a:r>
            <a:r>
              <a:rPr lang="en-US" altLang="ja-JP" sz="1200" b="1"/>
              <a:t>="@{/products}"</a:t>
            </a:r>
            <a:r>
              <a:rPr lang="en-US" altLang="ja-JP" sz="1200"/>
              <a:t>&gt;</a:t>
            </a:r>
            <a:r>
              <a:rPr lang="ja-JP" altLang="en-US" sz="1200"/>
              <a:t>商品一覧</a:t>
            </a:r>
            <a:r>
              <a:rPr lang="en-US" altLang="ja-JP" sz="1200"/>
              <a:t>&lt;/a&gt;&lt;/li&gt;</a:t>
            </a:r>
          </a:p>
          <a:p>
            <a:r>
              <a:rPr lang="en-US" altLang="ja-JP" sz="1200"/>
              <a:t>      &lt;li&gt;&lt;a </a:t>
            </a:r>
            <a:r>
              <a:rPr lang="en-US" altLang="ja-JP" sz="1200" b="1" err="1"/>
              <a:t>th:href</a:t>
            </a:r>
            <a:r>
              <a:rPr lang="en-US" altLang="ja-JP" sz="1200" b="1"/>
              <a:t>="@{/cart}"</a:t>
            </a:r>
            <a:r>
              <a:rPr lang="en-US" altLang="ja-JP" sz="1200"/>
              <a:t>&gt;</a:t>
            </a:r>
            <a:r>
              <a:rPr lang="ja-JP" altLang="en-US" sz="1200"/>
              <a:t>カートを見る</a:t>
            </a:r>
            <a:r>
              <a:rPr lang="en-US" altLang="ja-JP" sz="1200"/>
              <a:t>&lt;/a&gt;&lt;/li&gt;</a:t>
            </a:r>
          </a:p>
          <a:p>
            <a:r>
              <a:rPr lang="en-US" altLang="ja-JP" sz="1200"/>
              <a:t>    &lt;/ul&gt;</a:t>
            </a:r>
          </a:p>
          <a:p>
            <a:r>
              <a:rPr lang="en-US" altLang="ja-JP" sz="1200"/>
              <a:t>  &lt;/div&gt;</a:t>
            </a:r>
          </a:p>
          <a:p>
            <a:r>
              <a:rPr lang="en-US" altLang="ja-JP" sz="1200"/>
              <a:t>&lt;/header&gt;</a:t>
            </a:r>
          </a:p>
          <a:p>
            <a:endParaRPr lang="en-US" altLang="ja-JP" sz="1200"/>
          </a:p>
          <a:p>
            <a:r>
              <a:rPr lang="en-US" altLang="ja-JP" sz="1200"/>
              <a:t>  ~</a:t>
            </a:r>
            <a:r>
              <a:rPr lang="ja-JP" altLang="en-US" sz="1200"/>
              <a:t>中略</a:t>
            </a:r>
            <a:r>
              <a:rPr lang="en-US" altLang="ja-JP" sz="1200"/>
              <a:t>~</a:t>
            </a:r>
          </a:p>
          <a:p>
            <a:endParaRPr lang="en-US" altLang="ja-JP" sz="1200"/>
          </a:p>
          <a:p>
            <a:r>
              <a:rPr lang="en-US" altLang="ja-JP" sz="1200"/>
              <a:t>&lt;/body&gt;</a:t>
            </a:r>
          </a:p>
          <a:p>
            <a:r>
              <a:rPr lang="en-US" altLang="ja-JP" sz="1200"/>
              <a:t>&lt;/html&gt;</a:t>
            </a:r>
          </a:p>
        </p:txBody>
      </p:sp>
      <p:sp>
        <p:nvSpPr>
          <p:cNvPr id="32" name="テキスト プレースホルダー 2">
            <a:extLst>
              <a:ext uri="{FF2B5EF4-FFF2-40B4-BE49-F238E27FC236}">
                <a16:creationId xmlns:a16="http://schemas.microsoft.com/office/drawing/2014/main" id="{1A758786-9761-F119-952F-49FBB1A71AE1}"/>
              </a:ext>
            </a:extLst>
          </p:cNvPr>
          <p:cNvSpPr>
            <a:spLocks noGrp="1"/>
          </p:cNvSpPr>
          <p:nvPr/>
        </p:nvSpPr>
        <p:spPr>
          <a:xfrm>
            <a:off x="6275388" y="1376363"/>
            <a:ext cx="5543412" cy="2052638"/>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kumimoji="1" lang="en-US" altLang="ja-JP" sz="1600" b="1" err="1"/>
              <a:t>th</a:t>
            </a:r>
            <a:r>
              <a:rPr lang="en-US" altLang="ja-JP" sz="1600" b="1" err="1"/>
              <a:t>:XXX</a:t>
            </a:r>
            <a:endParaRPr kumimoji="1" lang="en-US" altLang="ja-JP" sz="1600" b="1"/>
          </a:p>
          <a:p>
            <a:r>
              <a:rPr lang="ja-JP" altLang="en-US" sz="1600"/>
              <a:t>　　</a:t>
            </a:r>
            <a:r>
              <a:rPr lang="en-US" altLang="ja-JP" sz="1600"/>
              <a:t>HTML</a:t>
            </a:r>
            <a:r>
              <a:rPr lang="ja-JP" altLang="en-US" sz="1600"/>
              <a:t>内に</a:t>
            </a:r>
            <a:r>
              <a:rPr lang="en-US" altLang="ja-JP" sz="1600" err="1"/>
              <a:t>Thymeleaf</a:t>
            </a:r>
            <a:r>
              <a:rPr lang="ja-JP" altLang="en-US" sz="1600"/>
              <a:t>の処理を埋め込むための属性</a:t>
            </a:r>
            <a:br>
              <a:rPr lang="en-US" altLang="ja-JP" sz="1600"/>
            </a:br>
            <a:endParaRPr lang="en-US" altLang="ja-JP" sz="1600"/>
          </a:p>
          <a:p>
            <a:r>
              <a:rPr kumimoji="1" lang="en-US" altLang="ja-JP" sz="1600" b="1"/>
              <a:t>@{xxx}</a:t>
            </a:r>
          </a:p>
          <a:p>
            <a:r>
              <a:rPr lang="ja-JP" altLang="en-US" sz="1600"/>
              <a:t>　　遷移先を埋め込んだり、値を埋め込んだり、さまざま機能がある</a:t>
            </a:r>
            <a:br>
              <a:rPr lang="en-US" altLang="ja-JP" sz="1600"/>
            </a:br>
            <a:endParaRPr kumimoji="1" lang="en-US" altLang="ja-JP" sz="1600"/>
          </a:p>
        </p:txBody>
      </p:sp>
      <p:pic>
        <p:nvPicPr>
          <p:cNvPr id="33" name="図 32">
            <a:extLst>
              <a:ext uri="{FF2B5EF4-FFF2-40B4-BE49-F238E27FC236}">
                <a16:creationId xmlns:a16="http://schemas.microsoft.com/office/drawing/2014/main" id="{212BF67D-D7B2-A475-ACA5-B5DDE57AE73F}"/>
              </a:ext>
            </a:extLst>
          </p:cNvPr>
          <p:cNvPicPr>
            <a:picLocks noChangeAspect="1"/>
          </p:cNvPicPr>
          <p:nvPr/>
        </p:nvPicPr>
        <p:blipFill>
          <a:blip r:embed="rId3"/>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4" name="正方形/長方形 33">
            <a:extLst>
              <a:ext uri="{FF2B5EF4-FFF2-40B4-BE49-F238E27FC236}">
                <a16:creationId xmlns:a16="http://schemas.microsoft.com/office/drawing/2014/main" id="{1668E94A-E06D-82C1-6754-45F0B98F87C7}"/>
              </a:ext>
            </a:extLst>
          </p:cNvPr>
          <p:cNvSpPr/>
          <p:nvPr/>
        </p:nvSpPr>
        <p:spPr>
          <a:xfrm>
            <a:off x="9675581" y="462982"/>
            <a:ext cx="484420" cy="39600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Tree>
    <p:extLst>
      <p:ext uri="{BB962C8B-B14F-4D97-AF65-F5344CB8AC3E}">
        <p14:creationId xmlns:p14="http://schemas.microsoft.com/office/powerpoint/2010/main" val="31706590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91C0-F10E-E58F-AC94-5234D449A7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328DF8-EA63-BAA6-7C6F-871B1CA6CAA1}"/>
              </a:ext>
            </a:extLst>
          </p:cNvPr>
          <p:cNvSpPr>
            <a:spLocks noGrp="1"/>
          </p:cNvSpPr>
          <p:nvPr>
            <p:ph type="title"/>
          </p:nvPr>
        </p:nvSpPr>
        <p:spPr/>
        <p:txBody>
          <a:bodyPr/>
          <a:lstStyle/>
          <a:p>
            <a:r>
              <a:rPr lang="en-US" altLang="ja-JP">
                <a:solidFill>
                  <a:schemeClr val="accent2"/>
                </a:solidFill>
              </a:rPr>
              <a:t>[</a:t>
            </a:r>
            <a:r>
              <a:rPr lang="ja-JP" altLang="en-US">
                <a:solidFill>
                  <a:schemeClr val="accent2"/>
                </a:solidFill>
              </a:rPr>
              <a:t>解説</a:t>
            </a:r>
            <a:r>
              <a:rPr lang="en-US" altLang="ja-JP">
                <a:solidFill>
                  <a:schemeClr val="accent2"/>
                </a:solidFill>
              </a:rPr>
              <a:t>] Form</a:t>
            </a:r>
            <a:r>
              <a:rPr lang="ja-JP" altLang="en-US">
                <a:solidFill>
                  <a:schemeClr val="accent2"/>
                </a:solidFill>
              </a:rPr>
              <a:t>クラスの例（抜粋）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BBBAC1FD-F40A-C974-EA81-D179606875FD}"/>
              </a:ext>
            </a:extLst>
          </p:cNvPr>
          <p:cNvSpPr>
            <a:spLocks noGrp="1"/>
          </p:cNvSpPr>
          <p:nvPr>
            <p:ph sz="quarter" idx="10"/>
          </p:nvPr>
        </p:nvSpPr>
        <p:spPr>
          <a:xfrm>
            <a:off x="370800" y="1052512"/>
            <a:ext cx="5725200" cy="4803343"/>
          </a:xfrm>
          <a:solidFill>
            <a:schemeClr val="bg1">
              <a:lumMod val="95000"/>
            </a:schemeClr>
          </a:solidFill>
        </p:spPr>
        <p:txBody>
          <a:bodyPr/>
          <a:lstStyle/>
          <a:p>
            <a:r>
              <a:rPr lang="en-US" altLang="ja-JP" sz="1400" b="1"/>
              <a:t>@Data</a:t>
            </a:r>
          </a:p>
          <a:p>
            <a:r>
              <a:rPr lang="en-US" altLang="ja-JP" sz="1400"/>
              <a:t>public class </a:t>
            </a:r>
            <a:r>
              <a:rPr lang="en-US" altLang="ja-JP" sz="1400" err="1"/>
              <a:t>CartItemForm</a:t>
            </a:r>
            <a:r>
              <a:rPr lang="en-US" altLang="ja-JP" sz="1400"/>
              <a:t> {</a:t>
            </a:r>
          </a:p>
          <a:p>
            <a:endParaRPr lang="en-US" altLang="ja-JP" sz="1400"/>
          </a:p>
          <a:p>
            <a:r>
              <a:rPr lang="en-US" altLang="ja-JP" sz="1400"/>
              <a:t>    </a:t>
            </a:r>
            <a:r>
              <a:rPr lang="en-US" altLang="ja-JP" sz="1400" b="1"/>
              <a:t>@NotNull</a:t>
            </a:r>
          </a:p>
          <a:p>
            <a:r>
              <a:rPr lang="en-US" altLang="ja-JP" sz="1400"/>
              <a:t>    </a:t>
            </a:r>
            <a:r>
              <a:rPr lang="en-US" altLang="ja-JP" sz="1400" b="1"/>
              <a:t>@Min</a:t>
            </a:r>
            <a:r>
              <a:rPr lang="en-US" altLang="ja-JP" sz="1400"/>
              <a:t>(1)</a:t>
            </a:r>
          </a:p>
          <a:p>
            <a:r>
              <a:rPr lang="en-US" altLang="ja-JP" sz="1400"/>
              <a:t>    private Integer </a:t>
            </a:r>
            <a:r>
              <a:rPr lang="en-US" altLang="ja-JP" sz="1400" err="1"/>
              <a:t>productId</a:t>
            </a:r>
            <a:r>
              <a:rPr lang="en-US" altLang="ja-JP" sz="1400"/>
              <a:t>;</a:t>
            </a:r>
          </a:p>
          <a:p>
            <a:endParaRPr lang="en-US" altLang="ja-JP" sz="1400"/>
          </a:p>
          <a:p>
            <a:r>
              <a:rPr lang="en-US" altLang="ja-JP" sz="1400"/>
              <a:t>    </a:t>
            </a:r>
            <a:r>
              <a:rPr lang="en-US" altLang="ja-JP" sz="1400" b="1"/>
              <a:t>@NotNull</a:t>
            </a:r>
          </a:p>
          <a:p>
            <a:r>
              <a:rPr lang="en-US" altLang="ja-JP" sz="1400"/>
              <a:t>    </a:t>
            </a:r>
            <a:r>
              <a:rPr lang="en-US" altLang="ja-JP" sz="1400" b="1"/>
              <a:t>@Min</a:t>
            </a:r>
            <a:r>
              <a:rPr lang="en-US" altLang="ja-JP" sz="1400"/>
              <a:t>(1)</a:t>
            </a:r>
          </a:p>
          <a:p>
            <a:r>
              <a:rPr lang="en-US" altLang="ja-JP" sz="1400"/>
              <a:t>    </a:t>
            </a:r>
            <a:r>
              <a:rPr lang="en-US" altLang="ja-JP" sz="1400" b="1"/>
              <a:t>@Max</a:t>
            </a:r>
            <a:r>
              <a:rPr lang="en-US" altLang="ja-JP" sz="1400"/>
              <a:t>(99)</a:t>
            </a:r>
          </a:p>
          <a:p>
            <a:r>
              <a:rPr lang="en-US" altLang="ja-JP" sz="1400"/>
              <a:t>    private Integer quantity;</a:t>
            </a:r>
          </a:p>
          <a:p>
            <a:endParaRPr lang="en-US" altLang="ja-JP" sz="1400"/>
          </a:p>
          <a:p>
            <a:r>
              <a:rPr lang="en-US" altLang="ja-JP" sz="1400"/>
              <a:t>}</a:t>
            </a:r>
          </a:p>
        </p:txBody>
      </p:sp>
      <p:sp>
        <p:nvSpPr>
          <p:cNvPr id="4" name="テキスト プレースホルダー 2">
            <a:extLst>
              <a:ext uri="{FF2B5EF4-FFF2-40B4-BE49-F238E27FC236}">
                <a16:creationId xmlns:a16="http://schemas.microsoft.com/office/drawing/2014/main" id="{F4700462-D293-D0D3-2A0A-B335E9BBD226}"/>
              </a:ext>
            </a:extLst>
          </p:cNvPr>
          <p:cNvSpPr>
            <a:spLocks noGrp="1"/>
          </p:cNvSpPr>
          <p:nvPr/>
        </p:nvSpPr>
        <p:spPr>
          <a:xfrm>
            <a:off x="6275388" y="1341438"/>
            <a:ext cx="5534373" cy="4895850"/>
          </a:xfrm>
          <a:prstGeom prst="rect">
            <a:avLst/>
          </a:prstGeom>
          <a:ln>
            <a:solidFill>
              <a:schemeClr val="tx1"/>
            </a:solid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b="1"/>
              <a:t>@Data</a:t>
            </a:r>
          </a:p>
          <a:p>
            <a:r>
              <a:rPr lang="ja-JP" altLang="en-US" sz="1600" b="1"/>
              <a:t>　　</a:t>
            </a:r>
            <a:r>
              <a:rPr lang="ja-JP" altLang="en-US" sz="1600"/>
              <a:t>このクラスがデータを保持するためのクラスであることを示す</a:t>
            </a:r>
            <a:br>
              <a:rPr lang="en-US" altLang="ja-JP" sz="1600"/>
            </a:br>
            <a:r>
              <a:rPr lang="ja-JP" altLang="en-US" sz="1600"/>
              <a:t>　　アノテーション</a:t>
            </a:r>
            <a:r>
              <a:rPr lang="en-US" altLang="ja-JP" sz="1600"/>
              <a:t>(*1)</a:t>
            </a:r>
            <a:br>
              <a:rPr lang="en-US" altLang="ja-JP" sz="1600"/>
            </a:br>
            <a:endParaRPr lang="ja-JP" altLang="en-US" sz="1600" b="1"/>
          </a:p>
          <a:p>
            <a:r>
              <a:rPr lang="en-US" altLang="ja-JP" sz="1600" b="1"/>
              <a:t>@NotNull</a:t>
            </a:r>
          </a:p>
          <a:p>
            <a:r>
              <a:rPr lang="ja-JP" altLang="en-US" sz="1600"/>
              <a:t>　　</a:t>
            </a:r>
            <a:r>
              <a:rPr lang="en-US" altLang="ja-JP" sz="1600"/>
              <a:t>null</a:t>
            </a:r>
            <a:r>
              <a:rPr lang="ja-JP" altLang="en-US" sz="1600"/>
              <a:t>は</a:t>
            </a:r>
            <a:r>
              <a:rPr lang="en-US" altLang="ja-JP" sz="1600"/>
              <a:t>NG</a:t>
            </a:r>
            <a:r>
              <a:rPr lang="ja-JP" altLang="en-US" sz="1600"/>
              <a:t>ということを示すアノテーション</a:t>
            </a:r>
            <a:br>
              <a:rPr lang="en-US" altLang="ja-JP" sz="1600"/>
            </a:br>
            <a:r>
              <a:rPr lang="ja-JP" altLang="en-US" sz="1600"/>
              <a:t>　　</a:t>
            </a:r>
            <a:r>
              <a:rPr lang="en-US" altLang="ja-JP" sz="1600"/>
              <a:t>null</a:t>
            </a:r>
            <a:r>
              <a:rPr lang="ja-JP" altLang="en-US" sz="1600"/>
              <a:t>を代入すると入力エラーになる</a:t>
            </a:r>
            <a:endParaRPr lang="ja-JP" altLang="en-US" sz="1600" b="1"/>
          </a:p>
          <a:p>
            <a:r>
              <a:rPr lang="en-US" altLang="ja-JP" sz="1600" b="1"/>
              <a:t>@Min</a:t>
            </a:r>
          </a:p>
          <a:p>
            <a:r>
              <a:rPr lang="ja-JP" altLang="en-US" sz="1600"/>
              <a:t>　　数値の最小値を指定するためのアノテーション</a:t>
            </a:r>
            <a:br>
              <a:rPr lang="en-US" altLang="ja-JP" sz="1600"/>
            </a:br>
            <a:r>
              <a:rPr lang="ja-JP" altLang="en-US" sz="1600"/>
              <a:t>　　指定した値より小さい数値を入力すると入力エラーになる</a:t>
            </a:r>
            <a:endParaRPr lang="ja-JP" altLang="en-US" sz="1600" b="1"/>
          </a:p>
          <a:p>
            <a:r>
              <a:rPr lang="en-US" altLang="ja-JP" sz="1600" b="1"/>
              <a:t>@Max</a:t>
            </a:r>
          </a:p>
          <a:p>
            <a:r>
              <a:rPr lang="ja-JP" altLang="en-US" sz="1600"/>
              <a:t>　　数値の最大値を指定するためのアノテーション</a:t>
            </a:r>
            <a:br>
              <a:rPr lang="en-US" altLang="ja-JP" sz="1600"/>
            </a:br>
            <a:r>
              <a:rPr lang="ja-JP" altLang="en-US" sz="1600"/>
              <a:t>　　指定した値より大きい数値を入力すると入力エラーになる</a:t>
            </a:r>
            <a:endParaRPr lang="en-US" altLang="ja-JP" sz="1600"/>
          </a:p>
          <a:p>
            <a:endParaRPr lang="en-US" altLang="ja-JP" sz="1600"/>
          </a:p>
          <a:p>
            <a:r>
              <a:rPr lang="ja-JP" altLang="en-US" sz="1600"/>
              <a:t>　　</a:t>
            </a:r>
            <a:r>
              <a:rPr lang="en-US" altLang="ja-JP" sz="1600"/>
              <a:t>(*1) </a:t>
            </a:r>
            <a:r>
              <a:rPr lang="ja-JP" altLang="en-US" sz="1600"/>
              <a:t>ライブラリ</a:t>
            </a:r>
            <a:r>
              <a:rPr lang="en-US" altLang="ja-JP" sz="1600"/>
              <a:t>Lombok</a:t>
            </a:r>
            <a:r>
              <a:rPr lang="ja-JP" altLang="en-US" sz="1600"/>
              <a:t>の機能によって</a:t>
            </a:r>
            <a:br>
              <a:rPr lang="en-US" altLang="ja-JP" sz="1600"/>
            </a:br>
            <a:r>
              <a:rPr lang="ja-JP" altLang="en-US" sz="1600"/>
              <a:t>　　　</a:t>
            </a:r>
            <a:r>
              <a:rPr lang="en-US" altLang="ja-JP" sz="1600"/>
              <a:t>getter/setter/</a:t>
            </a:r>
            <a:r>
              <a:rPr lang="en-US" altLang="ja-JP" sz="1600" err="1"/>
              <a:t>toString</a:t>
            </a:r>
            <a:r>
              <a:rPr lang="en-US" altLang="ja-JP" sz="1600"/>
              <a:t>/equals/</a:t>
            </a:r>
            <a:r>
              <a:rPr lang="en-US" altLang="ja-JP" sz="1600" err="1"/>
              <a:t>hashCode</a:t>
            </a:r>
            <a:r>
              <a:rPr lang="ja-JP" altLang="en-US" sz="1600"/>
              <a:t>メソッドが</a:t>
            </a:r>
            <a:br>
              <a:rPr lang="en-US" altLang="ja-JP" sz="1600"/>
            </a:br>
            <a:r>
              <a:rPr lang="ja-JP" altLang="en-US" sz="1600"/>
              <a:t>　　　コンパイル時に自動保管される</a:t>
            </a:r>
          </a:p>
        </p:txBody>
      </p:sp>
      <p:pic>
        <p:nvPicPr>
          <p:cNvPr id="33" name="図 32">
            <a:extLst>
              <a:ext uri="{FF2B5EF4-FFF2-40B4-BE49-F238E27FC236}">
                <a16:creationId xmlns:a16="http://schemas.microsoft.com/office/drawing/2014/main" id="{241C5DAB-47A5-7A44-56DF-2FC9E6A95AF6}"/>
              </a:ext>
            </a:extLst>
          </p:cNvPr>
          <p:cNvPicPr>
            <a:picLocks noChangeAspect="1"/>
          </p:cNvPicPr>
          <p:nvPr/>
        </p:nvPicPr>
        <p:blipFill>
          <a:blip r:embed="rId2"/>
          <a:stretch>
            <a:fillRect/>
          </a:stretch>
        </p:blipFill>
        <p:spPr>
          <a:xfrm>
            <a:off x="9297789" y="169978"/>
            <a:ext cx="2522736" cy="828601"/>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4" name="正方形/長方形 33">
            <a:extLst>
              <a:ext uri="{FF2B5EF4-FFF2-40B4-BE49-F238E27FC236}">
                <a16:creationId xmlns:a16="http://schemas.microsoft.com/office/drawing/2014/main" id="{8B62ED36-B2D0-7CC9-8505-A52BEA35D1DA}"/>
              </a:ext>
            </a:extLst>
          </p:cNvPr>
          <p:cNvSpPr/>
          <p:nvPr/>
        </p:nvSpPr>
        <p:spPr>
          <a:xfrm>
            <a:off x="9735815" y="188450"/>
            <a:ext cx="363952" cy="146350"/>
          </a:xfrm>
          <a:prstGeom prst="rect">
            <a:avLst/>
          </a:prstGeom>
          <a:solidFill>
            <a:srgbClr val="C00000">
              <a:alpha val="10196"/>
            </a:srgbClr>
          </a:solidFill>
          <a:ln w="28575">
            <a:solidFill>
              <a:srgbClr val="FF0000"/>
            </a:solidFill>
            <a:prstDash val="sysDash"/>
          </a:ln>
        </p:spPr>
        <p:txBody>
          <a:bodyPr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5" name="テキスト プレースホルダー 2">
            <a:extLst>
              <a:ext uri="{FF2B5EF4-FFF2-40B4-BE49-F238E27FC236}">
                <a16:creationId xmlns:a16="http://schemas.microsoft.com/office/drawing/2014/main" id="{183AA7C0-C5BC-971A-06C8-FA4C8C71D273}"/>
              </a:ext>
            </a:extLst>
          </p:cNvPr>
          <p:cNvSpPr>
            <a:spLocks noGrp="1"/>
          </p:cNvSpPr>
          <p:nvPr/>
        </p:nvSpPr>
        <p:spPr>
          <a:xfrm>
            <a:off x="382239" y="5938982"/>
            <a:ext cx="5323379" cy="298306"/>
          </a:xfrm>
          <a:prstGeom prst="rect">
            <a:avLst/>
          </a:prstGeom>
          <a:solidFill>
            <a:schemeClr val="bg1"/>
          </a:solidFill>
          <a:ln>
            <a:noFill/>
          </a:ln>
        </p:spPr>
        <p:txBody>
          <a:bodyPr/>
          <a:lstStyle>
            <a:lvl1pPr marL="0" indent="0" algn="l" defTabSz="914400" rtl="0" eaLnBrk="1" latinLnBrk="0" hangingPunct="1">
              <a:lnSpc>
                <a:spcPct val="90000"/>
              </a:lnSpc>
              <a:spcBef>
                <a:spcPts val="1000"/>
              </a:spcBef>
              <a:buFontTx/>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a:t>※</a:t>
            </a:r>
            <a:r>
              <a:rPr lang="ja-JP" altLang="en-US" sz="1600"/>
              <a:t>入力値の送信を行う画面</a:t>
            </a:r>
            <a:r>
              <a:rPr lang="en-US" altLang="ja-JP" sz="1600"/>
              <a:t>/</a:t>
            </a:r>
            <a:r>
              <a:rPr lang="ja-JP" altLang="en-US" sz="1600"/>
              <a:t>操作で</a:t>
            </a:r>
            <a:r>
              <a:rPr lang="en-US" altLang="ja-JP" sz="1600"/>
              <a:t>Form</a:t>
            </a:r>
            <a:r>
              <a:rPr lang="ja-JP" altLang="en-US" sz="1600"/>
              <a:t>クラスが使われる</a:t>
            </a:r>
          </a:p>
        </p:txBody>
      </p:sp>
    </p:spTree>
    <p:extLst>
      <p:ext uri="{BB962C8B-B14F-4D97-AF65-F5344CB8AC3E}">
        <p14:creationId xmlns:p14="http://schemas.microsoft.com/office/powerpoint/2010/main" val="3391412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58E36-2C2C-2717-7CA0-BCB7201D1B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AE4CBA-17F6-981A-738A-3CD69EE023B9}"/>
              </a:ext>
            </a:extLst>
          </p:cNvPr>
          <p:cNvSpPr>
            <a:spLocks noGrp="1"/>
          </p:cNvSpPr>
          <p:nvPr>
            <p:ph type="title"/>
          </p:nvPr>
        </p:nvSpPr>
        <p:spPr/>
        <p:txBody>
          <a:bodyPr/>
          <a:lstStyle/>
          <a:p>
            <a:r>
              <a:rPr lang="ja-JP" altLang="en-US">
                <a:solidFill>
                  <a:schemeClr val="accent2"/>
                </a:solidFill>
              </a:rPr>
              <a:t>バイブコーディング❻ 動作を確認する</a:t>
            </a:r>
            <a:endParaRPr kumimoji="1" lang="ja-JP" altLang="en-US">
              <a:solidFill>
                <a:schemeClr val="accent2"/>
              </a:solidFill>
            </a:endParaRPr>
          </a:p>
        </p:txBody>
      </p:sp>
      <p:sp>
        <p:nvSpPr>
          <p:cNvPr id="3" name="コンテンツ プレースホルダー 2">
            <a:extLst>
              <a:ext uri="{FF2B5EF4-FFF2-40B4-BE49-F238E27FC236}">
                <a16:creationId xmlns:a16="http://schemas.microsoft.com/office/drawing/2014/main" id="{1C590319-93CB-2E6E-276A-BAC5A06047E3}"/>
              </a:ext>
            </a:extLst>
          </p:cNvPr>
          <p:cNvSpPr>
            <a:spLocks noGrp="1"/>
          </p:cNvSpPr>
          <p:nvPr>
            <p:ph sz="quarter" idx="10"/>
          </p:nvPr>
        </p:nvSpPr>
        <p:spPr>
          <a:xfrm>
            <a:off x="370800" y="1058665"/>
            <a:ext cx="11448000" cy="627452"/>
          </a:xfrm>
        </p:spPr>
        <p:txBody>
          <a:bodyPr/>
          <a:lstStyle/>
          <a:p>
            <a:r>
              <a:rPr kumimoji="1" lang="ja-JP" altLang="en-US"/>
              <a:t>以下のプロンプトを入力し、</a:t>
            </a:r>
            <a:r>
              <a:rPr lang="ja-JP" altLang="en-US"/>
              <a:t>アプリケーションを起動して画面を確認する。</a:t>
            </a:r>
            <a:endParaRPr lang="en-US" altLang="ja-JP"/>
          </a:p>
        </p:txBody>
      </p:sp>
      <p:sp>
        <p:nvSpPr>
          <p:cNvPr id="5" name="正方形/長方形 4">
            <a:extLst>
              <a:ext uri="{FF2B5EF4-FFF2-40B4-BE49-F238E27FC236}">
                <a16:creationId xmlns:a16="http://schemas.microsoft.com/office/drawing/2014/main" id="{8E4A875D-98F1-5FD4-5296-557DDA76BB65}"/>
              </a:ext>
            </a:extLst>
          </p:cNvPr>
          <p:cNvSpPr/>
          <p:nvPr/>
        </p:nvSpPr>
        <p:spPr>
          <a:xfrm>
            <a:off x="370800" y="1455308"/>
            <a:ext cx="11448000" cy="548983"/>
          </a:xfrm>
          <a:prstGeom prst="rect">
            <a:avLst/>
          </a:prstGeom>
          <a:solidFill>
            <a:srgbClr val="FFFDD1"/>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400">
                <a:solidFill>
                  <a:schemeClr val="tx1"/>
                </a:solidFill>
              </a:rPr>
              <a:t>アプリケーションを起動して、商品一覧画面が正しく動作するか確認するための手順を教えてください。</a:t>
            </a:r>
          </a:p>
          <a:p>
            <a:r>
              <a:rPr kumimoji="1" lang="ja-JP" altLang="en-US" sz="1400">
                <a:solidFill>
                  <a:schemeClr val="tx1"/>
                </a:solidFill>
              </a:rPr>
              <a:t>アプリケーションの停止方法、データベースの確認方法も教えてください。</a:t>
            </a:r>
          </a:p>
        </p:txBody>
      </p:sp>
      <p:sp>
        <p:nvSpPr>
          <p:cNvPr id="4" name="コンテンツ プレースホルダー 2">
            <a:extLst>
              <a:ext uri="{FF2B5EF4-FFF2-40B4-BE49-F238E27FC236}">
                <a16:creationId xmlns:a16="http://schemas.microsoft.com/office/drawing/2014/main" id="{78BD6DCF-EF75-5426-4288-A4556430C5E4}"/>
              </a:ext>
            </a:extLst>
          </p:cNvPr>
          <p:cNvSpPr txBox="1">
            <a:spLocks/>
          </p:cNvSpPr>
          <p:nvPr/>
        </p:nvSpPr>
        <p:spPr>
          <a:xfrm>
            <a:off x="371474" y="2549221"/>
            <a:ext cx="11448000" cy="770714"/>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または、</a:t>
            </a:r>
            <a:r>
              <a:rPr lang="ja-JP" altLang="en-US" u="sng"/>
              <a:t>「メニュー」</a:t>
            </a:r>
            <a:r>
              <a:rPr lang="en-US" altLang="ja-JP" u="sng"/>
              <a:t>-</a:t>
            </a:r>
            <a:r>
              <a:rPr lang="ja-JP" altLang="en-US" u="sng"/>
              <a:t>「ターミナル」</a:t>
            </a:r>
            <a:r>
              <a:rPr lang="en-US" altLang="ja-JP" u="sng"/>
              <a:t>-</a:t>
            </a:r>
            <a:r>
              <a:rPr lang="ja-JP" altLang="en-US" u="sng"/>
              <a:t>「新しいターミナル」を選択</a:t>
            </a:r>
            <a:r>
              <a:rPr lang="ja-JP" altLang="en-US"/>
              <a:t>して、ターミナルを表示させます。</a:t>
            </a:r>
            <a:endParaRPr lang="en-US" altLang="ja-JP"/>
          </a:p>
          <a:p>
            <a:r>
              <a:rPr lang="ja-JP" altLang="en-US"/>
              <a:t>ターミナルに、「</a:t>
            </a:r>
            <a:r>
              <a:rPr lang="en-US" altLang="ja-JP" b="1" err="1"/>
              <a:t>mvn</a:t>
            </a:r>
            <a:r>
              <a:rPr lang="en-US" altLang="ja-JP" b="1"/>
              <a:t> </a:t>
            </a:r>
            <a:r>
              <a:rPr lang="en-US" altLang="ja-JP" b="1" err="1"/>
              <a:t>spring-boot:run</a:t>
            </a:r>
            <a:r>
              <a:rPr lang="ja-JP" altLang="en-US"/>
              <a:t>」と入力して、エンターを押します。​</a:t>
            </a:r>
          </a:p>
        </p:txBody>
      </p:sp>
      <p:pic>
        <p:nvPicPr>
          <p:cNvPr id="6" name="図 5">
            <a:extLst>
              <a:ext uri="{FF2B5EF4-FFF2-40B4-BE49-F238E27FC236}">
                <a16:creationId xmlns:a16="http://schemas.microsoft.com/office/drawing/2014/main" id="{E200DCB0-9455-E15A-A2D4-34D46F010FE5}"/>
              </a:ext>
            </a:extLst>
          </p:cNvPr>
          <p:cNvPicPr>
            <a:picLocks noChangeAspect="1"/>
          </p:cNvPicPr>
          <p:nvPr/>
        </p:nvPicPr>
        <p:blipFill>
          <a:blip r:embed="rId2"/>
          <a:stretch>
            <a:fillRect/>
          </a:stretch>
        </p:blipFill>
        <p:spPr>
          <a:xfrm>
            <a:off x="457222" y="3319935"/>
            <a:ext cx="4750016" cy="1540859"/>
          </a:xfrm>
          <a:prstGeom prst="rect">
            <a:avLst/>
          </a:prstGeom>
        </p:spPr>
      </p:pic>
      <p:sp>
        <p:nvSpPr>
          <p:cNvPr id="8" name="正方形/長方形 7">
            <a:extLst>
              <a:ext uri="{FF2B5EF4-FFF2-40B4-BE49-F238E27FC236}">
                <a16:creationId xmlns:a16="http://schemas.microsoft.com/office/drawing/2014/main" id="{AA3CE75D-921B-8CF5-F2D1-63A5711EB7D1}"/>
              </a:ext>
            </a:extLst>
          </p:cNvPr>
          <p:cNvSpPr/>
          <p:nvPr/>
        </p:nvSpPr>
        <p:spPr>
          <a:xfrm>
            <a:off x="2294804" y="3319936"/>
            <a:ext cx="684066" cy="396000"/>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0" name="正方形/長方形 9">
            <a:extLst>
              <a:ext uri="{FF2B5EF4-FFF2-40B4-BE49-F238E27FC236}">
                <a16:creationId xmlns:a16="http://schemas.microsoft.com/office/drawing/2014/main" id="{D4416ADF-CA81-97F2-B99F-57D4F4FBE1BC}"/>
              </a:ext>
            </a:extLst>
          </p:cNvPr>
          <p:cNvSpPr/>
          <p:nvPr/>
        </p:nvSpPr>
        <p:spPr>
          <a:xfrm>
            <a:off x="2665117" y="4625086"/>
            <a:ext cx="1718347" cy="36000"/>
          </a:xfrm>
          <a:prstGeom prst="rect">
            <a:avLst/>
          </a:prstGeom>
          <a:noFill/>
          <a:ln w="38100">
            <a:solidFill>
              <a:srgbClr val="FF0000"/>
            </a:solidFill>
          </a:ln>
        </p:spPr>
        <p:txBody>
          <a:bodyPr rtlCol="0" anchor="ctr">
            <a:noAutofit/>
          </a:bodyPr>
          <a:lstStyle/>
          <a:p>
            <a:pPr algn="ctr">
              <a:spcAft>
                <a:spcPts val="0"/>
              </a:spcAft>
            </a:pPr>
            <a:endParaRPr kumimoji="1" lang="ja-JP" altLang="en-US" sz="4000">
              <a:solidFill>
                <a:srgbClr val="1F497D"/>
              </a:solidFill>
              <a:latin typeface="Meiryo UI" panose="020B0604030504040204" pitchFamily="50" charset="-128"/>
              <a:ea typeface="Meiryo UI" panose="020B0604030504040204" pitchFamily="50" charset="-128"/>
              <a:cs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0B4436FE-A0DE-97AE-D83A-83D143EB79A6}"/>
              </a:ext>
            </a:extLst>
          </p:cNvPr>
          <p:cNvSpPr txBox="1"/>
          <p:nvPr/>
        </p:nvSpPr>
        <p:spPr>
          <a:xfrm>
            <a:off x="371475" y="5153004"/>
            <a:ext cx="7080932" cy="646331"/>
          </a:xfrm>
          <a:prstGeom prst="rect">
            <a:avLst/>
          </a:prstGeom>
          <a:noFill/>
        </p:spPr>
        <p:txBody>
          <a:bodyPr wrap="square" rtlCol="0">
            <a:spAutoFit/>
          </a:bodyPr>
          <a:lstStyle/>
          <a:p>
            <a:r>
              <a:rPr kumimoji="1" lang="ja-JP" altLang="en-US">
                <a:latin typeface="Meiryo UI" panose="020B0604030504040204" pitchFamily="50" charset="-128"/>
                <a:ea typeface="Meiryo UI" panose="020B0604030504040204" pitchFamily="50" charset="-128"/>
              </a:rPr>
              <a:t>「</a:t>
            </a:r>
            <a:r>
              <a:rPr kumimoji="1" lang="en-US" altLang="ja-JP">
                <a:latin typeface="Meiryo UI" panose="020B0604030504040204" pitchFamily="50" charset="-128"/>
                <a:ea typeface="Meiryo UI" panose="020B0604030504040204" pitchFamily="50" charset="-128"/>
              </a:rPr>
              <a:t>Ctrl</a:t>
            </a:r>
            <a:r>
              <a:rPr kumimoji="1" lang="ja-JP" altLang="en-US">
                <a:latin typeface="Meiryo UI" panose="020B0604030504040204" pitchFamily="50" charset="-128"/>
                <a:ea typeface="Meiryo UI" panose="020B0604030504040204" pitchFamily="50" charset="-128"/>
              </a:rPr>
              <a:t>＋</a:t>
            </a:r>
            <a:r>
              <a:rPr kumimoji="1" lang="en-US" altLang="ja-JP">
                <a:latin typeface="Meiryo UI" panose="020B0604030504040204" pitchFamily="50" charset="-128"/>
                <a:ea typeface="Meiryo UI" panose="020B0604030504040204" pitchFamily="50" charset="-128"/>
              </a:rPr>
              <a:t>C</a:t>
            </a:r>
            <a:r>
              <a:rPr lang="ja-JP" altLang="en-US">
                <a:latin typeface="Meiryo UI" panose="020B0604030504040204" pitchFamily="50" charset="-128"/>
                <a:ea typeface="Meiryo UI" panose="020B0604030504040204" pitchFamily="50" charset="-128"/>
              </a:rPr>
              <a:t>」を打って終了します。</a:t>
            </a:r>
            <a:endParaRPr lang="en-US" altLang="ja-JP">
              <a:latin typeface="Meiryo UI" panose="020B0604030504040204" pitchFamily="50" charset="-128"/>
              <a:ea typeface="Meiryo UI" panose="020B0604030504040204" pitchFamily="50" charset="-128"/>
            </a:endParaRPr>
          </a:p>
          <a:p>
            <a:r>
              <a:rPr lang="ja-JP" altLang="en-US">
                <a:latin typeface="Meiryo UI" panose="020B0604030504040204" pitchFamily="50" charset="-128"/>
                <a:ea typeface="Meiryo UI" panose="020B0604030504040204" pitchFamily="50" charset="-128"/>
              </a:rPr>
              <a:t>「バッチ ジョブを終了しますか </a:t>
            </a:r>
            <a:r>
              <a:rPr lang="en-US" altLang="ja-JP">
                <a:latin typeface="Meiryo UI" panose="020B0604030504040204" pitchFamily="50" charset="-128"/>
                <a:ea typeface="Meiryo UI" panose="020B0604030504040204" pitchFamily="50" charset="-128"/>
              </a:rPr>
              <a:t>(Y/N)? </a:t>
            </a:r>
            <a:r>
              <a:rPr kumimoji="1" lang="ja-JP" altLang="en-US">
                <a:latin typeface="Meiryo UI" panose="020B0604030504040204" pitchFamily="50" charset="-128"/>
                <a:ea typeface="Meiryo UI" panose="020B0604030504040204" pitchFamily="50" charset="-128"/>
              </a:rPr>
              <a:t>」が表示されたら「</a:t>
            </a:r>
            <a:r>
              <a:rPr kumimoji="1" lang="en-US" altLang="ja-JP" b="1">
                <a:latin typeface="Meiryo UI" panose="020B0604030504040204" pitchFamily="50" charset="-128"/>
                <a:ea typeface="Meiryo UI" panose="020B0604030504040204" pitchFamily="50" charset="-128"/>
              </a:rPr>
              <a:t>Y</a:t>
            </a:r>
            <a:r>
              <a:rPr kumimoji="1" lang="ja-JP" altLang="en-US">
                <a:latin typeface="Meiryo UI" panose="020B0604030504040204" pitchFamily="50" charset="-128"/>
                <a:ea typeface="Meiryo UI" panose="020B0604030504040204" pitchFamily="50" charset="-128"/>
              </a:rPr>
              <a:t>」を入力</a:t>
            </a:r>
            <a:endParaRPr kumimoji="1" lang="ja-JP" altLang="en-US" b="1">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52698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DCBD-79A7-2DCA-B4E4-86DF65C8C8F7}"/>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25BABD6-4876-C0EF-5DAD-C6F3E7298B62}"/>
              </a:ext>
            </a:extLst>
          </p:cNvPr>
          <p:cNvSpPr>
            <a:spLocks noGrp="1"/>
          </p:cNvSpPr>
          <p:nvPr>
            <p:ph sz="quarter" idx="10"/>
          </p:nvPr>
        </p:nvSpPr>
        <p:spPr>
          <a:xfrm>
            <a:off x="372000" y="356647"/>
            <a:ext cx="11448000" cy="898835"/>
          </a:xfrm>
        </p:spPr>
        <p:txBody>
          <a:bodyPr/>
          <a:lstStyle/>
          <a:p>
            <a:pPr algn="ctr"/>
            <a:r>
              <a:rPr lang="ja-JP" altLang="en-US" sz="4400"/>
              <a:t>ここから各自で</a:t>
            </a:r>
            <a:r>
              <a:rPr kumimoji="1" lang="ja-JP" altLang="en-US" sz="4400"/>
              <a:t>演習を始めましょう。</a:t>
            </a:r>
            <a:endParaRPr kumimoji="1" lang="en-US" altLang="ja-JP" sz="4400"/>
          </a:p>
        </p:txBody>
      </p:sp>
      <p:sp>
        <p:nvSpPr>
          <p:cNvPr id="2" name="コンテンツ プレースホルダー 2">
            <a:extLst>
              <a:ext uri="{FF2B5EF4-FFF2-40B4-BE49-F238E27FC236}">
                <a16:creationId xmlns:a16="http://schemas.microsoft.com/office/drawing/2014/main" id="{C8A239DB-9001-9B71-27F7-D9CFC4CF2C66}"/>
              </a:ext>
            </a:extLst>
          </p:cNvPr>
          <p:cNvSpPr txBox="1">
            <a:spLocks/>
          </p:cNvSpPr>
          <p:nvPr/>
        </p:nvSpPr>
        <p:spPr>
          <a:xfrm>
            <a:off x="754144" y="1507874"/>
            <a:ext cx="10718278" cy="1057027"/>
          </a:xfrm>
          <a:prstGeom prst="rect">
            <a:avLst/>
          </a:prstGeom>
        </p:spPr>
        <p:txBody>
          <a:bodyPr vert="horz" lIns="0" tIns="0" rIns="0" bIns="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a:t>講師と一緒に作成した「商品一覧画面」を参考に、</a:t>
            </a:r>
            <a:endParaRPr lang="en-US" altLang="ja-JP"/>
          </a:p>
          <a:p>
            <a:r>
              <a:rPr lang="ja-JP" altLang="en-US"/>
              <a:t>　 </a:t>
            </a:r>
            <a:r>
              <a:rPr lang="ja-JP" altLang="en-US" b="1">
                <a:highlight>
                  <a:srgbClr val="FFFDD1"/>
                </a:highlight>
              </a:rPr>
              <a:t>①「商品詳細画面」→②「カート画面」→③「注文確認画面」→④「注文完了画面」</a:t>
            </a:r>
            <a:r>
              <a:rPr lang="ja-JP" altLang="en-US"/>
              <a:t>の順に作成を進めてください。</a:t>
            </a:r>
            <a:endParaRPr lang="en-US" altLang="ja-JP"/>
          </a:p>
          <a:p>
            <a:r>
              <a:rPr lang="ja-JP" altLang="en-US"/>
              <a:t>プロンプトを入力して生成</a:t>
            </a:r>
            <a:r>
              <a:rPr lang="en-US" altLang="ja-JP"/>
              <a:t>AI</a:t>
            </a:r>
            <a:r>
              <a:rPr lang="ja-JP" altLang="en-US"/>
              <a:t>に指示し、試行錯誤してみましょう。</a:t>
            </a:r>
            <a:endParaRPr lang="en-US" altLang="ja-JP"/>
          </a:p>
        </p:txBody>
      </p:sp>
      <p:sp>
        <p:nvSpPr>
          <p:cNvPr id="4" name="コンテンツ プレースホルダー 2">
            <a:extLst>
              <a:ext uri="{FF2B5EF4-FFF2-40B4-BE49-F238E27FC236}">
                <a16:creationId xmlns:a16="http://schemas.microsoft.com/office/drawing/2014/main" id="{2001F101-A79E-282F-EA7D-203A7B78CB29}"/>
              </a:ext>
            </a:extLst>
          </p:cNvPr>
          <p:cNvSpPr txBox="1">
            <a:spLocks/>
          </p:cNvSpPr>
          <p:nvPr/>
        </p:nvSpPr>
        <p:spPr>
          <a:xfrm>
            <a:off x="1006765" y="5075919"/>
            <a:ext cx="9966036" cy="1303946"/>
          </a:xfrm>
          <a:prstGeom prst="roundRect">
            <a:avLst>
              <a:gd name="adj" fmla="val 7694"/>
            </a:avLst>
          </a:prstGeom>
          <a:solidFill>
            <a:schemeClr val="accent6">
              <a:lumMod val="20000"/>
              <a:lumOff val="80000"/>
            </a:schemeClr>
          </a:solidFill>
          <a:ln>
            <a:solidFill>
              <a:schemeClr val="tx1">
                <a:lumMod val="50000"/>
                <a:lumOff val="50000"/>
              </a:schemeClr>
            </a:solidFill>
          </a:ln>
        </p:spPr>
        <p:txBody>
          <a:bodyPr vert="horz" lIns="180000" tIns="36000" rIns="180000" bIns="36000" rtlCol="0">
            <a:noAutofit/>
          </a:bodyPr>
          <a:lstStyle>
            <a:lvl1pPr marL="0" indent="0" algn="l" defTabSz="288000" rtl="0" eaLnBrk="1" fontAlgn="base" hangingPunct="1">
              <a:spcBef>
                <a:spcPct val="20000"/>
              </a:spcBef>
              <a:spcAft>
                <a:spcPct val="0"/>
              </a:spcAft>
              <a:buFont typeface="Arial" panose="020B0604020202020204" pitchFamily="34" charset="0"/>
              <a:buNone/>
              <a:tabLst/>
              <a:defRPr kumimoji="1" sz="1800" kern="1200">
                <a:solidFill>
                  <a:schemeClr val="accent1"/>
                </a:solidFill>
                <a:latin typeface="+mn-ea"/>
                <a:ea typeface="+mn-ea"/>
                <a:cs typeface="Arial"/>
              </a:defRPr>
            </a:lvl1pPr>
            <a:lvl2pPr marL="36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2pPr>
            <a:lvl3pPr marL="54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3pPr>
            <a:lvl4pPr marL="72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4pPr>
            <a:lvl5pPr marL="900000" indent="-180000" algn="l" defTabSz="288000" rtl="0" eaLnBrk="1" fontAlgn="base" hangingPunct="1">
              <a:spcBef>
                <a:spcPct val="20000"/>
              </a:spcBef>
              <a:spcAft>
                <a:spcPct val="0"/>
              </a:spcAft>
              <a:buFont typeface="Arial" panose="020B0604020202020204" pitchFamily="34" charset="0"/>
              <a:buChar char="•"/>
              <a:tabLst/>
              <a:defRPr kumimoji="1" sz="1800" kern="1200">
                <a:solidFill>
                  <a:schemeClr val="accent1"/>
                </a:solidFill>
                <a:latin typeface="+mn-ea"/>
                <a:ea typeface="+mn-ea"/>
                <a:cs typeface="Arial"/>
              </a:defRPr>
            </a:lvl5pPr>
            <a:lvl6pPr marL="335254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kumimoji="1" sz="2667" kern="1200">
                <a:solidFill>
                  <a:schemeClr val="tx1"/>
                </a:solidFill>
                <a:latin typeface="+mn-lt"/>
                <a:ea typeface="+mn-ea"/>
                <a:cs typeface="+mn-cs"/>
              </a:defRPr>
            </a:lvl9pPr>
          </a:lstStyle>
          <a:p>
            <a:r>
              <a:rPr lang="ja-JP" altLang="en-US" sz="1600"/>
              <a:t>　　　　分からないことがあったら・・・</a:t>
            </a:r>
            <a:endParaRPr lang="en-US" altLang="ja-JP" sz="1600"/>
          </a:p>
          <a:p>
            <a:pPr marL="1005750" lvl="3" indent="-285750"/>
            <a:r>
              <a:rPr lang="ja-JP" altLang="en-US" sz="1600"/>
              <a:t>まず生成</a:t>
            </a:r>
            <a:r>
              <a:rPr lang="en-US" altLang="ja-JP" sz="1600"/>
              <a:t>AI</a:t>
            </a:r>
            <a:r>
              <a:rPr lang="ja-JP" altLang="en-US" sz="1600"/>
              <a:t>に質問しましょう。</a:t>
            </a:r>
            <a:endParaRPr lang="en-US" altLang="ja-JP" sz="1600"/>
          </a:p>
          <a:p>
            <a:pPr marL="1005750" lvl="3" indent="-285750"/>
            <a:r>
              <a:rPr lang="ja-JP" altLang="en-US" sz="1600"/>
              <a:t>周りの受講生と相談して構いません。</a:t>
            </a:r>
            <a:endParaRPr lang="en-US" altLang="ja-JP" sz="1600"/>
          </a:p>
          <a:p>
            <a:pPr marL="1005750" lvl="3" indent="-285750"/>
            <a:r>
              <a:rPr lang="ja-JP" altLang="en-US" sz="1600"/>
              <a:t>それでも分からない場合は</a:t>
            </a:r>
            <a:r>
              <a:rPr lang="en-US" altLang="ja-JP" sz="1600"/>
              <a:t>TA</a:t>
            </a:r>
            <a:r>
              <a:rPr lang="ja-JP" altLang="en-US" sz="1600"/>
              <a:t>、講師に質問しましょう。</a:t>
            </a:r>
            <a:endParaRPr lang="en-US" altLang="ja-JP" sz="1600"/>
          </a:p>
        </p:txBody>
      </p:sp>
      <p:pic>
        <p:nvPicPr>
          <p:cNvPr id="12" name="グラフィックス 11" descr="ヘルプ 単色塗りつぶし">
            <a:extLst>
              <a:ext uri="{FF2B5EF4-FFF2-40B4-BE49-F238E27FC236}">
                <a16:creationId xmlns:a16="http://schemas.microsoft.com/office/drawing/2014/main" id="{2BF5BF30-0FD0-038C-0CB9-4168523690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6764" y="5075925"/>
            <a:ext cx="651967" cy="651967"/>
          </a:xfrm>
          <a:prstGeom prst="rect">
            <a:avLst/>
          </a:prstGeom>
        </p:spPr>
      </p:pic>
      <p:pic>
        <p:nvPicPr>
          <p:cNvPr id="16" name="図 15">
            <a:extLst>
              <a:ext uri="{FF2B5EF4-FFF2-40B4-BE49-F238E27FC236}">
                <a16:creationId xmlns:a16="http://schemas.microsoft.com/office/drawing/2014/main" id="{5C683C52-58D3-5F66-146F-E5874267652A}"/>
              </a:ext>
            </a:extLst>
          </p:cNvPr>
          <p:cNvPicPr>
            <a:picLocks noChangeAspect="1"/>
          </p:cNvPicPr>
          <p:nvPr/>
        </p:nvPicPr>
        <p:blipFill>
          <a:blip r:embed="rId3"/>
          <a:stretch>
            <a:fillRect/>
          </a:stretch>
        </p:blipFill>
        <p:spPr>
          <a:xfrm>
            <a:off x="2325814" y="2662562"/>
            <a:ext cx="7540372" cy="2184857"/>
          </a:xfrm>
          <a:prstGeom prst="rect">
            <a:avLst/>
          </a:prstGeom>
          <a:ln>
            <a:solidFill>
              <a:schemeClr val="bg1">
                <a:lumMod val="50000"/>
              </a:schemeClr>
            </a:solidFill>
          </a:ln>
        </p:spPr>
      </p:pic>
      <p:sp>
        <p:nvSpPr>
          <p:cNvPr id="7" name="正方形/長方形 6">
            <a:extLst>
              <a:ext uri="{FF2B5EF4-FFF2-40B4-BE49-F238E27FC236}">
                <a16:creationId xmlns:a16="http://schemas.microsoft.com/office/drawing/2014/main" id="{1348EB9F-92C5-D705-28F7-8C24CE9BF5FF}"/>
              </a:ext>
            </a:extLst>
          </p:cNvPr>
          <p:cNvSpPr/>
          <p:nvPr/>
        </p:nvSpPr>
        <p:spPr>
          <a:xfrm>
            <a:off x="3816303"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600" b="1">
                <a:solidFill>
                  <a:schemeClr val="tx1"/>
                </a:solidFill>
              </a:rPr>
              <a:t>①</a:t>
            </a:r>
          </a:p>
        </p:txBody>
      </p:sp>
      <p:sp>
        <p:nvSpPr>
          <p:cNvPr id="8" name="正方形/長方形 7">
            <a:extLst>
              <a:ext uri="{FF2B5EF4-FFF2-40B4-BE49-F238E27FC236}">
                <a16:creationId xmlns:a16="http://schemas.microsoft.com/office/drawing/2014/main" id="{064DF1FF-C866-DDA8-B06C-F8C6EA99EDCE}"/>
              </a:ext>
            </a:extLst>
          </p:cNvPr>
          <p:cNvSpPr/>
          <p:nvPr/>
        </p:nvSpPr>
        <p:spPr>
          <a:xfrm>
            <a:off x="5590116"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kumimoji="1" lang="ja-JP" altLang="en-US" sz="1600" b="1">
                <a:solidFill>
                  <a:schemeClr val="tx1"/>
                </a:solidFill>
              </a:rPr>
              <a:t>②</a:t>
            </a:r>
          </a:p>
        </p:txBody>
      </p:sp>
      <p:sp>
        <p:nvSpPr>
          <p:cNvPr id="9" name="正方形/長方形 8">
            <a:extLst>
              <a:ext uri="{FF2B5EF4-FFF2-40B4-BE49-F238E27FC236}">
                <a16:creationId xmlns:a16="http://schemas.microsoft.com/office/drawing/2014/main" id="{733D0164-115E-7651-7187-6EFE0214DBC6}"/>
              </a:ext>
            </a:extLst>
          </p:cNvPr>
          <p:cNvSpPr/>
          <p:nvPr/>
        </p:nvSpPr>
        <p:spPr>
          <a:xfrm>
            <a:off x="7066832"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600" b="1">
                <a:solidFill>
                  <a:schemeClr val="tx1"/>
                </a:solidFill>
              </a:rPr>
              <a:t>③</a:t>
            </a:r>
            <a:endParaRPr kumimoji="1" lang="ja-JP" altLang="en-US" sz="1600" b="1">
              <a:solidFill>
                <a:schemeClr val="tx1"/>
              </a:solidFill>
            </a:endParaRPr>
          </a:p>
        </p:txBody>
      </p:sp>
      <p:sp>
        <p:nvSpPr>
          <p:cNvPr id="10" name="正方形/長方形 9">
            <a:extLst>
              <a:ext uri="{FF2B5EF4-FFF2-40B4-BE49-F238E27FC236}">
                <a16:creationId xmlns:a16="http://schemas.microsoft.com/office/drawing/2014/main" id="{760073E6-BD20-8E0B-8732-BB513D0DBC54}"/>
              </a:ext>
            </a:extLst>
          </p:cNvPr>
          <p:cNvSpPr/>
          <p:nvPr/>
        </p:nvSpPr>
        <p:spPr>
          <a:xfrm>
            <a:off x="8466509" y="2948373"/>
            <a:ext cx="348778" cy="354638"/>
          </a:xfrm>
          <a:prstGeom prst="rect">
            <a:avLst/>
          </a:prstGeom>
          <a:solidFill>
            <a:srgbClr val="FFFDD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600" b="1">
                <a:solidFill>
                  <a:schemeClr val="tx1"/>
                </a:solidFill>
              </a:rPr>
              <a:t>④</a:t>
            </a:r>
            <a:endParaRPr kumimoji="1" lang="ja-JP" altLang="en-US" sz="1600" b="1">
              <a:solidFill>
                <a:schemeClr val="tx1"/>
              </a:solidFill>
            </a:endParaRPr>
          </a:p>
        </p:txBody>
      </p:sp>
    </p:spTree>
    <p:extLst>
      <p:ext uri="{BB962C8B-B14F-4D97-AF65-F5344CB8AC3E}">
        <p14:creationId xmlns:p14="http://schemas.microsoft.com/office/powerpoint/2010/main" val="245936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599651"/>
      </p:ext>
    </p:extLst>
  </p:cSld>
  <p:clrMapOvr>
    <a:masterClrMapping/>
  </p:clrMapOvr>
</p:sld>
</file>

<file path=ppt/theme/theme1.xml><?xml version="1.0" encoding="utf-8"?>
<a:theme xmlns:a="http://schemas.openxmlformats.org/drawingml/2006/main" name="表紙_Light">
  <a:themeElements>
    <a:clrScheme name="NTT DATA Group Corp.">
      <a:dk1>
        <a:srgbClr val="000000"/>
      </a:dk1>
      <a:lt1>
        <a:srgbClr val="FFFFFF"/>
      </a:lt1>
      <a:dk2>
        <a:srgbClr val="2E404D"/>
      </a:dk2>
      <a:lt2>
        <a:srgbClr val="19A3FC"/>
      </a:lt2>
      <a:accent1>
        <a:srgbClr val="070F26"/>
      </a:accent1>
      <a:accent2>
        <a:srgbClr val="0071BC"/>
      </a:accent2>
      <a:accent3>
        <a:srgbClr val="005B95"/>
      </a:accent3>
      <a:accent4>
        <a:srgbClr val="00DFED"/>
      </a:accent4>
      <a:accent5>
        <a:srgbClr val="00CB5D"/>
      </a:accent5>
      <a:accent6>
        <a:srgbClr val="949494"/>
      </a:accent6>
      <a:hlink>
        <a:srgbClr val="19A3FC"/>
      </a:hlink>
      <a:folHlink>
        <a:srgbClr val="0071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C17DAC3C-3B6A-4F7C-B6AE-649D134EDE8C}" vid="{82D63627-ABDC-4DAD-AFD9-43B6057B663C}"/>
    </a:ext>
  </a:extLst>
</a:theme>
</file>

<file path=ppt/theme/theme2.xml><?xml version="1.0" encoding="utf-8"?>
<a:theme xmlns:a="http://schemas.openxmlformats.org/drawingml/2006/main" name="1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FY25デジタルブートキャンプ_受講生用ガイドブック.potx" id="{8FDAF180-069F-456D-A5EF-F95A072FF7CF}" vid="{75B7210C-09B5-47B0-A5E1-C99827A57B28}"/>
    </a:ext>
  </a:extLst>
</a:theme>
</file>

<file path=ppt/theme/theme3.xml><?xml version="1.0" encoding="utf-8"?>
<a:theme xmlns:a="http://schemas.openxmlformats.org/drawingml/2006/main" name="4_コンテンツ_Light">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B7EFED-FF62-4F58-A91E-0D2C1D8AB2B6}"/>
    </a:ext>
  </a:extLst>
</a:theme>
</file>

<file path=ppt/theme/theme4.xml><?xml version="1.0" encoding="utf-8"?>
<a:theme xmlns:a="http://schemas.openxmlformats.org/drawingml/2006/main" name="表紙_Dark">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プレゼンテーション2" id="{D6C1FB68-3CCA-4342-AEB0-C0D0D42D7617}" vid="{E1C1217F-E6D8-4E50-B83A-0BB2972E93DC}"/>
    </a:ext>
  </a:extLst>
</a:theme>
</file>

<file path=ppt/theme/theme5.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ホワイト">
  <a:themeElements>
    <a:clrScheme name="NTT DATA Group Corp.">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949494"/>
      </a:accent6>
      <a:hlink>
        <a:srgbClr val="19A3FC"/>
      </a:hlink>
      <a:folHlink>
        <a:srgbClr val="0072BC"/>
      </a:folHlink>
    </a:clrScheme>
    <a:fontScheme name="NTT DATA Group Corp.">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kumimoji="1" sz="14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57F87D80BC18745B0A2F78E3C2CA320" ma:contentTypeVersion="3" ma:contentTypeDescription="新しいドキュメントを作成します。" ma:contentTypeScope="" ma:versionID="219b608f28962122c458bdba41ff8225">
  <xsd:schema xmlns:xsd="http://www.w3.org/2001/XMLSchema" xmlns:xs="http://www.w3.org/2001/XMLSchema" xmlns:p="http://schemas.microsoft.com/office/2006/metadata/properties" xmlns:ns2="11d8c85d-1826-47fa-a5d0-9526e53fc34b" targetNamespace="http://schemas.microsoft.com/office/2006/metadata/properties" ma:root="true" ma:fieldsID="7ea3c1caea18927db56b37cdd8f3f590" ns2:_="">
    <xsd:import namespace="11d8c85d-1826-47fa-a5d0-9526e53fc34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d8c85d-1826-47fa-a5d0-9526e53fc3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25F94E-2405-4FE7-A4CA-37027AA05A4C}">
  <ds:schemaRefs>
    <ds:schemaRef ds:uri="11d8c85d-1826-47fa-a5d0-9526e53fc3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0419E40-F43F-4E87-9667-C0579279BEA3}">
  <ds:schemaRefs>
    <ds:schemaRef ds:uri="76c3601a-363f-43d4-a036-3992c2f72613"/>
    <ds:schemaRef ds:uri="e78bdc00-a74b-48b7-906b-ce2f11e16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548F579-53B8-4B8C-9F58-0D818877B6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FY25DBC実施報告_0624対面月次用</Template>
  <Application>Microsoft Office PowerPoint</Application>
  <PresentationFormat>Widescreen</PresentationFormat>
  <Slides>40</Slides>
  <Notes>10</Notes>
  <HiddenSlides>0</HiddenSlides>
  <ScaleCrop>false</ScaleCrop>
  <HeadingPairs>
    <vt:vector size="4" baseType="variant">
      <vt:variant>
        <vt:lpstr>Theme</vt:lpstr>
      </vt:variant>
      <vt:variant>
        <vt:i4>4</vt:i4>
      </vt:variant>
      <vt:variant>
        <vt:lpstr>Slide Titles</vt:lpstr>
      </vt:variant>
      <vt:variant>
        <vt:i4>40</vt:i4>
      </vt:variant>
    </vt:vector>
  </HeadingPairs>
  <TitlesOfParts>
    <vt:vector size="44" baseType="lpstr">
      <vt:lpstr>表紙_Light</vt:lpstr>
      <vt:lpstr>1_コンテンツ_Light</vt:lpstr>
      <vt:lpstr>4_コンテンツ_Light</vt:lpstr>
      <vt:lpstr>表紙_Dark</vt:lpstr>
      <vt:lpstr>FY26 新入社員向け AI Native開発研修</vt:lpstr>
      <vt:lpstr>演習課題の概要</vt:lpstr>
      <vt:lpstr>作成物</vt:lpstr>
      <vt:lpstr>演習課題の進め方</vt:lpstr>
      <vt:lpstr>Spring Bootプロジェクトの 準備、起動確認</vt:lpstr>
      <vt:lpstr>前提条件</vt:lpstr>
      <vt:lpstr>Spring Bootプロジェクトの準備</vt:lpstr>
      <vt:lpstr>（補足）Spring Bootプロジェクトの準備</vt:lpstr>
      <vt:lpstr>（補足）Spring Bootプロジェクトの準備</vt:lpstr>
      <vt:lpstr>Spring Bootアプリケーションの起動確認</vt:lpstr>
      <vt:lpstr>ECサイト Webアプリの要件</vt:lpstr>
      <vt:lpstr>ECサイト Webアプリの要件 – はじめに</vt:lpstr>
      <vt:lpstr>ECサイト Webアプリの要件➊ 画面</vt:lpstr>
      <vt:lpstr>ECサイト Webアプリの要件➋ 機能</vt:lpstr>
      <vt:lpstr>ECサイト Webアプリの要件➌ 画面遷移</vt:lpstr>
      <vt:lpstr>ECサイト Webアプリの要件❹ データ設計（1/4）</vt:lpstr>
      <vt:lpstr>ECサイト Webアプリの要件❹ データ設計（2/4）</vt:lpstr>
      <vt:lpstr>ECサイト Webアプリの要件❹ データ設計（3/4）</vt:lpstr>
      <vt:lpstr>ECサイト Webアプリの要件❹ データ設計（4/4）</vt:lpstr>
      <vt:lpstr>ECサイト Webアプリの要件❺ 初期データ</vt:lpstr>
      <vt:lpstr>ECサイト Webアプリの要件❻ ディレクトリ構成</vt:lpstr>
      <vt:lpstr>ECサイト Webアプリの要件❼ パッケージ構成</vt:lpstr>
      <vt:lpstr>ECサイト Webアプリの要件❽ リソース構成</vt:lpstr>
      <vt:lpstr>バイブコーディング</vt:lpstr>
      <vt:lpstr>バイブコーディング – はじめに</vt:lpstr>
      <vt:lpstr>[構造理解] Webアプリケーションで必要なもの</vt:lpstr>
      <vt:lpstr>バイブコーディング➊ 画面モックアップを作ってデザインを決める</vt:lpstr>
      <vt:lpstr>バイブコーディング➋ データベースのテーブルを準備する</vt:lpstr>
      <vt:lpstr>バイブコーディング➌ データベースのデータを準備する</vt:lpstr>
      <vt:lpstr>バイブコーディング❹ データベース処理とビジネスロジックを作る</vt:lpstr>
      <vt:lpstr>[解説] RepositoryクラスとSQLの例（抜粋）</vt:lpstr>
      <vt:lpstr>[解説] Entity/Modelクラスの例（抜粋）</vt:lpstr>
      <vt:lpstr>[解説] Serviceクラスの例（抜粋）</vt:lpstr>
      <vt:lpstr>バイブコーディング❺ モックアップをもとに画面表示/処理を作る</vt:lpstr>
      <vt:lpstr>[解説] Controllerクラスの例（抜粋）</vt:lpstr>
      <vt:lpstr>[解説] Thymeleafテンプレートの例（抜粋）</vt:lpstr>
      <vt:lpstr>[解説] Formクラスの例（抜粋）</vt:lpstr>
      <vt:lpstr>バイブコーディング❻ 動作を確認する</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PS3 真弓 愛理/Mayumi, Airi (NTT DATA)</dc:creator>
  <cp:revision>1</cp:revision>
  <dcterms:created xsi:type="dcterms:W3CDTF">2025-06-20T05:30:54Z</dcterms:created>
  <dcterms:modified xsi:type="dcterms:W3CDTF">2026-06-02T01:21:49Z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0x010100B57F87D80BC18745B0A2F78E3C2CA320</vt:lpwstr>
  </property>
  <property fmtid="{D5CDD505-2E9C-101B-9397-08002B2CF9AE}" pid="3" name="MediaServiceImageTags">
    <vt:lpwstr/>
  </property>
</Properties>
</file>