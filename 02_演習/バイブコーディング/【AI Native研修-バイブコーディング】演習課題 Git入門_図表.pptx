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8" r:id="rId3"/>
    <p:sldId id="278" r:id="rId4"/>
    <p:sldId id="389" r:id="rId5"/>
    <p:sldId id="387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3" r:id="rId19"/>
    <p:sldId id="402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5" r:id="rId31"/>
    <p:sldId id="416" r:id="rId32"/>
    <p:sldId id="414" r:id="rId33"/>
    <p:sldId id="417" r:id="rId34"/>
    <p:sldId id="418" r:id="rId35"/>
    <p:sldId id="419" r:id="rId36"/>
    <p:sldId id="420" r:id="rId37"/>
    <p:sldId id="421" r:id="rId38"/>
    <p:sldId id="422" r:id="rId39"/>
    <p:sldId id="423" r:id="rId40"/>
    <p:sldId id="424" r:id="rId4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84" autoAdjust="0"/>
  </p:normalViewPr>
  <p:slideViewPr>
    <p:cSldViewPr snapToGrid="0">
      <p:cViewPr varScale="1">
        <p:scale>
          <a:sx n="82" d="100"/>
          <a:sy n="82" d="100"/>
        </p:scale>
        <p:origin x="6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8C1E49-346C-23D8-8560-72E1840BF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B602E3-228C-2BD9-A4C5-A3CA39948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94A90A-48D4-5A83-7537-AE7545FE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54A6B8-A08D-BB57-9549-DC61339B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10FA59-B3BB-BFDC-98A2-61BFD116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81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E6D8E3-26EE-118E-9F01-2354E7B1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9FAF00-C30E-AC48-AD8C-1520D381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C1A78B-306C-F4E0-AFFD-F86F8584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04FADB-C4B2-5297-412E-F763080F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4A420A-0B67-2FC1-765A-7C7671CE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19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A2B21-5C32-7391-32B0-CDA2E99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7F08E-678B-9895-A1DC-8E7F36769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9FB856-373A-DF4F-486F-B8D3DF0D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EC8611-F66D-2660-7746-47DEEA9C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C3523-374E-3B78-A9F7-CB1BCDF0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164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E15CC-FF8E-C43A-5ADA-2FF84F74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A0C7B0-0641-9489-1771-7C25E7589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2133B8E-9FFC-95BA-4F0D-92C5EB396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2DD395-0BE1-9E19-F071-CD2F84A7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1E29AC-A59D-D3CC-80F5-F82AACAE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2F3034-B5E6-E929-B219-941B1631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7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8C0822-E99B-6C87-83FB-B301EFE2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A83C52-E56F-5A87-7DB6-2362582C8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706B4C-A784-5ED1-95CD-10803B224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FF41AD-C93C-0701-0FEC-FE88154D8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3BD4639-25F2-E9EE-4E29-03466DC20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0E593D-F2C5-489F-B6C2-73472FB3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0D39A68-4176-4762-1218-F009AA2A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F0B064-4AC2-2E72-8EE3-3F2515E9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09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8D697-16AF-FD50-AD48-2EC81FBE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A24745-F7D6-A3EB-CEED-505CA2FA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91CBCB-E1AE-A582-AC73-7200D1CF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A1FC8B-5CF6-1B21-DBA2-3CFC1FC0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94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D32F64-C55A-6995-0588-D5A4DC7A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4A8A7DE-10AF-1FC4-9307-39D53AFF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175DB3-3284-4CE1-0290-0BFC754A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606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4206D7-B721-4845-8025-2538BBB9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FB10DA-0FB7-03E5-3D45-9ABB034CC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7D0BEA-615B-752E-04A1-5801ACC1F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9651DB-C5A2-C839-602D-2BDFA13F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7CED17-D624-0D14-042E-3F96277E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330C02-C502-1B5A-9E40-389691DC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6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2D607-568F-B665-8DDF-C08CBDBB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97B728-ECE8-83BE-EE11-41DEC0BDD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0615F-8F57-C602-9651-72711C4C8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673B73-531D-D10C-499E-19114265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B9634D-A4E8-A802-89B1-A0934FE5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1A9026-387D-0391-B028-0DF5CCEE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415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01306-49CD-70E6-680C-00550373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485331F-E233-64A8-15EE-BC4D77C32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7FFDF2-13CB-5964-375C-3057729A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7BD9C0-DEDA-F267-3B68-67FB583B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92F14B-2F04-7C2E-03BF-62EC681F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4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6C9F24C-8EC4-1154-04C1-867B4D5AF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FE5037-9BBC-11B2-2D92-AD204F424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4115CA-881F-BC04-B164-3AE28CED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D7E462-66CF-A930-EA89-6A9CA5F1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EEBBE5-D651-9F5C-40E1-2B391EBC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82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04E636-CC23-7BF1-D59C-276CEFFB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AA4370-DAF6-C5CA-8282-199BFF4B0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F31E70-7DED-425B-5ACE-EB0441F44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036ADF-5EE9-DEB5-79A8-49538AD30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BC7D65-6BE5-3335-F57D-D26562010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98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F64F72-E69C-A729-4AD8-945A2E357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38F144-C19D-E19B-176C-BFAF102533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87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54D2-B531-219A-32DB-FF934EC7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36574AD-80D6-D825-95EA-0F73273E9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312" y="2024062"/>
            <a:ext cx="4143375" cy="280987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C03DA82-430E-673B-4B5E-A6FA028BAEDB}"/>
              </a:ext>
            </a:extLst>
          </p:cNvPr>
          <p:cNvSpPr/>
          <p:nvPr/>
        </p:nvSpPr>
        <p:spPr>
          <a:xfrm flipV="1">
            <a:off x="4417754" y="2024062"/>
            <a:ext cx="770066" cy="289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E0DEAEF-0742-68F1-5441-EF75EE8BEA1A}"/>
              </a:ext>
            </a:extLst>
          </p:cNvPr>
          <p:cNvSpPr/>
          <p:nvPr/>
        </p:nvSpPr>
        <p:spPr>
          <a:xfrm flipV="1">
            <a:off x="4336889" y="3930617"/>
            <a:ext cx="3752752" cy="289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131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3AC8-7F53-B3EC-8C78-F629F063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8117B30-F733-C62E-07AA-A6FFF3EFA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275" y="1738312"/>
            <a:ext cx="39814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41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8FD9-169C-7006-EC7F-D6B6257C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52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37F5D-32B2-3253-6EEF-98538C75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F0F877D-5EA5-EB14-1111-8255D00F8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275" y="1738312"/>
            <a:ext cx="3981450" cy="33813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8500032-391D-DFD1-F491-42AF2B605746}"/>
              </a:ext>
            </a:extLst>
          </p:cNvPr>
          <p:cNvSpPr/>
          <p:nvPr/>
        </p:nvSpPr>
        <p:spPr>
          <a:xfrm flipV="1">
            <a:off x="4119175" y="291342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73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E789-3CAA-93B0-6629-C340DC43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CF59CCC-D713-8D9A-9B53-45722E4BD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423987"/>
            <a:ext cx="3962400" cy="40100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5710374-5463-AF87-5F16-6BF8B8E92920}"/>
              </a:ext>
            </a:extLst>
          </p:cNvPr>
          <p:cNvSpPr/>
          <p:nvPr/>
        </p:nvSpPr>
        <p:spPr>
          <a:xfrm flipV="1">
            <a:off x="4842588" y="2764133"/>
            <a:ext cx="3074727" cy="286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98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26B42-809D-36DB-2C35-8FF93E92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6EF96BB-A074-69F5-DE76-640545CD6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325" y="1081087"/>
            <a:ext cx="3943350" cy="46958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4AD41C-CD14-DA59-A813-377525FCA2B5}"/>
              </a:ext>
            </a:extLst>
          </p:cNvPr>
          <p:cNvSpPr/>
          <p:nvPr/>
        </p:nvSpPr>
        <p:spPr>
          <a:xfrm flipV="1">
            <a:off x="4749282" y="2565918"/>
            <a:ext cx="3318393" cy="32109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15EAD38-A3AD-0314-B71B-AD08A63F4DCC}"/>
              </a:ext>
            </a:extLst>
          </p:cNvPr>
          <p:cNvSpPr/>
          <p:nvPr/>
        </p:nvSpPr>
        <p:spPr>
          <a:xfrm flipV="1">
            <a:off x="4119175" y="2306928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46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941E9-3DA6-ED73-1D9A-0836B6626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92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A1F8-1FB4-9399-94A5-FB3053C0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8C0FC1E-265B-2D59-D3E8-8272C3F62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275" y="1738312"/>
            <a:ext cx="3981450" cy="33813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1A5F22-E3E2-DB0C-5E99-95962FC695B6}"/>
              </a:ext>
            </a:extLst>
          </p:cNvPr>
          <p:cNvSpPr/>
          <p:nvPr/>
        </p:nvSpPr>
        <p:spPr>
          <a:xfrm flipV="1">
            <a:off x="4119175" y="291342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2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D26B-A95F-AE24-3A84-2C0403C8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5687AAB-D3E2-B7C8-6AED-36C105847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325" y="1081087"/>
            <a:ext cx="3943350" cy="46958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68BB28-EBA8-9DF0-F688-793623C7DFA9}"/>
              </a:ext>
            </a:extLst>
          </p:cNvPr>
          <p:cNvSpPr/>
          <p:nvPr/>
        </p:nvSpPr>
        <p:spPr>
          <a:xfrm flipV="1">
            <a:off x="4749282" y="2565918"/>
            <a:ext cx="3318393" cy="32109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A3B39E-8033-76AE-CC18-127C97ADA27A}"/>
              </a:ext>
            </a:extLst>
          </p:cNvPr>
          <p:cNvSpPr/>
          <p:nvPr/>
        </p:nvSpPr>
        <p:spPr>
          <a:xfrm flipV="1">
            <a:off x="4119175" y="2306928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844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A001-596E-F039-3FDB-269BC8C3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9B34972-BFA1-CB5E-B828-3729B4823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75" y="1095375"/>
            <a:ext cx="9315450" cy="46672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A99FB9-A8BC-D392-FF9E-F284F52849B0}"/>
              </a:ext>
            </a:extLst>
          </p:cNvPr>
          <p:cNvSpPr/>
          <p:nvPr/>
        </p:nvSpPr>
        <p:spPr>
          <a:xfrm flipV="1">
            <a:off x="5691672" y="1744823"/>
            <a:ext cx="4973217" cy="3946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2A567A3-1A4A-F493-0AA0-F879526D8F70}"/>
              </a:ext>
            </a:extLst>
          </p:cNvPr>
          <p:cNvSpPr/>
          <p:nvPr/>
        </p:nvSpPr>
        <p:spPr>
          <a:xfrm flipV="1">
            <a:off x="1875224" y="3109360"/>
            <a:ext cx="3555191" cy="24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378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EF62-DD98-5597-8548-865BFA0A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86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59B0-4085-BB3D-BAB8-6464811E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9330FF0-ED6B-CF24-FAF7-72096D36E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1095375"/>
            <a:ext cx="3990975" cy="46672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DAE150-964C-3FB9-93CD-51FF73BE1B30}"/>
              </a:ext>
            </a:extLst>
          </p:cNvPr>
          <p:cNvSpPr/>
          <p:nvPr/>
        </p:nvSpPr>
        <p:spPr>
          <a:xfrm flipV="1">
            <a:off x="4749282" y="2565918"/>
            <a:ext cx="3318393" cy="32109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897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2D6A-4C57-A355-7F1F-94157C22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52D649B-D918-6CB1-14A0-F2E8B3B80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087" y="1133475"/>
            <a:ext cx="3933825" cy="45910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CA426DF-5A5B-5130-BEAA-0037E2867AFF}"/>
              </a:ext>
            </a:extLst>
          </p:cNvPr>
          <p:cNvSpPr/>
          <p:nvPr/>
        </p:nvSpPr>
        <p:spPr>
          <a:xfrm flipV="1">
            <a:off x="7602918" y="3109361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D93474E-5FA6-912A-FEF3-954BBB790858}"/>
              </a:ext>
            </a:extLst>
          </p:cNvPr>
          <p:cNvSpPr/>
          <p:nvPr/>
        </p:nvSpPr>
        <p:spPr>
          <a:xfrm flipV="1">
            <a:off x="7467587" y="2561966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672F40-B211-0A0B-64BF-2341ABC57587}"/>
              </a:ext>
            </a:extLst>
          </p:cNvPr>
          <p:cNvSpPr txBox="1"/>
          <p:nvPr/>
        </p:nvSpPr>
        <p:spPr>
          <a:xfrm>
            <a:off x="8681626" y="253955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全体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676A302-F70E-7C96-08E2-4D2FFB48121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076731" y="2693448"/>
            <a:ext cx="6048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D9CEBB-668E-4DB5-C638-06217C9CC81A}"/>
              </a:ext>
            </a:extLst>
          </p:cNvPr>
          <p:cNvSpPr txBox="1"/>
          <p:nvPr/>
        </p:nvSpPr>
        <p:spPr>
          <a:xfrm>
            <a:off x="8667807" y="306441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個別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33C886D-4DBA-2C70-0A64-AEAF5CED5D78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062912" y="3218303"/>
            <a:ext cx="6048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175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F02A-0333-F7B1-6416-CE565198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BA43896-71A5-5A83-24B6-8E870C62E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87" y="814387"/>
            <a:ext cx="4010025" cy="52292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308416-6EBA-AB4F-EE1D-910D692DBFBB}"/>
              </a:ext>
            </a:extLst>
          </p:cNvPr>
          <p:cNvSpPr/>
          <p:nvPr/>
        </p:nvSpPr>
        <p:spPr>
          <a:xfrm flipV="1">
            <a:off x="4735964" y="2276668"/>
            <a:ext cx="3318393" cy="3396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65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8E10-C553-D299-2431-042998AB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733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937B-0610-22EC-DAB6-9A01BF83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147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E7CB-361B-871F-E4FB-522D6CD8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ED52DA5-0086-AC59-59C6-43B2F4F3E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87" y="814387"/>
            <a:ext cx="4010025" cy="52292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7223FDB-3DD8-74F8-29D2-2AAB2CE13205}"/>
              </a:ext>
            </a:extLst>
          </p:cNvPr>
          <p:cNvSpPr/>
          <p:nvPr/>
        </p:nvSpPr>
        <p:spPr>
          <a:xfrm flipV="1">
            <a:off x="4735964" y="2276668"/>
            <a:ext cx="3318393" cy="3396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22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6B52-47F3-3240-4442-4D47C445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E8F49D8-F34D-F22A-27AF-75C436271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037" y="819150"/>
            <a:ext cx="3971925" cy="52197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FCAB83-BE1A-0350-791B-DB0CEE4CD646}"/>
              </a:ext>
            </a:extLst>
          </p:cNvPr>
          <p:cNvSpPr/>
          <p:nvPr/>
        </p:nvSpPr>
        <p:spPr>
          <a:xfrm flipV="1">
            <a:off x="4805265" y="1530217"/>
            <a:ext cx="3249092" cy="2892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959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F470-3BE2-7A9E-5D5B-1FFF6FFA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9BC7485-EA7C-28A0-28BE-48A1FB2B0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037" y="819150"/>
            <a:ext cx="3971925" cy="52197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E27608-7DEC-6A58-E77C-2EBED3F44071}"/>
              </a:ext>
            </a:extLst>
          </p:cNvPr>
          <p:cNvSpPr/>
          <p:nvPr/>
        </p:nvSpPr>
        <p:spPr>
          <a:xfrm flipV="1">
            <a:off x="4805265" y="1940764"/>
            <a:ext cx="3181739" cy="3079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498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0947B-9DC2-3479-3ABA-462B7CB0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9CF08DE-2E97-1B4B-DF45-11EF0DCCD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" y="647700"/>
            <a:ext cx="11306175" cy="55626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8B2DD5D-EF05-0413-1CE7-624AE9706B98}"/>
              </a:ext>
            </a:extLst>
          </p:cNvPr>
          <p:cNvSpPr/>
          <p:nvPr/>
        </p:nvSpPr>
        <p:spPr>
          <a:xfrm flipV="1">
            <a:off x="3965510" y="1054359"/>
            <a:ext cx="7688425" cy="5066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871319A-C47E-CABE-9C6B-B40B0B4C5172}"/>
              </a:ext>
            </a:extLst>
          </p:cNvPr>
          <p:cNvSpPr/>
          <p:nvPr/>
        </p:nvSpPr>
        <p:spPr>
          <a:xfrm flipV="1">
            <a:off x="5736795" y="715699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457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8F41-100A-384C-0E6B-221D9B5A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4C4B27D-9FFA-7708-44B7-B92A323D7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504" y="969800"/>
            <a:ext cx="4000500" cy="41719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CD228D6-856D-2820-B40C-80C2E9159B12}"/>
              </a:ext>
            </a:extLst>
          </p:cNvPr>
          <p:cNvSpPr/>
          <p:nvPr/>
        </p:nvSpPr>
        <p:spPr>
          <a:xfrm flipV="1">
            <a:off x="4505130" y="4711954"/>
            <a:ext cx="3416560" cy="3079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7298D6B-A02E-099E-F2E4-3956E1512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242" y="4786409"/>
            <a:ext cx="1190625" cy="18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98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B414-9E03-5046-0884-6CE3BC10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689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BB26-5ACA-108F-2712-F5CF3362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CCD5011-02AF-517D-68FC-DAEE945C0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747712"/>
            <a:ext cx="3990975" cy="53625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B6CEB9-0082-359D-81A1-F61B7E3D30A3}"/>
              </a:ext>
            </a:extLst>
          </p:cNvPr>
          <p:cNvSpPr/>
          <p:nvPr/>
        </p:nvSpPr>
        <p:spPr>
          <a:xfrm flipV="1">
            <a:off x="4544008" y="5850293"/>
            <a:ext cx="578498" cy="241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EE578AC-1A2A-9EDF-10A7-AA275B616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879" y="3528132"/>
            <a:ext cx="1190625" cy="18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28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685EE-1DFC-F4F1-380D-CB47846B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E0C6232-9B33-E166-9B3F-F3F3AF038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284" y="2306896"/>
            <a:ext cx="10696575" cy="1609725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A95CF0-0B16-3B7C-886B-37050A609542}"/>
              </a:ext>
            </a:extLst>
          </p:cNvPr>
          <p:cNvSpPr/>
          <p:nvPr/>
        </p:nvSpPr>
        <p:spPr>
          <a:xfrm flipV="1">
            <a:off x="4693297" y="2780521"/>
            <a:ext cx="6997959" cy="307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604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C91A-1284-3E0E-7228-EC7D76A1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D52733FF-BCE8-A679-924E-7D726CB2A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74" y="2654976"/>
            <a:ext cx="10668000" cy="14001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874439-EC18-9C05-4672-846F54C27492}"/>
              </a:ext>
            </a:extLst>
          </p:cNvPr>
          <p:cNvSpPr/>
          <p:nvPr/>
        </p:nvSpPr>
        <p:spPr>
          <a:xfrm flipV="1">
            <a:off x="4693297" y="2780521"/>
            <a:ext cx="6997959" cy="307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070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C3480-7187-1A5B-24A5-0DE87ED7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42E9B881-F36D-EC7C-467E-77BFDF7AD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87" y="747712"/>
            <a:ext cx="4010025" cy="536257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FC868A-AF7B-102B-3797-C27B3DFC86E6}"/>
              </a:ext>
            </a:extLst>
          </p:cNvPr>
          <p:cNvSpPr/>
          <p:nvPr/>
        </p:nvSpPr>
        <p:spPr>
          <a:xfrm flipV="1">
            <a:off x="4516017" y="5840960"/>
            <a:ext cx="774441" cy="2502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752FF80-C972-25B5-8809-BE2C6A10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879" y="3518801"/>
            <a:ext cx="1190625" cy="18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62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10A56-A5CA-E0F4-36C3-11FD0A0B9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0027A17-B864-4749-B48D-6C0440403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066" y="1814512"/>
            <a:ext cx="4010025" cy="322897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763A20E-AF6A-4060-CF26-7A22DBF3F444}"/>
              </a:ext>
            </a:extLst>
          </p:cNvPr>
          <p:cNvSpPr/>
          <p:nvPr/>
        </p:nvSpPr>
        <p:spPr>
          <a:xfrm flipV="1">
            <a:off x="3275045" y="4665303"/>
            <a:ext cx="3349690" cy="2892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81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07A63-B890-A170-6C84-6D1A4197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EF0AA85-207F-23BB-F91B-43DF2FD56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478" y="2028825"/>
            <a:ext cx="4319878" cy="2981324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03538D2-7F6B-BAF3-5086-25DAF49ED7C2}"/>
              </a:ext>
            </a:extLst>
          </p:cNvPr>
          <p:cNvSpPr/>
          <p:nvPr/>
        </p:nvSpPr>
        <p:spPr>
          <a:xfrm flipV="1">
            <a:off x="2141844" y="3665958"/>
            <a:ext cx="3659607" cy="539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9E35229-5600-FFAE-0CBC-C3AC14713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370" y="4615640"/>
            <a:ext cx="1190625" cy="18680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C1C28EF-2DD2-95EC-2A6B-1C913FC00C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092" y="2861096"/>
            <a:ext cx="1400175" cy="21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24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1B17-D408-8653-C2DD-C49EE413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DA80CA9-A466-1062-03B9-5E503DAEB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478" y="2028825"/>
            <a:ext cx="4319878" cy="298132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9D2894D-AF64-A558-7788-9BB6F28E6481}"/>
              </a:ext>
            </a:extLst>
          </p:cNvPr>
          <p:cNvSpPr/>
          <p:nvPr/>
        </p:nvSpPr>
        <p:spPr>
          <a:xfrm flipV="1">
            <a:off x="2417451" y="2795779"/>
            <a:ext cx="3384000" cy="3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01E205C-07D6-88CE-E8FC-DF60E3F8F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370" y="4615640"/>
            <a:ext cx="1190625" cy="18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50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F8E6-61D2-B149-597C-AC4FF9CE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9D041BA-C2A1-E296-CC5A-D514970C2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478" y="2028825"/>
            <a:ext cx="4319878" cy="298132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2568C3-12AE-CA67-818E-FBE627444834}"/>
              </a:ext>
            </a:extLst>
          </p:cNvPr>
          <p:cNvSpPr/>
          <p:nvPr/>
        </p:nvSpPr>
        <p:spPr>
          <a:xfrm flipV="1">
            <a:off x="2417451" y="3256094"/>
            <a:ext cx="3384000" cy="3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A37160A-479E-0DF6-698D-539A7C017E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370" y="4615640"/>
            <a:ext cx="1190625" cy="18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04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C9A89-61B4-5F09-CCB2-C02D72F8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0F4ABAE-84B7-F932-3F25-DC4F91616A9F}"/>
              </a:ext>
            </a:extLst>
          </p:cNvPr>
          <p:cNvGrpSpPr/>
          <p:nvPr/>
        </p:nvGrpSpPr>
        <p:grpSpPr>
          <a:xfrm>
            <a:off x="2798858" y="1938337"/>
            <a:ext cx="4076700" cy="2981325"/>
            <a:chOff x="7137593" y="2028824"/>
            <a:chExt cx="4076700" cy="2981325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4074A3FA-686B-4D1C-BA8D-CD4CFE74A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7593" y="2028824"/>
              <a:ext cx="4076700" cy="2981325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8F992E9-D081-9CF3-BE32-39306D90B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9039" y="4441273"/>
              <a:ext cx="1190625" cy="186806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35B8B543-493A-D352-789A-0936BABA6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8997" y="4693296"/>
              <a:ext cx="1190625" cy="186806"/>
            </a:xfrm>
            <a:prstGeom prst="rect">
              <a:avLst/>
            </a:prstGeom>
          </p:spPr>
        </p:pic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5671088-4D01-CD46-3C10-8DBB316C5DC9}"/>
              </a:ext>
            </a:extLst>
          </p:cNvPr>
          <p:cNvSpPr/>
          <p:nvPr/>
        </p:nvSpPr>
        <p:spPr>
          <a:xfrm flipV="1">
            <a:off x="3215951" y="4285569"/>
            <a:ext cx="3659607" cy="3172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638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2B16-D3E5-F371-F2C0-1D75A1E8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482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5784C-4BA1-A9D9-8D38-2AE1CB5E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D872330-24A4-9398-2ABF-F9035751AE13}"/>
              </a:ext>
            </a:extLst>
          </p:cNvPr>
          <p:cNvGrpSpPr/>
          <p:nvPr/>
        </p:nvGrpSpPr>
        <p:grpSpPr>
          <a:xfrm>
            <a:off x="4086225" y="579761"/>
            <a:ext cx="4019550" cy="5362575"/>
            <a:chOff x="4086225" y="579761"/>
            <a:chExt cx="4019550" cy="5362575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E83640F9-D2A0-F368-0A35-DDDE878F8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6225" y="579761"/>
              <a:ext cx="4019550" cy="5362575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5E43F52B-FA3C-529C-7489-16C49B3EB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3064" y="3335597"/>
              <a:ext cx="1190625" cy="186806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ADDBF4C8-6701-680A-F9B0-5C8721279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0250" y="3626595"/>
              <a:ext cx="1190625" cy="186806"/>
            </a:xfrm>
            <a:prstGeom prst="rect">
              <a:avLst/>
            </a:prstGeom>
          </p:spPr>
        </p:pic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895AFD-77D7-71FE-BD5C-70B62F7318FF}"/>
              </a:ext>
            </a:extLst>
          </p:cNvPr>
          <p:cNvSpPr/>
          <p:nvPr/>
        </p:nvSpPr>
        <p:spPr>
          <a:xfrm flipV="1">
            <a:off x="4494244" y="5709069"/>
            <a:ext cx="824205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667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545-80FB-2ED7-E3AE-72A78CD7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EE16D31-4479-43AB-1C6A-338064A31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2352675"/>
            <a:ext cx="10706100" cy="215265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165BAC3-187A-29B5-46DE-037C7A129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304" y="3953166"/>
            <a:ext cx="851779" cy="13364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3231995-ADA4-D2D9-6205-62633384E8E2}"/>
              </a:ext>
            </a:extLst>
          </p:cNvPr>
          <p:cNvSpPr/>
          <p:nvPr/>
        </p:nvSpPr>
        <p:spPr>
          <a:xfrm flipV="1">
            <a:off x="4453642" y="4180112"/>
            <a:ext cx="6668448" cy="2332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5434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F80E7-745A-CAE9-E6BB-1ED2858C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9DC54ED-E454-88A9-B234-2C2C320F0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25" y="738187"/>
            <a:ext cx="4019550" cy="53816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6EAEE7-DF51-4415-067D-8D1EF78C883B}"/>
              </a:ext>
            </a:extLst>
          </p:cNvPr>
          <p:cNvSpPr/>
          <p:nvPr/>
        </p:nvSpPr>
        <p:spPr>
          <a:xfrm flipV="1">
            <a:off x="4553751" y="3480313"/>
            <a:ext cx="3542693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6E751F7-BC9B-8740-9301-0CD09DE1E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667" y="3528620"/>
            <a:ext cx="851779" cy="18496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090C28F-BF39-3A18-FEAD-16496EA8CC79}"/>
              </a:ext>
            </a:extLst>
          </p:cNvPr>
          <p:cNvSpPr/>
          <p:nvPr/>
        </p:nvSpPr>
        <p:spPr>
          <a:xfrm flipV="1">
            <a:off x="4494244" y="5886352"/>
            <a:ext cx="612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645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FB31F-2F9F-46A6-6D03-51ED2136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544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A5C1A-A210-B80D-E6D9-D060606C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446301D-E638-5CC8-870B-58C3F5F6A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712" y="1562100"/>
            <a:ext cx="8410575" cy="37338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463732B-E236-545F-7271-673C8C873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320" y="4041803"/>
            <a:ext cx="851779" cy="18496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B00AE9-F4BE-EC07-F543-D05A65DE91B3}"/>
              </a:ext>
            </a:extLst>
          </p:cNvPr>
          <p:cNvSpPr/>
          <p:nvPr/>
        </p:nvSpPr>
        <p:spPr>
          <a:xfrm flipV="1">
            <a:off x="5483999" y="2023478"/>
            <a:ext cx="254328" cy="2345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8A31B76-AF1F-BA29-DE9C-C6CFB56E49E6}"/>
              </a:ext>
            </a:extLst>
          </p:cNvPr>
          <p:cNvSpPr/>
          <p:nvPr/>
        </p:nvSpPr>
        <p:spPr>
          <a:xfrm flipV="1">
            <a:off x="5738327" y="4997186"/>
            <a:ext cx="2360644" cy="29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55F9EF4-CE5C-69C8-F4C1-FA739A00DC37}"/>
              </a:ext>
            </a:extLst>
          </p:cNvPr>
          <p:cNvSpPr/>
          <p:nvPr/>
        </p:nvSpPr>
        <p:spPr>
          <a:xfrm flipV="1">
            <a:off x="8098971" y="2574338"/>
            <a:ext cx="2202316" cy="298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372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A3736-E9F0-93F9-D1C6-6EBAD0C3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16D8E1A-B84E-C219-8875-97BD80F57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87" y="3021787"/>
            <a:ext cx="10715625" cy="1114425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3EC70D86-0082-54C3-3F6D-50510506C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397" y="3855191"/>
            <a:ext cx="851779" cy="184964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7C8C1C1-FCED-C861-E4B5-53C553766EFA}"/>
              </a:ext>
            </a:extLst>
          </p:cNvPr>
          <p:cNvSpPr/>
          <p:nvPr/>
        </p:nvSpPr>
        <p:spPr>
          <a:xfrm flipV="1">
            <a:off x="4497355" y="3556478"/>
            <a:ext cx="7007289" cy="2213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92576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1F0A1-7F4B-0255-3527-7F6E8F75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EB55F0E-08A8-FF76-02F8-F7FFCCFD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0" y="1604962"/>
            <a:ext cx="4038600" cy="3648075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3FD45118-6685-CA47-CF0D-EC19673FE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251" y="4388752"/>
            <a:ext cx="851779" cy="184964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7DEF6B29-FF32-1E0A-8B6D-83993B90C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063" y="4649102"/>
            <a:ext cx="851779" cy="18496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C519530-8899-1EBC-1B9B-7CEB3054B5BD}"/>
              </a:ext>
            </a:extLst>
          </p:cNvPr>
          <p:cNvSpPr/>
          <p:nvPr/>
        </p:nvSpPr>
        <p:spPr>
          <a:xfrm flipV="1">
            <a:off x="4572607" y="4348059"/>
            <a:ext cx="349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939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2537</TotalTime>
  <Words>2</Words>
  <Application>Microsoft Office PowerPoint</Application>
  <PresentationFormat>ワイド画面</PresentationFormat>
  <Paragraphs>2</Paragraphs>
  <Slides>40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40</vt:i4>
      </vt:variant>
    </vt:vector>
  </HeadingPairs>
  <TitlesOfParts>
    <vt:vector size="4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130</cp:revision>
  <dcterms:created xsi:type="dcterms:W3CDTF">2026-06-19T00:38:07Z</dcterms:created>
  <dcterms:modified xsi:type="dcterms:W3CDTF">2026-06-22T09:39:28Z</dcterms:modified>
</cp:coreProperties>
</file>