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702255"/>
              </p:ext>
            </p:extLst>
          </p:nvPr>
        </p:nvGraphicFramePr>
        <p:xfrm>
          <a:off x="111443" y="858159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 lnSpcReduction="10000"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</a:t>
            </a:r>
            <a:br>
              <a:rPr lang="en-US" altLang="ja-JP" dirty="0"/>
            </a:br>
            <a:r>
              <a:rPr lang="ja-JP" altLang="en-US" dirty="0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提案の改善について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提案資料の確認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marL="1371600" lvl="3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修正前の提案資料は不要です。</a:t>
            </a:r>
            <a:endParaRPr lang="en-US" altLang="ja-JP" dirty="0">
              <a:solidFill>
                <a:srgbClr val="FF0000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最終発表に向けた準備を行う。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514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36</cp:revision>
  <dcterms:created xsi:type="dcterms:W3CDTF">2026-07-04T03:22:14Z</dcterms:created>
  <dcterms:modified xsi:type="dcterms:W3CDTF">2026-07-05T05:28:24Z</dcterms:modified>
</cp:coreProperties>
</file>