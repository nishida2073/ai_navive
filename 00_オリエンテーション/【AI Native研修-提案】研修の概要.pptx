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04D45-836F-4C02-C12D-B909AF35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A0B078-CB48-7766-A529-A40AA99C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E288ED5-6D3A-4E94-77FC-A6C1B0D0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6FD42-49CC-9B82-E38A-4E6CD8A41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2195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AD46-3E7E-4E8C-BA70-752182BEDFD1}" type="datetime1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56E950-7634-F7E4-4F77-F9AD5D2D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74111"/>
              </p:ext>
            </p:extLst>
          </p:nvPr>
        </p:nvGraphicFramePr>
        <p:xfrm>
          <a:off x="111443" y="878037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4608B67-DBA5-2A08-B161-8028FFECE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2439E25-54A6-F83A-3181-054B1AA4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本研修の目的や要件をまとめた提案資料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2"/>
            <a:endParaRPr lang="en-US" altLang="ja-JP" dirty="0"/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要件に基づいて作成した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アプリケーションのソースコード一式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ja-JP" altLang="en-US" dirty="0"/>
              <a:t>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6E3DFF-FEDB-3CA8-6057-3C65F040E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419725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02C39-A360-1EF2-0B08-739B3CE8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/>
              <a:t>提案の実施の流れ</a:t>
            </a:r>
            <a:endParaRPr lang="en-US" altLang="ja-JP"/>
          </a:p>
          <a:p>
            <a:pPr lvl="1"/>
            <a:r>
              <a:rPr lang="ja-JP" altLang="en-US"/>
              <a:t>発表順の決定</a:t>
            </a:r>
            <a:endParaRPr lang="en-US" altLang="ja-JP"/>
          </a:p>
          <a:p>
            <a:pPr lvl="2"/>
            <a:r>
              <a:rPr lang="ja-JP" altLang="en-US"/>
              <a:t>チーム内で発表順を決める。</a:t>
            </a:r>
            <a:endParaRPr lang="en-US" altLang="ja-JP"/>
          </a:p>
          <a:p>
            <a:pPr lvl="1"/>
            <a:r>
              <a:rPr lang="ja-JP" altLang="en-US"/>
              <a:t>提案の実施</a:t>
            </a:r>
            <a:endParaRPr lang="en-US" altLang="ja-JP"/>
          </a:p>
          <a:p>
            <a:pPr lvl="2"/>
            <a:r>
              <a:rPr lang="ja-JP" altLang="en-US"/>
              <a:t>提案資料を用いて提案を実施する。</a:t>
            </a:r>
            <a:endParaRPr lang="en-US" altLang="ja-JP"/>
          </a:p>
          <a:p>
            <a:pPr lvl="1"/>
            <a:r>
              <a:rPr lang="ja-JP" altLang="en-US"/>
              <a:t>提案のフィードバック</a:t>
            </a:r>
            <a:endParaRPr lang="en-US" altLang="ja-JP"/>
          </a:p>
          <a:p>
            <a:pPr lvl="2"/>
            <a:r>
              <a:rPr lang="ja-JP" altLang="en-US"/>
              <a:t>提案資料や提案方法についての</a:t>
            </a:r>
            <a:br>
              <a:rPr lang="en-US" altLang="ja-JP"/>
            </a:br>
            <a:r>
              <a:rPr lang="ja-JP" altLang="en-US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794224-3427-C939-F83C-9986560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2~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をチーム内で繰り返してください。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15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925ADA-44A1-80C6-C5E6-B4095F27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1E67-85B5-EC4D-9EFA-2964154C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EEAEBD30-BD98-C34F-DFA1-BDA768EE6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提案資料の提出ついて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189349-C6C7-E3C8-18AD-16C30EBBC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提出のルール</a:t>
            </a:r>
            <a:endParaRPr lang="en-US" altLang="ja-JP" dirty="0"/>
          </a:p>
          <a:p>
            <a:pPr lvl="1"/>
            <a:r>
              <a:rPr lang="ja-JP" altLang="en-US" dirty="0"/>
              <a:t>企画提案書</a:t>
            </a:r>
            <a:endParaRPr lang="en-US" altLang="ja-JP" dirty="0"/>
          </a:p>
          <a:p>
            <a:pPr lvl="2"/>
            <a:r>
              <a:rPr lang="ja-JP" altLang="en-US" dirty="0"/>
              <a:t>命名規則</a:t>
            </a:r>
            <a:endParaRPr lang="en-US" altLang="ja-JP" dirty="0"/>
          </a:p>
          <a:p>
            <a:pPr lvl="3"/>
            <a:r>
              <a:rPr lang="ja-JP" altLang="en-US" dirty="0"/>
              <a:t>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4"/>
            <a:r>
              <a:rPr lang="ja-JP" altLang="en-US" dirty="0"/>
              <a:t>例：</a:t>
            </a:r>
            <a:r>
              <a:rPr lang="en-US" altLang="ja-JP" dirty="0"/>
              <a:t>XXX_</a:t>
            </a:r>
            <a:r>
              <a:rPr lang="ja-JP" altLang="en-US" dirty="0"/>
              <a:t>ユニバ花子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1"/>
            <a:r>
              <a:rPr lang="ja-JP" altLang="en-US" dirty="0"/>
              <a:t>プロトタイプ</a:t>
            </a:r>
            <a:endParaRPr lang="en-US" altLang="ja-JP" dirty="0"/>
          </a:p>
          <a:p>
            <a:pPr lvl="2"/>
            <a:r>
              <a:rPr lang="ja-JP" altLang="en-US" dirty="0"/>
              <a:t>命名規則</a:t>
            </a:r>
            <a:endParaRPr lang="en-US" altLang="ja-JP" dirty="0"/>
          </a:p>
          <a:p>
            <a:pPr lvl="3"/>
            <a:r>
              <a:rPr lang="ja-JP" altLang="en-US" dirty="0"/>
              <a:t>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4"/>
            <a:r>
              <a:rPr lang="ja-JP" altLang="en-US" dirty="0"/>
              <a:t>例：</a:t>
            </a:r>
            <a:r>
              <a:rPr lang="en-US" altLang="ja-JP" dirty="0"/>
              <a:t> XXX _</a:t>
            </a:r>
            <a:r>
              <a:rPr lang="ja-JP" altLang="en-US" dirty="0"/>
              <a:t>ユニバ花子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\\YYY\\</a:t>
            </a:r>
            <a:r>
              <a:rPr lang="ja-JP" altLang="en-US" dirty="0"/>
              <a:t>修正前</a:t>
            </a:r>
            <a:endParaRPr lang="en-US" altLang="ja-JP" dirty="0"/>
          </a:p>
          <a:p>
            <a:pPr lvl="1"/>
            <a:r>
              <a:rPr lang="en-US" altLang="ja-JP" dirty="0"/>
              <a:t>\\YYY\\</a:t>
            </a:r>
            <a:r>
              <a:rPr lang="ja-JP" altLang="en-US" dirty="0"/>
              <a:t>修正後</a:t>
            </a:r>
            <a:endParaRPr lang="en-US" altLang="ja-JP" dirty="0"/>
          </a:p>
          <a:p>
            <a:pPr lvl="1"/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416F18-D0D6-ED4C-325E-91BA9E75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7C1663D-7CF0-98D5-D56B-566170018C6A}"/>
              </a:ext>
            </a:extLst>
          </p:cNvPr>
          <p:cNvGrpSpPr/>
          <p:nvPr/>
        </p:nvGrpSpPr>
        <p:grpSpPr>
          <a:xfrm>
            <a:off x="7779855" y="1739690"/>
            <a:ext cx="2686050" cy="1013449"/>
            <a:chOff x="7779855" y="1739690"/>
            <a:chExt cx="2686050" cy="101344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6A6D3C3-35C0-EDA0-AD62-5474B6053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389" y="1739690"/>
              <a:ext cx="1036982" cy="777737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3FAF8D5-91B7-FC91-09B7-A5DDAC1F5DF2}"/>
                </a:ext>
              </a:extLst>
            </p:cNvPr>
            <p:cNvSpPr txBox="1"/>
            <p:nvPr/>
          </p:nvSpPr>
          <p:spPr>
            <a:xfrm>
              <a:off x="7779855" y="2471181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200" b="1" dirty="0"/>
                <a:t>XXX_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企画提案書</a:t>
              </a:r>
              <a:r>
                <a:rPr lang="en-US" altLang="ja-JP" sz="1200" b="1" dirty="0"/>
                <a:t>.pptx</a:t>
              </a:r>
              <a:endParaRPr lang="ja-JP" altLang="en-US" sz="1200" b="1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DE8311A-E7DE-B144-07F3-B58423119400}"/>
              </a:ext>
            </a:extLst>
          </p:cNvPr>
          <p:cNvGrpSpPr/>
          <p:nvPr/>
        </p:nvGrpSpPr>
        <p:grpSpPr>
          <a:xfrm>
            <a:off x="7779855" y="3484630"/>
            <a:ext cx="2686050" cy="1066422"/>
            <a:chOff x="7296150" y="3398629"/>
            <a:chExt cx="2686050" cy="1066422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3BEE649-4593-1C2D-E4F8-125EC8121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72533" y="3398629"/>
              <a:ext cx="933285" cy="777737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DF7E828-6FB1-4D0C-CFDB-D0DC9FAA241D}"/>
                </a:ext>
              </a:extLst>
            </p:cNvPr>
            <p:cNvSpPr txBox="1"/>
            <p:nvPr/>
          </p:nvSpPr>
          <p:spPr>
            <a:xfrm>
              <a:off x="7296150" y="4183093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200" b="1" dirty="0"/>
                <a:t> </a:t>
              </a:r>
              <a:r>
                <a:rPr lang="en-US" altLang="ja-JP" sz="1200" b="1" dirty="0"/>
                <a:t>XXX 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プロトタイプ</a:t>
              </a:r>
              <a:r>
                <a:rPr lang="en-US" altLang="ja-JP" sz="1200" b="1" dirty="0"/>
                <a:t>.zip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3121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569</Words>
  <Application>Microsoft Office PowerPoint</Application>
  <PresentationFormat>ワイド画面</PresentationFormat>
  <Paragraphs>108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  <vt:lpstr>提案資料の提出ついて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46</cp:revision>
  <dcterms:created xsi:type="dcterms:W3CDTF">2026-07-04T03:22:14Z</dcterms:created>
  <dcterms:modified xsi:type="dcterms:W3CDTF">2026-07-05T07:03:35Z</dcterms:modified>
</cp:coreProperties>
</file>