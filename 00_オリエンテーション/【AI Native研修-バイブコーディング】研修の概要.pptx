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3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43B-B2AA-C757-2339-23FF2FE2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7C2043-8C99-A0F3-2830-A8AD8E81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7BAAAA5-52A2-CED6-91FD-680F0141B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22108E-8464-887B-95A6-4CB6FF75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506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3268BB7D-DBD7-1713-CFE8-36DAC54A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81DDD8-40FD-B704-081F-F14E6F088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422498"/>
              </p:ext>
            </p:extLst>
          </p:nvPr>
        </p:nvGraphicFramePr>
        <p:xfrm>
          <a:off x="172278" y="1076821"/>
          <a:ext cx="11873541" cy="5075501"/>
        </p:xfrm>
        <a:graphic>
          <a:graphicData uri="http://schemas.openxmlformats.org/drawingml/2006/table">
            <a:tbl>
              <a:tblPr firstRow="1" bandRow="1"/>
              <a:tblGrid>
                <a:gridCol w="3935861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951467705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Web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アプリケーション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Web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アプリケーション（修正後）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0A5E10E-2B1B-7E37-ADAA-30E7F23CAF1A}"/>
              </a:ext>
            </a:extLst>
          </p:cNvPr>
          <p:cNvGrpSpPr/>
          <p:nvPr/>
        </p:nvGrpSpPr>
        <p:grpSpPr>
          <a:xfrm>
            <a:off x="8310393" y="1642568"/>
            <a:ext cx="3600000" cy="2140027"/>
            <a:chOff x="946296" y="1364275"/>
            <a:chExt cx="4359349" cy="2281953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7914848-08A3-620C-9358-3FE1B817412B}"/>
                </a:ext>
              </a:extLst>
            </p:cNvPr>
            <p:cNvSpPr/>
            <p:nvPr/>
          </p:nvSpPr>
          <p:spPr>
            <a:xfrm>
              <a:off x="946296" y="1957361"/>
              <a:ext cx="4359349" cy="1688867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AA8746D2-1726-FE19-FBB1-CB638ADC58FD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振り返り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アプリケーションを比較し、分析結果を共有</a:t>
              </a:r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F2AB2C-69AF-584E-836B-7A8FB75E4012}"/>
              </a:ext>
            </a:extLst>
          </p:cNvPr>
          <p:cNvSpPr/>
          <p:nvPr/>
        </p:nvSpPr>
        <p:spPr>
          <a:xfrm>
            <a:off x="8490393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改善点の整理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424CA0C-8E12-5E3A-65CE-5B55702DC99B}"/>
              </a:ext>
            </a:extLst>
          </p:cNvPr>
          <p:cNvSpPr/>
          <p:nvPr/>
        </p:nvSpPr>
        <p:spPr>
          <a:xfrm>
            <a:off x="8490393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アプリケーションの比較・分析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C5B630DE-28DD-3C94-B623-1E29B13C72A3}"/>
              </a:ext>
            </a:extLst>
          </p:cNvPr>
          <p:cNvSpPr/>
          <p:nvPr/>
        </p:nvSpPr>
        <p:spPr>
          <a:xfrm rot="16200000">
            <a:off x="7917161" y="240817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9D2BD9A-D5F2-7589-1842-299F161CEE95}"/>
              </a:ext>
            </a:extLst>
          </p:cNvPr>
          <p:cNvSpPr/>
          <p:nvPr/>
        </p:nvSpPr>
        <p:spPr>
          <a:xfrm>
            <a:off x="8491653" y="328879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比較・分析結果の共有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br>
              <a:rPr lang="en-US" altLang="ja-JP" dirty="0"/>
            </a:b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E1383F-6BB1-6426-18A2-5BBA545C8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035" y="1073020"/>
            <a:ext cx="3664014" cy="42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</a:t>
            </a:r>
            <a:br>
              <a:rPr lang="en-US" altLang="ja-JP" dirty="0"/>
            </a:br>
            <a:r>
              <a:rPr lang="ja-JP" altLang="en-US" dirty="0"/>
              <a:t>各自で残りの単体テストを実施する。</a:t>
            </a:r>
            <a:endParaRPr lang="en-US" altLang="ja-JP" dirty="0"/>
          </a:p>
          <a:p>
            <a:pPr lvl="2"/>
            <a:r>
              <a:rPr lang="ja-JP" altLang="en-US" dirty="0"/>
              <a:t>不具合が発生した場合、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アプリケーションを修正する。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73090A3-582E-448D-E6B4-C72FD3F1E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711" y="1073150"/>
            <a:ext cx="3664014" cy="33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4E6F9-BB03-9858-6DA4-2D8EB9A7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129C64F-BDE7-3CDF-E6DB-E1532E4E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7A5F1C-30DC-5005-CE6C-CF9813BA7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アプリケーションの比較・分析</a:t>
            </a:r>
            <a:endParaRPr lang="en-US" altLang="ja-JP" dirty="0"/>
          </a:p>
          <a:p>
            <a:pPr lvl="2"/>
            <a:r>
              <a:rPr lang="ja-JP" altLang="en-US" dirty="0"/>
              <a:t>自身が作成したアプリケーションと</a:t>
            </a:r>
            <a:br>
              <a:rPr lang="en-US" altLang="ja-JP" dirty="0"/>
            </a:br>
            <a:r>
              <a:rPr lang="ja-JP" altLang="en-US" dirty="0"/>
              <a:t>講師配布のアプリケーションを比較する。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画面構成</a:t>
            </a:r>
            <a:endParaRPr lang="en-US" altLang="ja-JP" dirty="0"/>
          </a:p>
          <a:p>
            <a:pPr lvl="3"/>
            <a:r>
              <a:rPr lang="ja-JP" altLang="en-US" dirty="0"/>
              <a:t>コードの記述方法など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改善点の整理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比較・分析した結果をもとに、自身のアプリケーションの改善点を整理する。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可読性</a:t>
            </a:r>
            <a:endParaRPr lang="en-US" altLang="ja-JP" dirty="0"/>
          </a:p>
          <a:p>
            <a:pPr lvl="3"/>
            <a:r>
              <a:rPr lang="ja-JP" altLang="en-US" dirty="0"/>
              <a:t>保守性など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比較・分析結果の共有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比較・分析した結果や改善点をチーム内で共有する。</a:t>
            </a:r>
            <a:endParaRPr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A0A1D1-3352-6216-4793-0D5317F01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580" y="1073150"/>
            <a:ext cx="3609145" cy="21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0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393</Words>
  <Application>Microsoft Office PowerPoint</Application>
  <PresentationFormat>ワイド画面</PresentationFormat>
  <Paragraphs>63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バイブコーディング①について</vt:lpstr>
      <vt:lpstr>バイブコーディング②について</vt:lpstr>
      <vt:lpstr>振り返りについて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58</cp:revision>
  <dcterms:created xsi:type="dcterms:W3CDTF">2026-07-04T03:22:14Z</dcterms:created>
  <dcterms:modified xsi:type="dcterms:W3CDTF">2026-07-05T05:52:50Z</dcterms:modified>
</cp:coreProperties>
</file>