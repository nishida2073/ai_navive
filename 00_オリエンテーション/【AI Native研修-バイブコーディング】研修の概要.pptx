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75F2-6284-9EE3-07F1-8A8C6328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BB957D-55BF-E429-F24B-9AB0F2BC5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482374"/>
              </p:ext>
            </p:extLst>
          </p:nvPr>
        </p:nvGraphicFramePr>
        <p:xfrm>
          <a:off x="370800" y="858160"/>
          <a:ext cx="7878678" cy="5075501"/>
        </p:xfrm>
        <a:graphic>
          <a:graphicData uri="http://schemas.openxmlformats.org/drawingml/2006/table">
            <a:tbl>
              <a:tblPr firstRow="1" bandRow="1"/>
              <a:tblGrid>
                <a:gridCol w="392290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55774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研修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の全体像について</a:t>
            </a: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80129" y="1423907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660129" y="307579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660129" y="20995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4126704" y="2189518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660129" y="258765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503504" y="1423907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683504" y="257512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683504" y="209951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2100129" y="4244378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480129" y="4694326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EC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サイト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6123504" y="331009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503504" y="3740167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EC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サイト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660129" y="356393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バイブコーディング①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16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＆</a:t>
            </a:r>
            <a:r>
              <a:rPr lang="en-US" altLang="ja-JP" dirty="0"/>
              <a:t>DB</a:t>
            </a:r>
            <a:r>
              <a:rPr lang="ja-JP" altLang="en-US" dirty="0"/>
              <a:t>を利用した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0234CF0-E1C7-467B-B3BD-DA674E8CE1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922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950DA96C-E905-74A5-F5A1-A78A050EBD70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バイブコーディング②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16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ハンズオン形式で、バイブコーディングを活用した単体テストの作成方法を学習する。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ハンズオンで学習した手順を基に、各自で残りの単体テストを作成する。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06E452-AE76-3796-CC78-8A017D70A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93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233</Words>
  <Application>Microsoft Office PowerPoint</Application>
  <PresentationFormat>ワイド画面</PresentationFormat>
  <Paragraphs>41</Paragraphs>
  <Slides>4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9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38</cp:revision>
  <dcterms:created xsi:type="dcterms:W3CDTF">2026-07-04T03:22:14Z</dcterms:created>
  <dcterms:modified xsi:type="dcterms:W3CDTF">2026-07-04T23:52:34Z</dcterms:modified>
</cp:coreProperties>
</file>