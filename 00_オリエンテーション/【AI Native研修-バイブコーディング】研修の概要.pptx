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2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AA336-75C3-CD9B-DD81-FDF8321B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F3BBA8C-384A-3178-FDF8-B082A5EF4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A09C0A-0869-4E79-1C96-C64810BA6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7B48C-5AB3-9943-9970-20FAF701A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2697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3268BB7D-DBD7-1713-CFE8-36DAC54A4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81DDD8-40FD-B704-081F-F14E6F088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68616"/>
              </p:ext>
            </p:extLst>
          </p:nvPr>
        </p:nvGraphicFramePr>
        <p:xfrm>
          <a:off x="172278" y="1076821"/>
          <a:ext cx="7878678" cy="5075501"/>
        </p:xfrm>
        <a:graphic>
          <a:graphicData uri="http://schemas.openxmlformats.org/drawingml/2006/table">
            <a:tbl>
              <a:tblPr firstRow="1" bandRow="1"/>
              <a:tblGrid>
                <a:gridCol w="392290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55774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EC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サイト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EC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サイト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37E58-8B60-786B-44B9-0C5D8487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FE5E833F-75B4-D73C-6039-DACC4C583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196" y="4611453"/>
            <a:ext cx="1531777" cy="1531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E6A23D2A-D3FB-5249-04D3-BB137F42E6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34" y="5564312"/>
            <a:ext cx="991427" cy="991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タイトル 12">
            <a:extLst>
              <a:ext uri="{FF2B5EF4-FFF2-40B4-BE49-F238E27FC236}">
                <a16:creationId xmlns:a16="http://schemas.microsoft.com/office/drawing/2014/main" id="{0289634B-65D7-3B24-C52F-C76CB8E1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課題について</a:t>
            </a:r>
          </a:p>
        </p:txBody>
      </p:sp>
      <p:sp>
        <p:nvSpPr>
          <p:cNvPr id="14" name="コンテンツ プレースホルダー 13">
            <a:extLst>
              <a:ext uri="{FF2B5EF4-FFF2-40B4-BE49-F238E27FC236}">
                <a16:creationId xmlns:a16="http://schemas.microsoft.com/office/drawing/2014/main" id="{A6119A6B-0C81-0313-4CFC-EDD3139BA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課題①</a:t>
            </a:r>
            <a:endParaRPr lang="en-US" altLang="ja-JP" dirty="0"/>
          </a:p>
          <a:p>
            <a:pPr lvl="1"/>
            <a:r>
              <a:rPr lang="en-US" altLang="ja-JP" dirty="0"/>
              <a:t>Java</a:t>
            </a:r>
            <a:r>
              <a:rPr lang="ja-JP" altLang="en-US" dirty="0"/>
              <a:t>、</a:t>
            </a:r>
            <a:r>
              <a:rPr lang="en-US" altLang="ja-JP" dirty="0"/>
              <a:t>Spring</a:t>
            </a:r>
            <a:r>
              <a:rPr lang="ja-JP" altLang="en-US" dirty="0"/>
              <a:t>、</a:t>
            </a:r>
            <a:r>
              <a:rPr lang="en-US" altLang="ja-JP" dirty="0"/>
              <a:t>DB</a:t>
            </a:r>
            <a:r>
              <a:rPr lang="ja-JP" altLang="en-US" dirty="0"/>
              <a:t>を用いて、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アプリケーションを作成します。</a:t>
            </a:r>
            <a:endParaRPr lang="en-US" altLang="ja-JP" dirty="0"/>
          </a:p>
          <a:p>
            <a:r>
              <a:rPr lang="ja-JP" altLang="en-US" dirty="0"/>
              <a:t>課題②</a:t>
            </a:r>
            <a:endParaRPr lang="en-US" altLang="ja-JP" dirty="0"/>
          </a:p>
          <a:p>
            <a:pPr lvl="1"/>
            <a:r>
              <a:rPr lang="ja-JP" altLang="en-US" dirty="0"/>
              <a:t>課題①で作成した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アプリケーションを対象に、テスト仕様書を作成し、その内容に基づいて単体テストを実施します。</a:t>
            </a:r>
            <a:endParaRPr lang="en-US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B6AE76-DE29-4093-B356-B2FA8EBAB3EA}"/>
              </a:ext>
            </a:extLst>
          </p:cNvPr>
          <p:cNvSpPr/>
          <p:nvPr/>
        </p:nvSpPr>
        <p:spPr>
          <a:xfrm>
            <a:off x="654644" y="4114799"/>
            <a:ext cx="5364373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課題①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AB07655-88F8-4026-B433-91F9105203F0}"/>
              </a:ext>
            </a:extLst>
          </p:cNvPr>
          <p:cNvSpPr/>
          <p:nvPr/>
        </p:nvSpPr>
        <p:spPr>
          <a:xfrm>
            <a:off x="6781410" y="4114799"/>
            <a:ext cx="4795702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</a:t>
            </a:r>
            <a:r>
              <a:rPr lang="ja-JP" altLang="en-US" b="1" dirty="0">
                <a:solidFill>
                  <a:schemeClr val="tx1"/>
                </a:solidFill>
              </a:rPr>
              <a:t>②</a:t>
            </a:r>
            <a:endParaRPr kumimoji="1" lang="ja-JP" altLang="en-US" b="1" dirty="0">
              <a:solidFill>
                <a:schemeClr val="tx1"/>
              </a:solidFill>
            </a:endParaRPr>
          </a:p>
        </p:txBody>
      </p:sp>
      <p:pic>
        <p:nvPicPr>
          <p:cNvPr id="20" name="グラフィックス 18" descr="拡大鏡 単色塗りつぶし">
            <a:extLst>
              <a:ext uri="{FF2B5EF4-FFF2-40B4-BE49-F238E27FC236}">
                <a16:creationId xmlns:a16="http://schemas.microsoft.com/office/drawing/2014/main" id="{382C8686-E55F-1B52-FD04-5E0EFF6C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20279" y="4256234"/>
            <a:ext cx="914400" cy="914400"/>
          </a:xfrm>
          <a:prstGeom prst="rect">
            <a:avLst/>
          </a:prstGeom>
        </p:spPr>
      </p:pic>
      <p:sp>
        <p:nvSpPr>
          <p:cNvPr id="22" name="フローチャート: 結合子 21">
            <a:extLst>
              <a:ext uri="{FF2B5EF4-FFF2-40B4-BE49-F238E27FC236}">
                <a16:creationId xmlns:a16="http://schemas.microsoft.com/office/drawing/2014/main" id="{39945E82-EB28-A483-6CB0-0D38E9357B7C}"/>
              </a:ext>
            </a:extLst>
          </p:cNvPr>
          <p:cNvSpPr/>
          <p:nvPr/>
        </p:nvSpPr>
        <p:spPr>
          <a:xfrm>
            <a:off x="8595085" y="4477342"/>
            <a:ext cx="1800000" cy="1800000"/>
          </a:xfrm>
          <a:prstGeom prst="flowChartConnector">
            <a:avLst/>
          </a:prstGeom>
          <a:noFill/>
          <a:ln w="1905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 sz="1400" err="1">
              <a:solidFill>
                <a:schemeClr val="tx1"/>
              </a:solidFill>
            </a:endParaRPr>
          </a:p>
        </p:txBody>
      </p:sp>
      <p:pic>
        <p:nvPicPr>
          <p:cNvPr id="23" name="グラフィックス 23" descr="クリップボード: 混合 単色塗りつぶし">
            <a:extLst>
              <a:ext uri="{FF2B5EF4-FFF2-40B4-BE49-F238E27FC236}">
                <a16:creationId xmlns:a16="http://schemas.microsoft.com/office/drawing/2014/main" id="{D8657E05-43F4-54E6-20EB-989CC3C24F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7756" y="4690233"/>
            <a:ext cx="1374218" cy="1374218"/>
          </a:xfrm>
          <a:prstGeom prst="rect">
            <a:avLst/>
          </a:prstGeom>
        </p:spPr>
      </p:pic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5DC46E5B-CFA9-A41B-91A1-F732C30D3B31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9495085" y="4427151"/>
            <a:ext cx="1191197" cy="50191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E49AA7CD-8C90-471C-6F68-5D0CF44C7743}"/>
              </a:ext>
            </a:extLst>
          </p:cNvPr>
          <p:cNvCxnSpPr>
            <a:cxnSpLocks/>
          </p:cNvCxnSpPr>
          <p:nvPr/>
        </p:nvCxnSpPr>
        <p:spPr>
          <a:xfrm flipV="1">
            <a:off x="10229082" y="4956450"/>
            <a:ext cx="715913" cy="965038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矢印: 下 33">
            <a:extLst>
              <a:ext uri="{FF2B5EF4-FFF2-40B4-BE49-F238E27FC236}">
                <a16:creationId xmlns:a16="http://schemas.microsoft.com/office/drawing/2014/main" id="{83C7652C-8730-6792-1408-7B30375B9687}"/>
              </a:ext>
            </a:extLst>
          </p:cNvPr>
          <p:cNvSpPr/>
          <p:nvPr/>
        </p:nvSpPr>
        <p:spPr>
          <a:xfrm rot="16200000">
            <a:off x="6220213" y="5287343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23121F06-DDC4-9336-E9FB-C7AAAE9B452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233" y="4529486"/>
            <a:ext cx="523364" cy="523364"/>
          </a:xfrm>
          <a:prstGeom prst="rect">
            <a:avLst/>
          </a:prstGeom>
        </p:spPr>
      </p:pic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5D4BC6D-C730-9ECD-0C06-666951057564}"/>
              </a:ext>
            </a:extLst>
          </p:cNvPr>
          <p:cNvSpPr txBox="1"/>
          <p:nvPr/>
        </p:nvSpPr>
        <p:spPr>
          <a:xfrm>
            <a:off x="4430289" y="5109519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H2</a:t>
            </a:r>
            <a:endParaRPr kumimoji="1" lang="ja-JP" altLang="en-US" b="1" dirty="0"/>
          </a:p>
        </p:txBody>
      </p:sp>
      <p:pic>
        <p:nvPicPr>
          <p:cNvPr id="1028" name="Picture 4" descr="Spring プロジェクト一覧 - リファレンスドキュメント">
            <a:extLst>
              <a:ext uri="{FF2B5EF4-FFF2-40B4-BE49-F238E27FC236}">
                <a16:creationId xmlns:a16="http://schemas.microsoft.com/office/drawing/2014/main" id="{7347444A-97CA-BE25-FCC7-E175DC3EC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4476" y="4554816"/>
            <a:ext cx="562384" cy="49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 アイコン、ロゴ、シンボル – 無料ダウンロード PNG、SVG">
            <a:extLst>
              <a:ext uri="{FF2B5EF4-FFF2-40B4-BE49-F238E27FC236}">
                <a16:creationId xmlns:a16="http://schemas.microsoft.com/office/drawing/2014/main" id="{1F1A5D85-4453-9F62-8DFF-6EFF2049D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753" y="4485168"/>
            <a:ext cx="612000" cy="6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6C03C138-170D-1597-7660-E30141051223}"/>
              </a:ext>
            </a:extLst>
          </p:cNvPr>
          <p:cNvSpPr txBox="1"/>
          <p:nvPr/>
        </p:nvSpPr>
        <p:spPr>
          <a:xfrm>
            <a:off x="2167161" y="5109519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Java</a:t>
            </a:r>
            <a:endParaRPr kumimoji="1" lang="ja-JP" altLang="en-US" b="1" dirty="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F5F44CC-DAE5-07AC-6607-F3CA9BAFB7CE}"/>
              </a:ext>
            </a:extLst>
          </p:cNvPr>
          <p:cNvSpPr txBox="1"/>
          <p:nvPr/>
        </p:nvSpPr>
        <p:spPr>
          <a:xfrm>
            <a:off x="3170255" y="5076118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Spring</a:t>
            </a:r>
            <a:endParaRPr kumimoji="1" lang="ja-JP" altLang="en-US" b="1" dirty="0"/>
          </a:p>
        </p:txBody>
      </p:sp>
      <p:sp>
        <p:nvSpPr>
          <p:cNvPr id="57" name="吹き出し: 四角形 56">
            <a:extLst>
              <a:ext uri="{FF2B5EF4-FFF2-40B4-BE49-F238E27FC236}">
                <a16:creationId xmlns:a16="http://schemas.microsoft.com/office/drawing/2014/main" id="{828805BD-8C23-AA91-2832-4223D636C516}"/>
              </a:ext>
            </a:extLst>
          </p:cNvPr>
          <p:cNvSpPr/>
          <p:nvPr/>
        </p:nvSpPr>
        <p:spPr>
          <a:xfrm>
            <a:off x="1831903" y="4374415"/>
            <a:ext cx="3508513" cy="1104436"/>
          </a:xfrm>
          <a:prstGeom prst="wedgeRectCallout">
            <a:avLst>
              <a:gd name="adj1" fmla="val -43534"/>
              <a:gd name="adj2" fmla="val 7959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863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アプリケーションの作成方法を学習する。</a:t>
            </a:r>
            <a:endParaRPr lang="en-US" altLang="ja-JP" dirty="0"/>
          </a:p>
          <a:p>
            <a:pPr lvl="1"/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lvl="1"/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0234CF0-E1C7-467B-B3BD-DA674E8CE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92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lvl="1"/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単体テストの実施方法を学習する。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ハンズオンで学習した手順を基に、各自で残りの単体テストを実施する。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06E452-AE76-3796-CC78-8A017D70A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9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292</Words>
  <Application>Microsoft Office PowerPoint</Application>
  <PresentationFormat>ワイド画面</PresentationFormat>
  <Paragraphs>52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課題について</vt:lpstr>
      <vt:lpstr>バイブコーディング①について</vt:lpstr>
      <vt:lpstr>バイブコーディング②について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46</cp:revision>
  <dcterms:created xsi:type="dcterms:W3CDTF">2026-07-04T03:22:14Z</dcterms:created>
  <dcterms:modified xsi:type="dcterms:W3CDTF">2026-07-05T04:49:57Z</dcterms:modified>
</cp:coreProperties>
</file>