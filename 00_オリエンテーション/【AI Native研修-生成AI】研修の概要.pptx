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75F2-6284-9EE3-07F1-8A8C63284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BB957D-55BF-E429-F24B-9AB0F2BC5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研修の概要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581941"/>
              </p:ext>
            </p:extLst>
          </p:nvPr>
        </p:nvGraphicFramePr>
        <p:xfrm>
          <a:off x="389738" y="858160"/>
          <a:ext cx="3943722" cy="5075501"/>
        </p:xfrm>
        <a:graphic>
          <a:graphicData uri="http://schemas.openxmlformats.org/drawingml/2006/table">
            <a:tbl>
              <a:tblPr firstRow="1" bandRow="1"/>
              <a:tblGrid>
                <a:gridCol w="3943722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561599" y="1394089"/>
            <a:ext cx="3600000" cy="1648169"/>
            <a:chOff x="946296" y="1364275"/>
            <a:chExt cx="4359349" cy="1659133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1115541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の活用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の概要や活用方法について学習する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研修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の全体像について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741599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講義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&amp;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741599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A31108A4-895E-8CDC-2DB0-960DF401D9F3}"/>
              </a:ext>
            </a:extLst>
          </p:cNvPr>
          <p:cNvSpPr/>
          <p:nvPr/>
        </p:nvSpPr>
        <p:spPr>
          <a:xfrm>
            <a:off x="2181599" y="3280277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2B1FB7FF-01FC-E1A7-ED5C-206BE6C4DB95}"/>
              </a:ext>
            </a:extLst>
          </p:cNvPr>
          <p:cNvGrpSpPr/>
          <p:nvPr/>
        </p:nvGrpSpPr>
        <p:grpSpPr>
          <a:xfrm>
            <a:off x="561599" y="3710349"/>
            <a:ext cx="3600000" cy="936522"/>
            <a:chOff x="946296" y="5714099"/>
            <a:chExt cx="4359349" cy="93652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A46742C-C89B-18DD-6746-1B592EB92845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D266BAC1-DD2E-1050-649C-4FBE5B13608B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任意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生成</a:t>
            </a:r>
            <a:r>
              <a:rPr lang="en-US" altLang="ja-JP" dirty="0">
                <a:solidFill>
                  <a:srgbClr val="070F26"/>
                </a:solidFill>
                <a:latin typeface="Meiryo UI"/>
                <a:ea typeface="Meiryo UI"/>
              </a:rPr>
              <a:t>AI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</a:t>
            </a: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活用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2685"/>
          </a:xfrm>
        </p:spPr>
        <p:txBody>
          <a:bodyPr>
            <a:normAutofit/>
          </a:bodyPr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講義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の概要や生成</a:t>
            </a:r>
            <a:r>
              <a:rPr lang="en-US" altLang="ja-JP" dirty="0"/>
              <a:t>AI</a:t>
            </a:r>
            <a:r>
              <a:rPr lang="ja-JP" altLang="en-US" dirty="0"/>
              <a:t>の活用方法について学習する。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ハンズオン形式で、生成</a:t>
            </a:r>
            <a:r>
              <a:rPr lang="en-US" altLang="ja-JP" dirty="0"/>
              <a:t>AI</a:t>
            </a:r>
            <a:r>
              <a:rPr lang="ja-JP" altLang="en-US" dirty="0"/>
              <a:t>の活用方法を学習する。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を用いて、アプリケーション（ゲーム）を作成する。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F6E940B-03B0-E0EC-8269-0AA35D5E5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68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</TotalTime>
  <Words>94</Words>
  <Application>Microsoft Office PowerPoint</Application>
  <PresentationFormat>ワイド画面</PresentationFormat>
  <Paragraphs>18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41</cp:revision>
  <dcterms:created xsi:type="dcterms:W3CDTF">2026-07-04T03:22:14Z</dcterms:created>
  <dcterms:modified xsi:type="dcterms:W3CDTF">2026-07-04T23:51:49Z</dcterms:modified>
</cp:coreProperties>
</file>