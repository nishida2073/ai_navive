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77" autoAdjust="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outlineViewPr>
    <p:cViewPr>
      <p:scale>
        <a:sx n="33" d="100"/>
        <a:sy n="33" d="100"/>
      </p:scale>
      <p:origin x="0" y="-4013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B0E450B-CE2B-C31B-FDFE-065FEE3F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+mj-lt"/>
              <a:buAutoNum type="arabicPeriod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84987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スライド番号プレースホルダー 8">
            <a:extLst>
              <a:ext uri="{FF2B5EF4-FFF2-40B4-BE49-F238E27FC236}">
                <a16:creationId xmlns:a16="http://schemas.microsoft.com/office/drawing/2014/main" id="{51D98275-5521-9186-79B1-A367B515D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F8AAFB-F628-45BC-B43F-2D63EBB42CAB}" type="datetime1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1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研修の概要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587D25B-4621-505E-7AAD-AD473A386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lang="ja-JP" altLang="en-US" smtClean="0"/>
              <a:pPr/>
              <a:t>1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443410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/>
        </p:nvGraphicFramePr>
        <p:xfrm>
          <a:off x="162341" y="1073020"/>
          <a:ext cx="3943722" cy="5075501"/>
        </p:xfrm>
        <a:graphic>
          <a:graphicData uri="http://schemas.openxmlformats.org/drawingml/2006/table">
            <a:tbl>
              <a:tblPr firstRow="1" bandRow="1"/>
              <a:tblGrid>
                <a:gridCol w="3943722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</a:tblGrid>
              <a:tr h="36902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4706477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334202" y="1608949"/>
            <a:ext cx="3600000" cy="1648169"/>
            <a:chOff x="946296" y="1364275"/>
            <a:chExt cx="4359349" cy="1659133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1115541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生成</a:t>
              </a:r>
              <a:r>
                <a:rPr kumimoji="0" lang="en-US" altLang="ja-JP" kern="0" dirty="0">
                  <a:solidFill>
                    <a:srgbClr val="000000"/>
                  </a:solidFill>
                  <a:latin typeface="Arial"/>
                  <a:ea typeface="Meiryo UI"/>
                </a:rPr>
                <a:t>AI</a:t>
              </a: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の活用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生成</a:t>
              </a:r>
              <a:r>
                <a:rPr kumimoji="0" lang="en-US" altLang="ja-JP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AI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の概要や活用方法について学習する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</p:txBody>
        </p:sp>
      </p:grpSp>
      <p:sp>
        <p:nvSpPr>
          <p:cNvPr id="69" name="タイトル 1">
            <a:extLst>
              <a:ext uri="{FF2B5EF4-FFF2-40B4-BE49-F238E27FC236}">
                <a16:creationId xmlns:a16="http://schemas.microsoft.com/office/drawing/2014/main" id="{6CE14998-7D64-A6FD-4F75-ED0C41225FF2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514202" y="228456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生成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AI-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講義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&amp;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514202" y="277083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生成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AI-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6FBEBD4-5866-3A4E-3DFC-BF37FEEB6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53D044A-F74E-3009-54AD-7DEAF87FB0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87843C9-A96A-6839-1387-44E63AFD7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lang="ja-JP" altLang="en-US" smtClean="0"/>
              <a:pPr/>
              <a:t>2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824445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13691081-A195-E07D-931A-B6B77EFCA795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8C04943A-BD09-50E6-7BF0-434A645F3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/>
          <a:lstStyle/>
          <a:p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の活用について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の活用の流れ</a:t>
            </a:r>
            <a:endParaRPr lang="en-US" altLang="ja-JP" dirty="0"/>
          </a:p>
          <a:p>
            <a:pPr lvl="1"/>
            <a:r>
              <a:rPr lang="ja-JP" altLang="en-US" dirty="0"/>
              <a:t>講義</a:t>
            </a:r>
            <a:r>
              <a:rPr lang="en-US" altLang="ja-JP" dirty="0"/>
              <a:t>&amp;</a:t>
            </a:r>
            <a:r>
              <a:rPr lang="ja-JP" altLang="en-US" dirty="0"/>
              <a:t>ハンズオン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の概要や生成</a:t>
            </a:r>
            <a:r>
              <a:rPr lang="en-US" altLang="ja-JP" dirty="0"/>
              <a:t>AI</a:t>
            </a:r>
            <a:r>
              <a:rPr lang="ja-JP" altLang="en-US" dirty="0"/>
              <a:t>の活用方法について学習する。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ハンズオン形式で、生成</a:t>
            </a:r>
            <a:r>
              <a:rPr lang="en-US" altLang="ja-JP" dirty="0"/>
              <a:t>AI</a:t>
            </a:r>
            <a:r>
              <a:rPr lang="ja-JP" altLang="en-US" dirty="0"/>
              <a:t>の活用方法を学習し、</a:t>
            </a:r>
            <a:br>
              <a:rPr lang="en-US" altLang="ja-JP" dirty="0"/>
            </a:br>
            <a:r>
              <a:rPr lang="ja-JP" altLang="en-US" dirty="0"/>
              <a:t>その後の演習に必要な操作方法を習得する。</a:t>
            </a:r>
            <a:endParaRPr lang="en-US" altLang="ja-JP" dirty="0"/>
          </a:p>
          <a:p>
            <a:pPr lvl="1"/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を用いて、アプリケーション（ゲーム）を作成する。</a:t>
            </a:r>
            <a:endParaRPr lang="en-US" altLang="ja-JP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31BB476-0617-2BE4-9AB4-E5F799088C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1688738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C41598B-CB0A-7FF5-055F-9B557C722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lang="ja-JP" altLang="en-US" smtClean="0"/>
              <a:pPr/>
              <a:t>3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515148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438</TotalTime>
  <Words>107</Words>
  <Application>Microsoft Office PowerPoint</Application>
  <PresentationFormat>ワイド画面</PresentationFormat>
  <Paragraphs>19</Paragraphs>
  <Slides>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生成AIの活用について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44</cp:revision>
  <dcterms:created xsi:type="dcterms:W3CDTF">2026-07-04T03:22:14Z</dcterms:created>
  <dcterms:modified xsi:type="dcterms:W3CDTF">2026-07-05T06:35:03Z</dcterms:modified>
</cp:coreProperties>
</file>