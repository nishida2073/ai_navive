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"/>
  </p:notesMasterIdLst>
  <p:sldIdLst>
    <p:sldId id="262" r:id="rId2"/>
    <p:sldId id="263" r:id="rId3"/>
    <p:sldId id="264" r:id="rId4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77" autoAdjust="0"/>
  </p:normalViewPr>
  <p:slideViewPr>
    <p:cSldViewPr snapToGrid="0">
      <p:cViewPr varScale="1">
        <p:scale>
          <a:sx n="77" d="100"/>
          <a:sy n="77" d="100"/>
        </p:scale>
        <p:origin x="835" y="62"/>
      </p:cViewPr>
      <p:guideLst/>
    </p:cSldViewPr>
  </p:slideViewPr>
  <p:outlineViewPr>
    <p:cViewPr>
      <p:scale>
        <a:sx n="33" d="100"/>
        <a:sy n="33" d="100"/>
      </p:scale>
      <p:origin x="0" y="-4013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E092660-A910-48D6-9DD5-B02CDD5983C2}" type="datetimeFigureOut">
              <a:rPr kumimoji="1" lang="ja-JP" altLang="en-US" smtClean="0"/>
              <a:t>2026/8/7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58A0B64-6D67-42B8-83A5-133498884D5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247755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8A0B64-6D67-42B8-83A5-133498884D56}" type="slidenum">
              <a:rPr kumimoji="1" lang="ja-JP" altLang="en-US" smtClean="0"/>
              <a:t>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4022324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83F549-E74F-41DE-B3AA-CC3A97BC75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E289D615-20E1-B4C6-FCD1-33F79BDE42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7B256A36-25FD-6DCC-7EF2-113892246A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2CBABE15-F492-D580-DC4E-6D4EDCE1DC4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8A0B64-6D67-42B8-83A5-133498884D56}" type="slidenum">
              <a:rPr kumimoji="1" lang="ja-JP" altLang="en-US" smtClean="0"/>
              <a:t>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7415677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E88EAE4-3517-7685-DBC1-D2EBBF1143A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4CE249DA-269C-C238-1C0D-468019E3CA3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B0E450B-CE2B-C31B-FDFE-065FEE3F09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421667"/>
            <a:ext cx="2743200" cy="365125"/>
          </a:xfrm>
        </p:spPr>
        <p:txBody>
          <a:bodyPr/>
          <a:lstStyle>
            <a:lvl1pPr>
              <a:defRPr sz="800"/>
            </a:lvl1pPr>
          </a:lstStyle>
          <a:p>
            <a:fld id="{9EBFBC76-F46F-4ADD-8228-9529630895ED}" type="slidenum">
              <a:rPr lang="ja-JP" altLang="en-US" smtClean="0"/>
              <a:pPr/>
              <a:t>‹#›</a:t>
            </a:fld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97545322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タイトル 1">
            <a:extLst>
              <a:ext uri="{FF2B5EF4-FFF2-40B4-BE49-F238E27FC236}">
                <a16:creationId xmlns:a16="http://schemas.microsoft.com/office/drawing/2014/main" id="{01664F20-F7C0-E482-4CCD-A50874056B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7951" y="365124"/>
            <a:ext cx="11877869" cy="540000"/>
          </a:xfrm>
        </p:spPr>
        <p:txBody>
          <a:bodyPr>
            <a:normAutofit/>
          </a:bodyPr>
          <a:lstStyle>
            <a:lvl1pPr>
              <a:defRPr sz="2400" b="1"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8" name="コンテンツ プレースホルダー 2">
            <a:extLst>
              <a:ext uri="{FF2B5EF4-FFF2-40B4-BE49-F238E27FC236}">
                <a16:creationId xmlns:a16="http://schemas.microsoft.com/office/drawing/2014/main" id="{759E38C0-9660-9A49-7A90-097EDCC079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7951" y="1073020"/>
            <a:ext cx="11877869" cy="5103943"/>
          </a:xfrm>
        </p:spPr>
        <p:txBody>
          <a:bodyPr/>
          <a:lstStyle>
            <a:lvl2pPr marL="914400" indent="-457200">
              <a:buFont typeface="+mj-lt"/>
              <a:buAutoNum type="arabicPeriod"/>
              <a:defRPr/>
            </a:lvl2pPr>
          </a:lstStyle>
          <a:p>
            <a:pPr lvl="0"/>
            <a:r>
              <a:rPr kumimoji="1" lang="ja-JP" altLang="en-US" dirty="0"/>
              <a:t>マスター テキストの書式設定</a:t>
            </a:r>
          </a:p>
          <a:p>
            <a:pPr lvl="1"/>
            <a:r>
              <a:rPr kumimoji="1" lang="ja-JP" altLang="en-US" dirty="0"/>
              <a:t>第 </a:t>
            </a:r>
            <a:r>
              <a:rPr kumimoji="1" lang="en-US" altLang="ja-JP" dirty="0"/>
              <a:t>2 </a:t>
            </a:r>
            <a:r>
              <a:rPr kumimoji="1" lang="ja-JP" altLang="en-US" dirty="0"/>
              <a:t>レベル</a:t>
            </a:r>
          </a:p>
          <a:p>
            <a:pPr lvl="2"/>
            <a:r>
              <a:rPr kumimoji="1" lang="ja-JP" altLang="en-US" dirty="0"/>
              <a:t>第 </a:t>
            </a:r>
            <a:r>
              <a:rPr kumimoji="1" lang="en-US" altLang="ja-JP" dirty="0"/>
              <a:t>3 </a:t>
            </a:r>
            <a:r>
              <a:rPr kumimoji="1" lang="ja-JP" altLang="en-US" dirty="0"/>
              <a:t>レベル</a:t>
            </a:r>
          </a:p>
          <a:p>
            <a:pPr lvl="3"/>
            <a:r>
              <a:rPr kumimoji="1" lang="ja-JP" altLang="en-US" dirty="0"/>
              <a:t>第 </a:t>
            </a:r>
            <a:r>
              <a:rPr kumimoji="1" lang="en-US" altLang="ja-JP" dirty="0"/>
              <a:t>4 </a:t>
            </a:r>
            <a:r>
              <a:rPr kumimoji="1" lang="ja-JP" altLang="en-US" dirty="0"/>
              <a:t>レベル</a:t>
            </a:r>
          </a:p>
          <a:p>
            <a:pPr lvl="4"/>
            <a:r>
              <a:rPr kumimoji="1" lang="ja-JP" altLang="en-US" dirty="0"/>
              <a:t>第 </a:t>
            </a:r>
            <a:r>
              <a:rPr kumimoji="1" lang="en-US" altLang="ja-JP" dirty="0"/>
              <a:t>5 </a:t>
            </a:r>
            <a:r>
              <a:rPr kumimoji="1" lang="ja-JP" altLang="en-US" dirty="0"/>
              <a:t>レベル</a:t>
            </a:r>
          </a:p>
        </p:txBody>
      </p:sp>
      <p:sp>
        <p:nvSpPr>
          <p:cNvPr id="10" name="スライド番号プレースホルダー 8">
            <a:extLst>
              <a:ext uri="{FF2B5EF4-FFF2-40B4-BE49-F238E27FC236}">
                <a16:creationId xmlns:a16="http://schemas.microsoft.com/office/drawing/2014/main" id="{22D7A308-0628-F881-8567-86E4E9532F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421667"/>
            <a:ext cx="2743200" cy="365125"/>
          </a:xfrm>
        </p:spPr>
        <p:txBody>
          <a:bodyPr/>
          <a:lstStyle>
            <a:lvl1pPr>
              <a:defRPr sz="800"/>
            </a:lvl1pPr>
          </a:lstStyle>
          <a:p>
            <a:fld id="{9EBFBC76-F46F-4ADD-8228-9529630895ED}" type="slidenum">
              <a:rPr lang="ja-JP" altLang="en-US" smtClean="0"/>
              <a:pPr/>
              <a:t>‹#›</a:t>
            </a:fld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6546049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タイトル 1">
            <a:extLst>
              <a:ext uri="{FF2B5EF4-FFF2-40B4-BE49-F238E27FC236}">
                <a16:creationId xmlns:a16="http://schemas.microsoft.com/office/drawing/2014/main" id="{01664F20-F7C0-E482-4CCD-A50874056B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7951" y="365124"/>
            <a:ext cx="11877869" cy="540000"/>
          </a:xfrm>
        </p:spPr>
        <p:txBody>
          <a:bodyPr>
            <a:normAutofit/>
          </a:bodyPr>
          <a:lstStyle>
            <a:lvl1pPr>
              <a:defRPr sz="2400" b="1"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8" name="コンテンツ プレースホルダー 2">
            <a:extLst>
              <a:ext uri="{FF2B5EF4-FFF2-40B4-BE49-F238E27FC236}">
                <a16:creationId xmlns:a16="http://schemas.microsoft.com/office/drawing/2014/main" id="{759E38C0-9660-9A49-7A90-097EDCC079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7951" y="1073020"/>
            <a:ext cx="11877869" cy="5103943"/>
          </a:xfrm>
        </p:spPr>
        <p:txBody>
          <a:bodyPr/>
          <a:lstStyle>
            <a:lvl2pPr marL="914400" indent="-457200">
              <a:buFont typeface="Arial" panose="020B0604020202020204" pitchFamily="34" charset="0"/>
              <a:buChar char="•"/>
              <a:defRPr/>
            </a:lvl2pPr>
          </a:lstStyle>
          <a:p>
            <a:pPr lvl="0"/>
            <a:r>
              <a:rPr kumimoji="1" lang="ja-JP" altLang="en-US" dirty="0"/>
              <a:t>マスター テキストの書式設定</a:t>
            </a:r>
          </a:p>
          <a:p>
            <a:pPr lvl="1"/>
            <a:r>
              <a:rPr kumimoji="1" lang="ja-JP" altLang="en-US" dirty="0"/>
              <a:t>第 </a:t>
            </a:r>
            <a:r>
              <a:rPr kumimoji="1" lang="en-US" altLang="ja-JP" dirty="0"/>
              <a:t>2 </a:t>
            </a:r>
            <a:r>
              <a:rPr kumimoji="1" lang="ja-JP" altLang="en-US" dirty="0"/>
              <a:t>レベル</a:t>
            </a:r>
          </a:p>
          <a:p>
            <a:pPr lvl="2"/>
            <a:r>
              <a:rPr kumimoji="1" lang="ja-JP" altLang="en-US" dirty="0"/>
              <a:t>第 </a:t>
            </a:r>
            <a:r>
              <a:rPr kumimoji="1" lang="en-US" altLang="ja-JP" dirty="0"/>
              <a:t>3 </a:t>
            </a:r>
            <a:r>
              <a:rPr kumimoji="1" lang="ja-JP" altLang="en-US" dirty="0"/>
              <a:t>レベル</a:t>
            </a:r>
          </a:p>
          <a:p>
            <a:pPr lvl="3"/>
            <a:r>
              <a:rPr kumimoji="1" lang="ja-JP" altLang="en-US" dirty="0"/>
              <a:t>第 </a:t>
            </a:r>
            <a:r>
              <a:rPr kumimoji="1" lang="en-US" altLang="ja-JP" dirty="0"/>
              <a:t>4 </a:t>
            </a:r>
            <a:r>
              <a:rPr kumimoji="1" lang="ja-JP" altLang="en-US" dirty="0"/>
              <a:t>レベル</a:t>
            </a:r>
          </a:p>
          <a:p>
            <a:pPr lvl="4"/>
            <a:r>
              <a:rPr kumimoji="1" lang="ja-JP" altLang="en-US" dirty="0"/>
              <a:t>第 </a:t>
            </a:r>
            <a:r>
              <a:rPr kumimoji="1" lang="en-US" altLang="ja-JP" dirty="0"/>
              <a:t>5 </a:t>
            </a:r>
            <a:r>
              <a:rPr kumimoji="1" lang="ja-JP" altLang="en-US" dirty="0"/>
              <a:t>レベル</a:t>
            </a:r>
          </a:p>
        </p:txBody>
      </p:sp>
      <p:sp>
        <p:nvSpPr>
          <p:cNvPr id="10" name="スライド番号プレースホルダー 8">
            <a:extLst>
              <a:ext uri="{FF2B5EF4-FFF2-40B4-BE49-F238E27FC236}">
                <a16:creationId xmlns:a16="http://schemas.microsoft.com/office/drawing/2014/main" id="{22D7A308-0628-F881-8567-86E4E9532F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421667"/>
            <a:ext cx="2743200" cy="365125"/>
          </a:xfrm>
        </p:spPr>
        <p:txBody>
          <a:bodyPr/>
          <a:lstStyle>
            <a:lvl1pPr>
              <a:defRPr sz="800"/>
            </a:lvl1pPr>
          </a:lstStyle>
          <a:p>
            <a:fld id="{9EBFBC76-F46F-4ADD-8228-9529630895ED}" type="slidenum">
              <a:rPr lang="ja-JP" altLang="en-US" smtClean="0"/>
              <a:pPr/>
              <a:t>‹#›</a:t>
            </a:fld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38498787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15C1473-4F82-D0F2-6E20-B3CE8154AD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E23119F7-CFE5-C244-5CBC-D07F56CF805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7" name="スライド番号プレースホルダー 8">
            <a:extLst>
              <a:ext uri="{FF2B5EF4-FFF2-40B4-BE49-F238E27FC236}">
                <a16:creationId xmlns:a16="http://schemas.microsoft.com/office/drawing/2014/main" id="{51D98275-5521-9186-79B1-A367B515DB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421667"/>
            <a:ext cx="2743200" cy="365125"/>
          </a:xfrm>
        </p:spPr>
        <p:txBody>
          <a:bodyPr/>
          <a:lstStyle>
            <a:lvl1pPr>
              <a:defRPr sz="800"/>
            </a:lvl1pPr>
          </a:lstStyle>
          <a:p>
            <a:fld id="{9EBFBC76-F46F-4ADD-8228-9529630895ED}" type="slidenum">
              <a:rPr lang="ja-JP" altLang="en-US" smtClean="0"/>
              <a:pPr/>
              <a:t>‹#›</a:t>
            </a:fld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8413871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D291077D-F29B-3B1E-E99F-8D3095D21F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177A7F88-23AA-2435-B8E5-5759D4CA281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75D7CD4-6630-EF19-7ADC-97B078E8CAC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7F8AAFB-F628-45BC-B43F-2D63EBB42CAB}" type="datetime1">
              <a:rPr kumimoji="1" lang="ja-JP" altLang="en-US" smtClean="0"/>
              <a:t>2026/8/7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824A99B-1354-38AF-B026-4F072B91BE1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48BA381-04BE-303F-34F7-4680A43BB63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EBFBC76-F46F-4ADD-8228-9529630895E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999487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2" r:id="rId3"/>
    <p:sldLayoutId id="2147483651" r:id="rId4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5DA5590-C478-ABA0-FEFE-579A1113891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kumimoji="1" lang="ja-JP" altLang="en-US" dirty="0"/>
              <a:t>研修の概要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6341C3CD-066C-9DBE-C54B-F884D6128F2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A587D25B-4621-505E-7AAD-AD473A386F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FBC76-F46F-4ADD-8228-9529630895ED}" type="slidenum">
              <a:rPr lang="ja-JP" altLang="en-US" smtClean="0"/>
              <a:pPr/>
              <a:t>1</a:t>
            </a:fld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64434103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7" name="表 66">
            <a:extLst>
              <a:ext uri="{FF2B5EF4-FFF2-40B4-BE49-F238E27FC236}">
                <a16:creationId xmlns:a16="http://schemas.microsoft.com/office/drawing/2014/main" id="{BF667119-273B-9AC2-20E0-A1A52796AF3C}"/>
              </a:ext>
            </a:extLst>
          </p:cNvPr>
          <p:cNvGraphicFramePr>
            <a:graphicFrameLocks noGrp="1"/>
          </p:cNvGraphicFramePr>
          <p:nvPr/>
        </p:nvGraphicFramePr>
        <p:xfrm>
          <a:off x="162341" y="1073020"/>
          <a:ext cx="3943722" cy="5075501"/>
        </p:xfrm>
        <a:graphic>
          <a:graphicData uri="http://schemas.openxmlformats.org/drawingml/2006/table">
            <a:tbl>
              <a:tblPr firstRow="1" bandRow="1"/>
              <a:tblGrid>
                <a:gridCol w="3943722">
                  <a:extLst>
                    <a:ext uri="{9D8B030D-6E8A-4147-A177-3AD203B41FA5}">
                      <a16:colId xmlns:a16="http://schemas.microsoft.com/office/drawing/2014/main" val="3573493280"/>
                    </a:ext>
                  </a:extLst>
                </a:gridCol>
              </a:tblGrid>
              <a:tr h="369024"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1pPr>
                      <a:lvl2pPr marL="4572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2pPr>
                      <a:lvl3pPr marL="9144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3pPr>
                      <a:lvl4pPr marL="13716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4pPr>
                      <a:lvl5pPr marL="18288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5pPr>
                      <a:lvl6pPr marL="22860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6pPr>
                      <a:lvl7pPr marL="27432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7pPr>
                      <a:lvl8pPr marL="32004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8pPr>
                      <a:lvl9pPr marL="36576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9pPr>
                    </a:lstStyle>
                    <a:p>
                      <a:pPr algn="ctr"/>
                      <a:r>
                        <a:rPr kumimoji="1" lang="ja-JP" altLang="en-US" sz="1600" dirty="0"/>
                        <a:t>１日目</a:t>
                      </a:r>
                    </a:p>
                  </a:txBody>
                  <a:tcPr>
                    <a:lnL w="12700" cmpd="sng">
                      <a:solidFill>
                        <a:srgbClr val="FFFFFF"/>
                      </a:solidFill>
                    </a:lnL>
                    <a:lnR w="12700" cmpd="sng">
                      <a:solidFill>
                        <a:srgbClr val="FFFFFF"/>
                      </a:solidFill>
                    </a:lnR>
                    <a:lnT w="12700" cmpd="sng">
                      <a:solidFill>
                        <a:srgbClr val="FFFFFF"/>
                      </a:solidFill>
                    </a:lnT>
                    <a:lnB w="381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70F2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8554313"/>
                  </a:ext>
                </a:extLst>
              </a:tr>
              <a:tr h="4706477"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9pPr>
                    </a:lstStyle>
                    <a:p>
                      <a:endParaRPr kumimoji="1" lang="ja-JP" altLang="en-US" dirty="0"/>
                    </a:p>
                  </a:txBody>
                  <a:tcPr>
                    <a:lnL w="12700" cmpd="sng">
                      <a:solidFill>
                        <a:srgbClr val="FFFFFF"/>
                      </a:solidFill>
                    </a:lnL>
                    <a:lnR w="12700" cmpd="sng">
                      <a:solidFill>
                        <a:srgbClr val="FFFFFF"/>
                      </a:solidFill>
                    </a:lnR>
                    <a:lnT w="38100" cmpd="sng">
                      <a:solidFill>
                        <a:srgbClr val="FFFFFF"/>
                      </a:solidFill>
                    </a:lnT>
                    <a:lnB w="127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70F26">
                        <a:tint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19178125"/>
                  </a:ext>
                </a:extLst>
              </a:tr>
            </a:tbl>
          </a:graphicData>
        </a:graphic>
      </p:graphicFrame>
      <p:grpSp>
        <p:nvGrpSpPr>
          <p:cNvPr id="94" name="グループ化 93">
            <a:extLst>
              <a:ext uri="{FF2B5EF4-FFF2-40B4-BE49-F238E27FC236}">
                <a16:creationId xmlns:a16="http://schemas.microsoft.com/office/drawing/2014/main" id="{A1110377-FA4D-570F-ABCC-9F48E5F75B03}"/>
              </a:ext>
            </a:extLst>
          </p:cNvPr>
          <p:cNvGrpSpPr/>
          <p:nvPr/>
        </p:nvGrpSpPr>
        <p:grpSpPr>
          <a:xfrm>
            <a:off x="334202" y="1608949"/>
            <a:ext cx="3600000" cy="1648169"/>
            <a:chOff x="946296" y="1364275"/>
            <a:chExt cx="4359349" cy="1659133"/>
          </a:xfrm>
        </p:grpSpPr>
        <p:sp>
          <p:nvSpPr>
            <p:cNvPr id="70" name="正方形/長方形 69">
              <a:extLst>
                <a:ext uri="{FF2B5EF4-FFF2-40B4-BE49-F238E27FC236}">
                  <a16:creationId xmlns:a16="http://schemas.microsoft.com/office/drawing/2014/main" id="{8C231246-5F05-B4AE-6830-C48FF2D63004}"/>
                </a:ext>
              </a:extLst>
            </p:cNvPr>
            <p:cNvSpPr/>
            <p:nvPr/>
          </p:nvSpPr>
          <p:spPr>
            <a:xfrm>
              <a:off x="946296" y="1907867"/>
              <a:ext cx="4359349" cy="1115541"/>
            </a:xfrm>
            <a:prstGeom prst="rect">
              <a:avLst/>
            </a:prstGeom>
            <a:solidFill>
              <a:srgbClr val="FFFFFF"/>
            </a:solidFill>
            <a:ln w="3175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ja-JP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endParaRPr>
            </a:p>
          </p:txBody>
        </p:sp>
        <p:sp>
          <p:nvSpPr>
            <p:cNvPr id="80" name="正方形/長方形 79">
              <a:extLst>
                <a:ext uri="{FF2B5EF4-FFF2-40B4-BE49-F238E27FC236}">
                  <a16:creationId xmlns:a16="http://schemas.microsoft.com/office/drawing/2014/main" id="{87EC3108-0FE2-36EA-C3D2-DCD04D376D2E}"/>
                </a:ext>
              </a:extLst>
            </p:cNvPr>
            <p:cNvSpPr/>
            <p:nvPr/>
          </p:nvSpPr>
          <p:spPr>
            <a:xfrm>
              <a:off x="946296" y="1364275"/>
              <a:ext cx="4359349" cy="543592"/>
            </a:xfrm>
            <a:prstGeom prst="rect">
              <a:avLst/>
            </a:prstGeom>
            <a:solidFill>
              <a:srgbClr val="0072BC">
                <a:lumMod val="10000"/>
                <a:lumOff val="90000"/>
              </a:srgbClr>
            </a:solidFill>
            <a:ln w="3175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ja-JP" altLang="en-US" kern="0" dirty="0">
                  <a:solidFill>
                    <a:srgbClr val="000000"/>
                  </a:solidFill>
                  <a:latin typeface="Arial"/>
                  <a:ea typeface="Meiryo UI"/>
                </a:rPr>
                <a:t>生成</a:t>
              </a:r>
              <a:r>
                <a:rPr kumimoji="0" lang="en-US" altLang="ja-JP" kern="0" dirty="0">
                  <a:solidFill>
                    <a:srgbClr val="000000"/>
                  </a:solidFill>
                  <a:latin typeface="Arial"/>
                  <a:ea typeface="Meiryo UI"/>
                </a:rPr>
                <a:t>AI</a:t>
              </a:r>
              <a:r>
                <a:rPr kumimoji="0" lang="ja-JP" altLang="en-US" kern="0" dirty="0">
                  <a:solidFill>
                    <a:srgbClr val="000000"/>
                  </a:solidFill>
                  <a:latin typeface="Arial"/>
                  <a:ea typeface="Meiryo UI"/>
                </a:rPr>
                <a:t>の活用</a:t>
              </a:r>
              <a:endParaRPr kumimoji="0" lang="en-US" altLang="ja-JP" kern="0" dirty="0">
                <a:solidFill>
                  <a:srgbClr val="000000"/>
                </a:solidFill>
                <a:latin typeface="Arial"/>
                <a:ea typeface="Meiryo UI"/>
              </a:endParaRPr>
            </a:p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ja-JP" altLang="en-US" sz="1200" kern="0" dirty="0">
                  <a:solidFill>
                    <a:srgbClr val="000000"/>
                  </a:solidFill>
                  <a:latin typeface="Arial"/>
                  <a:ea typeface="Meiryo UI"/>
                </a:rPr>
                <a:t>生成</a:t>
              </a:r>
              <a:r>
                <a:rPr kumimoji="0" lang="en-US" altLang="ja-JP" sz="1200" kern="0" dirty="0">
                  <a:solidFill>
                    <a:srgbClr val="000000"/>
                  </a:solidFill>
                  <a:latin typeface="Arial"/>
                  <a:ea typeface="Meiryo UI"/>
                </a:rPr>
                <a:t>AI</a:t>
              </a:r>
              <a:r>
                <a:rPr kumimoji="0" lang="ja-JP" altLang="en-US" sz="1200" kern="0" dirty="0">
                  <a:solidFill>
                    <a:srgbClr val="000000"/>
                  </a:solidFill>
                  <a:latin typeface="Arial"/>
                  <a:ea typeface="Meiryo UI"/>
                </a:rPr>
                <a:t>の概要や活用方法について学習する</a:t>
              </a:r>
              <a:endParaRPr kumimoji="0" lang="en-US" altLang="ja-JP" sz="1200" kern="0" dirty="0">
                <a:solidFill>
                  <a:srgbClr val="000000"/>
                </a:solidFill>
                <a:latin typeface="Arial"/>
                <a:ea typeface="Meiryo UI"/>
              </a:endParaRPr>
            </a:p>
          </p:txBody>
        </p:sp>
      </p:grpSp>
      <p:sp>
        <p:nvSpPr>
          <p:cNvPr id="69" name="タイトル 1">
            <a:extLst>
              <a:ext uri="{FF2B5EF4-FFF2-40B4-BE49-F238E27FC236}">
                <a16:creationId xmlns:a16="http://schemas.microsoft.com/office/drawing/2014/main" id="{6CE14998-7D64-A6FD-4F75-ED0C41225FF2}"/>
              </a:ext>
            </a:extLst>
          </p:cNvPr>
          <p:cNvSpPr txBox="1">
            <a:spLocks/>
          </p:cNvSpPr>
          <p:nvPr/>
        </p:nvSpPr>
        <p:spPr>
          <a:xfrm>
            <a:off x="370800" y="334800"/>
            <a:ext cx="11448000" cy="3960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00" b="1" i="0" kern="1200" spc="0" baseline="0">
                <a:solidFill>
                  <a:schemeClr val="accent1"/>
                </a:solidFill>
                <a:latin typeface="+mj-ea"/>
                <a:ea typeface="+mj-ea"/>
                <a:cs typeface="HGPGothicE" charset="-128"/>
              </a:defRPr>
            </a:lvl1pPr>
            <a:lvl2pPr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2pPr>
            <a:lvl3pPr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3pPr>
            <a:lvl4pPr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4pPr>
            <a:lvl5pPr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5pPr>
            <a:lvl6pPr marL="609555"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6pPr>
            <a:lvl7pPr marL="1219110"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7pPr>
            <a:lvl8pPr marL="1828664"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8pPr>
            <a:lvl9pPr marL="2438218"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9pPr>
          </a:lstStyle>
          <a:p>
            <a:pPr marL="0" marR="0" lvl="0" indent="0" algn="l" defTabSz="609555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2600" b="1" i="0" u="none" strike="noStrike" kern="1200" cap="none" spc="0" normalizeH="0" baseline="0" noProof="0" dirty="0">
              <a:ln>
                <a:noFill/>
              </a:ln>
              <a:solidFill>
                <a:srgbClr val="070F26"/>
              </a:solidFill>
              <a:effectLst/>
              <a:uLnTx/>
              <a:uFillTx/>
              <a:latin typeface="Meiryo UI"/>
              <a:ea typeface="Meiryo UI"/>
            </a:endParaRPr>
          </a:p>
        </p:txBody>
      </p:sp>
      <p:sp>
        <p:nvSpPr>
          <p:cNvPr id="76" name="四角形: 角を丸くする 75">
            <a:extLst>
              <a:ext uri="{FF2B5EF4-FFF2-40B4-BE49-F238E27FC236}">
                <a16:creationId xmlns:a16="http://schemas.microsoft.com/office/drawing/2014/main" id="{03E1DFD1-2580-E00D-A89E-87E795417DBF}"/>
              </a:ext>
            </a:extLst>
          </p:cNvPr>
          <p:cNvSpPr/>
          <p:nvPr/>
        </p:nvSpPr>
        <p:spPr>
          <a:xfrm>
            <a:off x="514202" y="2284560"/>
            <a:ext cx="3240000" cy="360000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200" kern="0" dirty="0">
                <a:solidFill>
                  <a:srgbClr val="000000"/>
                </a:solidFill>
                <a:latin typeface="Arial"/>
                <a:ea typeface="Meiryo UI"/>
              </a:rPr>
              <a:t>生成</a:t>
            </a:r>
            <a:r>
              <a:rPr kumimoji="0" lang="en-US" altLang="ja-JP" sz="1200" kern="0" dirty="0">
                <a:solidFill>
                  <a:srgbClr val="000000"/>
                </a:solidFill>
                <a:latin typeface="Arial"/>
                <a:ea typeface="Meiryo UI"/>
              </a:rPr>
              <a:t>AI-</a:t>
            </a:r>
            <a:r>
              <a:rPr kumimoji="0" lang="ja-JP" altLang="en-US" sz="1200" kern="0" dirty="0">
                <a:solidFill>
                  <a:srgbClr val="000000"/>
                </a:solidFill>
                <a:latin typeface="Arial"/>
                <a:ea typeface="Meiryo UI"/>
              </a:rPr>
              <a:t>講義</a:t>
            </a:r>
            <a:r>
              <a:rPr kumimoji="0" lang="en-US" altLang="ja-JP" sz="1200" kern="0" dirty="0">
                <a:solidFill>
                  <a:srgbClr val="000000"/>
                </a:solidFill>
                <a:latin typeface="Arial"/>
                <a:ea typeface="Meiryo UI"/>
              </a:rPr>
              <a:t>&amp;</a:t>
            </a:r>
            <a:r>
              <a:rPr kumimoji="0" lang="ja-JP" altLang="en-US" sz="1200" kern="0" dirty="0">
                <a:solidFill>
                  <a:srgbClr val="000000"/>
                </a:solidFill>
                <a:latin typeface="Arial"/>
                <a:ea typeface="Meiryo UI"/>
              </a:rPr>
              <a:t>ハンズオン</a:t>
            </a:r>
            <a:endParaRPr kumimoji="0" lang="en-US" altLang="ja-JP" sz="12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Meiryo UI"/>
              <a:cs typeface="+mn-cs"/>
            </a:endParaRPr>
          </a:p>
        </p:txBody>
      </p:sp>
      <p:sp>
        <p:nvSpPr>
          <p:cNvPr id="79" name="四角形: 角を丸くする 78">
            <a:extLst>
              <a:ext uri="{FF2B5EF4-FFF2-40B4-BE49-F238E27FC236}">
                <a16:creationId xmlns:a16="http://schemas.microsoft.com/office/drawing/2014/main" id="{A56AABD8-8B2F-99E7-B8BF-C14D8AD7E430}"/>
              </a:ext>
            </a:extLst>
          </p:cNvPr>
          <p:cNvSpPr/>
          <p:nvPr/>
        </p:nvSpPr>
        <p:spPr>
          <a:xfrm>
            <a:off x="514202" y="2770839"/>
            <a:ext cx="3240000" cy="360000"/>
          </a:xfrm>
          <a:prstGeom prst="roundRect">
            <a:avLst/>
          </a:prstGeom>
          <a:solidFill>
            <a:srgbClr val="FFFFFF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200" kern="0" dirty="0">
                <a:solidFill>
                  <a:srgbClr val="000000"/>
                </a:solidFill>
                <a:latin typeface="Arial"/>
                <a:ea typeface="Meiryo UI"/>
              </a:rPr>
              <a:t>生成</a:t>
            </a:r>
            <a:r>
              <a:rPr kumimoji="0" lang="en-US" altLang="ja-JP" sz="1200" kern="0" dirty="0">
                <a:solidFill>
                  <a:srgbClr val="000000"/>
                </a:solidFill>
                <a:latin typeface="Arial"/>
                <a:ea typeface="Meiryo UI"/>
              </a:rPr>
              <a:t>AI-</a:t>
            </a:r>
            <a:r>
              <a:rPr kumimoji="0" lang="ja-JP" altLang="en-US" sz="1200" kern="0" dirty="0">
                <a:solidFill>
                  <a:srgbClr val="000000"/>
                </a:solidFill>
                <a:latin typeface="Arial"/>
                <a:ea typeface="Meiryo UI"/>
              </a:rPr>
              <a:t>演習</a:t>
            </a:r>
            <a:endParaRPr kumimoji="0" lang="en-US" altLang="ja-JP" sz="12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Meiryo UI"/>
              <a:cs typeface="+mn-cs"/>
            </a:endParaRP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66FBEBD4-5866-3A4E-3DFC-BF37FEEB6F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7951" y="365124"/>
            <a:ext cx="11877869" cy="540000"/>
          </a:xfrm>
        </p:spPr>
        <p:txBody>
          <a:bodyPr>
            <a:normAutofit/>
          </a:bodyPr>
          <a:lstStyle/>
          <a:p>
            <a:r>
              <a:rPr lang="ja-JP" altLang="en-US" dirty="0"/>
              <a:t>研修の全体像について</a:t>
            </a:r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587843C9-A96A-6839-1387-44E63AFD7E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FBC76-F46F-4ADD-8228-9529630895ED}" type="slidenum">
              <a:rPr lang="ja-JP" altLang="en-US" smtClean="0"/>
              <a:pPr/>
              <a:t>2</a:t>
            </a:fld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98244450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909F09-97AC-277C-B528-BACF011888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タイトル 1">
            <a:extLst>
              <a:ext uri="{FF2B5EF4-FFF2-40B4-BE49-F238E27FC236}">
                <a16:creationId xmlns:a16="http://schemas.microsoft.com/office/drawing/2014/main" id="{13691081-A195-E07D-931A-B6B77EFCA795}"/>
              </a:ext>
            </a:extLst>
          </p:cNvPr>
          <p:cNvSpPr txBox="1">
            <a:spLocks/>
          </p:cNvSpPr>
          <p:nvPr/>
        </p:nvSpPr>
        <p:spPr>
          <a:xfrm>
            <a:off x="370800" y="334800"/>
            <a:ext cx="11448000" cy="3960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00" b="1" i="0" kern="1200" spc="0" baseline="0">
                <a:solidFill>
                  <a:schemeClr val="accent1"/>
                </a:solidFill>
                <a:latin typeface="+mj-ea"/>
                <a:ea typeface="+mj-ea"/>
                <a:cs typeface="HGPGothicE" charset="-128"/>
              </a:defRPr>
            </a:lvl1pPr>
            <a:lvl2pPr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2pPr>
            <a:lvl3pPr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3pPr>
            <a:lvl4pPr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4pPr>
            <a:lvl5pPr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5pPr>
            <a:lvl6pPr marL="609555"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6pPr>
            <a:lvl7pPr marL="1219110"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7pPr>
            <a:lvl8pPr marL="1828664"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8pPr>
            <a:lvl9pPr marL="2438218"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9pPr>
          </a:lstStyle>
          <a:p>
            <a:pPr marL="0" marR="0" lvl="0" indent="0" algn="l" defTabSz="609555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2600" b="1" i="0" u="none" strike="noStrike" kern="1200" cap="none" spc="0" normalizeH="0" baseline="0" noProof="0" dirty="0">
              <a:ln>
                <a:noFill/>
              </a:ln>
              <a:solidFill>
                <a:srgbClr val="070F26"/>
              </a:solidFill>
              <a:effectLst/>
              <a:uLnTx/>
              <a:uFillTx/>
              <a:latin typeface="Meiryo UI"/>
              <a:ea typeface="Meiryo UI"/>
            </a:endParaRPr>
          </a:p>
        </p:txBody>
      </p:sp>
      <p:sp>
        <p:nvSpPr>
          <p:cNvPr id="5" name="タイトル 4">
            <a:extLst>
              <a:ext uri="{FF2B5EF4-FFF2-40B4-BE49-F238E27FC236}">
                <a16:creationId xmlns:a16="http://schemas.microsoft.com/office/drawing/2014/main" id="{8C04943A-BD09-50E6-7BF0-434A645F3A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7951" y="365124"/>
            <a:ext cx="11877869" cy="540000"/>
          </a:xfrm>
        </p:spPr>
        <p:txBody>
          <a:bodyPr/>
          <a:lstStyle/>
          <a:p>
            <a:r>
              <a:rPr lang="ja-JP" altLang="en-US" dirty="0"/>
              <a:t>生成</a:t>
            </a:r>
            <a:r>
              <a:rPr lang="en-US" altLang="ja-JP" dirty="0"/>
              <a:t>AI</a:t>
            </a:r>
            <a:r>
              <a:rPr lang="ja-JP" altLang="en-US" dirty="0"/>
              <a:t>の活用について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E81E1B53-BA70-0D2F-2098-F90A924827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7951" y="1073020"/>
            <a:ext cx="11877869" cy="5103943"/>
          </a:xfrm>
        </p:spPr>
        <p:txBody>
          <a:bodyPr>
            <a:normAutofit/>
          </a:bodyPr>
          <a:lstStyle/>
          <a:p>
            <a:r>
              <a:rPr lang="ja-JP" altLang="en-US" dirty="0"/>
              <a:t>生成</a:t>
            </a:r>
            <a:r>
              <a:rPr lang="en-US" altLang="ja-JP" dirty="0"/>
              <a:t>AI</a:t>
            </a:r>
            <a:r>
              <a:rPr lang="ja-JP" altLang="en-US" dirty="0"/>
              <a:t>の活用の流れ</a:t>
            </a:r>
            <a:endParaRPr lang="en-US" altLang="ja-JP" dirty="0"/>
          </a:p>
          <a:p>
            <a:pPr lvl="1"/>
            <a:r>
              <a:rPr lang="ja-JP" altLang="en-US" dirty="0"/>
              <a:t>講義</a:t>
            </a:r>
            <a:r>
              <a:rPr lang="en-US" altLang="ja-JP" dirty="0"/>
              <a:t>&amp;</a:t>
            </a:r>
            <a:r>
              <a:rPr lang="ja-JP" altLang="en-US" dirty="0"/>
              <a:t>ハンズオン</a:t>
            </a:r>
            <a:endParaRPr lang="en-US" altLang="ja-JP" dirty="0"/>
          </a:p>
          <a:p>
            <a:pPr lvl="2"/>
            <a:r>
              <a:rPr lang="ja-JP" altLang="en-US" dirty="0"/>
              <a:t>生成</a:t>
            </a:r>
            <a:r>
              <a:rPr lang="en-US" altLang="ja-JP" dirty="0"/>
              <a:t>AI</a:t>
            </a:r>
            <a:r>
              <a:rPr lang="ja-JP" altLang="en-US" dirty="0"/>
              <a:t>の概要や生成</a:t>
            </a:r>
            <a:r>
              <a:rPr lang="en-US" altLang="ja-JP" dirty="0"/>
              <a:t>AI</a:t>
            </a:r>
            <a:r>
              <a:rPr lang="ja-JP" altLang="en-US" dirty="0"/>
              <a:t>の活用方法について学習する。</a:t>
            </a:r>
            <a:endParaRPr lang="en-US" altLang="ja-JP" dirty="0"/>
          </a:p>
          <a:p>
            <a:pPr lvl="2"/>
            <a:r>
              <a:rPr lang="ja-JP" altLang="en-US" dirty="0"/>
              <a:t>ハンズオン形式で、生成</a:t>
            </a:r>
            <a:r>
              <a:rPr lang="en-US" altLang="ja-JP" dirty="0"/>
              <a:t>AI</a:t>
            </a:r>
            <a:r>
              <a:rPr lang="ja-JP" altLang="en-US" dirty="0"/>
              <a:t>の活用方法を学習し、</a:t>
            </a:r>
            <a:br>
              <a:rPr lang="en-US" altLang="ja-JP" dirty="0"/>
            </a:br>
            <a:r>
              <a:rPr lang="ja-JP" altLang="en-US" dirty="0"/>
              <a:t>その後の演習に必要な操作方法を習得する。</a:t>
            </a:r>
            <a:endParaRPr lang="en-US" altLang="ja-JP" dirty="0"/>
          </a:p>
          <a:p>
            <a:pPr lvl="1"/>
            <a:r>
              <a:rPr lang="ja-JP" altLang="en-US" dirty="0"/>
              <a:t>演習</a:t>
            </a:r>
            <a:endParaRPr lang="en-US" altLang="ja-JP" dirty="0"/>
          </a:p>
          <a:p>
            <a:pPr lvl="2"/>
            <a:r>
              <a:rPr lang="ja-JP" altLang="en-US" dirty="0"/>
              <a:t>生成</a:t>
            </a:r>
            <a:r>
              <a:rPr lang="en-US" altLang="ja-JP" dirty="0"/>
              <a:t>AI</a:t>
            </a:r>
            <a:r>
              <a:rPr lang="ja-JP" altLang="en-US" dirty="0"/>
              <a:t>を用いて、アプリケーション（ゲーム）を作成する。</a:t>
            </a:r>
            <a:endParaRPr lang="en-US" altLang="ja-JP" dirty="0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6C41598B-CB0A-7FF5-055F-9B557C722F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FBC76-F46F-4ADD-8228-9529630895ED}" type="slidenum">
              <a:rPr lang="ja-JP" altLang="en-US" smtClean="0"/>
              <a:pPr/>
              <a:t>3</a:t>
            </a:fld>
            <a:endParaRPr lang="ja-JP" altLang="en-US" dirty="0"/>
          </a:p>
        </p:txBody>
      </p:sp>
      <p:pic>
        <p:nvPicPr>
          <p:cNvPr id="2" name="図 1">
            <a:extLst>
              <a:ext uri="{FF2B5EF4-FFF2-40B4-BE49-F238E27FC236}">
                <a16:creationId xmlns:a16="http://schemas.microsoft.com/office/drawing/2014/main" id="{409959CA-8955-AF98-97BF-F2FAEB1D73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15752" y="635124"/>
            <a:ext cx="3603048" cy="16887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151488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438</TotalTime>
  <Words>107</Words>
  <Application>Microsoft Office PowerPoint</Application>
  <PresentationFormat>ワイド画面</PresentationFormat>
  <Paragraphs>19</Paragraphs>
  <Slides>3</Slides>
  <Notes>2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3</vt:i4>
      </vt:variant>
    </vt:vector>
  </HeadingPairs>
  <TitlesOfParts>
    <vt:vector size="8" baseType="lpstr">
      <vt:lpstr>Meiryo UI</vt:lpstr>
      <vt:lpstr>游ゴシック</vt:lpstr>
      <vt:lpstr>游ゴシック Light</vt:lpstr>
      <vt:lpstr>Arial</vt:lpstr>
      <vt:lpstr>Office テーマ</vt:lpstr>
      <vt:lpstr>研修の概要</vt:lpstr>
      <vt:lpstr>研修の全体像について</vt:lpstr>
      <vt:lpstr>生成AIの活用について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直樹 石田</dc:creator>
  <cp:lastModifiedBy>直樹 石田</cp:lastModifiedBy>
  <cp:revision>45</cp:revision>
  <dcterms:created xsi:type="dcterms:W3CDTF">2026-07-04T03:22:14Z</dcterms:created>
  <dcterms:modified xsi:type="dcterms:W3CDTF">2026-08-07T08:22:07Z</dcterms:modified>
</cp:coreProperties>
</file>