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77" autoAdjust="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4C389-7303-F6E2-A905-B7D704D1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A5D6D8-D495-753D-963F-D2031F549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97719-44F6-07B6-2299-44CDBEF7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DBD3B-56FD-917A-7F5A-3015D977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DC64E-F29E-D854-BEF0-3070C545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48F59C-A5D5-E9EE-6BFB-1E812ECD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3" name="タイトル 1">
            <a:extLst>
              <a:ext uri="{FF2B5EF4-FFF2-40B4-BE49-F238E27FC236}">
                <a16:creationId xmlns:a16="http://schemas.microsoft.com/office/drawing/2014/main" id="{A8302D35-8D17-DF03-C1F5-73D20A84F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630B5AC0-4267-B83C-555E-E08AE0C095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23C55-8327-924C-2B72-D685D302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1B9B42-5325-6348-7A2E-823A20CCF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BB805-FA2B-03EC-E53A-E3CA5589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A8F03-F9A4-C9E1-8930-9B9AF0D3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9B11C5-849D-9104-8534-05B157123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1E799F-E1CC-CC44-0753-6D7D0C923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315350-56EC-072A-EE57-7D7FD671B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CFC015-F252-9E7E-F23E-9859CCF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775C56-D7A0-4254-A2E6-4CA99D50A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90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7F651-F4E6-22A7-969C-361E7EB82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D87F37-09C8-1C47-DA85-89348412F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1EDEFF-D785-4B71-7114-49A611C89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4CF3450-F545-1FFD-F875-8DE3CCB76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E611BD-461C-12F4-A3BC-6154F6BA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F81492-847C-EE97-CE4E-E34C2A9E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8207F7-1FE0-73EF-D402-872A8833C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6F3EF7-641F-90DB-332E-E52417E39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33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3C488-7001-3614-BBDB-52F57B051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F87A66-C96C-D4FF-9241-9CE679FE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3116E27-0034-7717-9FEE-82777DE2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1BDC13-BC57-56EC-7696-822A94E1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57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96747D-199C-DB70-796B-D7AD9498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5DF319-00BA-725F-BC6A-27C0CA6C6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F24241-0D68-5DC6-E45A-B7BBC924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27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83C645-DBBF-EBC8-73A4-9590C9AA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1406B-DD2E-D5D3-AE10-E0AB4E154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620FD-5FFA-4826-B001-35BBC49CA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484110-46BB-014D-41FF-BB1422C97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68A18-5ED2-ABB4-0951-B33EF4C5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5EACC3-A6F9-B01D-47D1-98D36961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369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69773-B60F-F99E-7259-84C025920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492595E-8F9F-0A64-3DEB-8E74E0AC3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CF0B5-1DAA-A506-3226-5F5AAE8E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D2088E-9319-A7DB-F799-C26F550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7741E9-DB06-1561-7A20-0A626D9D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71377C-7AF9-AAE2-2C83-B36C5B20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977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D948F8-A898-A22B-7EF3-84E8524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B9CE3F-DD4B-FBB0-0358-E359990CF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A1EFE8-83F8-C673-6466-09628A88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29062-6AC9-DD4E-C20C-3568B001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21EC4-135A-AB14-091E-CA0A0AA3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06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A78528-6686-7717-9395-A6791781DC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779115-C3F1-5580-1C82-172ACF12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27D618-FA30-2F16-A3BA-1C48127B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D16EA-23E0-4DB0-E96D-371B623E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350307-06A9-2F31-4E2F-74756A58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研修の概要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711896"/>
              </p:ext>
            </p:extLst>
          </p:nvPr>
        </p:nvGraphicFramePr>
        <p:xfrm>
          <a:off x="162341" y="1073020"/>
          <a:ext cx="3943722" cy="5075501"/>
        </p:xfrm>
        <a:graphic>
          <a:graphicData uri="http://schemas.openxmlformats.org/drawingml/2006/table">
            <a:tbl>
              <a:tblPr firstRow="1" bandRow="1"/>
              <a:tblGrid>
                <a:gridCol w="3943722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</a:tblGrid>
              <a:tr h="36902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4706477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334202" y="1608949"/>
            <a:ext cx="3600000" cy="1648169"/>
            <a:chOff x="946296" y="1364275"/>
            <a:chExt cx="4359349" cy="1659133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1115541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生成</a:t>
              </a:r>
              <a:r>
                <a:rPr kumimoji="0" lang="en-US" altLang="ja-JP" kern="0" dirty="0">
                  <a:solidFill>
                    <a:srgbClr val="000000"/>
                  </a:solidFill>
                  <a:latin typeface="Arial"/>
                  <a:ea typeface="Meiryo UI"/>
                </a:rPr>
                <a:t>AI</a:t>
              </a: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の活用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生成</a:t>
              </a:r>
              <a:r>
                <a:rPr kumimoji="0" lang="en-US" altLang="ja-JP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AI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の概要や活用方法について学習する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</p:txBody>
        </p:sp>
      </p:grpSp>
      <p:sp>
        <p:nvSpPr>
          <p:cNvPr id="69" name="タイトル 1">
            <a:extLst>
              <a:ext uri="{FF2B5EF4-FFF2-40B4-BE49-F238E27FC236}">
                <a16:creationId xmlns:a16="http://schemas.microsoft.com/office/drawing/2014/main" id="{6CE14998-7D64-A6FD-4F75-ED0C41225FF2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514202" y="228456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生成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AI-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講義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&amp;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514202" y="277083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生成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AI-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6FBEBD4-5866-3A4E-3DFC-BF37FEEB6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13691081-A195-E07D-931A-B6B77EFCA795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8C04943A-BD09-50E6-7BF0-434A645F3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/>
          <a:lstStyle/>
          <a:p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の活用について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の活用の流れ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講義</a:t>
            </a:r>
            <a:r>
              <a:rPr lang="en-US" altLang="ja-JP" dirty="0"/>
              <a:t>&amp;</a:t>
            </a:r>
            <a:r>
              <a:rPr lang="ja-JP" altLang="en-US" dirty="0"/>
              <a:t>ハンズオン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の概要や生成</a:t>
            </a:r>
            <a:r>
              <a:rPr lang="en-US" altLang="ja-JP" dirty="0"/>
              <a:t>AI</a:t>
            </a:r>
            <a:r>
              <a:rPr lang="ja-JP" altLang="en-US" dirty="0"/>
              <a:t>の活用方法について学習する。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ハンズオン形式で、生成</a:t>
            </a:r>
            <a:r>
              <a:rPr lang="en-US" altLang="ja-JP" dirty="0"/>
              <a:t>AI</a:t>
            </a:r>
            <a:r>
              <a:rPr lang="ja-JP" altLang="en-US" dirty="0"/>
              <a:t>の活用方法を学習し、</a:t>
            </a:r>
            <a:br>
              <a:rPr lang="en-US" altLang="ja-JP" dirty="0"/>
            </a:br>
            <a:r>
              <a:rPr lang="ja-JP" altLang="en-US" dirty="0"/>
              <a:t>その後の演習に必要な操作方法を習得する。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を用いて、アプリケーション（ゲーム）を作成する。</a:t>
            </a:r>
            <a:endParaRPr lang="en-US" altLang="ja-JP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31BB476-0617-2BE4-9AB4-E5F799088C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1688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634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464</TotalTime>
  <Words>104</Words>
  <Application>Microsoft Office PowerPoint</Application>
  <PresentationFormat>ワイド画面</PresentationFormat>
  <Paragraphs>16</Paragraphs>
  <Slides>3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生成AIの活用について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53</cp:revision>
  <dcterms:created xsi:type="dcterms:W3CDTF">2026-07-04T03:22:14Z</dcterms:created>
  <dcterms:modified xsi:type="dcterms:W3CDTF">2026-07-05T05:29:03Z</dcterms:modified>
</cp:coreProperties>
</file>