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62C77E1-33C1-DA68-B4D9-15F12D65E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59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lvl="1"/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lvl="1"/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lvl="1"/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提案資料や提案方法についてのフィードバック（改善点、アドバイス）を受ける。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3BCB6E3-F5DE-E9A6-75CB-968843BAB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1577665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838200" y="4571861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を利用し、修正内容がフィードバック内容を適切に反映しているかを確認する。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3"/>
            <a:r>
              <a:rPr lang="en-US" altLang="ja-JP" dirty="0"/>
              <a:t>※</a:t>
            </a:r>
            <a:r>
              <a:rPr lang="ja-JP" altLang="en-US" dirty="0"/>
              <a:t>修正前の提案資料は不要です。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最終発表に向けた準備を行う。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3A09ACE-EF3F-A953-7559-395D06BDD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26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513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34</cp:revision>
  <dcterms:created xsi:type="dcterms:W3CDTF">2026-07-04T03:22:14Z</dcterms:created>
  <dcterms:modified xsi:type="dcterms:W3CDTF">2026-07-05T04:50:47Z</dcterms:modified>
</cp:coreProperties>
</file>