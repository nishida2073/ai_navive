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theme/theme6.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3971" r:id="rId5"/>
    <p:sldMasterId id="2147483975" r:id="rId6"/>
    <p:sldMasterId id="2147483989" r:id="rId7"/>
    <p:sldMasterId id="2147484001" r:id="rId8"/>
    <p:sldMasterId id="2147483962" r:id="rId9"/>
    <p:sldMasterId id="2147483908" r:id="rId10"/>
    <p:sldMasterId id="2147483852" r:id="rId11"/>
  </p:sldMasterIdLst>
  <p:notesMasterIdLst>
    <p:notesMasterId r:id="rId27"/>
  </p:notesMasterIdLst>
  <p:handoutMasterIdLst>
    <p:handoutMasterId r:id="rId28"/>
  </p:handoutMasterIdLst>
  <p:sldIdLst>
    <p:sldId id="291" r:id="rId12"/>
    <p:sldId id="331" r:id="rId13"/>
    <p:sldId id="333" r:id="rId14"/>
    <p:sldId id="332" r:id="rId15"/>
    <p:sldId id="334" r:id="rId16"/>
    <p:sldId id="335" r:id="rId17"/>
    <p:sldId id="336" r:id="rId18"/>
    <p:sldId id="337" r:id="rId19"/>
    <p:sldId id="340" r:id="rId20"/>
    <p:sldId id="342" r:id="rId21"/>
    <p:sldId id="341" r:id="rId22"/>
    <p:sldId id="339" r:id="rId23"/>
    <p:sldId id="343" r:id="rId24"/>
    <p:sldId id="338" r:id="rId25"/>
    <p:sldId id="293" r:id="rId2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A5D6A7"/>
    <a:srgbClr val="F5FFF5"/>
    <a:srgbClr val="FFFBF0"/>
    <a:srgbClr val="F59E0B"/>
    <a:srgbClr val="FFCC80"/>
    <a:srgbClr val="3B82F6"/>
    <a:srgbClr val="FFFFFF"/>
    <a:srgbClr val="90CAF9"/>
    <a:srgbClr val="F5F9FF"/>
    <a:srgbClr val="EF9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B730D9-E782-558B-21E2-013985D4FF7B}" v="4" dt="2026-06-05T10:33:26.69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25" autoAdjust="0"/>
    <p:restoredTop sz="86395" autoAdjust="0"/>
  </p:normalViewPr>
  <p:slideViewPr>
    <p:cSldViewPr snapToGrid="0" snapToObjects="1">
      <p:cViewPr varScale="1">
        <p:scale>
          <a:sx n="120" d="100"/>
          <a:sy n="120" d="100"/>
        </p:scale>
        <p:origin x="432" y="108"/>
      </p:cViewPr>
      <p:guideLst/>
    </p:cSldViewPr>
  </p:slideViewPr>
  <p:outlineViewPr>
    <p:cViewPr>
      <p:scale>
        <a:sx n="33" d="100"/>
        <a:sy n="33" d="100"/>
      </p:scale>
      <p:origin x="0" y="0"/>
    </p:cViewPr>
  </p:outlineViewPr>
  <p:notesTextViewPr>
    <p:cViewPr>
      <p:scale>
        <a:sx n="160" d="100"/>
        <a:sy n="160" d="100"/>
      </p:scale>
      <p:origin x="0" y="0"/>
    </p:cViewPr>
  </p:notesTextViewPr>
  <p:sorterViewPr>
    <p:cViewPr>
      <p:scale>
        <a:sx n="80" d="100"/>
        <a:sy n="80" d="100"/>
      </p:scale>
      <p:origin x="0" y="0"/>
    </p:cViewPr>
  </p:sorterViewPr>
  <p:notesViewPr>
    <p:cSldViewPr snapToGrid="0" snapToObjects="1">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 Type="http://schemas.openxmlformats.org/officeDocument/2006/relationships/customXml" Target="../customXml/item3.xml"/><Relationship Id="rId21" Type="http://schemas.openxmlformats.org/officeDocument/2006/relationships/slide" Target="slides/slide10.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3 真弓 愛理/Mayumi, Airi (NTT DATA)" userId="S::airi.mayumi@jp.nttdata.com::e07d4397-fd95-4ff8-b894-9a2e3559abc1" providerId="AD" clId="Web-{4CB730D9-E782-558B-21E2-013985D4FF7B}"/>
    <pc:docChg chg="modSld">
      <pc:chgData name="PS3 真弓 愛理/Mayumi, Airi (NTT DATA)" userId="S::airi.mayumi@jp.nttdata.com::e07d4397-fd95-4ff8-b894-9a2e3559abc1" providerId="AD" clId="Web-{4CB730D9-E782-558B-21E2-013985D4FF7B}" dt="2026-06-05T10:33:26.698" v="3" actId="20577"/>
      <pc:docMkLst>
        <pc:docMk/>
      </pc:docMkLst>
      <pc:sldChg chg="modSp">
        <pc:chgData name="PS3 真弓 愛理/Mayumi, Airi (NTT DATA)" userId="S::airi.mayumi@jp.nttdata.com::e07d4397-fd95-4ff8-b894-9a2e3559abc1" providerId="AD" clId="Web-{4CB730D9-E782-558B-21E2-013985D4FF7B}" dt="2026-06-05T10:33:26.698" v="3" actId="20577"/>
        <pc:sldMkLst>
          <pc:docMk/>
          <pc:sldMk cId="3543786150" sldId="291"/>
        </pc:sldMkLst>
        <pc:spChg chg="mod">
          <ac:chgData name="PS3 真弓 愛理/Mayumi, Airi (NTT DATA)" userId="S::airi.mayumi@jp.nttdata.com::e07d4397-fd95-4ff8-b894-9a2e3559abc1" providerId="AD" clId="Web-{4CB730D9-E782-558B-21E2-013985D4FF7B}" dt="2026-06-05T10:33:26.698" v="3" actId="20577"/>
          <ac:spMkLst>
            <pc:docMk/>
            <pc:sldMk cId="3543786150" sldId="291"/>
            <ac:spMk id="3" creationId="{88373623-07D1-4DE1-20E3-B0481A10D913}"/>
          </ac:spMkLst>
        </pc:spChg>
      </pc:sldChg>
    </pc:docChg>
  </pc:docChgLst>
  <pc:docChgLst>
    <pc:chgData name="PS3 畑 裕貴/Hata, Yuki (NTT DATA)" userId="ec72ce79-7ef2-430c-94e0-f44b7f33c62e" providerId="ADAL" clId="{A35310C8-D68C-4857-98B0-5C44D9B003CD}"/>
    <pc:docChg chg="undo redo custSel addSld delSld modSld sldOrd">
      <pc:chgData name="PS3 畑 裕貴/Hata, Yuki (NTT DATA)" userId="ec72ce79-7ef2-430c-94e0-f44b7f33c62e" providerId="ADAL" clId="{A35310C8-D68C-4857-98B0-5C44D9B003CD}" dt="2026-05-22T07:43:12.230" v="22262" actId="20577"/>
      <pc:docMkLst>
        <pc:docMk/>
      </pc:docMkLst>
      <pc:sldChg chg="modSp mod">
        <pc:chgData name="PS3 畑 裕貴/Hata, Yuki (NTT DATA)" userId="ec72ce79-7ef2-430c-94e0-f44b7f33c62e" providerId="ADAL" clId="{A35310C8-D68C-4857-98B0-5C44D9B003CD}" dt="2026-05-21T11:05:59.822" v="21585" actId="20577"/>
        <pc:sldMkLst>
          <pc:docMk/>
          <pc:sldMk cId="3543786150" sldId="291"/>
        </pc:sldMkLst>
        <pc:spChg chg="mod">
          <ac:chgData name="PS3 畑 裕貴/Hata, Yuki (NTT DATA)" userId="ec72ce79-7ef2-430c-94e0-f44b7f33c62e" providerId="ADAL" clId="{A35310C8-D68C-4857-98B0-5C44D9B003CD}" dt="2026-05-19T05:55:39.769" v="5421" actId="20577"/>
          <ac:spMkLst>
            <pc:docMk/>
            <pc:sldMk cId="3543786150" sldId="291"/>
            <ac:spMk id="2" creationId="{5AE69617-BABC-DA0F-257E-CCB2EB9848A4}"/>
          </ac:spMkLst>
        </pc:spChg>
        <pc:spChg chg="mod">
          <ac:chgData name="PS3 畑 裕貴/Hata, Yuki (NTT DATA)" userId="ec72ce79-7ef2-430c-94e0-f44b7f33c62e" providerId="ADAL" clId="{A35310C8-D68C-4857-98B0-5C44D9B003CD}" dt="2026-05-21T11:05:59.822" v="21585" actId="20577"/>
          <ac:spMkLst>
            <pc:docMk/>
            <pc:sldMk cId="3543786150" sldId="291"/>
            <ac:spMk id="3" creationId="{88373623-07D1-4DE1-20E3-B0481A10D913}"/>
          </ac:spMkLst>
        </pc:spChg>
        <pc:spChg chg="mod">
          <ac:chgData name="PS3 畑 裕貴/Hata, Yuki (NTT DATA)" userId="ec72ce79-7ef2-430c-94e0-f44b7f33c62e" providerId="ADAL" clId="{A35310C8-D68C-4857-98B0-5C44D9B003CD}" dt="2026-05-19T05:04:54.584" v="4094" actId="20577"/>
          <ac:spMkLst>
            <pc:docMk/>
            <pc:sldMk cId="3543786150" sldId="291"/>
            <ac:spMk id="4" creationId="{E691CAC4-4ABC-5319-B209-5D93516D8D8D}"/>
          </ac:spMkLst>
        </pc:spChg>
      </pc:sldChg>
      <pc:sldChg chg="delSp modSp add mod modShow">
        <pc:chgData name="PS3 畑 裕貴/Hata, Yuki (NTT DATA)" userId="ec72ce79-7ef2-430c-94e0-f44b7f33c62e" providerId="ADAL" clId="{A35310C8-D68C-4857-98B0-5C44D9B003CD}" dt="2026-05-19T09:46:20.546" v="9370" actId="207"/>
        <pc:sldMkLst>
          <pc:docMk/>
          <pc:sldMk cId="2208426348" sldId="331"/>
        </pc:sldMkLst>
        <pc:spChg chg="mod">
          <ac:chgData name="PS3 畑 裕貴/Hata, Yuki (NTT DATA)" userId="ec72ce79-7ef2-430c-94e0-f44b7f33c62e" providerId="ADAL" clId="{A35310C8-D68C-4857-98B0-5C44D9B003CD}" dt="2026-05-19T09:46:20.546" v="9370" actId="207"/>
          <ac:spMkLst>
            <pc:docMk/>
            <pc:sldMk cId="2208426348" sldId="331"/>
            <ac:spMk id="2" creationId="{BF8569BE-27CF-5332-F031-86F5D58502E8}"/>
          </ac:spMkLst>
        </pc:spChg>
        <pc:spChg chg="mod">
          <ac:chgData name="PS3 畑 裕貴/Hata, Yuki (NTT DATA)" userId="ec72ce79-7ef2-430c-94e0-f44b7f33c62e" providerId="ADAL" clId="{A35310C8-D68C-4857-98B0-5C44D9B003CD}" dt="2026-05-19T07:32:50.469" v="5540" actId="20577"/>
          <ac:spMkLst>
            <pc:docMk/>
            <pc:sldMk cId="2208426348" sldId="331"/>
            <ac:spMk id="17" creationId="{DA99A71C-35FE-ECF4-9117-6A1EE764C35F}"/>
          </ac:spMkLst>
        </pc:spChg>
      </pc:sldChg>
      <pc:sldChg chg="modSp add mod">
        <pc:chgData name="PS3 畑 裕貴/Hata, Yuki (NTT DATA)" userId="ec72ce79-7ef2-430c-94e0-f44b7f33c62e" providerId="ADAL" clId="{A35310C8-D68C-4857-98B0-5C44D9B003CD}" dt="2026-05-20T05:40:04.900" v="16201" actId="20577"/>
        <pc:sldMkLst>
          <pc:docMk/>
          <pc:sldMk cId="2688430594" sldId="332"/>
        </pc:sldMkLst>
        <pc:spChg chg="mod">
          <ac:chgData name="PS3 畑 裕貴/Hata, Yuki (NTT DATA)" userId="ec72ce79-7ef2-430c-94e0-f44b7f33c62e" providerId="ADAL" clId="{A35310C8-D68C-4857-98B0-5C44D9B003CD}" dt="2026-05-20T05:40:04.900" v="16201" actId="20577"/>
          <ac:spMkLst>
            <pc:docMk/>
            <pc:sldMk cId="2688430594" sldId="332"/>
            <ac:spMk id="2" creationId="{FDF886CD-948F-48CD-2BD4-B7035EECD74A}"/>
          </ac:spMkLst>
        </pc:spChg>
        <pc:spChg chg="mod">
          <ac:chgData name="PS3 畑 裕貴/Hata, Yuki (NTT DATA)" userId="ec72ce79-7ef2-430c-94e0-f44b7f33c62e" providerId="ADAL" clId="{A35310C8-D68C-4857-98B0-5C44D9B003CD}" dt="2026-05-19T08:14:09.948" v="7467" actId="20577"/>
          <ac:spMkLst>
            <pc:docMk/>
            <pc:sldMk cId="2688430594" sldId="332"/>
            <ac:spMk id="17" creationId="{77157F44-0371-627D-F9D6-67BC4F96E467}"/>
          </ac:spMkLst>
        </pc:spChg>
      </pc:sldChg>
      <pc:sldChg chg="modSp add mod">
        <pc:chgData name="PS3 畑 裕貴/Hata, Yuki (NTT DATA)" userId="ec72ce79-7ef2-430c-94e0-f44b7f33c62e" providerId="ADAL" clId="{A35310C8-D68C-4857-98B0-5C44D9B003CD}" dt="2026-05-21T11:01:36.505" v="21430" actId="20577"/>
        <pc:sldMkLst>
          <pc:docMk/>
          <pc:sldMk cId="2394255848" sldId="333"/>
        </pc:sldMkLst>
        <pc:spChg chg="mod">
          <ac:chgData name="PS3 畑 裕貴/Hata, Yuki (NTT DATA)" userId="ec72ce79-7ef2-430c-94e0-f44b7f33c62e" providerId="ADAL" clId="{A35310C8-D68C-4857-98B0-5C44D9B003CD}" dt="2026-05-21T11:01:36.505" v="21430" actId="20577"/>
          <ac:spMkLst>
            <pc:docMk/>
            <pc:sldMk cId="2394255848" sldId="333"/>
            <ac:spMk id="2" creationId="{F2EC1189-07EE-20D8-79FD-897D1911F649}"/>
          </ac:spMkLst>
        </pc:spChg>
        <pc:spChg chg="mod">
          <ac:chgData name="PS3 畑 裕貴/Hata, Yuki (NTT DATA)" userId="ec72ce79-7ef2-430c-94e0-f44b7f33c62e" providerId="ADAL" clId="{A35310C8-D68C-4857-98B0-5C44D9B003CD}" dt="2026-05-19T07:33:46.301" v="5586" actId="20577"/>
          <ac:spMkLst>
            <pc:docMk/>
            <pc:sldMk cId="2394255848" sldId="333"/>
            <ac:spMk id="17" creationId="{365C1A00-1C3A-B0B9-9BE8-3FE59B6EDC9D}"/>
          </ac:spMkLst>
        </pc:spChg>
      </pc:sldChg>
      <pc:sldChg chg="addSp delSp modSp add mod">
        <pc:chgData name="PS3 畑 裕貴/Hata, Yuki (NTT DATA)" userId="ec72ce79-7ef2-430c-94e0-f44b7f33c62e" providerId="ADAL" clId="{A35310C8-D68C-4857-98B0-5C44D9B003CD}" dt="2026-05-22T04:35:11.939" v="21650" actId="1035"/>
        <pc:sldMkLst>
          <pc:docMk/>
          <pc:sldMk cId="1262662521" sldId="334"/>
        </pc:sldMkLst>
        <pc:spChg chg="mod">
          <ac:chgData name="PS3 畑 裕貴/Hata, Yuki (NTT DATA)" userId="ec72ce79-7ef2-430c-94e0-f44b7f33c62e" providerId="ADAL" clId="{A35310C8-D68C-4857-98B0-5C44D9B003CD}" dt="2026-05-20T05:23:06.178" v="15376" actId="20577"/>
          <ac:spMkLst>
            <pc:docMk/>
            <pc:sldMk cId="1262662521" sldId="334"/>
            <ac:spMk id="2" creationId="{DC640830-BECF-0A04-C1E7-83E0E2F0E84B}"/>
          </ac:spMkLst>
        </pc:spChg>
        <pc:spChg chg="add mod">
          <ac:chgData name="PS3 畑 裕貴/Hata, Yuki (NTT DATA)" userId="ec72ce79-7ef2-430c-94e0-f44b7f33c62e" providerId="ADAL" clId="{A35310C8-D68C-4857-98B0-5C44D9B003CD}" dt="2026-05-20T05:29:45.002" v="15491" actId="1076"/>
          <ac:spMkLst>
            <pc:docMk/>
            <pc:sldMk cId="1262662521" sldId="334"/>
            <ac:spMk id="4" creationId="{B0543BA4-8041-BD90-DEBD-EF829E261A87}"/>
          </ac:spMkLst>
        </pc:spChg>
        <pc:spChg chg="add mod">
          <ac:chgData name="PS3 畑 裕貴/Hata, Yuki (NTT DATA)" userId="ec72ce79-7ef2-430c-94e0-f44b7f33c62e" providerId="ADAL" clId="{A35310C8-D68C-4857-98B0-5C44D9B003CD}" dt="2026-05-22T04:35:11.939" v="21650" actId="1035"/>
          <ac:spMkLst>
            <pc:docMk/>
            <pc:sldMk cId="1262662521" sldId="334"/>
            <ac:spMk id="5" creationId="{D5BB3B04-0379-514B-BF8F-DF43634ECB25}"/>
          </ac:spMkLst>
        </pc:spChg>
        <pc:spChg chg="add mod">
          <ac:chgData name="PS3 畑 裕貴/Hata, Yuki (NTT DATA)" userId="ec72ce79-7ef2-430c-94e0-f44b7f33c62e" providerId="ADAL" clId="{A35310C8-D68C-4857-98B0-5C44D9B003CD}" dt="2026-05-21T10:59:48.442" v="21286" actId="13822"/>
          <ac:spMkLst>
            <pc:docMk/>
            <pc:sldMk cId="1262662521" sldId="334"/>
            <ac:spMk id="6" creationId="{D45FD41A-150D-225F-B373-C50A77EEFC03}"/>
          </ac:spMkLst>
        </pc:spChg>
        <pc:spChg chg="add mod">
          <ac:chgData name="PS3 畑 裕貴/Hata, Yuki (NTT DATA)" userId="ec72ce79-7ef2-430c-94e0-f44b7f33c62e" providerId="ADAL" clId="{A35310C8-D68C-4857-98B0-5C44D9B003CD}" dt="2026-05-22T04:35:11.939" v="21650" actId="1035"/>
          <ac:spMkLst>
            <pc:docMk/>
            <pc:sldMk cId="1262662521" sldId="334"/>
            <ac:spMk id="8" creationId="{8D67ADEA-4301-DDF7-952B-B40414273F30}"/>
          </ac:spMkLst>
        </pc:spChg>
        <pc:spChg chg="add mod">
          <ac:chgData name="PS3 畑 裕貴/Hata, Yuki (NTT DATA)" userId="ec72ce79-7ef2-430c-94e0-f44b7f33c62e" providerId="ADAL" clId="{A35310C8-D68C-4857-98B0-5C44D9B003CD}" dt="2026-05-21T10:59:48.442" v="21286" actId="13822"/>
          <ac:spMkLst>
            <pc:docMk/>
            <pc:sldMk cId="1262662521" sldId="334"/>
            <ac:spMk id="9" creationId="{638C80FE-7DF2-0F45-0DB3-D8BE66E84351}"/>
          </ac:spMkLst>
        </pc:spChg>
        <pc:spChg chg="add del mod">
          <ac:chgData name="PS3 畑 裕貴/Hata, Yuki (NTT DATA)" userId="ec72ce79-7ef2-430c-94e0-f44b7f33c62e" providerId="ADAL" clId="{A35310C8-D68C-4857-98B0-5C44D9B003CD}" dt="2026-05-20T05:35:47.392" v="15954" actId="1076"/>
          <ac:spMkLst>
            <pc:docMk/>
            <pc:sldMk cId="1262662521" sldId="334"/>
            <ac:spMk id="13" creationId="{390F8880-649E-7DC9-661E-CA38AF57C664}"/>
          </ac:spMkLst>
        </pc:spChg>
        <pc:spChg chg="add mod">
          <ac:chgData name="PS3 畑 裕貴/Hata, Yuki (NTT DATA)" userId="ec72ce79-7ef2-430c-94e0-f44b7f33c62e" providerId="ADAL" clId="{A35310C8-D68C-4857-98B0-5C44D9B003CD}" dt="2026-05-22T04:35:01.233" v="21625" actId="408"/>
          <ac:spMkLst>
            <pc:docMk/>
            <pc:sldMk cId="1262662521" sldId="334"/>
            <ac:spMk id="14" creationId="{DD39D0E4-6A3C-232F-82DB-726C0B7F2593}"/>
          </ac:spMkLst>
        </pc:spChg>
        <pc:spChg chg="add mod">
          <ac:chgData name="PS3 畑 裕貴/Hata, Yuki (NTT DATA)" userId="ec72ce79-7ef2-430c-94e0-f44b7f33c62e" providerId="ADAL" clId="{A35310C8-D68C-4857-98B0-5C44D9B003CD}" dt="2026-05-21T10:59:48.442" v="21286" actId="13822"/>
          <ac:spMkLst>
            <pc:docMk/>
            <pc:sldMk cId="1262662521" sldId="334"/>
            <ac:spMk id="16" creationId="{0B9758A6-7DA7-A45D-5246-EAB81FB8AEC7}"/>
          </ac:spMkLst>
        </pc:spChg>
        <pc:spChg chg="mod">
          <ac:chgData name="PS3 畑 裕貴/Hata, Yuki (NTT DATA)" userId="ec72ce79-7ef2-430c-94e0-f44b7f33c62e" providerId="ADAL" clId="{A35310C8-D68C-4857-98B0-5C44D9B003CD}" dt="2026-05-19T08:13:18.569" v="7447" actId="20577"/>
          <ac:spMkLst>
            <pc:docMk/>
            <pc:sldMk cId="1262662521" sldId="334"/>
            <ac:spMk id="17" creationId="{B9B80494-0DAA-BFC2-9138-4F7D8219464E}"/>
          </ac:spMkLst>
        </pc:spChg>
        <pc:spChg chg="add mod">
          <ac:chgData name="PS3 畑 裕貴/Hata, Yuki (NTT DATA)" userId="ec72ce79-7ef2-430c-94e0-f44b7f33c62e" providerId="ADAL" clId="{A35310C8-D68C-4857-98B0-5C44D9B003CD}" dt="2026-05-20T05:35:47.392" v="15954" actId="1076"/>
          <ac:spMkLst>
            <pc:docMk/>
            <pc:sldMk cId="1262662521" sldId="334"/>
            <ac:spMk id="20" creationId="{6672C1E2-29FE-4820-00CE-7D8741158DC0}"/>
          </ac:spMkLst>
        </pc:spChg>
        <pc:spChg chg="add mod">
          <ac:chgData name="PS3 畑 裕貴/Hata, Yuki (NTT DATA)" userId="ec72ce79-7ef2-430c-94e0-f44b7f33c62e" providerId="ADAL" clId="{A35310C8-D68C-4857-98B0-5C44D9B003CD}" dt="2026-05-22T04:35:11.939" v="21650" actId="1035"/>
          <ac:spMkLst>
            <pc:docMk/>
            <pc:sldMk cId="1262662521" sldId="334"/>
            <ac:spMk id="21" creationId="{742AFB37-B403-6F49-487F-0C6D6ED4939D}"/>
          </ac:spMkLst>
        </pc:spChg>
        <pc:spChg chg="add mod">
          <ac:chgData name="PS3 畑 裕貴/Hata, Yuki (NTT DATA)" userId="ec72ce79-7ef2-430c-94e0-f44b7f33c62e" providerId="ADAL" clId="{A35310C8-D68C-4857-98B0-5C44D9B003CD}" dt="2026-05-22T04:35:11.939" v="21650" actId="1035"/>
          <ac:spMkLst>
            <pc:docMk/>
            <pc:sldMk cId="1262662521" sldId="334"/>
            <ac:spMk id="22" creationId="{52D8F76F-326B-7FCD-11EF-4055019956A0}"/>
          </ac:spMkLst>
        </pc:spChg>
        <pc:spChg chg="add mod">
          <ac:chgData name="PS3 畑 裕貴/Hata, Yuki (NTT DATA)" userId="ec72ce79-7ef2-430c-94e0-f44b7f33c62e" providerId="ADAL" clId="{A35310C8-D68C-4857-98B0-5C44D9B003CD}" dt="2026-05-22T04:35:11.939" v="21650" actId="1035"/>
          <ac:spMkLst>
            <pc:docMk/>
            <pc:sldMk cId="1262662521" sldId="334"/>
            <ac:spMk id="23" creationId="{BEF04C3A-E41D-DD60-1C7E-0EA5C0611993}"/>
          </ac:spMkLst>
        </pc:spChg>
        <pc:spChg chg="add mod">
          <ac:chgData name="PS3 畑 裕貴/Hata, Yuki (NTT DATA)" userId="ec72ce79-7ef2-430c-94e0-f44b7f33c62e" providerId="ADAL" clId="{A35310C8-D68C-4857-98B0-5C44D9B003CD}" dt="2026-05-22T04:35:11.939" v="21650" actId="1035"/>
          <ac:spMkLst>
            <pc:docMk/>
            <pc:sldMk cId="1262662521" sldId="334"/>
            <ac:spMk id="26" creationId="{3F365D6D-8AC1-6EDA-4ABB-F58872DDCDAB}"/>
          </ac:spMkLst>
        </pc:spChg>
        <pc:spChg chg="add mod">
          <ac:chgData name="PS3 畑 裕貴/Hata, Yuki (NTT DATA)" userId="ec72ce79-7ef2-430c-94e0-f44b7f33c62e" providerId="ADAL" clId="{A35310C8-D68C-4857-98B0-5C44D9B003CD}" dt="2026-05-22T04:35:01.233" v="21625" actId="408"/>
          <ac:spMkLst>
            <pc:docMk/>
            <pc:sldMk cId="1262662521" sldId="334"/>
            <ac:spMk id="27" creationId="{9DBD414E-D52B-D6B9-B4D3-5A0BCA201BFE}"/>
          </ac:spMkLst>
        </pc:spChg>
        <pc:spChg chg="add mod">
          <ac:chgData name="PS3 畑 裕貴/Hata, Yuki (NTT DATA)" userId="ec72ce79-7ef2-430c-94e0-f44b7f33c62e" providerId="ADAL" clId="{A35310C8-D68C-4857-98B0-5C44D9B003CD}" dt="2026-05-20T05:35:50.082" v="15955" actId="1076"/>
          <ac:spMkLst>
            <pc:docMk/>
            <pc:sldMk cId="1262662521" sldId="334"/>
            <ac:spMk id="28" creationId="{608FFF61-1989-B3B0-EBB0-B6F69F17979F}"/>
          </ac:spMkLst>
        </pc:spChg>
        <pc:spChg chg="add mod">
          <ac:chgData name="PS3 畑 裕貴/Hata, Yuki (NTT DATA)" userId="ec72ce79-7ef2-430c-94e0-f44b7f33c62e" providerId="ADAL" clId="{A35310C8-D68C-4857-98B0-5C44D9B003CD}" dt="2026-05-22T04:35:11.939" v="21650" actId="1035"/>
          <ac:spMkLst>
            <pc:docMk/>
            <pc:sldMk cId="1262662521" sldId="334"/>
            <ac:spMk id="29" creationId="{C29B5B55-AFF6-583A-FB7C-29AD60608315}"/>
          </ac:spMkLst>
        </pc:spChg>
        <pc:spChg chg="add mod">
          <ac:chgData name="PS3 畑 裕貴/Hata, Yuki (NTT DATA)" userId="ec72ce79-7ef2-430c-94e0-f44b7f33c62e" providerId="ADAL" clId="{A35310C8-D68C-4857-98B0-5C44D9B003CD}" dt="2026-05-20T05:34:16.708" v="15879" actId="1076"/>
          <ac:spMkLst>
            <pc:docMk/>
            <pc:sldMk cId="1262662521" sldId="334"/>
            <ac:spMk id="30" creationId="{CC0CA9BB-2FCF-4245-9975-5870317569F5}"/>
          </ac:spMkLst>
        </pc:spChg>
        <pc:spChg chg="add mod">
          <ac:chgData name="PS3 畑 裕貴/Hata, Yuki (NTT DATA)" userId="ec72ce79-7ef2-430c-94e0-f44b7f33c62e" providerId="ADAL" clId="{A35310C8-D68C-4857-98B0-5C44D9B003CD}" dt="2026-05-22T04:35:11.939" v="21650" actId="1035"/>
          <ac:spMkLst>
            <pc:docMk/>
            <pc:sldMk cId="1262662521" sldId="334"/>
            <ac:spMk id="31" creationId="{B715C628-B52B-47C8-DE15-030FD8E899E8}"/>
          </ac:spMkLst>
        </pc:spChg>
        <pc:spChg chg="add mod">
          <ac:chgData name="PS3 畑 裕貴/Hata, Yuki (NTT DATA)" userId="ec72ce79-7ef2-430c-94e0-f44b7f33c62e" providerId="ADAL" clId="{A35310C8-D68C-4857-98B0-5C44D9B003CD}" dt="2026-05-22T04:35:11.939" v="21650" actId="1035"/>
          <ac:spMkLst>
            <pc:docMk/>
            <pc:sldMk cId="1262662521" sldId="334"/>
            <ac:spMk id="32" creationId="{BF2C594F-C5AB-19A1-E9D9-ABE6AB0840A6}"/>
          </ac:spMkLst>
        </pc:spChg>
        <pc:spChg chg="add mod">
          <ac:chgData name="PS3 畑 裕貴/Hata, Yuki (NTT DATA)" userId="ec72ce79-7ef2-430c-94e0-f44b7f33c62e" providerId="ADAL" clId="{A35310C8-D68C-4857-98B0-5C44D9B003CD}" dt="2026-05-22T04:35:11.939" v="21650" actId="1035"/>
          <ac:spMkLst>
            <pc:docMk/>
            <pc:sldMk cId="1262662521" sldId="334"/>
            <ac:spMk id="33" creationId="{8C473C5C-248B-9906-7F2B-32AB251EF7D7}"/>
          </ac:spMkLst>
        </pc:spChg>
      </pc:sldChg>
      <pc:sldChg chg="addSp delSp modSp add mod">
        <pc:chgData name="PS3 畑 裕貴/Hata, Yuki (NTT DATA)" userId="ec72ce79-7ef2-430c-94e0-f44b7f33c62e" providerId="ADAL" clId="{A35310C8-D68C-4857-98B0-5C44D9B003CD}" dt="2026-05-21T10:57:49.505" v="21170" actId="20577"/>
        <pc:sldMkLst>
          <pc:docMk/>
          <pc:sldMk cId="3915790185" sldId="335"/>
        </pc:sldMkLst>
        <pc:spChg chg="mod">
          <ac:chgData name="PS3 畑 裕貴/Hata, Yuki (NTT DATA)" userId="ec72ce79-7ef2-430c-94e0-f44b7f33c62e" providerId="ADAL" clId="{A35310C8-D68C-4857-98B0-5C44D9B003CD}" dt="2026-05-20T05:48:52.146" v="17058" actId="20577"/>
          <ac:spMkLst>
            <pc:docMk/>
            <pc:sldMk cId="3915790185" sldId="335"/>
            <ac:spMk id="2" creationId="{1BC4328D-EEF0-06AD-A70F-3D2D04CA9B36}"/>
          </ac:spMkLst>
        </pc:spChg>
        <pc:spChg chg="add mod">
          <ac:chgData name="PS3 畑 裕貴/Hata, Yuki (NTT DATA)" userId="ec72ce79-7ef2-430c-94e0-f44b7f33c62e" providerId="ADAL" clId="{A35310C8-D68C-4857-98B0-5C44D9B003CD}" dt="2026-05-20T06:14:38.363" v="17229" actId="1036"/>
          <ac:spMkLst>
            <pc:docMk/>
            <pc:sldMk cId="3915790185" sldId="335"/>
            <ac:spMk id="3" creationId="{70C42D4F-F7E4-81EC-9AE2-F0AF429CFBCC}"/>
          </ac:spMkLst>
        </pc:spChg>
        <pc:spChg chg="add mod">
          <ac:chgData name="PS3 畑 裕貴/Hata, Yuki (NTT DATA)" userId="ec72ce79-7ef2-430c-94e0-f44b7f33c62e" providerId="ADAL" clId="{A35310C8-D68C-4857-98B0-5C44D9B003CD}" dt="2026-05-20T06:14:38.363" v="17229" actId="1036"/>
          <ac:spMkLst>
            <pc:docMk/>
            <pc:sldMk cId="3915790185" sldId="335"/>
            <ac:spMk id="4" creationId="{717219F1-FC87-EC77-33B6-E3C578AF2DA3}"/>
          </ac:spMkLst>
        </pc:spChg>
        <pc:spChg chg="add mod">
          <ac:chgData name="PS3 畑 裕貴/Hata, Yuki (NTT DATA)" userId="ec72ce79-7ef2-430c-94e0-f44b7f33c62e" providerId="ADAL" clId="{A35310C8-D68C-4857-98B0-5C44D9B003CD}" dt="2026-05-20T05:42:39.037" v="16463" actId="1036"/>
          <ac:spMkLst>
            <pc:docMk/>
            <pc:sldMk cId="3915790185" sldId="335"/>
            <ac:spMk id="6" creationId="{FCE66B93-45B0-E973-B28D-885B1151B329}"/>
          </ac:spMkLst>
        </pc:spChg>
        <pc:spChg chg="add mod">
          <ac:chgData name="PS3 畑 裕貴/Hata, Yuki (NTT DATA)" userId="ec72ce79-7ef2-430c-94e0-f44b7f33c62e" providerId="ADAL" clId="{A35310C8-D68C-4857-98B0-5C44D9B003CD}" dt="2026-05-20T05:42:39.037" v="16463" actId="1036"/>
          <ac:spMkLst>
            <pc:docMk/>
            <pc:sldMk cId="3915790185" sldId="335"/>
            <ac:spMk id="7" creationId="{0F317A9B-E923-4F8E-08DD-B1189481AED5}"/>
          </ac:spMkLst>
        </pc:spChg>
        <pc:spChg chg="add mod">
          <ac:chgData name="PS3 畑 裕貴/Hata, Yuki (NTT DATA)" userId="ec72ce79-7ef2-430c-94e0-f44b7f33c62e" providerId="ADAL" clId="{A35310C8-D68C-4857-98B0-5C44D9B003CD}" dt="2026-05-20T06:10:13.823" v="17082" actId="164"/>
          <ac:spMkLst>
            <pc:docMk/>
            <pc:sldMk cId="3915790185" sldId="335"/>
            <ac:spMk id="8" creationId="{D221B3DD-0657-E161-ADB6-538EF8D13D49}"/>
          </ac:spMkLst>
        </pc:spChg>
        <pc:spChg chg="add mod">
          <ac:chgData name="PS3 畑 裕貴/Hata, Yuki (NTT DATA)" userId="ec72ce79-7ef2-430c-94e0-f44b7f33c62e" providerId="ADAL" clId="{A35310C8-D68C-4857-98B0-5C44D9B003CD}" dt="2026-05-20T06:10:13.823" v="17082" actId="164"/>
          <ac:spMkLst>
            <pc:docMk/>
            <pc:sldMk cId="3915790185" sldId="335"/>
            <ac:spMk id="9" creationId="{427D4D0E-2193-8235-27B9-E658AEF20C52}"/>
          </ac:spMkLst>
        </pc:spChg>
        <pc:spChg chg="add mod">
          <ac:chgData name="PS3 畑 裕貴/Hata, Yuki (NTT DATA)" userId="ec72ce79-7ef2-430c-94e0-f44b7f33c62e" providerId="ADAL" clId="{A35310C8-D68C-4857-98B0-5C44D9B003CD}" dt="2026-05-20T06:10:17.418" v="17083" actId="164"/>
          <ac:spMkLst>
            <pc:docMk/>
            <pc:sldMk cId="3915790185" sldId="335"/>
            <ac:spMk id="10" creationId="{13FAD0C7-6AF7-5334-1381-C8F67F9BCDE5}"/>
          </ac:spMkLst>
        </pc:spChg>
        <pc:spChg chg="add mod">
          <ac:chgData name="PS3 畑 裕貴/Hata, Yuki (NTT DATA)" userId="ec72ce79-7ef2-430c-94e0-f44b7f33c62e" providerId="ADAL" clId="{A35310C8-D68C-4857-98B0-5C44D9B003CD}" dt="2026-05-20T06:10:17.418" v="17083" actId="164"/>
          <ac:spMkLst>
            <pc:docMk/>
            <pc:sldMk cId="3915790185" sldId="335"/>
            <ac:spMk id="11" creationId="{D9787EEB-53C8-8216-E191-E47248E15D3D}"/>
          </ac:spMkLst>
        </pc:spChg>
        <pc:spChg chg="add mod">
          <ac:chgData name="PS3 畑 裕貴/Hata, Yuki (NTT DATA)" userId="ec72ce79-7ef2-430c-94e0-f44b7f33c62e" providerId="ADAL" clId="{A35310C8-D68C-4857-98B0-5C44D9B003CD}" dt="2026-05-20T06:10:22.609" v="17084" actId="164"/>
          <ac:spMkLst>
            <pc:docMk/>
            <pc:sldMk cId="3915790185" sldId="335"/>
            <ac:spMk id="12" creationId="{CA9E5510-F87F-B027-26C6-041DF2DE87E3}"/>
          </ac:spMkLst>
        </pc:spChg>
        <pc:spChg chg="add mod">
          <ac:chgData name="PS3 畑 裕貴/Hata, Yuki (NTT DATA)" userId="ec72ce79-7ef2-430c-94e0-f44b7f33c62e" providerId="ADAL" clId="{A35310C8-D68C-4857-98B0-5C44D9B003CD}" dt="2026-05-20T06:10:22.609" v="17084" actId="164"/>
          <ac:spMkLst>
            <pc:docMk/>
            <pc:sldMk cId="3915790185" sldId="335"/>
            <ac:spMk id="13" creationId="{DC5F0BAA-6BEC-8DC3-1970-AB2C7643E778}"/>
          </ac:spMkLst>
        </pc:spChg>
        <pc:spChg chg="add mod">
          <ac:chgData name="PS3 畑 裕貴/Hata, Yuki (NTT DATA)" userId="ec72ce79-7ef2-430c-94e0-f44b7f33c62e" providerId="ADAL" clId="{A35310C8-D68C-4857-98B0-5C44D9B003CD}" dt="2026-05-20T06:10:25.249" v="17085" actId="164"/>
          <ac:spMkLst>
            <pc:docMk/>
            <pc:sldMk cId="3915790185" sldId="335"/>
            <ac:spMk id="14" creationId="{23A6A042-FF6B-AA7B-4F52-40C3E5C919AA}"/>
          </ac:spMkLst>
        </pc:spChg>
        <pc:spChg chg="add mod">
          <ac:chgData name="PS3 畑 裕貴/Hata, Yuki (NTT DATA)" userId="ec72ce79-7ef2-430c-94e0-f44b7f33c62e" providerId="ADAL" clId="{A35310C8-D68C-4857-98B0-5C44D9B003CD}" dt="2026-05-20T06:10:25.249" v="17085" actId="164"/>
          <ac:spMkLst>
            <pc:docMk/>
            <pc:sldMk cId="3915790185" sldId="335"/>
            <ac:spMk id="15" creationId="{94A3CE71-8DF9-3363-EDBA-5226D59B1E3A}"/>
          </ac:spMkLst>
        </pc:spChg>
        <pc:spChg chg="add mod">
          <ac:chgData name="PS3 畑 裕貴/Hata, Yuki (NTT DATA)" userId="ec72ce79-7ef2-430c-94e0-f44b7f33c62e" providerId="ADAL" clId="{A35310C8-D68C-4857-98B0-5C44D9B003CD}" dt="2026-05-20T06:12:59.383" v="17088" actId="1076"/>
          <ac:spMkLst>
            <pc:docMk/>
            <pc:sldMk cId="3915790185" sldId="335"/>
            <ac:spMk id="16" creationId="{93B98129-99E5-9CED-7E83-F0AC648D915B}"/>
          </ac:spMkLst>
        </pc:spChg>
        <pc:spChg chg="mod">
          <ac:chgData name="PS3 畑 裕貴/Hata, Yuki (NTT DATA)" userId="ec72ce79-7ef2-430c-94e0-f44b7f33c62e" providerId="ADAL" clId="{A35310C8-D68C-4857-98B0-5C44D9B003CD}" dt="2026-05-21T10:57:49.505" v="21170" actId="20577"/>
          <ac:spMkLst>
            <pc:docMk/>
            <pc:sldMk cId="3915790185" sldId="335"/>
            <ac:spMk id="17" creationId="{EB03515D-55EC-8A8C-DF09-28716EDAE341}"/>
          </ac:spMkLst>
        </pc:spChg>
        <pc:spChg chg="add mod">
          <ac:chgData name="PS3 畑 裕貴/Hata, Yuki (NTT DATA)" userId="ec72ce79-7ef2-430c-94e0-f44b7f33c62e" providerId="ADAL" clId="{A35310C8-D68C-4857-98B0-5C44D9B003CD}" dt="2026-05-20T06:12:59.383" v="17088" actId="1076"/>
          <ac:spMkLst>
            <pc:docMk/>
            <pc:sldMk cId="3915790185" sldId="335"/>
            <ac:spMk id="18" creationId="{39D105EB-F880-E94B-611D-9637E48EE413}"/>
          </ac:spMkLst>
        </pc:spChg>
        <pc:spChg chg="add mod">
          <ac:chgData name="PS3 畑 裕貴/Hata, Yuki (NTT DATA)" userId="ec72ce79-7ef2-430c-94e0-f44b7f33c62e" providerId="ADAL" clId="{A35310C8-D68C-4857-98B0-5C44D9B003CD}" dt="2026-05-20T06:12:59.383" v="17088" actId="1076"/>
          <ac:spMkLst>
            <pc:docMk/>
            <pc:sldMk cId="3915790185" sldId="335"/>
            <ac:spMk id="19" creationId="{5FD3D051-697E-85D5-718A-EED7FC64E396}"/>
          </ac:spMkLst>
        </pc:spChg>
        <pc:spChg chg="add mod">
          <ac:chgData name="PS3 畑 裕貴/Hata, Yuki (NTT DATA)" userId="ec72ce79-7ef2-430c-94e0-f44b7f33c62e" providerId="ADAL" clId="{A35310C8-D68C-4857-98B0-5C44D9B003CD}" dt="2026-05-20T06:14:04.775" v="17219" actId="20577"/>
          <ac:spMkLst>
            <pc:docMk/>
            <pc:sldMk cId="3915790185" sldId="335"/>
            <ac:spMk id="25" creationId="{DD1DC949-A73B-6DE7-A4BB-31099187A5C2}"/>
          </ac:spMkLst>
        </pc:spChg>
        <pc:grpChg chg="add mod">
          <ac:chgData name="PS3 畑 裕貴/Hata, Yuki (NTT DATA)" userId="ec72ce79-7ef2-430c-94e0-f44b7f33c62e" providerId="ADAL" clId="{A35310C8-D68C-4857-98B0-5C44D9B003CD}" dt="2026-05-20T06:12:59.383" v="17088" actId="1076"/>
          <ac:grpSpMkLst>
            <pc:docMk/>
            <pc:sldMk cId="3915790185" sldId="335"/>
            <ac:grpSpMk id="20" creationId="{5DC37BD5-1541-11D6-2A09-79CCB3DCCFFE}"/>
          </ac:grpSpMkLst>
        </pc:grpChg>
        <pc:grpChg chg="add mod">
          <ac:chgData name="PS3 畑 裕貴/Hata, Yuki (NTT DATA)" userId="ec72ce79-7ef2-430c-94e0-f44b7f33c62e" providerId="ADAL" clId="{A35310C8-D68C-4857-98B0-5C44D9B003CD}" dt="2026-05-20T06:12:59.383" v="17088" actId="1076"/>
          <ac:grpSpMkLst>
            <pc:docMk/>
            <pc:sldMk cId="3915790185" sldId="335"/>
            <ac:grpSpMk id="21" creationId="{FCAC2DAE-7D48-E351-3B23-E040283DCA55}"/>
          </ac:grpSpMkLst>
        </pc:grpChg>
        <pc:grpChg chg="add mod">
          <ac:chgData name="PS3 畑 裕貴/Hata, Yuki (NTT DATA)" userId="ec72ce79-7ef2-430c-94e0-f44b7f33c62e" providerId="ADAL" clId="{A35310C8-D68C-4857-98B0-5C44D9B003CD}" dt="2026-05-20T06:12:59.383" v="17088" actId="1076"/>
          <ac:grpSpMkLst>
            <pc:docMk/>
            <pc:sldMk cId="3915790185" sldId="335"/>
            <ac:grpSpMk id="22" creationId="{CC4D5CC8-D9CD-370E-3A32-D4EADCBC2B4D}"/>
          </ac:grpSpMkLst>
        </pc:grpChg>
        <pc:grpChg chg="add mod">
          <ac:chgData name="PS3 畑 裕貴/Hata, Yuki (NTT DATA)" userId="ec72ce79-7ef2-430c-94e0-f44b7f33c62e" providerId="ADAL" clId="{A35310C8-D68C-4857-98B0-5C44D9B003CD}" dt="2026-05-20T06:12:59.383" v="17088" actId="1076"/>
          <ac:grpSpMkLst>
            <pc:docMk/>
            <pc:sldMk cId="3915790185" sldId="335"/>
            <ac:grpSpMk id="23" creationId="{7C0E2CB7-4CB1-9F72-C387-38DB25D71C9D}"/>
          </ac:grpSpMkLst>
        </pc:grpChg>
        <pc:picChg chg="add mod">
          <ac:chgData name="PS3 畑 裕貴/Hata, Yuki (NTT DATA)" userId="ec72ce79-7ef2-430c-94e0-f44b7f33c62e" providerId="ADAL" clId="{A35310C8-D68C-4857-98B0-5C44D9B003CD}" dt="2026-05-20T06:14:33.765" v="17220" actId="14100"/>
          <ac:picMkLst>
            <pc:docMk/>
            <pc:sldMk cId="3915790185" sldId="335"/>
            <ac:picMk id="1026" creationId="{5BA9E365-B96C-A3A6-C1AE-E4D2250B2C56}"/>
          </ac:picMkLst>
        </pc:picChg>
        <pc:picChg chg="add mod">
          <ac:chgData name="PS3 畑 裕貴/Hata, Yuki (NTT DATA)" userId="ec72ce79-7ef2-430c-94e0-f44b7f33c62e" providerId="ADAL" clId="{A35310C8-D68C-4857-98B0-5C44D9B003CD}" dt="2026-05-20T06:14:33.765" v="17220" actId="14100"/>
          <ac:picMkLst>
            <pc:docMk/>
            <pc:sldMk cId="3915790185" sldId="335"/>
            <ac:picMk id="1030" creationId="{D6E9EE1F-8BCE-07A6-8A7E-E516B21DA0C7}"/>
          </ac:picMkLst>
        </pc:picChg>
      </pc:sldChg>
      <pc:sldChg chg="modSp add mod">
        <pc:chgData name="PS3 畑 裕貴/Hata, Yuki (NTT DATA)" userId="ec72ce79-7ef2-430c-94e0-f44b7f33c62e" providerId="ADAL" clId="{A35310C8-D68C-4857-98B0-5C44D9B003CD}" dt="2026-05-22T04:36:54.529" v="21697" actId="20577"/>
        <pc:sldMkLst>
          <pc:docMk/>
          <pc:sldMk cId="2086725363" sldId="336"/>
        </pc:sldMkLst>
        <pc:spChg chg="mod">
          <ac:chgData name="PS3 畑 裕貴/Hata, Yuki (NTT DATA)" userId="ec72ce79-7ef2-430c-94e0-f44b7f33c62e" providerId="ADAL" clId="{A35310C8-D68C-4857-98B0-5C44D9B003CD}" dt="2026-05-22T04:36:54.529" v="21697" actId="20577"/>
          <ac:spMkLst>
            <pc:docMk/>
            <pc:sldMk cId="2086725363" sldId="336"/>
            <ac:spMk id="2" creationId="{3146B06C-C4CC-5BB7-22EA-62F9DB9577D3}"/>
          </ac:spMkLst>
        </pc:spChg>
        <pc:spChg chg="mod">
          <ac:chgData name="PS3 畑 裕貴/Hata, Yuki (NTT DATA)" userId="ec72ce79-7ef2-430c-94e0-f44b7f33c62e" providerId="ADAL" clId="{A35310C8-D68C-4857-98B0-5C44D9B003CD}" dt="2026-05-21T11:01:47.804" v="21432" actId="20577"/>
          <ac:spMkLst>
            <pc:docMk/>
            <pc:sldMk cId="2086725363" sldId="336"/>
            <ac:spMk id="17" creationId="{B3B64D9D-17E1-6C1C-493B-9C5621526EB8}"/>
          </ac:spMkLst>
        </pc:spChg>
      </pc:sldChg>
      <pc:sldChg chg="addSp modSp add mod">
        <pc:chgData name="PS3 畑 裕貴/Hata, Yuki (NTT DATA)" userId="ec72ce79-7ef2-430c-94e0-f44b7f33c62e" providerId="ADAL" clId="{A35310C8-D68C-4857-98B0-5C44D9B003CD}" dt="2026-05-22T04:38:02.314" v="21708" actId="122"/>
        <pc:sldMkLst>
          <pc:docMk/>
          <pc:sldMk cId="1967608641" sldId="337"/>
        </pc:sldMkLst>
        <pc:spChg chg="mod">
          <ac:chgData name="PS3 畑 裕貴/Hata, Yuki (NTT DATA)" userId="ec72ce79-7ef2-430c-94e0-f44b7f33c62e" providerId="ADAL" clId="{A35310C8-D68C-4857-98B0-5C44D9B003CD}" dt="2026-05-21T10:54:51.920" v="20970" actId="20577"/>
          <ac:spMkLst>
            <pc:docMk/>
            <pc:sldMk cId="1967608641" sldId="337"/>
            <ac:spMk id="2" creationId="{51AE6BBA-C4D3-3564-1392-AB5CC210354F}"/>
          </ac:spMkLst>
        </pc:spChg>
        <pc:spChg chg="mod">
          <ac:chgData name="PS3 畑 裕貴/Hata, Yuki (NTT DATA)" userId="ec72ce79-7ef2-430c-94e0-f44b7f33c62e" providerId="ADAL" clId="{A35310C8-D68C-4857-98B0-5C44D9B003CD}" dt="2026-05-21T11:01:53.775" v="21436" actId="20577"/>
          <ac:spMkLst>
            <pc:docMk/>
            <pc:sldMk cId="1967608641" sldId="337"/>
            <ac:spMk id="17" creationId="{29716A4E-64CA-52A5-BECB-853F1980CFE6}"/>
          </ac:spMkLst>
        </pc:spChg>
        <pc:graphicFrameChg chg="add mod modGraphic">
          <ac:chgData name="PS3 畑 裕貴/Hata, Yuki (NTT DATA)" userId="ec72ce79-7ef2-430c-94e0-f44b7f33c62e" providerId="ADAL" clId="{A35310C8-D68C-4857-98B0-5C44D9B003CD}" dt="2026-05-22T04:38:02.314" v="21708" actId="122"/>
          <ac:graphicFrameMkLst>
            <pc:docMk/>
            <pc:sldMk cId="1967608641" sldId="337"/>
            <ac:graphicFrameMk id="3" creationId="{1A27227B-6F16-EEAE-CC24-22BBB1C672FB}"/>
          </ac:graphicFrameMkLst>
        </pc:graphicFrameChg>
      </pc:sldChg>
      <pc:sldChg chg="modSp add mod">
        <pc:chgData name="PS3 畑 裕貴/Hata, Yuki (NTT DATA)" userId="ec72ce79-7ef2-430c-94e0-f44b7f33c62e" providerId="ADAL" clId="{A35310C8-D68C-4857-98B0-5C44D9B003CD}" dt="2026-05-21T11:04:08.573" v="21523" actId="20577"/>
        <pc:sldMkLst>
          <pc:docMk/>
          <pc:sldMk cId="244147960" sldId="338"/>
        </pc:sldMkLst>
        <pc:spChg chg="mod">
          <ac:chgData name="PS3 畑 裕貴/Hata, Yuki (NTT DATA)" userId="ec72ce79-7ef2-430c-94e0-f44b7f33c62e" providerId="ADAL" clId="{A35310C8-D68C-4857-98B0-5C44D9B003CD}" dt="2026-05-21T11:04:08.573" v="21523" actId="20577"/>
          <ac:spMkLst>
            <pc:docMk/>
            <pc:sldMk cId="244147960" sldId="338"/>
            <ac:spMk id="2" creationId="{293E4E0A-8B04-0D09-179B-021BC5D2868B}"/>
          </ac:spMkLst>
        </pc:spChg>
        <pc:spChg chg="mod">
          <ac:chgData name="PS3 畑 裕貴/Hata, Yuki (NTT DATA)" userId="ec72ce79-7ef2-430c-94e0-f44b7f33c62e" providerId="ADAL" clId="{A35310C8-D68C-4857-98B0-5C44D9B003CD}" dt="2026-05-19T10:18:35.024" v="11252" actId="20577"/>
          <ac:spMkLst>
            <pc:docMk/>
            <pc:sldMk cId="244147960" sldId="338"/>
            <ac:spMk id="17" creationId="{1C6DA321-40D0-13DC-5014-854BB15ABDBC}"/>
          </ac:spMkLst>
        </pc:spChg>
      </pc:sldChg>
      <pc:sldChg chg="modSp add mod">
        <pc:chgData name="PS3 畑 裕貴/Hata, Yuki (NTT DATA)" userId="ec72ce79-7ef2-430c-94e0-f44b7f33c62e" providerId="ADAL" clId="{A35310C8-D68C-4857-98B0-5C44D9B003CD}" dt="2026-05-22T05:11:21.991" v="21957" actId="20577"/>
        <pc:sldMkLst>
          <pc:docMk/>
          <pc:sldMk cId="3816778458" sldId="339"/>
        </pc:sldMkLst>
        <pc:spChg chg="mod">
          <ac:chgData name="PS3 畑 裕貴/Hata, Yuki (NTT DATA)" userId="ec72ce79-7ef2-430c-94e0-f44b7f33c62e" providerId="ADAL" clId="{A35310C8-D68C-4857-98B0-5C44D9B003CD}" dt="2026-05-22T05:11:21.991" v="21957" actId="20577"/>
          <ac:spMkLst>
            <pc:docMk/>
            <pc:sldMk cId="3816778458" sldId="339"/>
            <ac:spMk id="2" creationId="{4D8E3198-A599-6359-3754-E30D74C0E134}"/>
          </ac:spMkLst>
        </pc:spChg>
        <pc:spChg chg="mod">
          <ac:chgData name="PS3 畑 裕貴/Hata, Yuki (NTT DATA)" userId="ec72ce79-7ef2-430c-94e0-f44b7f33c62e" providerId="ADAL" clId="{A35310C8-D68C-4857-98B0-5C44D9B003CD}" dt="2026-05-21T11:02:21.466" v="21457" actId="20577"/>
          <ac:spMkLst>
            <pc:docMk/>
            <pc:sldMk cId="3816778458" sldId="339"/>
            <ac:spMk id="17" creationId="{978D1016-9C06-BD9D-3BE7-691187FD39AA}"/>
          </ac:spMkLst>
        </pc:spChg>
      </pc:sldChg>
      <pc:sldChg chg="addSp delSp modSp add mod">
        <pc:chgData name="PS3 畑 裕貴/Hata, Yuki (NTT DATA)" userId="ec72ce79-7ef2-430c-94e0-f44b7f33c62e" providerId="ADAL" clId="{A35310C8-D68C-4857-98B0-5C44D9B003CD}" dt="2026-05-21T11:02:00.802" v="21447" actId="20577"/>
        <pc:sldMkLst>
          <pc:docMk/>
          <pc:sldMk cId="2243274672" sldId="340"/>
        </pc:sldMkLst>
        <pc:spChg chg="mod">
          <ac:chgData name="PS3 畑 裕貴/Hata, Yuki (NTT DATA)" userId="ec72ce79-7ef2-430c-94e0-f44b7f33c62e" providerId="ADAL" clId="{A35310C8-D68C-4857-98B0-5C44D9B003CD}" dt="2026-05-19T11:13:22.586" v="13875" actId="20577"/>
          <ac:spMkLst>
            <pc:docMk/>
            <pc:sldMk cId="2243274672" sldId="340"/>
            <ac:spMk id="2" creationId="{F23D7515-3686-B081-D178-F652B76A9BB3}"/>
          </ac:spMkLst>
        </pc:spChg>
        <pc:spChg chg="mod">
          <ac:chgData name="PS3 畑 裕貴/Hata, Yuki (NTT DATA)" userId="ec72ce79-7ef2-430c-94e0-f44b7f33c62e" providerId="ADAL" clId="{A35310C8-D68C-4857-98B0-5C44D9B003CD}" dt="2026-05-21T11:02:00.802" v="21447" actId="20577"/>
          <ac:spMkLst>
            <pc:docMk/>
            <pc:sldMk cId="2243274672" sldId="340"/>
            <ac:spMk id="17" creationId="{51087274-A1FB-9A7F-D5E8-663FDC73B8A7}"/>
          </ac:spMkLst>
        </pc:spChg>
        <pc:spChg chg="add mod topLvl">
          <ac:chgData name="PS3 畑 裕貴/Hata, Yuki (NTT DATA)" userId="ec72ce79-7ef2-430c-94e0-f44b7f33c62e" providerId="ADAL" clId="{A35310C8-D68C-4857-98B0-5C44D9B003CD}" dt="2026-05-20T06:18:06.604" v="17457" actId="20577"/>
          <ac:spMkLst>
            <pc:docMk/>
            <pc:sldMk cId="2243274672" sldId="340"/>
            <ac:spMk id="175" creationId="{343382B4-CF87-53EF-F86B-1427400A8986}"/>
          </ac:spMkLst>
        </pc:spChg>
        <pc:spChg chg="add mod topLvl">
          <ac:chgData name="PS3 畑 裕貴/Hata, Yuki (NTT DATA)" userId="ec72ce79-7ef2-430c-94e0-f44b7f33c62e" providerId="ADAL" clId="{A35310C8-D68C-4857-98B0-5C44D9B003CD}" dt="2026-05-19T10:46:23.841" v="12240" actId="165"/>
          <ac:spMkLst>
            <pc:docMk/>
            <pc:sldMk cId="2243274672" sldId="340"/>
            <ac:spMk id="176" creationId="{6D8BD50F-3862-A871-32E3-4DCC160EA896}"/>
          </ac:spMkLst>
        </pc:spChg>
        <pc:spChg chg="add mod topLvl">
          <ac:chgData name="PS3 畑 裕貴/Hata, Yuki (NTT DATA)" userId="ec72ce79-7ef2-430c-94e0-f44b7f33c62e" providerId="ADAL" clId="{A35310C8-D68C-4857-98B0-5C44D9B003CD}" dt="2026-05-20T06:19:30.940" v="17721" actId="20577"/>
          <ac:spMkLst>
            <pc:docMk/>
            <pc:sldMk cId="2243274672" sldId="340"/>
            <ac:spMk id="183" creationId="{A5151269-7A25-9DBF-84E5-C132FA2C8EA7}"/>
          </ac:spMkLst>
        </pc:spChg>
        <pc:spChg chg="add mod topLvl">
          <ac:chgData name="PS3 畑 裕貴/Hata, Yuki (NTT DATA)" userId="ec72ce79-7ef2-430c-94e0-f44b7f33c62e" providerId="ADAL" clId="{A35310C8-D68C-4857-98B0-5C44D9B003CD}" dt="2026-05-19T10:50:11.491" v="12594" actId="1076"/>
          <ac:spMkLst>
            <pc:docMk/>
            <pc:sldMk cId="2243274672" sldId="340"/>
            <ac:spMk id="184" creationId="{2E7A1782-B9AD-E584-EC37-1187CCF9AEB5}"/>
          </ac:spMkLst>
        </pc:spChg>
        <pc:spChg chg="add mod topLvl">
          <ac:chgData name="PS3 畑 裕貴/Hata, Yuki (NTT DATA)" userId="ec72ce79-7ef2-430c-94e0-f44b7f33c62e" providerId="ADAL" clId="{A35310C8-D68C-4857-98B0-5C44D9B003CD}" dt="2026-05-20T06:18:48.667" v="17618" actId="20577"/>
          <ac:spMkLst>
            <pc:docMk/>
            <pc:sldMk cId="2243274672" sldId="340"/>
            <ac:spMk id="185" creationId="{DA83BDAE-EFC8-D577-A5E6-F50AD2303BA2}"/>
          </ac:spMkLst>
        </pc:spChg>
        <pc:spChg chg="add mod topLvl">
          <ac:chgData name="PS3 畑 裕貴/Hata, Yuki (NTT DATA)" userId="ec72ce79-7ef2-430c-94e0-f44b7f33c62e" providerId="ADAL" clId="{A35310C8-D68C-4857-98B0-5C44D9B003CD}" dt="2026-05-19T10:46:23.841" v="12240" actId="165"/>
          <ac:spMkLst>
            <pc:docMk/>
            <pc:sldMk cId="2243274672" sldId="340"/>
            <ac:spMk id="186" creationId="{E769C30D-916D-A4DC-0169-2B227F2C7337}"/>
          </ac:spMkLst>
        </pc:spChg>
        <pc:spChg chg="add mod topLvl">
          <ac:chgData name="PS3 畑 裕貴/Hata, Yuki (NTT DATA)" userId="ec72ce79-7ef2-430c-94e0-f44b7f33c62e" providerId="ADAL" clId="{A35310C8-D68C-4857-98B0-5C44D9B003CD}" dt="2026-05-20T06:20:14.100" v="17869" actId="20577"/>
          <ac:spMkLst>
            <pc:docMk/>
            <pc:sldMk cId="2243274672" sldId="340"/>
            <ac:spMk id="187" creationId="{D833F8A3-61D6-9C2B-764A-97B1556A1958}"/>
          </ac:spMkLst>
        </pc:spChg>
        <pc:spChg chg="add mod topLvl">
          <ac:chgData name="PS3 畑 裕貴/Hata, Yuki (NTT DATA)" userId="ec72ce79-7ef2-430c-94e0-f44b7f33c62e" providerId="ADAL" clId="{A35310C8-D68C-4857-98B0-5C44D9B003CD}" dt="2026-05-19T10:50:11.491" v="12594" actId="1076"/>
          <ac:spMkLst>
            <pc:docMk/>
            <pc:sldMk cId="2243274672" sldId="340"/>
            <ac:spMk id="188" creationId="{84986478-EE55-5C0C-2C45-B02353A1A9F2}"/>
          </ac:spMkLst>
        </pc:spChg>
        <pc:spChg chg="add mod">
          <ac:chgData name="PS3 畑 裕貴/Hata, Yuki (NTT DATA)" userId="ec72ce79-7ef2-430c-94e0-f44b7f33c62e" providerId="ADAL" clId="{A35310C8-D68C-4857-98B0-5C44D9B003CD}" dt="2026-05-20T04:29:41.877" v="15081" actId="20577"/>
          <ac:spMkLst>
            <pc:docMk/>
            <pc:sldMk cId="2243274672" sldId="340"/>
            <ac:spMk id="191" creationId="{C0157B3F-7DD6-A08D-4671-7325A5B74079}"/>
          </ac:spMkLst>
        </pc:spChg>
      </pc:sldChg>
      <pc:sldChg chg="addSp delSp modSp add mod">
        <pc:chgData name="PS3 畑 裕貴/Hata, Yuki (NTT DATA)" userId="ec72ce79-7ef2-430c-94e0-f44b7f33c62e" providerId="ADAL" clId="{A35310C8-D68C-4857-98B0-5C44D9B003CD}" dt="2026-05-21T11:04:51.810" v="21540" actId="403"/>
        <pc:sldMkLst>
          <pc:docMk/>
          <pc:sldMk cId="145146843" sldId="341"/>
        </pc:sldMkLst>
        <pc:spChg chg="mod">
          <ac:chgData name="PS3 畑 裕貴/Hata, Yuki (NTT DATA)" userId="ec72ce79-7ef2-430c-94e0-f44b7f33c62e" providerId="ADAL" clId="{A35310C8-D68C-4857-98B0-5C44D9B003CD}" dt="2026-05-19T11:13:28.962" v="13876" actId="113"/>
          <ac:spMkLst>
            <pc:docMk/>
            <pc:sldMk cId="145146843" sldId="341"/>
            <ac:spMk id="2" creationId="{9121424E-7046-0844-A24A-425E3E03E7D2}"/>
          </ac:spMkLst>
        </pc:spChg>
        <pc:spChg chg="add mod">
          <ac:chgData name="PS3 畑 裕貴/Hata, Yuki (NTT DATA)" userId="ec72ce79-7ef2-430c-94e0-f44b7f33c62e" providerId="ADAL" clId="{A35310C8-D68C-4857-98B0-5C44D9B003CD}" dt="2026-05-21T11:04:48.421" v="21537" actId="403"/>
          <ac:spMkLst>
            <pc:docMk/>
            <pc:sldMk cId="145146843" sldId="341"/>
            <ac:spMk id="3" creationId="{777BE049-DD15-6A88-1B57-37490B79D949}"/>
          </ac:spMkLst>
        </pc:spChg>
        <pc:spChg chg="add mod">
          <ac:chgData name="PS3 畑 裕貴/Hata, Yuki (NTT DATA)" userId="ec72ce79-7ef2-430c-94e0-f44b7f33c62e" providerId="ADAL" clId="{A35310C8-D68C-4857-98B0-5C44D9B003CD}" dt="2026-05-19T11:11:44.783" v="13690" actId="20577"/>
          <ac:spMkLst>
            <pc:docMk/>
            <pc:sldMk cId="145146843" sldId="341"/>
            <ac:spMk id="4" creationId="{1277B8BE-62A2-020B-BA46-FDA91966A989}"/>
          </ac:spMkLst>
        </pc:spChg>
        <pc:spChg chg="add mod">
          <ac:chgData name="PS3 畑 裕貴/Hata, Yuki (NTT DATA)" userId="ec72ce79-7ef2-430c-94e0-f44b7f33c62e" providerId="ADAL" clId="{A35310C8-D68C-4857-98B0-5C44D9B003CD}" dt="2026-05-21T11:04:41.642" v="21535" actId="403"/>
          <ac:spMkLst>
            <pc:docMk/>
            <pc:sldMk cId="145146843" sldId="341"/>
            <ac:spMk id="5" creationId="{CB71B528-1442-9BCC-869C-5FAD05998069}"/>
          </ac:spMkLst>
        </pc:spChg>
        <pc:spChg chg="add mod">
          <ac:chgData name="PS3 畑 裕貴/Hata, Yuki (NTT DATA)" userId="ec72ce79-7ef2-430c-94e0-f44b7f33c62e" providerId="ADAL" clId="{A35310C8-D68C-4857-98B0-5C44D9B003CD}" dt="2026-05-21T11:04:31.807" v="21531" actId="1036"/>
          <ac:spMkLst>
            <pc:docMk/>
            <pc:sldMk cId="145146843" sldId="341"/>
            <ac:spMk id="6" creationId="{350268D1-6CFD-A214-7C00-C2043EFCE79B}"/>
          </ac:spMkLst>
        </pc:spChg>
        <pc:spChg chg="add mod">
          <ac:chgData name="PS3 畑 裕貴/Hata, Yuki (NTT DATA)" userId="ec72ce79-7ef2-430c-94e0-f44b7f33c62e" providerId="ADAL" clId="{A35310C8-D68C-4857-98B0-5C44D9B003CD}" dt="2026-05-21T11:04:51.810" v="21540" actId="403"/>
          <ac:spMkLst>
            <pc:docMk/>
            <pc:sldMk cId="145146843" sldId="341"/>
            <ac:spMk id="7" creationId="{8909C970-E416-F067-96E1-0916B33BC1B2}"/>
          </ac:spMkLst>
        </pc:spChg>
        <pc:spChg chg="add mod">
          <ac:chgData name="PS3 畑 裕貴/Hata, Yuki (NTT DATA)" userId="ec72ce79-7ef2-430c-94e0-f44b7f33c62e" providerId="ADAL" clId="{A35310C8-D68C-4857-98B0-5C44D9B003CD}" dt="2026-05-19T11:12:02.137" v="13723" actId="20577"/>
          <ac:spMkLst>
            <pc:docMk/>
            <pc:sldMk cId="145146843" sldId="341"/>
            <ac:spMk id="8" creationId="{38AF9978-BDE1-A1F7-B048-932335EF6B01}"/>
          </ac:spMkLst>
        </pc:spChg>
        <pc:spChg chg="add mod">
          <ac:chgData name="PS3 畑 裕貴/Hata, Yuki (NTT DATA)" userId="ec72ce79-7ef2-430c-94e0-f44b7f33c62e" providerId="ADAL" clId="{A35310C8-D68C-4857-98B0-5C44D9B003CD}" dt="2026-05-21T11:04:34.921" v="21533" actId="403"/>
          <ac:spMkLst>
            <pc:docMk/>
            <pc:sldMk cId="145146843" sldId="341"/>
            <ac:spMk id="9" creationId="{016DA7D5-5CB0-10FC-E545-7F7D554925DE}"/>
          </ac:spMkLst>
        </pc:spChg>
        <pc:spChg chg="add mod">
          <ac:chgData name="PS3 畑 裕貴/Hata, Yuki (NTT DATA)" userId="ec72ce79-7ef2-430c-94e0-f44b7f33c62e" providerId="ADAL" clId="{A35310C8-D68C-4857-98B0-5C44D9B003CD}" dt="2026-05-21T11:04:31.807" v="21531" actId="1036"/>
          <ac:spMkLst>
            <pc:docMk/>
            <pc:sldMk cId="145146843" sldId="341"/>
            <ac:spMk id="10" creationId="{4F3AC9FD-5E83-3445-A65A-FD25FD14B9DE}"/>
          </ac:spMkLst>
        </pc:spChg>
        <pc:spChg chg="add mod">
          <ac:chgData name="PS3 畑 裕貴/Hata, Yuki (NTT DATA)" userId="ec72ce79-7ef2-430c-94e0-f44b7f33c62e" providerId="ADAL" clId="{A35310C8-D68C-4857-98B0-5C44D9B003CD}" dt="2026-05-20T04:19:36.622" v="14860" actId="404"/>
          <ac:spMkLst>
            <pc:docMk/>
            <pc:sldMk cId="145146843" sldId="341"/>
            <ac:spMk id="13" creationId="{8EC39258-3AFA-3316-F008-D629E89EB968}"/>
          </ac:spMkLst>
        </pc:spChg>
        <pc:spChg chg="mod">
          <ac:chgData name="PS3 畑 裕貴/Hata, Yuki (NTT DATA)" userId="ec72ce79-7ef2-430c-94e0-f44b7f33c62e" providerId="ADAL" clId="{A35310C8-D68C-4857-98B0-5C44D9B003CD}" dt="2026-05-21T11:02:09.693" v="21449"/>
          <ac:spMkLst>
            <pc:docMk/>
            <pc:sldMk cId="145146843" sldId="341"/>
            <ac:spMk id="17" creationId="{222D11E8-4B68-B0E0-061D-CFE5892A3DFC}"/>
          </ac:spMkLst>
        </pc:spChg>
      </pc:sldChg>
      <pc:sldChg chg="addSp delSp modSp add mod">
        <pc:chgData name="PS3 畑 裕貴/Hata, Yuki (NTT DATA)" userId="ec72ce79-7ef2-430c-94e0-f44b7f33c62e" providerId="ADAL" clId="{A35310C8-D68C-4857-98B0-5C44D9B003CD}" dt="2026-05-22T04:38:22.677" v="21711" actId="113"/>
        <pc:sldMkLst>
          <pc:docMk/>
          <pc:sldMk cId="3368740664" sldId="342"/>
        </pc:sldMkLst>
        <pc:spChg chg="add mod">
          <ac:chgData name="PS3 畑 裕貴/Hata, Yuki (NTT DATA)" userId="ec72ce79-7ef2-430c-94e0-f44b7f33c62e" providerId="ADAL" clId="{A35310C8-D68C-4857-98B0-5C44D9B003CD}" dt="2026-05-20T06:35:48.641" v="19401" actId="20577"/>
          <ac:spMkLst>
            <pc:docMk/>
            <pc:sldMk cId="3368740664" sldId="342"/>
            <ac:spMk id="2" creationId="{E8F33515-D4C9-4AEA-AF7C-9E25D806480B}"/>
          </ac:spMkLst>
        </pc:spChg>
        <pc:spChg chg="add mod">
          <ac:chgData name="PS3 畑 裕貴/Hata, Yuki (NTT DATA)" userId="ec72ce79-7ef2-430c-94e0-f44b7f33c62e" providerId="ADAL" clId="{A35310C8-D68C-4857-98B0-5C44D9B003CD}" dt="2026-05-19T11:13:11.363" v="13837" actId="20577"/>
          <ac:spMkLst>
            <pc:docMk/>
            <pc:sldMk cId="3368740664" sldId="342"/>
            <ac:spMk id="3" creationId="{CC8AFBFD-45B2-092A-4868-F07E268F9A94}"/>
          </ac:spMkLst>
        </pc:spChg>
        <pc:spChg chg="add mod">
          <ac:chgData name="PS3 畑 裕貴/Hata, Yuki (NTT DATA)" userId="ec72ce79-7ef2-430c-94e0-f44b7f33c62e" providerId="ADAL" clId="{A35310C8-D68C-4857-98B0-5C44D9B003CD}" dt="2026-05-21T11:05:04.108" v="21543" actId="14100"/>
          <ac:spMkLst>
            <pc:docMk/>
            <pc:sldMk cId="3368740664" sldId="342"/>
            <ac:spMk id="8" creationId="{CD4A239A-85D1-313D-D140-21164001E490}"/>
          </ac:spMkLst>
        </pc:spChg>
        <pc:spChg chg="add mod">
          <ac:chgData name="PS3 畑 裕貴/Hata, Yuki (NTT DATA)" userId="ec72ce79-7ef2-430c-94e0-f44b7f33c62e" providerId="ADAL" clId="{A35310C8-D68C-4857-98B0-5C44D9B003CD}" dt="2026-05-22T04:38:17.440" v="21709" actId="113"/>
          <ac:spMkLst>
            <pc:docMk/>
            <pc:sldMk cId="3368740664" sldId="342"/>
            <ac:spMk id="9" creationId="{67854D03-6292-C671-3CD8-D20774D5CF1F}"/>
          </ac:spMkLst>
        </pc:spChg>
        <pc:spChg chg="add mod">
          <ac:chgData name="PS3 畑 裕貴/Hata, Yuki (NTT DATA)" userId="ec72ce79-7ef2-430c-94e0-f44b7f33c62e" providerId="ADAL" clId="{A35310C8-D68C-4857-98B0-5C44D9B003CD}" dt="2026-05-21T11:05:08.167" v="21545" actId="403"/>
          <ac:spMkLst>
            <pc:docMk/>
            <pc:sldMk cId="3368740664" sldId="342"/>
            <ac:spMk id="10" creationId="{49DC96DF-5675-8555-EAA6-1BE73B294DE5}"/>
          </ac:spMkLst>
        </pc:spChg>
        <pc:spChg chg="add mod">
          <ac:chgData name="PS3 畑 裕貴/Hata, Yuki (NTT DATA)" userId="ec72ce79-7ef2-430c-94e0-f44b7f33c62e" providerId="ADAL" clId="{A35310C8-D68C-4857-98B0-5C44D9B003CD}" dt="2026-05-22T04:38:20.496" v="21710" actId="113"/>
          <ac:spMkLst>
            <pc:docMk/>
            <pc:sldMk cId="3368740664" sldId="342"/>
            <ac:spMk id="11" creationId="{A4FD1ED5-0ABC-8757-A744-F5BC154D5099}"/>
          </ac:spMkLst>
        </pc:spChg>
        <pc:spChg chg="add mod">
          <ac:chgData name="PS3 畑 裕貴/Hata, Yuki (NTT DATA)" userId="ec72ce79-7ef2-430c-94e0-f44b7f33c62e" providerId="ADAL" clId="{A35310C8-D68C-4857-98B0-5C44D9B003CD}" dt="2026-05-21T11:05:21.095" v="21551" actId="14100"/>
          <ac:spMkLst>
            <pc:docMk/>
            <pc:sldMk cId="3368740664" sldId="342"/>
            <ac:spMk id="12" creationId="{3E0AAE6F-52FE-853C-9DAE-207AABA6DCA8}"/>
          </ac:spMkLst>
        </pc:spChg>
        <pc:spChg chg="add mod">
          <ac:chgData name="PS3 畑 裕貴/Hata, Yuki (NTT DATA)" userId="ec72ce79-7ef2-430c-94e0-f44b7f33c62e" providerId="ADAL" clId="{A35310C8-D68C-4857-98B0-5C44D9B003CD}" dt="2026-05-22T04:38:22.677" v="21711" actId="113"/>
          <ac:spMkLst>
            <pc:docMk/>
            <pc:sldMk cId="3368740664" sldId="342"/>
            <ac:spMk id="13" creationId="{97B5D3F4-FB67-DE40-478E-2B6431F002E7}"/>
          </ac:spMkLst>
        </pc:spChg>
        <pc:spChg chg="mod">
          <ac:chgData name="PS3 畑 裕貴/Hata, Yuki (NTT DATA)" userId="ec72ce79-7ef2-430c-94e0-f44b7f33c62e" providerId="ADAL" clId="{A35310C8-D68C-4857-98B0-5C44D9B003CD}" dt="2026-05-21T11:02:06.821" v="21448"/>
          <ac:spMkLst>
            <pc:docMk/>
            <pc:sldMk cId="3368740664" sldId="342"/>
            <ac:spMk id="17" creationId="{62480EBA-B0F9-60EA-CA30-FC26A3431F92}"/>
          </ac:spMkLst>
        </pc:spChg>
        <pc:graphicFrameChg chg="add mod modGraphic">
          <ac:chgData name="PS3 畑 裕貴/Hata, Yuki (NTT DATA)" userId="ec72ce79-7ef2-430c-94e0-f44b7f33c62e" providerId="ADAL" clId="{A35310C8-D68C-4857-98B0-5C44D9B003CD}" dt="2026-05-20T06:37:29.413" v="19423" actId="408"/>
          <ac:graphicFrameMkLst>
            <pc:docMk/>
            <pc:sldMk cId="3368740664" sldId="342"/>
            <ac:graphicFrameMk id="4" creationId="{08FC767E-6B64-F099-E8D2-3AAC8C487FFE}"/>
          </ac:graphicFrameMkLst>
        </pc:graphicFrameChg>
      </pc:sldChg>
      <pc:sldChg chg="modSp add mod">
        <pc:chgData name="PS3 畑 裕貴/Hata, Yuki (NTT DATA)" userId="ec72ce79-7ef2-430c-94e0-f44b7f33c62e" providerId="ADAL" clId="{A35310C8-D68C-4857-98B0-5C44D9B003CD}" dt="2026-05-22T07:43:12.230" v="22262" actId="20577"/>
        <pc:sldMkLst>
          <pc:docMk/>
          <pc:sldMk cId="1220652153" sldId="343"/>
        </pc:sldMkLst>
        <pc:spChg chg="mod">
          <ac:chgData name="PS3 畑 裕貴/Hata, Yuki (NTT DATA)" userId="ec72ce79-7ef2-430c-94e0-f44b7f33c62e" providerId="ADAL" clId="{A35310C8-D68C-4857-98B0-5C44D9B003CD}" dt="2026-05-22T07:43:12.230" v="22262" actId="20577"/>
          <ac:spMkLst>
            <pc:docMk/>
            <pc:sldMk cId="1220652153" sldId="343"/>
            <ac:spMk id="2" creationId="{8C90A7C7-D7DA-324C-3703-2CB9E39571FB}"/>
          </ac:spMkLst>
        </pc:spChg>
        <pc:spChg chg="mod">
          <ac:chgData name="PS3 畑 裕貴/Hata, Yuki (NTT DATA)" userId="ec72ce79-7ef2-430c-94e0-f44b7f33c62e" providerId="ADAL" clId="{A35310C8-D68C-4857-98B0-5C44D9B003CD}" dt="2026-05-21T11:02:28.299" v="21461" actId="20577"/>
          <ac:spMkLst>
            <pc:docMk/>
            <pc:sldMk cId="1220652153" sldId="343"/>
            <ac:spMk id="17" creationId="{60ED61B8-612A-59A9-8E44-5FAB4D2DD909}"/>
          </ac:spMkLst>
        </pc:spChg>
      </pc:sldChg>
      <pc:sldMasterChg chg="delSldLayout">
        <pc:chgData name="PS3 畑 裕貴/Hata, Yuki (NTT DATA)" userId="ec72ce79-7ef2-430c-94e0-f44b7f33c62e" providerId="ADAL" clId="{A35310C8-D68C-4857-98B0-5C44D9B003CD}" dt="2026-05-19T05:06:07.965" v="4098" actId="47"/>
        <pc:sldMasterMkLst>
          <pc:docMk/>
          <pc:sldMasterMk cId="2903117392" sldId="2147483899"/>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ACB0A8-2757-4986-B974-5B446A17766A}"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kumimoji="1" lang="ja-JP" altLang="en-US"/>
        </a:p>
      </dgm:t>
    </dgm:pt>
    <dgm:pt modelId="{0F220644-FF41-4E9A-8567-B7C7349BA846}">
      <dgm:prSet phldrT="[テキスト]" phldr="0" custT="1"/>
      <dgm:spPr>
        <a:solidFill>
          <a:srgbClr val="F5F9FF"/>
        </a:solidFill>
        <a:ln>
          <a:solidFill>
            <a:srgbClr val="90CAF9"/>
          </a:solidFill>
        </a:ln>
      </dgm:spPr>
      <dgm:t>
        <a:bodyPr/>
        <a:lstStyle/>
        <a:p>
          <a:r>
            <a:rPr kumimoji="1" lang="en-US" altLang="ja-JP" sz="1400" b="1">
              <a:solidFill>
                <a:schemeClr val="tx1"/>
              </a:solidFill>
              <a:latin typeface="+mn-ea"/>
              <a:ea typeface="+mn-ea"/>
            </a:rPr>
            <a:t>Customer</a:t>
          </a:r>
        </a:p>
        <a:p>
          <a:r>
            <a:rPr kumimoji="1" lang="en-US" altLang="ja-JP" sz="1400">
              <a:solidFill>
                <a:schemeClr val="tx1"/>
              </a:solidFill>
              <a:latin typeface="+mn-ea"/>
              <a:ea typeface="+mn-ea"/>
            </a:rPr>
            <a:t>(</a:t>
          </a:r>
          <a:r>
            <a:rPr kumimoji="1" lang="ja-JP" altLang="en-US" sz="1400">
              <a:solidFill>
                <a:schemeClr val="tx1"/>
              </a:solidFill>
              <a:latin typeface="+mn-ea"/>
              <a:ea typeface="+mn-ea"/>
            </a:rPr>
            <a:t>顧客・市場</a:t>
          </a:r>
          <a:r>
            <a:rPr kumimoji="1" lang="en-US" altLang="ja-JP" sz="1400">
              <a:solidFill>
                <a:schemeClr val="tx1"/>
              </a:solidFill>
              <a:latin typeface="+mn-ea"/>
              <a:ea typeface="+mn-ea"/>
            </a:rPr>
            <a:t>)</a:t>
          </a:r>
          <a:endParaRPr kumimoji="1" lang="ja-JP" altLang="en-US" sz="1400">
            <a:solidFill>
              <a:schemeClr val="tx1"/>
            </a:solidFill>
            <a:latin typeface="+mn-ea"/>
            <a:ea typeface="+mn-ea"/>
          </a:endParaRPr>
        </a:p>
      </dgm:t>
    </dgm:pt>
    <dgm:pt modelId="{6A12AECF-6373-42B2-B959-D0802485E838}" type="parTrans" cxnId="{63ED4684-0336-447B-B05F-7747652FAEEB}">
      <dgm:prSet/>
      <dgm:spPr/>
      <dgm:t>
        <a:bodyPr/>
        <a:lstStyle/>
        <a:p>
          <a:endParaRPr kumimoji="1" lang="ja-JP" altLang="en-US"/>
        </a:p>
      </dgm:t>
    </dgm:pt>
    <dgm:pt modelId="{9230B9E9-5C55-40AE-9423-BFDFB1866F09}" type="sibTrans" cxnId="{63ED4684-0336-447B-B05F-7747652FAEEB}">
      <dgm:prSet/>
      <dgm:spPr/>
      <dgm:t>
        <a:bodyPr/>
        <a:lstStyle/>
        <a:p>
          <a:endParaRPr kumimoji="1" lang="ja-JP" altLang="en-US"/>
        </a:p>
      </dgm:t>
    </dgm:pt>
    <dgm:pt modelId="{F928E189-A89A-4EFD-9920-CB7EE8083BC5}">
      <dgm:prSet phldrT="[テキスト]" phldr="0" custT="1"/>
      <dgm:spPr>
        <a:solidFill>
          <a:srgbClr val="F5FFF5"/>
        </a:solidFill>
        <a:ln>
          <a:solidFill>
            <a:srgbClr val="A5D6A7"/>
          </a:solidFill>
        </a:ln>
      </dgm:spPr>
      <dgm:t>
        <a:bodyPr/>
        <a:lstStyle/>
        <a:p>
          <a:r>
            <a:rPr kumimoji="1" lang="en-US" altLang="ja-JP" sz="1400" b="1">
              <a:solidFill>
                <a:schemeClr val="tx1"/>
              </a:solidFill>
              <a:latin typeface="+mn-ea"/>
              <a:ea typeface="+mn-ea"/>
            </a:rPr>
            <a:t>Company</a:t>
          </a:r>
        </a:p>
        <a:p>
          <a:r>
            <a:rPr kumimoji="1" lang="ja-JP" altLang="en-US" sz="1400">
              <a:solidFill>
                <a:schemeClr val="tx1"/>
              </a:solidFill>
              <a:latin typeface="+mn-ea"/>
              <a:ea typeface="+mn-ea"/>
            </a:rPr>
            <a:t>（自社）</a:t>
          </a:r>
        </a:p>
      </dgm:t>
    </dgm:pt>
    <dgm:pt modelId="{D4BB76E1-647B-4F27-A6C8-D51CCE15BA81}" type="parTrans" cxnId="{349038AE-DC08-43F0-9114-24E5879F1A1C}">
      <dgm:prSet/>
      <dgm:spPr/>
      <dgm:t>
        <a:bodyPr/>
        <a:lstStyle/>
        <a:p>
          <a:endParaRPr kumimoji="1" lang="ja-JP" altLang="en-US"/>
        </a:p>
      </dgm:t>
    </dgm:pt>
    <dgm:pt modelId="{2B53C282-A288-4445-811C-28AA75587C65}" type="sibTrans" cxnId="{349038AE-DC08-43F0-9114-24E5879F1A1C}">
      <dgm:prSet/>
      <dgm:spPr/>
      <dgm:t>
        <a:bodyPr/>
        <a:lstStyle/>
        <a:p>
          <a:endParaRPr kumimoji="1" lang="ja-JP" altLang="en-US"/>
        </a:p>
      </dgm:t>
    </dgm:pt>
    <dgm:pt modelId="{E47E802C-C383-4AF8-AF61-743223831BB6}">
      <dgm:prSet phldrT="[テキスト]" phldr="0" custT="1"/>
      <dgm:spPr>
        <a:solidFill>
          <a:srgbClr val="FFFBF0"/>
        </a:solidFill>
        <a:ln>
          <a:solidFill>
            <a:srgbClr val="FFCC80"/>
          </a:solidFill>
        </a:ln>
      </dgm:spPr>
      <dgm:t>
        <a:bodyPr/>
        <a:lstStyle/>
        <a:p>
          <a:r>
            <a:rPr kumimoji="1" lang="en-US" altLang="ja-JP" sz="1200" b="1">
              <a:solidFill>
                <a:schemeClr val="tx1"/>
              </a:solidFill>
              <a:latin typeface="+mn-ea"/>
              <a:ea typeface="+mn-ea"/>
            </a:rPr>
            <a:t>Competitor</a:t>
          </a:r>
        </a:p>
        <a:p>
          <a:r>
            <a:rPr kumimoji="1" lang="ja-JP" altLang="en-US" sz="1400">
              <a:solidFill>
                <a:schemeClr val="tx1"/>
              </a:solidFill>
              <a:latin typeface="+mn-ea"/>
              <a:ea typeface="+mn-ea"/>
            </a:rPr>
            <a:t>（競合）</a:t>
          </a:r>
        </a:p>
      </dgm:t>
    </dgm:pt>
    <dgm:pt modelId="{37937596-0134-4602-A533-A06C1DAB62CB}" type="parTrans" cxnId="{1719CC93-35FF-40A4-B0E3-6C8A8C9B1732}">
      <dgm:prSet/>
      <dgm:spPr/>
      <dgm:t>
        <a:bodyPr/>
        <a:lstStyle/>
        <a:p>
          <a:endParaRPr kumimoji="1" lang="ja-JP" altLang="en-US"/>
        </a:p>
      </dgm:t>
    </dgm:pt>
    <dgm:pt modelId="{36DD33FE-3CE6-43B5-BD9B-5F4CC9D34EE5}" type="sibTrans" cxnId="{1719CC93-35FF-40A4-B0E3-6C8A8C9B1732}">
      <dgm:prSet/>
      <dgm:spPr/>
      <dgm:t>
        <a:bodyPr/>
        <a:lstStyle/>
        <a:p>
          <a:endParaRPr kumimoji="1" lang="ja-JP" altLang="en-US"/>
        </a:p>
      </dgm:t>
    </dgm:pt>
    <dgm:pt modelId="{576E88EF-5BA0-43E1-AE00-A0FA332CBA73}" type="pres">
      <dgm:prSet presAssocID="{0BACB0A8-2757-4986-B974-5B446A17766A}" presName="cycle" presStyleCnt="0">
        <dgm:presLayoutVars>
          <dgm:dir/>
          <dgm:resizeHandles val="exact"/>
        </dgm:presLayoutVars>
      </dgm:prSet>
      <dgm:spPr/>
    </dgm:pt>
    <dgm:pt modelId="{2842BD17-D969-43B7-BD76-2502B4F207D7}" type="pres">
      <dgm:prSet presAssocID="{0F220644-FF41-4E9A-8567-B7C7349BA846}" presName="node" presStyleLbl="node1" presStyleIdx="0" presStyleCnt="3">
        <dgm:presLayoutVars>
          <dgm:bulletEnabled val="1"/>
        </dgm:presLayoutVars>
      </dgm:prSet>
      <dgm:spPr/>
    </dgm:pt>
    <dgm:pt modelId="{FD46CEFE-6C50-42AC-A3A2-895F81665D4A}" type="pres">
      <dgm:prSet presAssocID="{9230B9E9-5C55-40AE-9423-BFDFB1866F09}" presName="sibTrans" presStyleLbl="sibTrans2D1" presStyleIdx="0" presStyleCnt="3" custScaleX="179342"/>
      <dgm:spPr>
        <a:prstGeom prst="leftRightArrow">
          <a:avLst/>
        </a:prstGeom>
      </dgm:spPr>
    </dgm:pt>
    <dgm:pt modelId="{9711A85D-21A9-4BE9-9EC6-8165B582D378}" type="pres">
      <dgm:prSet presAssocID="{9230B9E9-5C55-40AE-9423-BFDFB1866F09}" presName="connectorText" presStyleLbl="sibTrans2D1" presStyleIdx="0" presStyleCnt="3"/>
      <dgm:spPr/>
    </dgm:pt>
    <dgm:pt modelId="{5FDB41E8-AC32-48C2-8D30-80C44EB4C477}" type="pres">
      <dgm:prSet presAssocID="{F928E189-A89A-4EFD-9920-CB7EE8083BC5}" presName="node" presStyleLbl="node1" presStyleIdx="1" presStyleCnt="3">
        <dgm:presLayoutVars>
          <dgm:bulletEnabled val="1"/>
        </dgm:presLayoutVars>
      </dgm:prSet>
      <dgm:spPr/>
    </dgm:pt>
    <dgm:pt modelId="{1E670626-3BE0-4697-BB71-E70B0E812DF0}" type="pres">
      <dgm:prSet presAssocID="{2B53C282-A288-4445-811C-28AA75587C65}" presName="sibTrans" presStyleLbl="sibTrans2D1" presStyleIdx="1" presStyleCnt="3" custScaleX="179342"/>
      <dgm:spPr>
        <a:prstGeom prst="leftRightArrow">
          <a:avLst/>
        </a:prstGeom>
      </dgm:spPr>
    </dgm:pt>
    <dgm:pt modelId="{5906FF77-A848-4E27-80D0-BAD50A71DD2C}" type="pres">
      <dgm:prSet presAssocID="{2B53C282-A288-4445-811C-28AA75587C65}" presName="connectorText" presStyleLbl="sibTrans2D1" presStyleIdx="1" presStyleCnt="3"/>
      <dgm:spPr/>
    </dgm:pt>
    <dgm:pt modelId="{06F1F3B6-F09F-41C0-8F8B-5FC8D557F8E6}" type="pres">
      <dgm:prSet presAssocID="{E47E802C-C383-4AF8-AF61-743223831BB6}" presName="node" presStyleLbl="node1" presStyleIdx="2" presStyleCnt="3">
        <dgm:presLayoutVars>
          <dgm:bulletEnabled val="1"/>
        </dgm:presLayoutVars>
      </dgm:prSet>
      <dgm:spPr/>
    </dgm:pt>
    <dgm:pt modelId="{A4C61A13-5369-4FAD-8AB0-FCE1FE478CC0}" type="pres">
      <dgm:prSet presAssocID="{36DD33FE-3CE6-43B5-BD9B-5F4CC9D34EE5}" presName="sibTrans" presStyleLbl="sibTrans2D1" presStyleIdx="2" presStyleCnt="3" custScaleX="179342"/>
      <dgm:spPr>
        <a:prstGeom prst="leftRightArrow">
          <a:avLst/>
        </a:prstGeom>
      </dgm:spPr>
    </dgm:pt>
    <dgm:pt modelId="{60E7C17A-597E-4A6E-A20F-4FCA5CAA6558}" type="pres">
      <dgm:prSet presAssocID="{36DD33FE-3CE6-43B5-BD9B-5F4CC9D34EE5}" presName="connectorText" presStyleLbl="sibTrans2D1" presStyleIdx="2" presStyleCnt="3"/>
      <dgm:spPr/>
    </dgm:pt>
  </dgm:ptLst>
  <dgm:cxnLst>
    <dgm:cxn modelId="{936E9D01-1DFB-45A6-9592-96CEEE3AEF25}" type="presOf" srcId="{36DD33FE-3CE6-43B5-BD9B-5F4CC9D34EE5}" destId="{60E7C17A-597E-4A6E-A20F-4FCA5CAA6558}" srcOrd="1" destOrd="0" presId="urn:microsoft.com/office/officeart/2005/8/layout/cycle2"/>
    <dgm:cxn modelId="{B528F516-253F-426F-B023-D6A3E71EDF59}" type="presOf" srcId="{36DD33FE-3CE6-43B5-BD9B-5F4CC9D34EE5}" destId="{A4C61A13-5369-4FAD-8AB0-FCE1FE478CC0}" srcOrd="0" destOrd="0" presId="urn:microsoft.com/office/officeart/2005/8/layout/cycle2"/>
    <dgm:cxn modelId="{A3F78939-C5F1-41FA-9D0B-4066CB20BCDB}" type="presOf" srcId="{0BACB0A8-2757-4986-B974-5B446A17766A}" destId="{576E88EF-5BA0-43E1-AE00-A0FA332CBA73}" srcOrd="0" destOrd="0" presId="urn:microsoft.com/office/officeart/2005/8/layout/cycle2"/>
    <dgm:cxn modelId="{25C84449-8113-4852-8269-A111504AB5E2}" type="presOf" srcId="{2B53C282-A288-4445-811C-28AA75587C65}" destId="{1E670626-3BE0-4697-BB71-E70B0E812DF0}" srcOrd="0" destOrd="0" presId="urn:microsoft.com/office/officeart/2005/8/layout/cycle2"/>
    <dgm:cxn modelId="{0BB4DB72-64F5-463F-90FF-E064DBC735F4}" type="presOf" srcId="{E47E802C-C383-4AF8-AF61-743223831BB6}" destId="{06F1F3B6-F09F-41C0-8F8B-5FC8D557F8E6}" srcOrd="0" destOrd="0" presId="urn:microsoft.com/office/officeart/2005/8/layout/cycle2"/>
    <dgm:cxn modelId="{BD9BE853-C836-46AA-98D1-9BD5552A2D76}" type="presOf" srcId="{9230B9E9-5C55-40AE-9423-BFDFB1866F09}" destId="{FD46CEFE-6C50-42AC-A3A2-895F81665D4A}" srcOrd="0" destOrd="0" presId="urn:microsoft.com/office/officeart/2005/8/layout/cycle2"/>
    <dgm:cxn modelId="{63ED4684-0336-447B-B05F-7747652FAEEB}" srcId="{0BACB0A8-2757-4986-B974-5B446A17766A}" destId="{0F220644-FF41-4E9A-8567-B7C7349BA846}" srcOrd="0" destOrd="0" parTransId="{6A12AECF-6373-42B2-B959-D0802485E838}" sibTransId="{9230B9E9-5C55-40AE-9423-BFDFB1866F09}"/>
    <dgm:cxn modelId="{1719CC93-35FF-40A4-B0E3-6C8A8C9B1732}" srcId="{0BACB0A8-2757-4986-B974-5B446A17766A}" destId="{E47E802C-C383-4AF8-AF61-743223831BB6}" srcOrd="2" destOrd="0" parTransId="{37937596-0134-4602-A533-A06C1DAB62CB}" sibTransId="{36DD33FE-3CE6-43B5-BD9B-5F4CC9D34EE5}"/>
    <dgm:cxn modelId="{349038AE-DC08-43F0-9114-24E5879F1A1C}" srcId="{0BACB0A8-2757-4986-B974-5B446A17766A}" destId="{F928E189-A89A-4EFD-9920-CB7EE8083BC5}" srcOrd="1" destOrd="0" parTransId="{D4BB76E1-647B-4F27-A6C8-D51CCE15BA81}" sibTransId="{2B53C282-A288-4445-811C-28AA75587C65}"/>
    <dgm:cxn modelId="{E20C04C9-3987-4DC1-884D-44E897BA6E5F}" type="presOf" srcId="{F928E189-A89A-4EFD-9920-CB7EE8083BC5}" destId="{5FDB41E8-AC32-48C2-8D30-80C44EB4C477}" srcOrd="0" destOrd="0" presId="urn:microsoft.com/office/officeart/2005/8/layout/cycle2"/>
    <dgm:cxn modelId="{05C47BE2-1385-4B14-8B96-00CFE9E283C4}" type="presOf" srcId="{0F220644-FF41-4E9A-8567-B7C7349BA846}" destId="{2842BD17-D969-43B7-BD76-2502B4F207D7}" srcOrd="0" destOrd="0" presId="urn:microsoft.com/office/officeart/2005/8/layout/cycle2"/>
    <dgm:cxn modelId="{28B23EE9-CCE0-47C4-BA9F-DC1528ECAF79}" type="presOf" srcId="{9230B9E9-5C55-40AE-9423-BFDFB1866F09}" destId="{9711A85D-21A9-4BE9-9EC6-8165B582D378}" srcOrd="1" destOrd="0" presId="urn:microsoft.com/office/officeart/2005/8/layout/cycle2"/>
    <dgm:cxn modelId="{776AADF8-B3EE-401E-830E-C107B1CFED97}" type="presOf" srcId="{2B53C282-A288-4445-811C-28AA75587C65}" destId="{5906FF77-A848-4E27-80D0-BAD50A71DD2C}" srcOrd="1" destOrd="0" presId="urn:microsoft.com/office/officeart/2005/8/layout/cycle2"/>
    <dgm:cxn modelId="{5C8A67E4-4744-45D4-BDAF-1334FB17792D}" type="presParOf" srcId="{576E88EF-5BA0-43E1-AE00-A0FA332CBA73}" destId="{2842BD17-D969-43B7-BD76-2502B4F207D7}" srcOrd="0" destOrd="0" presId="urn:microsoft.com/office/officeart/2005/8/layout/cycle2"/>
    <dgm:cxn modelId="{3C5F54C7-B38A-4A21-9C4E-F27FAD441E6E}" type="presParOf" srcId="{576E88EF-5BA0-43E1-AE00-A0FA332CBA73}" destId="{FD46CEFE-6C50-42AC-A3A2-895F81665D4A}" srcOrd="1" destOrd="0" presId="urn:microsoft.com/office/officeart/2005/8/layout/cycle2"/>
    <dgm:cxn modelId="{754BAAA5-E068-42B9-8EA6-C78C4D8A527C}" type="presParOf" srcId="{FD46CEFE-6C50-42AC-A3A2-895F81665D4A}" destId="{9711A85D-21A9-4BE9-9EC6-8165B582D378}" srcOrd="0" destOrd="0" presId="urn:microsoft.com/office/officeart/2005/8/layout/cycle2"/>
    <dgm:cxn modelId="{9A8BC708-E032-4D1D-BBEC-175E818E1BFC}" type="presParOf" srcId="{576E88EF-5BA0-43E1-AE00-A0FA332CBA73}" destId="{5FDB41E8-AC32-48C2-8D30-80C44EB4C477}" srcOrd="2" destOrd="0" presId="urn:microsoft.com/office/officeart/2005/8/layout/cycle2"/>
    <dgm:cxn modelId="{88A19CCE-4140-4C51-9F8D-9FE2C4170040}" type="presParOf" srcId="{576E88EF-5BA0-43E1-AE00-A0FA332CBA73}" destId="{1E670626-3BE0-4697-BB71-E70B0E812DF0}" srcOrd="3" destOrd="0" presId="urn:microsoft.com/office/officeart/2005/8/layout/cycle2"/>
    <dgm:cxn modelId="{3F638108-23B4-42D1-B1DB-B005F0FF8B4D}" type="presParOf" srcId="{1E670626-3BE0-4697-BB71-E70B0E812DF0}" destId="{5906FF77-A848-4E27-80D0-BAD50A71DD2C}" srcOrd="0" destOrd="0" presId="urn:microsoft.com/office/officeart/2005/8/layout/cycle2"/>
    <dgm:cxn modelId="{92DBDF5E-83B6-48FF-858B-8844560FC3C1}" type="presParOf" srcId="{576E88EF-5BA0-43E1-AE00-A0FA332CBA73}" destId="{06F1F3B6-F09F-41C0-8F8B-5FC8D557F8E6}" srcOrd="4" destOrd="0" presId="urn:microsoft.com/office/officeart/2005/8/layout/cycle2"/>
    <dgm:cxn modelId="{5A18032F-EF06-4D72-953C-45D8A5DC3FE5}" type="presParOf" srcId="{576E88EF-5BA0-43E1-AE00-A0FA332CBA73}" destId="{A4C61A13-5369-4FAD-8AB0-FCE1FE478CC0}" srcOrd="5" destOrd="0" presId="urn:microsoft.com/office/officeart/2005/8/layout/cycle2"/>
    <dgm:cxn modelId="{FFA9AF3E-7698-4519-9724-6468E0EAA369}" type="presParOf" srcId="{A4C61A13-5369-4FAD-8AB0-FCE1FE478CC0}" destId="{60E7C17A-597E-4A6E-A20F-4FCA5CAA6558}"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2BD17-D969-43B7-BD76-2502B4F207D7}">
      <dsp:nvSpPr>
        <dsp:cNvPr id="0" name=""/>
        <dsp:cNvSpPr/>
      </dsp:nvSpPr>
      <dsp:spPr>
        <a:xfrm>
          <a:off x="2127325" y="469"/>
          <a:ext cx="1466639" cy="1466639"/>
        </a:xfrm>
        <a:prstGeom prst="ellipse">
          <a:avLst/>
        </a:prstGeom>
        <a:solidFill>
          <a:srgbClr val="F5F9FF"/>
        </a:solidFill>
        <a:ln w="25400" cap="flat" cmpd="sng" algn="ctr">
          <a:solidFill>
            <a:srgbClr val="90CAF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en-US" altLang="ja-JP" sz="1400" b="1" kern="1200">
              <a:solidFill>
                <a:schemeClr val="tx1"/>
              </a:solidFill>
              <a:latin typeface="+mn-ea"/>
              <a:ea typeface="+mn-ea"/>
            </a:rPr>
            <a:t>Customer</a:t>
          </a:r>
        </a:p>
        <a:p>
          <a:pPr marL="0" lvl="0" indent="0" algn="ctr" defTabSz="622300">
            <a:lnSpc>
              <a:spcPct val="90000"/>
            </a:lnSpc>
            <a:spcBef>
              <a:spcPct val="0"/>
            </a:spcBef>
            <a:spcAft>
              <a:spcPct val="35000"/>
            </a:spcAft>
            <a:buNone/>
          </a:pPr>
          <a:r>
            <a:rPr kumimoji="1" lang="en-US" altLang="ja-JP" sz="1400" kern="1200">
              <a:solidFill>
                <a:schemeClr val="tx1"/>
              </a:solidFill>
              <a:latin typeface="+mn-ea"/>
              <a:ea typeface="+mn-ea"/>
            </a:rPr>
            <a:t>(</a:t>
          </a:r>
          <a:r>
            <a:rPr kumimoji="1" lang="ja-JP" altLang="en-US" sz="1400" kern="1200">
              <a:solidFill>
                <a:schemeClr val="tx1"/>
              </a:solidFill>
              <a:latin typeface="+mn-ea"/>
              <a:ea typeface="+mn-ea"/>
            </a:rPr>
            <a:t>顧客・市場</a:t>
          </a:r>
          <a:r>
            <a:rPr kumimoji="1" lang="en-US" altLang="ja-JP" sz="1400" kern="1200">
              <a:solidFill>
                <a:schemeClr val="tx1"/>
              </a:solidFill>
              <a:latin typeface="+mn-ea"/>
              <a:ea typeface="+mn-ea"/>
            </a:rPr>
            <a:t>)</a:t>
          </a:r>
          <a:endParaRPr kumimoji="1" lang="ja-JP" altLang="en-US" sz="1400" kern="1200">
            <a:solidFill>
              <a:schemeClr val="tx1"/>
            </a:solidFill>
            <a:latin typeface="+mn-ea"/>
            <a:ea typeface="+mn-ea"/>
          </a:endParaRPr>
        </a:p>
      </dsp:txBody>
      <dsp:txXfrm>
        <a:off x="2342109" y="215253"/>
        <a:ext cx="1037071" cy="1037071"/>
      </dsp:txXfrm>
    </dsp:sp>
    <dsp:sp modelId="{FD46CEFE-6C50-42AC-A3A2-895F81665D4A}">
      <dsp:nvSpPr>
        <dsp:cNvPr id="0" name=""/>
        <dsp:cNvSpPr/>
      </dsp:nvSpPr>
      <dsp:spPr>
        <a:xfrm rot="3600000">
          <a:off x="3056255" y="1430037"/>
          <a:ext cx="698522" cy="494990"/>
        </a:xfrm>
        <a:prstGeom prst="left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kumimoji="1" lang="ja-JP" altLang="en-US" sz="2200" kern="1200"/>
        </a:p>
      </dsp:txBody>
      <dsp:txXfrm>
        <a:off x="3093379" y="1464734"/>
        <a:ext cx="550025" cy="296994"/>
      </dsp:txXfrm>
    </dsp:sp>
    <dsp:sp modelId="{5FDB41E8-AC32-48C2-8D30-80C44EB4C477}">
      <dsp:nvSpPr>
        <dsp:cNvPr id="0" name=""/>
        <dsp:cNvSpPr/>
      </dsp:nvSpPr>
      <dsp:spPr>
        <a:xfrm>
          <a:off x="3228090" y="1907049"/>
          <a:ext cx="1466639" cy="1466639"/>
        </a:xfrm>
        <a:prstGeom prst="ellipse">
          <a:avLst/>
        </a:prstGeom>
        <a:solidFill>
          <a:srgbClr val="F5FFF5"/>
        </a:solidFill>
        <a:ln w="25400" cap="flat" cmpd="sng" algn="ctr">
          <a:solidFill>
            <a:srgbClr val="A5D6A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en-US" altLang="ja-JP" sz="1400" b="1" kern="1200">
              <a:solidFill>
                <a:schemeClr val="tx1"/>
              </a:solidFill>
              <a:latin typeface="+mn-ea"/>
              <a:ea typeface="+mn-ea"/>
            </a:rPr>
            <a:t>Company</a:t>
          </a:r>
        </a:p>
        <a:p>
          <a:pPr marL="0" lvl="0" indent="0" algn="ctr" defTabSz="622300">
            <a:lnSpc>
              <a:spcPct val="90000"/>
            </a:lnSpc>
            <a:spcBef>
              <a:spcPct val="0"/>
            </a:spcBef>
            <a:spcAft>
              <a:spcPct val="35000"/>
            </a:spcAft>
            <a:buNone/>
          </a:pPr>
          <a:r>
            <a:rPr kumimoji="1" lang="ja-JP" altLang="en-US" sz="1400" kern="1200">
              <a:solidFill>
                <a:schemeClr val="tx1"/>
              </a:solidFill>
              <a:latin typeface="+mn-ea"/>
              <a:ea typeface="+mn-ea"/>
            </a:rPr>
            <a:t>（自社）</a:t>
          </a:r>
        </a:p>
      </dsp:txBody>
      <dsp:txXfrm>
        <a:off x="3442874" y="2121833"/>
        <a:ext cx="1037071" cy="1037071"/>
      </dsp:txXfrm>
    </dsp:sp>
    <dsp:sp modelId="{1E670626-3BE0-4697-BB71-E70B0E812DF0}">
      <dsp:nvSpPr>
        <dsp:cNvPr id="0" name=""/>
        <dsp:cNvSpPr/>
      </dsp:nvSpPr>
      <dsp:spPr>
        <a:xfrm rot="10800000">
          <a:off x="2522407" y="2392874"/>
          <a:ext cx="698522" cy="494990"/>
        </a:xfrm>
        <a:prstGeom prst="left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kumimoji="1" lang="ja-JP" altLang="en-US" sz="2200" kern="1200"/>
        </a:p>
      </dsp:txBody>
      <dsp:txXfrm rot="10800000">
        <a:off x="2670904" y="2491872"/>
        <a:ext cx="550025" cy="296994"/>
      </dsp:txXfrm>
    </dsp:sp>
    <dsp:sp modelId="{06F1F3B6-F09F-41C0-8F8B-5FC8D557F8E6}">
      <dsp:nvSpPr>
        <dsp:cNvPr id="0" name=""/>
        <dsp:cNvSpPr/>
      </dsp:nvSpPr>
      <dsp:spPr>
        <a:xfrm>
          <a:off x="1026561" y="1907049"/>
          <a:ext cx="1466639" cy="1466639"/>
        </a:xfrm>
        <a:prstGeom prst="ellipse">
          <a:avLst/>
        </a:prstGeom>
        <a:solidFill>
          <a:srgbClr val="FFFBF0"/>
        </a:solidFill>
        <a:ln w="25400" cap="flat" cmpd="sng" algn="ctr">
          <a:solidFill>
            <a:srgbClr val="FFCC8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kumimoji="1" lang="en-US" altLang="ja-JP" sz="1200" b="1" kern="1200">
              <a:solidFill>
                <a:schemeClr val="tx1"/>
              </a:solidFill>
              <a:latin typeface="+mn-ea"/>
              <a:ea typeface="+mn-ea"/>
            </a:rPr>
            <a:t>Competitor</a:t>
          </a:r>
        </a:p>
        <a:p>
          <a:pPr marL="0" lvl="0" indent="0" algn="ctr" defTabSz="533400">
            <a:lnSpc>
              <a:spcPct val="90000"/>
            </a:lnSpc>
            <a:spcBef>
              <a:spcPct val="0"/>
            </a:spcBef>
            <a:spcAft>
              <a:spcPct val="35000"/>
            </a:spcAft>
            <a:buNone/>
          </a:pPr>
          <a:r>
            <a:rPr kumimoji="1" lang="ja-JP" altLang="en-US" sz="1400" kern="1200">
              <a:solidFill>
                <a:schemeClr val="tx1"/>
              </a:solidFill>
              <a:latin typeface="+mn-ea"/>
              <a:ea typeface="+mn-ea"/>
            </a:rPr>
            <a:t>（競合）</a:t>
          </a:r>
        </a:p>
      </dsp:txBody>
      <dsp:txXfrm>
        <a:off x="1241345" y="2121833"/>
        <a:ext cx="1037071" cy="1037071"/>
      </dsp:txXfrm>
    </dsp:sp>
    <dsp:sp modelId="{A4C61A13-5369-4FAD-8AB0-FCE1FE478CC0}">
      <dsp:nvSpPr>
        <dsp:cNvPr id="0" name=""/>
        <dsp:cNvSpPr/>
      </dsp:nvSpPr>
      <dsp:spPr>
        <a:xfrm rot="18000000">
          <a:off x="1955490" y="1449130"/>
          <a:ext cx="698522" cy="494990"/>
        </a:xfrm>
        <a:prstGeom prst="left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kumimoji="1" lang="ja-JP" altLang="en-US" sz="2200" kern="1200"/>
        </a:p>
      </dsp:txBody>
      <dsp:txXfrm>
        <a:off x="1992614" y="1612429"/>
        <a:ext cx="550025" cy="296994"/>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2026/6/5</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2026/6/5</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C43F1-CC00-BE59-F1C0-CD765C826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8AB79-85F5-BED6-E624-F1FD2E883860}"/>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06F25CB1-3B8C-E5B5-D853-B6248594F8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946AF8-915A-C2DE-F65E-C3B62222478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84189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C9629-09C1-63A8-EAC7-8A95BF449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6D1C2-0E1D-0C8F-8718-E2F1A8302D62}"/>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91E2F47A-B02C-C0A6-CCAC-8E003B0DB6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75153A-DB66-B9DA-6BBA-0C705A106F1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39924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5B58-E556-B09A-E6CB-83DABE06C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CAEAB-7BAA-CDF9-5D74-C45F43B67CBF}"/>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16FCDD6B-D904-B0EA-4B1A-7D78DA2DA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54E7F-3F39-0BC4-CE2C-37B6ECA5B47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79440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1CB0E-00D3-C7E1-BCCD-0A8F07F8B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FBF3F-5C29-6BF7-2C2B-828784D17D1E}"/>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AE8C8F9C-372C-6F86-1140-A4CED744A3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18823-9434-8FB9-BA08-61326378D3A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339519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A902-8E6E-2FB5-C466-4774A50E8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3C8A4-2AB8-0D1E-50EF-BA76217DD667}"/>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706B9214-0963-1626-07A5-0CC3BB4C98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95EEDD-4E0E-A877-9E92-594463BCDC1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58287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8EA20-80D0-692C-CDA4-E62A46E4B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F29B5-4834-6E04-C72B-63D13545224F}"/>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BF45AC3D-5157-AB1A-0443-EB0E33379C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2757F5-DC9B-C014-B1D2-01F803B17B7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75977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205E8-0F6B-966C-0692-923ED310F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28E75-42AC-D793-18C2-385BB77FAA10}"/>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2232D757-042D-AA18-5863-3E8460B606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A6346A-8BD7-A7C2-D697-D2FD6898552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97396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C5BDA-228F-E68C-4132-0F7F99623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D7273-2E9F-4DA8-DCB1-3094233AF127}"/>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47945891-B74F-E099-4D75-55148142C4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6A1712-F14B-E4FE-995E-C73083EAC5F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1235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2ADF3-4D54-4672-1B96-D1A291EE3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B50D9-1801-0D76-F056-E4BA3F524002}"/>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C5224EDF-312F-6EE5-89C9-DE749EE6EC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A1F38-B167-A0C3-99B8-0C6B29C5381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72132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69932-1EE2-7179-E525-372ADF601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5D8FD-AAF6-E0F1-4EA2-443DECB69347}"/>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0B9569F9-8395-E55A-4C39-EAD258D4C6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74978D-2721-9406-DB80-58EE08D69D1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011046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427B4-6188-45B2-5AB8-D68EA74A1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76B72-169A-E80A-1DCE-3B6E49DB6162}"/>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E56FE51D-9D21-1661-A2CE-ED2C7FA5B8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EC7500-7D56-BB6D-12E6-4815D7078B8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77319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79A1-D398-8789-C0FC-6A2ABF8D3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591B6-14D8-836B-258E-401B0BD51F3E}"/>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1110F8FB-3913-8A31-84FB-DAD04C731E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9AB329-65DE-BDFD-1007-B2554A1CE6F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95391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C2B35-AFAC-978A-6B83-F2F9C5FF6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A24A6-0B4B-67A4-3C0B-FFBE4EAB707A}"/>
              </a:ext>
            </a:extLst>
          </p:cNvPr>
          <p:cNvSpPr>
            <a:spLocks noGrp="1" noRot="1" noChangeAspect="1"/>
          </p:cNvSpPr>
          <p:nvPr>
            <p:ph type="sldImg"/>
          </p:nvPr>
        </p:nvSpPr>
        <p:spPr>
          <a:xfrm>
            <a:off x="685800" y="630238"/>
            <a:ext cx="5486400" cy="3086100"/>
          </a:xfrm>
        </p:spPr>
      </p:sp>
      <p:sp>
        <p:nvSpPr>
          <p:cNvPr id="3" name="Notes Placeholder 2">
            <a:extLst>
              <a:ext uri="{FF2B5EF4-FFF2-40B4-BE49-F238E27FC236}">
                <a16:creationId xmlns:a16="http://schemas.microsoft.com/office/drawing/2014/main" id="{165D2ABF-ADAC-E684-FDDC-E6449CF69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11DA6E-47A1-6B63-5CDF-3BE6C567215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652467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2" name="タイトル 2">
            <a:extLst>
              <a:ext uri="{FF2B5EF4-FFF2-40B4-BE49-F238E27FC236}">
                <a16:creationId xmlns:a16="http://schemas.microsoft.com/office/drawing/2014/main" id="{5445986C-6A8B-1BDD-57F8-83781EDB010E}"/>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CEE99AF9-0254-08D4-39E4-2C24A23832B9}"/>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6" name="テキスト プレースホルダー 10">
            <a:extLst>
              <a:ext uri="{FF2B5EF4-FFF2-40B4-BE49-F238E27FC236}">
                <a16:creationId xmlns:a16="http://schemas.microsoft.com/office/drawing/2014/main" id="{9A229221-5BE3-21F4-BAB6-3B03B5A38465}"/>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dirty="0"/>
              <a:t>2025</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17139D17-6E37-4649-4C36-C893DC238A8B}"/>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dirty="0"/>
              <a:t>○○○○御中</a:t>
            </a:r>
          </a:p>
        </p:txBody>
      </p:sp>
      <p:sp>
        <p:nvSpPr>
          <p:cNvPr id="3" name="テキスト プレースホルダー 6">
            <a:extLst>
              <a:ext uri="{FF2B5EF4-FFF2-40B4-BE49-F238E27FC236}">
                <a16:creationId xmlns:a16="http://schemas.microsoft.com/office/drawing/2014/main" id="{3E6EB99E-00C2-4425-941E-68B8D74F462E}"/>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02B6F158-C301-C720-5B18-65C8EDB2395B}"/>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2025</a:t>
            </a:r>
            <a:r>
              <a:rPr kumimoji="1" lang="ja-JP" altLang="en-US"/>
              <a:t>年</a:t>
            </a:r>
            <a:r>
              <a:rPr kumimoji="1" lang="ja-JP" altLang="en-US" dirty="0"/>
              <a:t>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665905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pic>
        <p:nvPicPr>
          <p:cNvPr id="4" name="Picture 6">
            <a:extLst>
              <a:ext uri="{FF2B5EF4-FFF2-40B4-BE49-F238E27FC236}">
                <a16:creationId xmlns:a16="http://schemas.microsoft.com/office/drawing/2014/main" id="{EB864475-214E-676F-1057-8A4E44927EF7}"/>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141262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99290230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dirty="0">
              <a:solidFill>
                <a:srgbClr val="6B6B6B"/>
              </a:solidFill>
              <a:latin typeface="+mn-ea"/>
              <a:cs typeface="Meiryo UI" pitchFamily="50" charset="-128"/>
            </a:endParaRPr>
          </a:p>
        </p:txBody>
      </p:sp>
    </p:spTree>
    <p:extLst>
      <p:ext uri="{BB962C8B-B14F-4D97-AF65-F5344CB8AC3E}">
        <p14:creationId xmlns:p14="http://schemas.microsoft.com/office/powerpoint/2010/main" val="3350789134"/>
      </p:ext>
    </p:extLst>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白背景">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496DF89F-DD75-1021-6A5B-A33A9C589A8C}"/>
              </a:ext>
            </a:extLst>
          </p:cNvPr>
          <p:cNvPicPr>
            <a:picLocks noChangeAspect="1"/>
          </p:cNvPicPr>
          <p:nvPr userDrawn="1"/>
        </p:nvPicPr>
        <p:blipFill>
          <a:blip r:embed="rId2"/>
          <a:stretch>
            <a:fillRect/>
          </a:stretch>
        </p:blipFill>
        <p:spPr>
          <a:xfrm>
            <a:off x="3008619" y="2642745"/>
            <a:ext cx="6180206" cy="1564809"/>
          </a:xfrm>
          <a:prstGeom prst="rect">
            <a:avLst/>
          </a:prstGeom>
        </p:spPr>
      </p:pic>
    </p:spTree>
    <p:extLst>
      <p:ext uri="{BB962C8B-B14F-4D97-AF65-F5344CB8AC3E}">
        <p14:creationId xmlns:p14="http://schemas.microsoft.com/office/powerpoint/2010/main" val="2845687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4547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496DF89F-DD75-1021-6A5B-A33A9C589A8C}"/>
              </a:ext>
            </a:extLst>
          </p:cNvPr>
          <p:cNvPicPr>
            <a:picLocks noChangeAspect="1"/>
          </p:cNvPicPr>
          <p:nvPr userDrawn="1"/>
        </p:nvPicPr>
        <p:blipFill>
          <a:blip r:embed="rId2"/>
          <a:stretch>
            <a:fillRect/>
          </a:stretch>
        </p:blipFill>
        <p:spPr>
          <a:xfrm>
            <a:off x="3008619" y="2642745"/>
            <a:ext cx="6180206" cy="1564809"/>
          </a:xfrm>
          <a:prstGeom prst="rect">
            <a:avLst/>
          </a:prstGeom>
        </p:spPr>
      </p:pic>
    </p:spTree>
    <p:extLst>
      <p:ext uri="{BB962C8B-B14F-4D97-AF65-F5344CB8AC3E}">
        <p14:creationId xmlns:p14="http://schemas.microsoft.com/office/powerpoint/2010/main" val="116739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2"/>
          <a:stretch>
            <a:fillRect/>
          </a:stretch>
        </p:blipFill>
        <p:spPr>
          <a:xfrm>
            <a:off x="5354200" y="0"/>
            <a:ext cx="6837800" cy="6876000"/>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2025 NTT DATA Japan Corporation</a:t>
            </a:r>
          </a:p>
        </p:txBody>
      </p:sp>
      <p:sp>
        <p:nvSpPr>
          <p:cNvPr id="3" name="テキスト ボックス 2">
            <a:extLst>
              <a:ext uri="{FF2B5EF4-FFF2-40B4-BE49-F238E27FC236}">
                <a16:creationId xmlns:a16="http://schemas.microsoft.com/office/drawing/2014/main" id="{A49A56B1-D141-A67A-825B-D1E94545EC0A}"/>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pic>
        <p:nvPicPr>
          <p:cNvPr id="4" name="図 3">
            <a:extLst>
              <a:ext uri="{FF2B5EF4-FFF2-40B4-BE49-F238E27FC236}">
                <a16:creationId xmlns:a16="http://schemas.microsoft.com/office/drawing/2014/main" id="{30D3823B-3388-E760-683E-A407B9206BED}"/>
              </a:ext>
            </a:extLst>
          </p:cNvPr>
          <p:cNvPicPr>
            <a:picLocks noChangeAspect="1"/>
          </p:cNvPicPr>
          <p:nvPr userDrawn="1"/>
        </p:nvPicPr>
        <p:blipFill>
          <a:blip r:embed="rId3"/>
          <a:srcRect/>
          <a:stretch/>
        </p:blipFill>
        <p:spPr>
          <a:xfrm>
            <a:off x="228601" y="234212"/>
            <a:ext cx="2243138" cy="567955"/>
          </a:xfrm>
          <a:prstGeom prst="rect">
            <a:avLst/>
          </a:prstGeom>
        </p:spPr>
      </p:pic>
      <p:sp>
        <p:nvSpPr>
          <p:cNvPr id="2" name="タイトル 2">
            <a:extLst>
              <a:ext uri="{FF2B5EF4-FFF2-40B4-BE49-F238E27FC236}">
                <a16:creationId xmlns:a16="http://schemas.microsoft.com/office/drawing/2014/main" id="{7139CB36-F706-D393-4452-485E697A8641}"/>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9" name="テキスト プレースホルダー 6">
            <a:extLst>
              <a:ext uri="{FF2B5EF4-FFF2-40B4-BE49-F238E27FC236}">
                <a16:creationId xmlns:a16="http://schemas.microsoft.com/office/drawing/2014/main" id="{F6F0E5FE-0D87-D801-926F-E9D73F454ACE}"/>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0" name="テキスト プレースホルダー 10">
            <a:extLst>
              <a:ext uri="{FF2B5EF4-FFF2-40B4-BE49-F238E27FC236}">
                <a16:creationId xmlns:a16="http://schemas.microsoft.com/office/drawing/2014/main" id="{41F60515-2D92-20DF-0ADA-60483D790302}"/>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2025</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461023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2025 NTT DATA Japan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dirty="0">
                <a:solidFill>
                  <a:srgbClr val="C00000"/>
                </a:solidFill>
                <a:latin typeface="+mn-ea"/>
              </a:rPr>
              <a:t>写真の差し替えはマスタより行ってください。</a:t>
            </a:r>
            <a:endParaRPr kumimoji="1" lang="ja-JP" altLang="en-US" dirty="0">
              <a:solidFill>
                <a:srgbClr val="C00000"/>
              </a:solidFill>
            </a:endParaRPr>
          </a:p>
          <a:p>
            <a:pPr algn="ctr" defTabSz="288000"/>
            <a:endParaRPr kumimoji="1" lang="ja-JP" altLang="en-US" dirty="0">
              <a:solidFill>
                <a:srgbClr val="C00000"/>
              </a:solidFill>
              <a:latin typeface="+mn-ea"/>
            </a:endParaRPr>
          </a:p>
        </p:txBody>
      </p:sp>
      <p:pic>
        <p:nvPicPr>
          <p:cNvPr id="5" name="図 4">
            <a:extLst>
              <a:ext uri="{FF2B5EF4-FFF2-40B4-BE49-F238E27FC236}">
                <a16:creationId xmlns:a16="http://schemas.microsoft.com/office/drawing/2014/main" id="{67EE3A34-DBA4-82F7-730D-88C7F852FFC4}"/>
              </a:ext>
            </a:extLst>
          </p:cNvPr>
          <p:cNvPicPr>
            <a:picLocks noChangeAspect="1"/>
          </p:cNvPicPr>
          <p:nvPr userDrawn="1"/>
        </p:nvPicPr>
        <p:blipFill>
          <a:blip r:embed="rId2"/>
          <a:srcRect/>
          <a:stretch/>
        </p:blipFill>
        <p:spPr>
          <a:xfrm>
            <a:off x="228601" y="234212"/>
            <a:ext cx="2243138" cy="567955"/>
          </a:xfrm>
          <a:prstGeom prst="rect">
            <a:avLst/>
          </a:prstGeom>
        </p:spPr>
      </p:pic>
      <p:sp>
        <p:nvSpPr>
          <p:cNvPr id="7" name="タイトル 2">
            <a:extLst>
              <a:ext uri="{FF2B5EF4-FFF2-40B4-BE49-F238E27FC236}">
                <a16:creationId xmlns:a16="http://schemas.microsoft.com/office/drawing/2014/main" id="{80BA6ED3-66DB-8CAF-2782-5102EDA8F3E8}"/>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630EDCEA-B34B-905B-61E0-B69A53CE244B}"/>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21907321-9C68-C9E9-F305-451708BB0F9E}"/>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dirty="0"/>
              <a:t>2025</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033653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pic>
        <p:nvPicPr>
          <p:cNvPr id="6" name="Innovationcurve">
            <a:extLst>
              <a:ext uri="{FF2B5EF4-FFF2-40B4-BE49-F238E27FC236}">
                <a16:creationId xmlns:a16="http://schemas.microsoft.com/office/drawing/2014/main" id="{7CF64CB9-660F-8471-3C6F-4FD9FD6E3B9E}"/>
              </a:ext>
            </a:extLst>
          </p:cNvPr>
          <p:cNvPicPr>
            <a:picLocks noChangeAspect="1"/>
          </p:cNvPicPr>
          <p:nvPr userDrawn="1"/>
        </p:nvPicPr>
        <p:blipFill>
          <a:blip r:embed="rId2"/>
          <a:stretch>
            <a:fillRect/>
          </a:stretch>
        </p:blipFill>
        <p:spPr>
          <a:xfrm>
            <a:off x="8091600" y="2433600"/>
            <a:ext cx="3729600" cy="3739975"/>
          </a:xfrm>
          <a:prstGeom prst="rect">
            <a:avLst/>
          </a:prstGeom>
        </p:spPr>
      </p:pic>
      <p:sp>
        <p:nvSpPr>
          <p:cNvPr id="8" name="テキスト ボックス 7">
            <a:extLst>
              <a:ext uri="{FF2B5EF4-FFF2-40B4-BE49-F238E27FC236}">
                <a16:creationId xmlns:a16="http://schemas.microsoft.com/office/drawing/2014/main" id="{943F721B-F20E-EF98-7C7E-D4DD7319192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2617363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405579062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noAutofit/>
          </a:bodyPr>
          <a:lstStyle>
            <a:lvl1pPr>
              <a:defRPr sz="2600">
                <a:solidFill>
                  <a:schemeClr val="bg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bg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dirty="0">
              <a:solidFill>
                <a:schemeClr val="bg1"/>
              </a:solidFill>
              <a:latin typeface="+mn-ea"/>
              <a:cs typeface="Meiryo UI" pitchFamily="50" charset="-128"/>
            </a:endParaRPr>
          </a:p>
        </p:txBody>
      </p:sp>
    </p:spTree>
    <p:extLst>
      <p:ext uri="{BB962C8B-B14F-4D97-AF65-F5344CB8AC3E}">
        <p14:creationId xmlns:p14="http://schemas.microsoft.com/office/powerpoint/2010/main" val="411908429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92D243F8-0F92-0399-10AE-3BB61FA7268A}"/>
              </a:ext>
            </a:extLst>
          </p:cNvPr>
          <p:cNvPicPr>
            <a:picLocks noChangeAspect="1"/>
          </p:cNvPicPr>
          <p:nvPr userDrawn="1"/>
        </p:nvPicPr>
        <p:blipFill>
          <a:blip r:embed="rId2"/>
          <a:srcRect/>
          <a:stretch/>
        </p:blipFill>
        <p:spPr>
          <a:xfrm>
            <a:off x="3008619" y="2642745"/>
            <a:ext cx="6180205" cy="1564809"/>
          </a:xfrm>
          <a:prstGeom prst="rect">
            <a:avLst/>
          </a:prstGeom>
        </p:spPr>
      </p:pic>
    </p:spTree>
    <p:extLst>
      <p:ext uri="{BB962C8B-B14F-4D97-AF65-F5344CB8AC3E}">
        <p14:creationId xmlns:p14="http://schemas.microsoft.com/office/powerpoint/2010/main" val="14759751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6.xml"/><Relationship Id="rId1" Type="http://schemas.openxmlformats.org/officeDocument/2006/relationships/slideLayout" Target="../slideLayouts/slideLayout11.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a:t>
            </a:r>
            <a:r>
              <a:rPr lang="en-US" altLang="ja-JP" sz="1000" dirty="0">
                <a:solidFill>
                  <a:srgbClr val="6B6B6B"/>
                </a:solidFill>
              </a:rPr>
              <a:t>NTT DATA Japan Corporation</a:t>
            </a:r>
          </a:p>
        </p:txBody>
      </p:sp>
      <p:pic>
        <p:nvPicPr>
          <p:cNvPr id="3" name="図 2">
            <a:extLst>
              <a:ext uri="{FF2B5EF4-FFF2-40B4-BE49-F238E27FC236}">
                <a16:creationId xmlns:a16="http://schemas.microsoft.com/office/drawing/2014/main" id="{4A66AE4D-A02E-6341-6B25-90EFC31B291E}"/>
              </a:ext>
            </a:extLst>
          </p:cNvPr>
          <p:cNvPicPr>
            <a:picLocks noChangeAspect="1"/>
          </p:cNvPicPr>
          <p:nvPr userDrawn="1"/>
        </p:nvPicPr>
        <p:blipFill>
          <a:blip r:embed="rId4"/>
          <a:stretch>
            <a:fillRect/>
          </a:stretch>
        </p:blipFill>
        <p:spPr>
          <a:xfrm>
            <a:off x="228601" y="234212"/>
            <a:ext cx="2243138" cy="567956"/>
          </a:xfrm>
          <a:prstGeom prst="rect">
            <a:avLst/>
          </a:prstGeom>
        </p:spPr>
      </p:pic>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2" r:id="rId2"/>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a:t>
            </a:r>
            <a:r>
              <a:rPr lang="en-US" altLang="ja-JP" sz="1000" dirty="0">
                <a:solidFill>
                  <a:srgbClr val="6B6B6B"/>
                </a:solidFill>
              </a:rPr>
              <a:t>NTT DATA Japan Corporation</a:t>
            </a:r>
          </a:p>
        </p:txBody>
      </p:sp>
      <p:pic>
        <p:nvPicPr>
          <p:cNvPr id="3" name="図 2">
            <a:extLst>
              <a:ext uri="{FF2B5EF4-FFF2-40B4-BE49-F238E27FC236}">
                <a16:creationId xmlns:a16="http://schemas.microsoft.com/office/drawing/2014/main" id="{606AEB77-6E88-8ACF-2C93-992597FBD5EB}"/>
              </a:ext>
            </a:extLst>
          </p:cNvPr>
          <p:cNvPicPr>
            <a:picLocks noChangeAspect="1"/>
          </p:cNvPicPr>
          <p:nvPr userDrawn="1"/>
        </p:nvPicPr>
        <p:blipFill>
          <a:blip r:embed="rId3"/>
          <a:stretch>
            <a:fillRect/>
          </a:stretch>
        </p:blipFill>
        <p:spPr>
          <a:xfrm>
            <a:off x="10438268" y="6393775"/>
            <a:ext cx="1475058" cy="373480"/>
          </a:xfrm>
          <a:prstGeom prst="rect">
            <a:avLst/>
          </a:prstGeom>
        </p:spPr>
      </p:pic>
    </p:spTree>
    <p:extLst>
      <p:ext uri="{BB962C8B-B14F-4D97-AF65-F5344CB8AC3E}">
        <p14:creationId xmlns:p14="http://schemas.microsoft.com/office/powerpoint/2010/main" val="2428608009"/>
      </p:ext>
    </p:extLst>
  </p:cSld>
  <p:clrMap bg1="lt1" tx1="dk1" bg2="lt2" tx2="dk2" accent1="accent1" accent2="accent2" accent3="accent3" accent4="accent4" accent5="accent5" accent6="accent6" hlink="hlink" folHlink="folHlink"/>
  <p:sldLayoutIdLst>
    <p:sldLayoutId id="2147483973" r:id="rId1"/>
  </p:sldLayoutIdLst>
  <p:hf hdr="0" dt="0"/>
  <p:txStyles>
    <p:titleStyle>
      <a:lvl1pPr algn="l" defTabSz="609555" rtl="0" eaLnBrk="1" fontAlgn="base" hangingPunct="1">
        <a:spcBef>
          <a:spcPct val="0"/>
        </a:spcBef>
        <a:spcAft>
          <a:spcPct val="0"/>
        </a:spcAft>
        <a:defRPr kumimoji="1" sz="9600" b="1" i="0" kern="1200" spc="200" baseline="0">
          <a:solidFill>
            <a:schemeClr val="accent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a:t>
            </a:r>
            <a:r>
              <a:rPr lang="en-US" altLang="ja-JP" sz="1000" dirty="0">
                <a:solidFill>
                  <a:srgbClr val="6B6B6B"/>
                </a:solidFill>
              </a:rPr>
              <a:t>NTT DATA Japan Corporation</a:t>
            </a:r>
          </a:p>
        </p:txBody>
      </p:sp>
      <p:pic>
        <p:nvPicPr>
          <p:cNvPr id="4" name="図 3">
            <a:extLst>
              <a:ext uri="{FF2B5EF4-FFF2-40B4-BE49-F238E27FC236}">
                <a16:creationId xmlns:a16="http://schemas.microsoft.com/office/drawing/2014/main" id="{33E53550-F5D0-7FBB-5328-17A5EB036265}"/>
              </a:ext>
            </a:extLst>
          </p:cNvPr>
          <p:cNvPicPr>
            <a:picLocks noChangeAspect="1"/>
          </p:cNvPicPr>
          <p:nvPr userDrawn="1"/>
        </p:nvPicPr>
        <p:blipFill>
          <a:blip r:embed="rId6"/>
          <a:stretch>
            <a:fillRect/>
          </a:stretch>
        </p:blipFill>
        <p:spPr>
          <a:xfrm>
            <a:off x="10438268" y="6393775"/>
            <a:ext cx="1475058" cy="373480"/>
          </a:xfrm>
          <a:prstGeom prst="rect">
            <a:avLst/>
          </a:prstGeom>
        </p:spPr>
      </p:pic>
    </p:spTree>
    <p:extLst>
      <p:ext uri="{BB962C8B-B14F-4D97-AF65-F5344CB8AC3E}">
        <p14:creationId xmlns:p14="http://schemas.microsoft.com/office/powerpoint/2010/main" val="697237"/>
      </p:ext>
    </p:extLst>
  </p:cSld>
  <p:clrMap bg1="lt1" tx1="dk1" bg2="lt2" tx2="dk2" accent1="accent1" accent2="accent2" accent3="accent3" accent4="accent4" accent5="accent5" accent6="accent6" hlink="hlink" folHlink="folHlink"/>
  <p:sldLayoutIdLst>
    <p:sldLayoutId id="2147483977" r:id="rId1"/>
    <p:sldLayoutId id="2147483980" r:id="rId2"/>
    <p:sldLayoutId id="2147484017" r:id="rId3"/>
    <p:sldLayoutId id="2147484018" r:id="rId4"/>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70830"/>
      </p:ext>
    </p:extLst>
  </p:cSld>
  <p:clrMap bg1="lt1" tx1="dk1" bg2="lt2" tx2="dk2" accent1="accent1" accent2="accent2" accent3="accent3" accent4="accent4" accent5="accent5" accent6="accent6" hlink="hlink" folHlink="folHlink"/>
  <p:sldLayoutIdLst>
    <p:sldLayoutId id="2147483990" r:id="rId1"/>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2025 NTT DATA Japan Corporation</a:t>
            </a:r>
          </a:p>
        </p:txBody>
      </p:sp>
      <p:sp>
        <p:nvSpPr>
          <p:cNvPr id="3" name="テキスト ボックス 2">
            <a:extLst>
              <a:ext uri="{FF2B5EF4-FFF2-40B4-BE49-F238E27FC236}">
                <a16:creationId xmlns:a16="http://schemas.microsoft.com/office/drawing/2014/main" id="{0BAB9C5D-DBB2-F3AC-7527-30B13EFFFBF0}"/>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pic>
        <p:nvPicPr>
          <p:cNvPr id="2" name="図 1">
            <a:extLst>
              <a:ext uri="{FF2B5EF4-FFF2-40B4-BE49-F238E27FC236}">
                <a16:creationId xmlns:a16="http://schemas.microsoft.com/office/drawing/2014/main" id="{6B403E0B-3127-FA6B-0035-52A28EA8D70A}"/>
              </a:ext>
            </a:extLst>
          </p:cNvPr>
          <p:cNvPicPr>
            <a:picLocks noChangeAspect="1"/>
          </p:cNvPicPr>
          <p:nvPr userDrawn="1"/>
        </p:nvPicPr>
        <p:blipFill>
          <a:blip r:embed="rId4"/>
          <a:srcRect/>
          <a:stretch/>
        </p:blipFill>
        <p:spPr>
          <a:xfrm>
            <a:off x="228601" y="234212"/>
            <a:ext cx="2243138" cy="567955"/>
          </a:xfrm>
          <a:prstGeom prst="rect">
            <a:avLst/>
          </a:prstGeom>
        </p:spPr>
      </p:pic>
    </p:spTree>
    <p:extLst>
      <p:ext uri="{BB962C8B-B14F-4D97-AF65-F5344CB8AC3E}">
        <p14:creationId xmlns:p14="http://schemas.microsoft.com/office/powerpoint/2010/main" val="3635597696"/>
      </p:ext>
    </p:extLst>
  </p:cSld>
  <p:clrMap bg1="lt1" tx1="dk1" bg2="lt2" tx2="dk2" accent1="accent1" accent2="accent2" accent3="accent3" accent4="accent4" accent5="accent5" accent6="accent6" hlink="hlink" folHlink="folHlink"/>
  <p:sldLayoutIdLst>
    <p:sldLayoutId id="2147484002" r:id="rId1"/>
    <p:sldLayoutId id="2147484016" r:id="rId2"/>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8C1424A-EE89-C720-553C-1637224A6A99}"/>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2025 NTT DATA Japan Corporation</a:t>
            </a:r>
          </a:p>
        </p:txBody>
      </p:sp>
      <p:pic>
        <p:nvPicPr>
          <p:cNvPr id="4" name="図 3">
            <a:extLst>
              <a:ext uri="{FF2B5EF4-FFF2-40B4-BE49-F238E27FC236}">
                <a16:creationId xmlns:a16="http://schemas.microsoft.com/office/drawing/2014/main" id="{4DDD9884-C1AB-088F-0842-6BB47D63CB39}"/>
              </a:ext>
            </a:extLst>
          </p:cNvPr>
          <p:cNvPicPr>
            <a:picLocks noChangeAspect="1"/>
          </p:cNvPicPr>
          <p:nvPr userDrawn="1"/>
        </p:nvPicPr>
        <p:blipFill>
          <a:blip r:embed="rId3"/>
          <a:srcRect/>
          <a:stretch/>
        </p:blipFill>
        <p:spPr>
          <a:xfrm>
            <a:off x="10438268" y="6393775"/>
            <a:ext cx="1475057" cy="373480"/>
          </a:xfrm>
          <a:prstGeom prst="rect">
            <a:avLst/>
          </a:prstGeom>
        </p:spPr>
      </p:pic>
    </p:spTree>
    <p:extLst>
      <p:ext uri="{BB962C8B-B14F-4D97-AF65-F5344CB8AC3E}">
        <p14:creationId xmlns:p14="http://schemas.microsoft.com/office/powerpoint/2010/main" val="827340354"/>
      </p:ext>
    </p:extLst>
  </p:cSld>
  <p:clrMap bg1="lt1" tx1="dk1" bg2="lt2" tx2="dk2" accent1="accent1" accent2="accent2" accent3="accent3" accent4="accent4" accent5="accent5" accent6="accent6" hlink="hlink" folHlink="folHlink"/>
  <p:sldLayoutIdLst>
    <p:sldLayoutId id="2147483964" r:id="rId1"/>
  </p:sldLayoutIdLst>
  <p:hf hdr="0" dt="0"/>
  <p:txStyles>
    <p:titleStyle>
      <a:lvl1pPr algn="l" defTabSz="609555" rtl="0" eaLnBrk="1" fontAlgn="base" hangingPunct="1">
        <a:spcBef>
          <a:spcPct val="0"/>
        </a:spcBef>
        <a:spcAft>
          <a:spcPct val="0"/>
        </a:spcAft>
        <a:defRPr kumimoji="1" sz="9600" b="1" i="0" kern="1200" spc="200" baseline="0">
          <a:solidFill>
            <a:schemeClr val="bg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20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テキスト ボックス 3">
            <a:extLst>
              <a:ext uri="{FF2B5EF4-FFF2-40B4-BE49-F238E27FC236}">
                <a16:creationId xmlns:a16="http://schemas.microsoft.com/office/drawing/2014/main" id="{CD1C27BE-E0A7-BBB4-DB0E-D4D404FF82A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dirty="0">
                <a:solidFill>
                  <a:schemeClr val="bg1"/>
                </a:solidFill>
              </a:rPr>
              <a:t>© 2025 NTT DATA Japan Corporation</a:t>
            </a:r>
          </a:p>
        </p:txBody>
      </p:sp>
      <p:pic>
        <p:nvPicPr>
          <p:cNvPr id="5" name="図 4">
            <a:extLst>
              <a:ext uri="{FF2B5EF4-FFF2-40B4-BE49-F238E27FC236}">
                <a16:creationId xmlns:a16="http://schemas.microsoft.com/office/drawing/2014/main" id="{9BA698A3-CFDA-15AF-6157-609477B03290}"/>
              </a:ext>
            </a:extLst>
          </p:cNvPr>
          <p:cNvPicPr>
            <a:picLocks noChangeAspect="1"/>
          </p:cNvPicPr>
          <p:nvPr userDrawn="1"/>
        </p:nvPicPr>
        <p:blipFill>
          <a:blip r:embed="rId4"/>
          <a:srcRect/>
          <a:stretch/>
        </p:blipFill>
        <p:spPr>
          <a:xfrm>
            <a:off x="10438268" y="6393775"/>
            <a:ext cx="1475057" cy="373480"/>
          </a:xfrm>
          <a:prstGeom prst="rect">
            <a:avLst/>
          </a:prstGeom>
        </p:spPr>
      </p:pic>
    </p:spTree>
    <p:extLst>
      <p:ext uri="{BB962C8B-B14F-4D97-AF65-F5344CB8AC3E}">
        <p14:creationId xmlns:p14="http://schemas.microsoft.com/office/powerpoint/2010/main" val="3713879408"/>
      </p:ext>
    </p:extLst>
  </p:cSld>
  <p:clrMap bg1="lt1" tx1="dk1" bg2="lt2" tx2="dk2" accent1="accent1" accent2="accent2" accent3="accent3" accent4="accent4" accent5="accent5" accent6="accent6" hlink="hlink" folHlink="folHlink"/>
  <p:sldLayoutIdLst>
    <p:sldLayoutId id="2147483936" r:id="rId1"/>
    <p:sldLayoutId id="2147483939" r:id="rId2"/>
  </p:sldLayoutIdLst>
  <p:hf hdr="0" dt="0"/>
  <p:txStyles>
    <p:titleStyle>
      <a:lvl1pPr algn="l" defTabSz="609555" rtl="0" eaLnBrk="1" fontAlgn="base" hangingPunct="1">
        <a:spcBef>
          <a:spcPct val="0"/>
        </a:spcBef>
        <a:spcAft>
          <a:spcPct val="0"/>
        </a:spcAft>
        <a:defRPr kumimoji="1" sz="2400" b="1" i="0" kern="1200" spc="0" baseline="0">
          <a:solidFill>
            <a:schemeClr val="bg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bg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648" r:id="rId1"/>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ds-careers.nttdata.com/division/our_mission.html"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E69617-BABC-DA0F-257E-CCB2EB9848A4}"/>
              </a:ext>
            </a:extLst>
          </p:cNvPr>
          <p:cNvSpPr>
            <a:spLocks noGrp="1"/>
          </p:cNvSpPr>
          <p:nvPr>
            <p:ph type="title"/>
          </p:nvPr>
        </p:nvSpPr>
        <p:spPr/>
        <p:txBody>
          <a:bodyPr/>
          <a:lstStyle/>
          <a:p>
            <a:r>
              <a:rPr lang="en-US" altLang="ja-JP"/>
              <a:t>AI-Native</a:t>
            </a:r>
            <a:r>
              <a:rPr lang="ja-JP" altLang="en-US"/>
              <a:t>開発研修 講義</a:t>
            </a:r>
          </a:p>
        </p:txBody>
      </p:sp>
      <p:sp>
        <p:nvSpPr>
          <p:cNvPr id="3" name="テキスト プレースホルダー 2">
            <a:extLst>
              <a:ext uri="{FF2B5EF4-FFF2-40B4-BE49-F238E27FC236}">
                <a16:creationId xmlns:a16="http://schemas.microsoft.com/office/drawing/2014/main" id="{88373623-07D1-4DE1-20E3-B0481A10D913}"/>
              </a:ext>
            </a:extLst>
          </p:cNvPr>
          <p:cNvSpPr>
            <a:spLocks noGrp="1"/>
          </p:cNvSpPr>
          <p:nvPr>
            <p:ph type="body" sz="quarter" idx="11"/>
          </p:nvPr>
        </p:nvSpPr>
        <p:spPr/>
        <p:txBody>
          <a:bodyPr lIns="0" tIns="46800" rIns="0" bIns="45720" anchor="b"/>
          <a:lstStyle/>
          <a:p>
            <a:r>
              <a:rPr lang="ja-JP" altLang="en-US"/>
              <a:t>AI Native提案企画　研修にあたって</a:t>
            </a:r>
          </a:p>
        </p:txBody>
      </p:sp>
      <p:sp>
        <p:nvSpPr>
          <p:cNvPr id="4" name="テキスト プレースホルダー 3">
            <a:extLst>
              <a:ext uri="{FF2B5EF4-FFF2-40B4-BE49-F238E27FC236}">
                <a16:creationId xmlns:a16="http://schemas.microsoft.com/office/drawing/2014/main" id="{E691CAC4-4ABC-5319-B209-5D93516D8D8D}"/>
              </a:ext>
            </a:extLst>
          </p:cNvPr>
          <p:cNvSpPr>
            <a:spLocks noGrp="1"/>
          </p:cNvSpPr>
          <p:nvPr>
            <p:ph type="body" sz="quarter" idx="13"/>
          </p:nvPr>
        </p:nvSpPr>
        <p:spPr/>
        <p:txBody>
          <a:bodyPr/>
          <a:lstStyle/>
          <a:p>
            <a:r>
              <a:rPr lang="en-US" altLang="ja-JP"/>
              <a:t>2026</a:t>
            </a:r>
            <a:r>
              <a:rPr lang="ja-JP" altLang="en-US"/>
              <a:t>年</a:t>
            </a:r>
            <a:r>
              <a:rPr lang="en-US" altLang="ja-JP"/>
              <a:t>6</a:t>
            </a:r>
            <a:r>
              <a:rPr lang="ja-JP" altLang="en-US"/>
              <a:t>月</a:t>
            </a:r>
            <a:r>
              <a:rPr lang="en-US" altLang="ja-JP"/>
              <a:t>8</a:t>
            </a:r>
            <a:r>
              <a:rPr lang="ja-JP" altLang="en-US"/>
              <a:t>日</a:t>
            </a:r>
          </a:p>
        </p:txBody>
      </p:sp>
    </p:spTree>
    <p:extLst>
      <p:ext uri="{BB962C8B-B14F-4D97-AF65-F5344CB8AC3E}">
        <p14:creationId xmlns:p14="http://schemas.microsoft.com/office/powerpoint/2010/main" val="3543786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7810D-BCF5-0186-FBCB-761AB96725DC}"/>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DA99A71C-35FE-ECF4-9117-6A1EE764C35F}"/>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ja-JP" altLang="en-US"/>
              <a:t>はじめに　｜　</a:t>
            </a:r>
            <a:r>
              <a:rPr lang="en-US" altLang="ja-JP"/>
              <a:t>“Be a social designer”</a:t>
            </a:r>
            <a:r>
              <a:rPr lang="ja-JP" altLang="en-US"/>
              <a:t>とは</a:t>
            </a:r>
          </a:p>
        </p:txBody>
      </p:sp>
      <p:sp>
        <p:nvSpPr>
          <p:cNvPr id="2" name="コンテンツ プレースホルダー 5">
            <a:extLst>
              <a:ext uri="{FF2B5EF4-FFF2-40B4-BE49-F238E27FC236}">
                <a16:creationId xmlns:a16="http://schemas.microsoft.com/office/drawing/2014/main" id="{BF8569BE-27CF-5332-F031-86F5D58502E8}"/>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marL="285750" indent="-285750">
              <a:buFont typeface="Wingdings" panose="05000000000000000000" pitchFamily="2" charset="2"/>
              <a:buChar char="n"/>
            </a:pPr>
            <a:r>
              <a:rPr lang="ja-JP" altLang="en-US" b="1"/>
              <a:t>生活者目線のデジタル・ガバメントを実現</a:t>
            </a:r>
            <a:endParaRPr lang="en-US" altLang="ja-JP" b="1"/>
          </a:p>
          <a:p>
            <a:r>
              <a:rPr lang="ja-JP" altLang="en-US"/>
              <a:t>私たちは「</a:t>
            </a:r>
            <a:r>
              <a:rPr lang="en-US" altLang="ja-JP"/>
              <a:t>Be a social designer</a:t>
            </a:r>
            <a:r>
              <a:rPr lang="ja-JP" altLang="en-US"/>
              <a:t>」という理念を掲げ、公共分野の</a:t>
            </a:r>
            <a:r>
              <a:rPr lang="en-US" altLang="ja-JP"/>
              <a:t>IT</a:t>
            </a:r>
            <a:r>
              <a:rPr lang="ja-JP" altLang="en-US"/>
              <a:t>化を推し進めて利便性を高め、真に国民の皆様の生活に寄与するべく能動性と創造性を大切にして仕事に当たっています。</a:t>
            </a:r>
          </a:p>
          <a:p>
            <a:r>
              <a:rPr lang="ja-JP" altLang="en-US">
                <a:solidFill>
                  <a:schemeClr val="bg1">
                    <a:lumMod val="50000"/>
                  </a:schemeClr>
                </a:solidFill>
              </a:rPr>
              <a:t>（中略）</a:t>
            </a:r>
          </a:p>
          <a:p>
            <a:r>
              <a:rPr lang="ja-JP" altLang="en-US"/>
              <a:t>私たちは常にユーザーである</a:t>
            </a:r>
            <a:r>
              <a:rPr lang="ja-JP" altLang="en-US" u="sng">
                <a:solidFill>
                  <a:srgbClr val="FF0000"/>
                </a:solidFill>
              </a:rPr>
              <a:t>生活者目線に立って企画立案し、システムの開発を行い</a:t>
            </a:r>
            <a:r>
              <a:rPr lang="ja-JP" altLang="en-US"/>
              <a:t>、デジタル庁様を始めとした取引先に対しても積極的に提案をしていきます。</a:t>
            </a:r>
            <a:endParaRPr lang="en-US" altLang="ja-JP"/>
          </a:p>
          <a:p>
            <a:endParaRPr lang="en-US" altLang="ja-JP"/>
          </a:p>
          <a:p>
            <a:pPr marL="285750" indent="-285750">
              <a:buFont typeface="Wingdings" panose="05000000000000000000" pitchFamily="2" charset="2"/>
              <a:buChar char="n"/>
            </a:pPr>
            <a:r>
              <a:rPr lang="en-US" altLang="ja-JP" b="1"/>
              <a:t>DX</a:t>
            </a:r>
            <a:r>
              <a:rPr lang="ja-JP" altLang="en-US" b="1"/>
              <a:t>で誰一人取り残さない社会を</a:t>
            </a:r>
            <a:endParaRPr lang="en-US" altLang="ja-JP" b="1"/>
          </a:p>
          <a:p>
            <a:r>
              <a:rPr lang="ja-JP" altLang="en-US"/>
              <a:t>デジタルソサエティ事業部が手掛けるのは、政府が推進するマイナンバー関連事業です。マイナンバーカードやマイナポータルなど、マイナンバー関連事業の</a:t>
            </a:r>
            <a:r>
              <a:rPr lang="en-US" altLang="ja-JP"/>
              <a:t>DX</a:t>
            </a:r>
            <a:r>
              <a:rPr lang="ja-JP" altLang="en-US"/>
              <a:t>化を通じて、政府の目指す社会変革の一翼を担っています。</a:t>
            </a:r>
          </a:p>
          <a:p>
            <a:r>
              <a:rPr lang="ja-JP" altLang="en-US">
                <a:solidFill>
                  <a:schemeClr val="bg1">
                    <a:lumMod val="50000"/>
                  </a:schemeClr>
                </a:solidFill>
              </a:rPr>
              <a:t>（中略）</a:t>
            </a:r>
          </a:p>
          <a:p>
            <a:r>
              <a:rPr lang="ja-JP" altLang="en-US"/>
              <a:t>私たちの働きによって、</a:t>
            </a:r>
            <a:r>
              <a:rPr lang="ja-JP" altLang="en-US" u="sng">
                <a:solidFill>
                  <a:srgbClr val="FF0000"/>
                </a:solidFill>
              </a:rPr>
              <a:t>国民の皆様が誰一人取り残されることなく必要な行政サービスを受けられる、暮らしやすく便利な社会を実現する</a:t>
            </a:r>
            <a:r>
              <a:rPr lang="ja-JP" altLang="en-US"/>
              <a:t>ことを目指しています。</a:t>
            </a:r>
            <a:endParaRPr lang="en-US" altLang="ja-JP"/>
          </a:p>
          <a:p>
            <a:endParaRPr lang="en-US" altLang="ja-JP"/>
          </a:p>
          <a:p>
            <a:r>
              <a:rPr lang="ja-JP" altLang="en-US"/>
              <a:t>（引用元：</a:t>
            </a:r>
            <a:r>
              <a:rPr lang="ja-JP" altLang="en-US">
                <a:hlinkClick r:id="rId3"/>
              </a:rPr>
              <a:t>事業部が目指す社会 </a:t>
            </a:r>
            <a:r>
              <a:rPr lang="en-US" altLang="ja-JP">
                <a:hlinkClick r:id="rId3"/>
              </a:rPr>
              <a:t>| NTT</a:t>
            </a:r>
            <a:r>
              <a:rPr lang="ja-JP" altLang="en-US">
                <a:hlinkClick r:id="rId3"/>
              </a:rPr>
              <a:t>データ デジタルソサエティ事業部</a:t>
            </a:r>
            <a:r>
              <a:rPr lang="ja-JP" altLang="en-US"/>
              <a:t>）</a:t>
            </a:r>
          </a:p>
        </p:txBody>
      </p:sp>
    </p:spTree>
    <p:extLst>
      <p:ext uri="{BB962C8B-B14F-4D97-AF65-F5344CB8AC3E}">
        <p14:creationId xmlns:p14="http://schemas.microsoft.com/office/powerpoint/2010/main" val="2208426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89ACC-131E-2008-6668-5A3353E6B6CC}"/>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365C1A00-1C3A-B0B9-9BE8-3FE59B6EDC9D}"/>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ja-JP" altLang="en-US"/>
              <a:t>企画提案のステップ</a:t>
            </a:r>
          </a:p>
        </p:txBody>
      </p:sp>
      <p:sp>
        <p:nvSpPr>
          <p:cNvPr id="2" name="コンテンツ プレースホルダー 5">
            <a:extLst>
              <a:ext uri="{FF2B5EF4-FFF2-40B4-BE49-F238E27FC236}">
                <a16:creationId xmlns:a16="http://schemas.microsoft.com/office/drawing/2014/main" id="{F2EC1189-07EE-20D8-79FD-897D1911F649}"/>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b="1" u="sng"/>
              <a:t>STEP</a:t>
            </a:r>
            <a:r>
              <a:rPr lang="ja-JP" altLang="en-US" b="1" u="sng"/>
              <a:t>①　アイデアの創出</a:t>
            </a:r>
            <a:endParaRPr lang="en-US" altLang="ja-JP" b="1" u="sng"/>
          </a:p>
          <a:p>
            <a:pPr marL="522900" lvl="1" indent="-342900">
              <a:buFont typeface="+mj-lt"/>
              <a:buAutoNum type="arabicPeriod"/>
            </a:pPr>
            <a:r>
              <a:rPr lang="ja-JP" altLang="en-US"/>
              <a:t>日常の不便を考える</a:t>
            </a:r>
            <a:endParaRPr lang="en-US" altLang="ja-JP"/>
          </a:p>
          <a:p>
            <a:pPr marL="522900" lvl="1" indent="-342900">
              <a:buFont typeface="+mj-lt"/>
              <a:buAutoNum type="arabicPeriod"/>
            </a:pPr>
            <a:r>
              <a:rPr lang="ja-JP" altLang="en-US"/>
              <a:t>課題を深掘りする</a:t>
            </a:r>
            <a:endParaRPr lang="en-US" altLang="ja-JP"/>
          </a:p>
          <a:p>
            <a:pPr marL="522900" lvl="1" indent="-342900">
              <a:buFont typeface="+mj-lt"/>
              <a:buAutoNum type="arabicPeriod"/>
            </a:pPr>
            <a:r>
              <a:rPr lang="en-US" altLang="ja-JP"/>
              <a:t>IT</a:t>
            </a:r>
            <a:r>
              <a:rPr lang="ja-JP" altLang="en-US"/>
              <a:t>アイデアへ落とし込む</a:t>
            </a:r>
            <a:endParaRPr lang="en-US" altLang="ja-JP"/>
          </a:p>
          <a:p>
            <a:endParaRPr lang="en-US" altLang="ja-JP"/>
          </a:p>
          <a:p>
            <a:r>
              <a:rPr lang="en-US" altLang="ja-JP" b="1" u="sng"/>
              <a:t>STEP</a:t>
            </a:r>
            <a:r>
              <a:rPr lang="ja-JP" altLang="en-US" b="1" u="sng"/>
              <a:t>②　調査・確認</a:t>
            </a:r>
            <a:endParaRPr lang="en-US" altLang="ja-JP"/>
          </a:p>
          <a:p>
            <a:pPr marL="522900" lvl="1" indent="-342900">
              <a:buFont typeface="+mj-lt"/>
              <a:buAutoNum type="arabicPeriod"/>
            </a:pPr>
            <a:r>
              <a:rPr lang="ja-JP" altLang="en-US"/>
              <a:t>創出したアイデアに関する調査・確認</a:t>
            </a:r>
            <a:endParaRPr lang="en-US" altLang="ja-JP"/>
          </a:p>
          <a:p>
            <a:pPr marL="522900" lvl="1" indent="-342900">
              <a:buFont typeface="+mj-lt"/>
              <a:buAutoNum type="arabicPeriod"/>
            </a:pPr>
            <a:r>
              <a:rPr lang="ja-JP" altLang="en-US"/>
              <a:t>企業の環境分析</a:t>
            </a:r>
            <a:endParaRPr lang="en-US" altLang="ja-JP"/>
          </a:p>
          <a:p>
            <a:pPr marL="180000" lvl="1" indent="0">
              <a:buNone/>
            </a:pPr>
            <a:endParaRPr lang="en-US" altLang="ja-JP"/>
          </a:p>
          <a:p>
            <a:r>
              <a:rPr lang="en-US" altLang="ja-JP" b="1" u="sng"/>
              <a:t>STEP</a:t>
            </a:r>
            <a:r>
              <a:rPr lang="ja-JP" altLang="en-US" b="1" u="sng"/>
              <a:t>③　企画提案書・プロトタイプの作成</a:t>
            </a:r>
            <a:endParaRPr lang="en-US" altLang="ja-JP" b="1" u="sng"/>
          </a:p>
          <a:p>
            <a:pPr marL="522900" lvl="1" indent="-342900">
              <a:buFont typeface="+mj-lt"/>
              <a:buAutoNum type="arabicPeriod"/>
            </a:pPr>
            <a:r>
              <a:rPr lang="ja-JP" altLang="en-US"/>
              <a:t>提案書作成</a:t>
            </a:r>
            <a:endParaRPr lang="en-US" altLang="ja-JP"/>
          </a:p>
          <a:p>
            <a:pPr marL="522900" lvl="1" indent="-342900">
              <a:buFont typeface="+mj-lt"/>
              <a:buAutoNum type="arabicPeriod"/>
            </a:pPr>
            <a:r>
              <a:rPr lang="ja-JP" altLang="en-US"/>
              <a:t>プロトタイプ作成</a:t>
            </a:r>
            <a:endParaRPr lang="en-US" altLang="ja-JP"/>
          </a:p>
          <a:p>
            <a:endParaRPr lang="en-US" altLang="ja-JP" b="1" u="sng"/>
          </a:p>
          <a:p>
            <a:endParaRPr lang="en-US" altLang="ja-JP"/>
          </a:p>
        </p:txBody>
      </p:sp>
    </p:spTree>
    <p:extLst>
      <p:ext uri="{BB962C8B-B14F-4D97-AF65-F5344CB8AC3E}">
        <p14:creationId xmlns:p14="http://schemas.microsoft.com/office/powerpoint/2010/main" val="2394255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BCB55-5BB9-B91A-71DD-489C2A0AF202}"/>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77157F44-0371-627D-F9D6-67BC4F96E467}"/>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①</a:t>
            </a:r>
            <a:r>
              <a:rPr lang="en-US" altLang="ja-JP"/>
              <a:t>-1</a:t>
            </a:r>
            <a:r>
              <a:rPr lang="ja-JP" altLang="en-US"/>
              <a:t>　日常の不便を考える</a:t>
            </a:r>
          </a:p>
        </p:txBody>
      </p:sp>
      <p:sp>
        <p:nvSpPr>
          <p:cNvPr id="2" name="コンテンツ プレースホルダー 5">
            <a:extLst>
              <a:ext uri="{FF2B5EF4-FFF2-40B4-BE49-F238E27FC236}">
                <a16:creationId xmlns:a16="http://schemas.microsoft.com/office/drawing/2014/main" id="{FDF886CD-948F-48CD-2BD4-B7035EECD74A}"/>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いきなり「便利な社会を実現しよう」と思っても、なかなかアイデアは思い浮かびません。</a:t>
            </a:r>
            <a:endParaRPr lang="en-US" altLang="ja-JP"/>
          </a:p>
          <a:p>
            <a:r>
              <a:rPr lang="ja-JP" altLang="en-US"/>
              <a:t>まずは日常でイラっとしたこと、不便だと感じたことをいくつか書き出すところから始めてみましょう。</a:t>
            </a:r>
            <a:endParaRPr lang="en-US" altLang="ja-JP"/>
          </a:p>
          <a:p>
            <a:endParaRPr lang="en-US" altLang="ja-JP"/>
          </a:p>
          <a:p>
            <a:pPr marL="285750" indent="-285750">
              <a:buFont typeface="Wingdings" panose="05000000000000000000" pitchFamily="2" charset="2"/>
              <a:buChar char="Ø"/>
            </a:pPr>
            <a:r>
              <a:rPr lang="ja-JP" altLang="en-US"/>
              <a:t>電車が混んでいた</a:t>
            </a:r>
            <a:r>
              <a:rPr lang="en-US" altLang="ja-JP"/>
              <a:t>…</a:t>
            </a:r>
          </a:p>
          <a:p>
            <a:pPr marL="285750" indent="-285750">
              <a:buFont typeface="Wingdings" panose="05000000000000000000" pitchFamily="2" charset="2"/>
              <a:buChar char="Ø"/>
            </a:pPr>
            <a:r>
              <a:rPr lang="ja-JP" altLang="en-US"/>
              <a:t>病院で長時間待たされた</a:t>
            </a:r>
            <a:r>
              <a:rPr lang="en-US" altLang="ja-JP"/>
              <a:t>…</a:t>
            </a:r>
          </a:p>
          <a:p>
            <a:pPr marL="285750" indent="-285750">
              <a:buFont typeface="Wingdings" panose="05000000000000000000" pitchFamily="2" charset="2"/>
              <a:buChar char="Ø"/>
            </a:pPr>
            <a:r>
              <a:rPr lang="ja-JP" altLang="en-US"/>
              <a:t>入社の手続きが面倒だった</a:t>
            </a:r>
            <a:r>
              <a:rPr lang="en-US" altLang="ja-JP"/>
              <a:t>…</a:t>
            </a:r>
          </a:p>
          <a:p>
            <a:pPr marL="285750" indent="-285750">
              <a:buFont typeface="Wingdings" panose="05000000000000000000" pitchFamily="2" charset="2"/>
              <a:buChar char="Ø"/>
            </a:pPr>
            <a:r>
              <a:rPr lang="ja-JP" altLang="en-US"/>
              <a:t>祖父母との旅行を断念した</a:t>
            </a:r>
            <a:r>
              <a:rPr lang="en-US" altLang="ja-JP"/>
              <a:t>…</a:t>
            </a:r>
          </a:p>
          <a:p>
            <a:pPr marL="285750" indent="-285750">
              <a:buFont typeface="Wingdings" panose="05000000000000000000" pitchFamily="2" charset="2"/>
              <a:buChar char="Ø"/>
            </a:pPr>
            <a:r>
              <a:rPr lang="ja-JP" altLang="en-US"/>
              <a:t>欲しかったグッズを転売ヤーに買い占められた</a:t>
            </a:r>
            <a:r>
              <a:rPr lang="en-US" altLang="ja-JP"/>
              <a:t>…</a:t>
            </a:r>
          </a:p>
          <a:p>
            <a:pPr marL="285750" indent="-285750">
              <a:buFont typeface="Wingdings" panose="05000000000000000000" pitchFamily="2" charset="2"/>
              <a:buChar char="Ø"/>
            </a:pPr>
            <a:r>
              <a:rPr lang="ja-JP" altLang="en-US"/>
              <a:t>落とし物を交番に届けたら長時間拘束された</a:t>
            </a:r>
            <a:r>
              <a:rPr lang="en-US" altLang="ja-JP"/>
              <a:t>…</a:t>
            </a:r>
          </a:p>
          <a:p>
            <a:pPr marL="285750" indent="-285750">
              <a:buFont typeface="Wingdings" panose="05000000000000000000" pitchFamily="2" charset="2"/>
              <a:buChar char="Ø"/>
            </a:pPr>
            <a:r>
              <a:rPr lang="ja-JP" altLang="en-US"/>
              <a:t>スポーツのチケットを買うときの入力項目が多すぎて面倒だった</a:t>
            </a:r>
            <a:r>
              <a:rPr lang="en-US" altLang="ja-JP"/>
              <a:t>…</a:t>
            </a:r>
          </a:p>
          <a:p>
            <a:pPr marL="285750" indent="-285750">
              <a:buFont typeface="Wingdings" panose="05000000000000000000" pitchFamily="2" charset="2"/>
              <a:buChar char="Ø"/>
            </a:pPr>
            <a:endParaRPr lang="en-US" altLang="ja-JP"/>
          </a:p>
          <a:p>
            <a:r>
              <a:rPr lang="en-US" altLang="ja-JP"/>
              <a:t>etc…</a:t>
            </a:r>
          </a:p>
        </p:txBody>
      </p:sp>
    </p:spTree>
    <p:extLst>
      <p:ext uri="{BB962C8B-B14F-4D97-AF65-F5344CB8AC3E}">
        <p14:creationId xmlns:p14="http://schemas.microsoft.com/office/powerpoint/2010/main" val="2688430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AFFA3-24B0-CAF1-D62C-BF229FC644A6}"/>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B9B80494-0DAA-BFC2-9138-4F7D8219464E}"/>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①</a:t>
            </a:r>
            <a:r>
              <a:rPr lang="en-US" altLang="ja-JP"/>
              <a:t>-2</a:t>
            </a:r>
            <a:r>
              <a:rPr lang="ja-JP" altLang="en-US"/>
              <a:t>　課題の深掘り</a:t>
            </a:r>
          </a:p>
        </p:txBody>
      </p:sp>
      <p:sp>
        <p:nvSpPr>
          <p:cNvPr id="2" name="コンテンツ プレースホルダー 5">
            <a:extLst>
              <a:ext uri="{FF2B5EF4-FFF2-40B4-BE49-F238E27FC236}">
                <a16:creationId xmlns:a16="http://schemas.microsoft.com/office/drawing/2014/main" id="{DC640830-BECF-0A04-C1E7-83E0E2F0E84B}"/>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次に、先ほど書き出した課題はなぜ起きているのか、</a:t>
            </a:r>
            <a:r>
              <a:rPr lang="ja-JP" altLang="en-US" b="1"/>
              <a:t>なぜなぜ分析</a:t>
            </a:r>
            <a:r>
              <a:rPr lang="ja-JP" altLang="en-US"/>
              <a:t>で深掘りします。</a:t>
            </a:r>
            <a:endParaRPr lang="en-US" altLang="ja-JP"/>
          </a:p>
          <a:p>
            <a:endParaRPr lang="en-US" altLang="ja-JP"/>
          </a:p>
          <a:p>
            <a:r>
              <a:rPr lang="ja-JP" altLang="en-US" u="sng"/>
              <a:t>例）祖父母と旅行に行くのが難しくなった</a:t>
            </a:r>
            <a:endParaRPr lang="en-US" altLang="ja-JP" u="sng"/>
          </a:p>
        </p:txBody>
      </p:sp>
      <p:sp>
        <p:nvSpPr>
          <p:cNvPr id="5" name="正方形/長方形 4">
            <a:extLst>
              <a:ext uri="{FF2B5EF4-FFF2-40B4-BE49-F238E27FC236}">
                <a16:creationId xmlns:a16="http://schemas.microsoft.com/office/drawing/2014/main" id="{D5BB3B04-0379-514B-BF8F-DF43634ECB25}"/>
              </a:ext>
            </a:extLst>
          </p:cNvPr>
          <p:cNvSpPr/>
          <p:nvPr/>
        </p:nvSpPr>
        <p:spPr>
          <a:xfrm>
            <a:off x="1457087" y="2504577"/>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祖父母の移動負荷が高い</a:t>
            </a:r>
            <a:endParaRPr kumimoji="1" lang="ja-JP" altLang="en-US" sz="1400" dirty="0" err="1">
              <a:solidFill>
                <a:schemeClr val="tx1"/>
              </a:solidFill>
            </a:endParaRPr>
          </a:p>
        </p:txBody>
      </p:sp>
      <p:sp>
        <p:nvSpPr>
          <p:cNvPr id="8" name="矢印: 右 7">
            <a:extLst>
              <a:ext uri="{FF2B5EF4-FFF2-40B4-BE49-F238E27FC236}">
                <a16:creationId xmlns:a16="http://schemas.microsoft.com/office/drawing/2014/main" id="{8D67ADEA-4301-DDF7-952B-B40414273F30}"/>
              </a:ext>
            </a:extLst>
          </p:cNvPr>
          <p:cNvSpPr/>
          <p:nvPr/>
        </p:nvSpPr>
        <p:spPr>
          <a:xfrm>
            <a:off x="4118994" y="2680745"/>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9" name="正方形/長方形 8">
            <a:extLst>
              <a:ext uri="{FF2B5EF4-FFF2-40B4-BE49-F238E27FC236}">
                <a16:creationId xmlns:a16="http://schemas.microsoft.com/office/drawing/2014/main" id="{638C80FE-7DF2-0F45-0DB3-D8BE66E84351}"/>
              </a:ext>
            </a:extLst>
          </p:cNvPr>
          <p:cNvSpPr/>
          <p:nvPr/>
        </p:nvSpPr>
        <p:spPr>
          <a:xfrm>
            <a:off x="4633320" y="2504575"/>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身体的負担が大きい</a:t>
            </a:r>
          </a:p>
        </p:txBody>
      </p:sp>
      <p:sp>
        <p:nvSpPr>
          <p:cNvPr id="13" name="矢印: 右 12">
            <a:extLst>
              <a:ext uri="{FF2B5EF4-FFF2-40B4-BE49-F238E27FC236}">
                <a16:creationId xmlns:a16="http://schemas.microsoft.com/office/drawing/2014/main" id="{390F8880-649E-7DC9-661E-CA38AF57C664}"/>
              </a:ext>
            </a:extLst>
          </p:cNvPr>
          <p:cNvSpPr/>
          <p:nvPr/>
        </p:nvSpPr>
        <p:spPr>
          <a:xfrm>
            <a:off x="4113218" y="3474012"/>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4" name="正方形/長方形 13">
            <a:extLst>
              <a:ext uri="{FF2B5EF4-FFF2-40B4-BE49-F238E27FC236}">
                <a16:creationId xmlns:a16="http://schemas.microsoft.com/office/drawing/2014/main" id="{DD39D0E4-6A3C-232F-82DB-726C0B7F2593}"/>
              </a:ext>
            </a:extLst>
          </p:cNvPr>
          <p:cNvSpPr/>
          <p:nvPr/>
        </p:nvSpPr>
        <p:spPr>
          <a:xfrm>
            <a:off x="4633320" y="4047659"/>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介助施設付き宿泊費がかかる</a:t>
            </a:r>
            <a:endParaRPr kumimoji="1" lang="ja-JP" altLang="en-US" sz="1400" dirty="0" err="1">
              <a:solidFill>
                <a:schemeClr val="tx1"/>
              </a:solidFill>
            </a:endParaRPr>
          </a:p>
        </p:txBody>
      </p:sp>
      <p:sp>
        <p:nvSpPr>
          <p:cNvPr id="16" name="正方形/長方形 15">
            <a:extLst>
              <a:ext uri="{FF2B5EF4-FFF2-40B4-BE49-F238E27FC236}">
                <a16:creationId xmlns:a16="http://schemas.microsoft.com/office/drawing/2014/main" id="{0B9758A6-7DA7-A45D-5246-EAB81FB8AEC7}"/>
              </a:ext>
            </a:extLst>
          </p:cNvPr>
          <p:cNvSpPr/>
          <p:nvPr/>
        </p:nvSpPr>
        <p:spPr>
          <a:xfrm>
            <a:off x="4627544" y="3297844"/>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常に付き添いが必要</a:t>
            </a:r>
            <a:endParaRPr lang="ja-JP" altLang="en-US" sz="1400" dirty="0" err="1">
              <a:solidFill>
                <a:schemeClr val="tx1"/>
              </a:solidFill>
            </a:endParaRPr>
          </a:p>
        </p:txBody>
      </p:sp>
      <p:sp>
        <p:nvSpPr>
          <p:cNvPr id="20" name="矢印: 右 19">
            <a:extLst>
              <a:ext uri="{FF2B5EF4-FFF2-40B4-BE49-F238E27FC236}">
                <a16:creationId xmlns:a16="http://schemas.microsoft.com/office/drawing/2014/main" id="{6672C1E2-29FE-4820-00CE-7D8741158DC0}"/>
              </a:ext>
            </a:extLst>
          </p:cNvPr>
          <p:cNvSpPr/>
          <p:nvPr/>
        </p:nvSpPr>
        <p:spPr>
          <a:xfrm>
            <a:off x="4118994" y="4183712"/>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1" name="正方形/長方形 20">
            <a:extLst>
              <a:ext uri="{FF2B5EF4-FFF2-40B4-BE49-F238E27FC236}">
                <a16:creationId xmlns:a16="http://schemas.microsoft.com/office/drawing/2014/main" id="{742AFB37-B403-6F49-487F-0C6D6ED4939D}"/>
              </a:ext>
            </a:extLst>
          </p:cNvPr>
          <p:cNvSpPr/>
          <p:nvPr/>
        </p:nvSpPr>
        <p:spPr>
          <a:xfrm>
            <a:off x="1457087" y="4019350"/>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経済的負担が大きい</a:t>
            </a:r>
            <a:endParaRPr kumimoji="1" lang="ja-JP" altLang="en-US" sz="1400" dirty="0" err="1">
              <a:solidFill>
                <a:schemeClr val="tx1"/>
              </a:solidFill>
            </a:endParaRPr>
          </a:p>
        </p:txBody>
      </p:sp>
      <p:sp>
        <p:nvSpPr>
          <p:cNvPr id="22" name="矢印: 右 21">
            <a:extLst>
              <a:ext uri="{FF2B5EF4-FFF2-40B4-BE49-F238E27FC236}">
                <a16:creationId xmlns:a16="http://schemas.microsoft.com/office/drawing/2014/main" id="{52D8F76F-326B-7FCD-11EF-4055019956A0}"/>
              </a:ext>
            </a:extLst>
          </p:cNvPr>
          <p:cNvSpPr/>
          <p:nvPr/>
        </p:nvSpPr>
        <p:spPr>
          <a:xfrm>
            <a:off x="7295227" y="3464026"/>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3" name="正方形/長方形 22">
            <a:extLst>
              <a:ext uri="{FF2B5EF4-FFF2-40B4-BE49-F238E27FC236}">
                <a16:creationId xmlns:a16="http://schemas.microsoft.com/office/drawing/2014/main" id="{BEF04C3A-E41D-DD60-1C7E-0EA5C0611993}"/>
              </a:ext>
            </a:extLst>
          </p:cNvPr>
          <p:cNvSpPr/>
          <p:nvPr/>
        </p:nvSpPr>
        <p:spPr>
          <a:xfrm>
            <a:off x="7809553" y="3287856"/>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車いすの補助が必要</a:t>
            </a:r>
            <a:endParaRPr lang="ja-JP" altLang="en-US" sz="1400" dirty="0" err="1">
              <a:solidFill>
                <a:schemeClr val="tx1"/>
              </a:solidFill>
            </a:endParaRPr>
          </a:p>
        </p:txBody>
      </p:sp>
      <p:sp>
        <p:nvSpPr>
          <p:cNvPr id="4" name="矢印: 右 3">
            <a:extLst>
              <a:ext uri="{FF2B5EF4-FFF2-40B4-BE49-F238E27FC236}">
                <a16:creationId xmlns:a16="http://schemas.microsoft.com/office/drawing/2014/main" id="{B0543BA4-8041-BD90-DEBD-EF829E261A87}"/>
              </a:ext>
            </a:extLst>
          </p:cNvPr>
          <p:cNvSpPr/>
          <p:nvPr/>
        </p:nvSpPr>
        <p:spPr>
          <a:xfrm>
            <a:off x="7295227" y="2678223"/>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6" name="正方形/長方形 5">
            <a:extLst>
              <a:ext uri="{FF2B5EF4-FFF2-40B4-BE49-F238E27FC236}">
                <a16:creationId xmlns:a16="http://schemas.microsoft.com/office/drawing/2014/main" id="{D45FD41A-150D-225F-B373-C50A77EEFC03}"/>
              </a:ext>
            </a:extLst>
          </p:cNvPr>
          <p:cNvSpPr/>
          <p:nvPr/>
        </p:nvSpPr>
        <p:spPr>
          <a:xfrm>
            <a:off x="7809553" y="2502053"/>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歩行が困難</a:t>
            </a:r>
          </a:p>
        </p:txBody>
      </p:sp>
      <p:sp>
        <p:nvSpPr>
          <p:cNvPr id="26" name="正方形/長方形 25">
            <a:extLst>
              <a:ext uri="{FF2B5EF4-FFF2-40B4-BE49-F238E27FC236}">
                <a16:creationId xmlns:a16="http://schemas.microsoft.com/office/drawing/2014/main" id="{3F365D6D-8AC1-6EDA-4ABB-F58872DDCDAB}"/>
              </a:ext>
            </a:extLst>
          </p:cNvPr>
          <p:cNvSpPr/>
          <p:nvPr/>
        </p:nvSpPr>
        <p:spPr>
          <a:xfrm>
            <a:off x="1462863" y="4810172"/>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社会側の受け入れ不足</a:t>
            </a:r>
            <a:endParaRPr kumimoji="1" lang="ja-JP" altLang="en-US" sz="1400" dirty="0" err="1">
              <a:solidFill>
                <a:schemeClr val="tx1"/>
              </a:solidFill>
            </a:endParaRPr>
          </a:p>
        </p:txBody>
      </p:sp>
      <p:sp>
        <p:nvSpPr>
          <p:cNvPr id="27" name="正方形/長方形 26">
            <a:extLst>
              <a:ext uri="{FF2B5EF4-FFF2-40B4-BE49-F238E27FC236}">
                <a16:creationId xmlns:a16="http://schemas.microsoft.com/office/drawing/2014/main" id="{9DBD414E-D52B-D6B9-B4D3-5A0BCA201BFE}"/>
              </a:ext>
            </a:extLst>
          </p:cNvPr>
          <p:cNvSpPr/>
          <p:nvPr/>
        </p:nvSpPr>
        <p:spPr>
          <a:xfrm>
            <a:off x="4633320" y="4838481"/>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観光地のバリアフリー未整備</a:t>
            </a:r>
            <a:endParaRPr kumimoji="1" lang="ja-JP" altLang="en-US" sz="1400" dirty="0" err="1">
              <a:solidFill>
                <a:schemeClr val="tx1"/>
              </a:solidFill>
            </a:endParaRPr>
          </a:p>
        </p:txBody>
      </p:sp>
      <p:sp>
        <p:nvSpPr>
          <p:cNvPr id="28" name="矢印: 右 27">
            <a:extLst>
              <a:ext uri="{FF2B5EF4-FFF2-40B4-BE49-F238E27FC236}">
                <a16:creationId xmlns:a16="http://schemas.microsoft.com/office/drawing/2014/main" id="{608FFF61-1989-B3B0-EBB0-B6F69F17979F}"/>
              </a:ext>
            </a:extLst>
          </p:cNvPr>
          <p:cNvSpPr/>
          <p:nvPr/>
        </p:nvSpPr>
        <p:spPr>
          <a:xfrm>
            <a:off x="4118994" y="4974534"/>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9" name="正方形/長方形 28">
            <a:extLst>
              <a:ext uri="{FF2B5EF4-FFF2-40B4-BE49-F238E27FC236}">
                <a16:creationId xmlns:a16="http://schemas.microsoft.com/office/drawing/2014/main" id="{C29B5B55-AFF6-583A-FB7C-29AD60608315}"/>
              </a:ext>
            </a:extLst>
          </p:cNvPr>
          <p:cNvSpPr/>
          <p:nvPr/>
        </p:nvSpPr>
        <p:spPr>
          <a:xfrm>
            <a:off x="1457087" y="3288386"/>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同伴者の負担が大きい</a:t>
            </a:r>
            <a:endParaRPr lang="ja-JP" altLang="en-US" sz="1400" dirty="0" err="1">
              <a:solidFill>
                <a:schemeClr val="tx1"/>
              </a:solidFill>
            </a:endParaRPr>
          </a:p>
        </p:txBody>
      </p:sp>
      <p:sp>
        <p:nvSpPr>
          <p:cNvPr id="30" name="矢印: 右 29">
            <a:extLst>
              <a:ext uri="{FF2B5EF4-FFF2-40B4-BE49-F238E27FC236}">
                <a16:creationId xmlns:a16="http://schemas.microsoft.com/office/drawing/2014/main" id="{CC0CA9BB-2FCF-4245-9975-5870317569F5}"/>
              </a:ext>
            </a:extLst>
          </p:cNvPr>
          <p:cNvSpPr/>
          <p:nvPr/>
        </p:nvSpPr>
        <p:spPr>
          <a:xfrm>
            <a:off x="7295227" y="4239339"/>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1" name="正方形/長方形 30">
            <a:extLst>
              <a:ext uri="{FF2B5EF4-FFF2-40B4-BE49-F238E27FC236}">
                <a16:creationId xmlns:a16="http://schemas.microsoft.com/office/drawing/2014/main" id="{B715C628-B52B-47C8-DE15-030FD8E899E8}"/>
              </a:ext>
            </a:extLst>
          </p:cNvPr>
          <p:cNvSpPr/>
          <p:nvPr/>
        </p:nvSpPr>
        <p:spPr>
          <a:xfrm>
            <a:off x="7809553" y="4063169"/>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トイレ・入浴が困難</a:t>
            </a:r>
            <a:endParaRPr lang="ja-JP" altLang="en-US" sz="1400" dirty="0" err="1">
              <a:solidFill>
                <a:schemeClr val="tx1"/>
              </a:solidFill>
            </a:endParaRPr>
          </a:p>
        </p:txBody>
      </p:sp>
      <p:sp>
        <p:nvSpPr>
          <p:cNvPr id="32" name="矢印: 右 31">
            <a:extLst>
              <a:ext uri="{FF2B5EF4-FFF2-40B4-BE49-F238E27FC236}">
                <a16:creationId xmlns:a16="http://schemas.microsoft.com/office/drawing/2014/main" id="{BF2C594F-C5AB-19A1-E9D9-ABE6AB0840A6}"/>
              </a:ext>
            </a:extLst>
          </p:cNvPr>
          <p:cNvSpPr/>
          <p:nvPr/>
        </p:nvSpPr>
        <p:spPr>
          <a:xfrm>
            <a:off x="7289451" y="5014651"/>
            <a:ext cx="327171" cy="226503"/>
          </a:xfrm>
          <a:prstGeom prst="rightArrow">
            <a:avLst/>
          </a:prstGeom>
          <a:solidFill>
            <a:schemeClr val="tx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33" name="正方形/長方形 32">
            <a:extLst>
              <a:ext uri="{FF2B5EF4-FFF2-40B4-BE49-F238E27FC236}">
                <a16:creationId xmlns:a16="http://schemas.microsoft.com/office/drawing/2014/main" id="{8C473C5C-248B-9906-7F2B-32AB251EF7D7}"/>
              </a:ext>
            </a:extLst>
          </p:cNvPr>
          <p:cNvSpPr/>
          <p:nvPr/>
        </p:nvSpPr>
        <p:spPr>
          <a:xfrm>
            <a:off x="7803777" y="4838481"/>
            <a:ext cx="2474752" cy="5788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高齢者への配慮不足</a:t>
            </a:r>
            <a:endParaRPr lang="ja-JP" altLang="en-US" sz="1400" dirty="0" err="1">
              <a:solidFill>
                <a:schemeClr val="tx1"/>
              </a:solidFill>
            </a:endParaRPr>
          </a:p>
        </p:txBody>
      </p:sp>
    </p:spTree>
    <p:extLst>
      <p:ext uri="{BB962C8B-B14F-4D97-AF65-F5344CB8AC3E}">
        <p14:creationId xmlns:p14="http://schemas.microsoft.com/office/powerpoint/2010/main" val="1262662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E2835-0944-9C3D-485B-9387F49486AE}"/>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EB03515D-55EC-8A8C-DF09-28716EDAE341}"/>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①</a:t>
            </a:r>
            <a:r>
              <a:rPr lang="en-US" altLang="ja-JP"/>
              <a:t>-3</a:t>
            </a:r>
            <a:r>
              <a:rPr lang="ja-JP" altLang="en-US"/>
              <a:t>　</a:t>
            </a:r>
            <a:r>
              <a:rPr lang="en-US" altLang="ja-JP"/>
              <a:t>IT</a:t>
            </a:r>
            <a:r>
              <a:rPr lang="ja-JP" altLang="en-US"/>
              <a:t>アイデアへ落とし込む</a:t>
            </a:r>
          </a:p>
        </p:txBody>
      </p:sp>
      <p:sp>
        <p:nvSpPr>
          <p:cNvPr id="2" name="コンテンツ プレースホルダー 5">
            <a:extLst>
              <a:ext uri="{FF2B5EF4-FFF2-40B4-BE49-F238E27FC236}">
                <a16:creationId xmlns:a16="http://schemas.microsoft.com/office/drawing/2014/main" id="{1BC4328D-EEF0-06AD-A70F-3D2D04CA9B36}"/>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次に、深掘りした課題を</a:t>
            </a:r>
            <a:r>
              <a:rPr lang="en-US" altLang="ja-JP"/>
              <a:t>IT</a:t>
            </a:r>
            <a:r>
              <a:rPr lang="ja-JP" altLang="en-US"/>
              <a:t>アイデアへ落とし込みます。ただし、全ての課題を</a:t>
            </a:r>
            <a:r>
              <a:rPr lang="en-US" altLang="ja-JP"/>
              <a:t>IT</a:t>
            </a:r>
            <a:r>
              <a:rPr lang="ja-JP" altLang="en-US"/>
              <a:t>で解決することは困難です。</a:t>
            </a:r>
            <a:endParaRPr lang="en-US" altLang="ja-JP"/>
          </a:p>
          <a:p>
            <a:r>
              <a:rPr lang="ja-JP" altLang="en-US"/>
              <a:t>それぞれの課題に対して、以下を順番に整理しましょう。</a:t>
            </a:r>
            <a:endParaRPr lang="en-US" altLang="ja-JP"/>
          </a:p>
          <a:p>
            <a:endParaRPr lang="en-US" altLang="ja-JP"/>
          </a:p>
          <a:p>
            <a:endParaRPr lang="en-US" altLang="ja-JP"/>
          </a:p>
          <a:p>
            <a:endParaRPr lang="en-US" altLang="ja-JP"/>
          </a:p>
          <a:p>
            <a:endParaRPr lang="en-US" altLang="ja-JP"/>
          </a:p>
          <a:p>
            <a:endParaRPr lang="en-US" altLang="ja-JP"/>
          </a:p>
          <a:p>
            <a:endParaRPr lang="en-US" altLang="ja-JP"/>
          </a:p>
          <a:p>
            <a:r>
              <a:rPr lang="en-US" altLang="ja-JP" b="1" u="sng"/>
              <a:t>【</a:t>
            </a:r>
            <a:r>
              <a:rPr lang="ja-JP" altLang="en-US" b="1" u="sng"/>
              <a:t>よくある間違い</a:t>
            </a:r>
            <a:r>
              <a:rPr lang="en-US" altLang="ja-JP" b="1" u="sng"/>
              <a:t>】</a:t>
            </a:r>
            <a:r>
              <a:rPr lang="ja-JP" altLang="en-US" b="1" u="sng"/>
              <a:t>　</a:t>
            </a:r>
            <a:r>
              <a:rPr lang="en-US" altLang="ja-JP" u="sng"/>
              <a:t>IT</a:t>
            </a:r>
            <a:r>
              <a:rPr lang="ja-JP" altLang="en-US" u="sng"/>
              <a:t>ありきで考え出してしまう</a:t>
            </a:r>
            <a:endParaRPr lang="en-US" altLang="ja-JP" u="sng"/>
          </a:p>
        </p:txBody>
      </p:sp>
      <p:pic>
        <p:nvPicPr>
          <p:cNvPr id="1026" name="Picture 2" descr="腕まくりをする人のイラスト（男性会社員）">
            <a:extLst>
              <a:ext uri="{FF2B5EF4-FFF2-40B4-BE49-F238E27FC236}">
                <a16:creationId xmlns:a16="http://schemas.microsoft.com/office/drawing/2014/main" id="{5BA9E365-B96C-A3A6-C1AE-E4D2250B2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2142" y="4832059"/>
            <a:ext cx="1249241" cy="15518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困った顔で働く会社員のイラスト（男性）">
            <a:extLst>
              <a:ext uri="{FF2B5EF4-FFF2-40B4-BE49-F238E27FC236}">
                <a16:creationId xmlns:a16="http://schemas.microsoft.com/office/drawing/2014/main" id="{D6E9EE1F-8BCE-07A6-8A7E-E516B21DA0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308" y="4684815"/>
            <a:ext cx="1657747" cy="1657747"/>
          </a:xfrm>
          <a:prstGeom prst="rect">
            <a:avLst/>
          </a:prstGeom>
          <a:noFill/>
          <a:extLst>
            <a:ext uri="{909E8E84-426E-40DD-AFC4-6F175D3DCCD1}">
              <a14:hiddenFill xmlns:a14="http://schemas.microsoft.com/office/drawing/2010/main">
                <a:solidFill>
                  <a:srgbClr val="FFFFFF"/>
                </a:solidFill>
              </a14:hiddenFill>
            </a:ext>
          </a:extLst>
        </p:spPr>
      </p:pic>
      <p:sp>
        <p:nvSpPr>
          <p:cNvPr id="3" name="思考の吹き出し: 雲形 2">
            <a:extLst>
              <a:ext uri="{FF2B5EF4-FFF2-40B4-BE49-F238E27FC236}">
                <a16:creationId xmlns:a16="http://schemas.microsoft.com/office/drawing/2014/main" id="{70C42D4F-F7E4-81EC-9AE2-F0AF429CFBCC}"/>
              </a:ext>
            </a:extLst>
          </p:cNvPr>
          <p:cNvSpPr/>
          <p:nvPr/>
        </p:nvSpPr>
        <p:spPr>
          <a:xfrm>
            <a:off x="1753753" y="4189684"/>
            <a:ext cx="2110179" cy="868878"/>
          </a:xfrm>
          <a:prstGeom prst="cloudCallout">
            <a:avLst>
              <a:gd name="adj1" fmla="val -43580"/>
              <a:gd name="adj2" fmla="val 63535"/>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とりあえず生成</a:t>
            </a:r>
            <a:r>
              <a:rPr lang="en-US" altLang="ja-JP" sz="1400">
                <a:solidFill>
                  <a:schemeClr val="tx1"/>
                </a:solidFill>
              </a:rPr>
              <a:t>AI</a:t>
            </a:r>
          </a:p>
          <a:p>
            <a:pPr algn="ctr"/>
            <a:r>
              <a:rPr kumimoji="1" lang="ja-JP" altLang="en-US" sz="1400">
                <a:solidFill>
                  <a:schemeClr val="tx1"/>
                </a:solidFill>
              </a:rPr>
              <a:t>使ってみたいな</a:t>
            </a:r>
            <a:r>
              <a:rPr kumimoji="1" lang="en-US" altLang="ja-JP" sz="1400">
                <a:solidFill>
                  <a:schemeClr val="tx1"/>
                </a:solidFill>
              </a:rPr>
              <a:t>…</a:t>
            </a:r>
            <a:endParaRPr kumimoji="1" lang="ja-JP" altLang="en-US" sz="1400" dirty="0" err="1">
              <a:solidFill>
                <a:schemeClr val="tx1"/>
              </a:solidFill>
            </a:endParaRPr>
          </a:p>
        </p:txBody>
      </p:sp>
      <p:sp>
        <p:nvSpPr>
          <p:cNvPr id="4" name="吹き出し: 円形 3">
            <a:extLst>
              <a:ext uri="{FF2B5EF4-FFF2-40B4-BE49-F238E27FC236}">
                <a16:creationId xmlns:a16="http://schemas.microsoft.com/office/drawing/2014/main" id="{717219F1-FC87-EC77-33B6-E3C578AF2DA3}"/>
              </a:ext>
            </a:extLst>
          </p:cNvPr>
          <p:cNvSpPr/>
          <p:nvPr/>
        </p:nvSpPr>
        <p:spPr>
          <a:xfrm>
            <a:off x="6715252" y="4223335"/>
            <a:ext cx="2393660" cy="868878"/>
          </a:xfrm>
          <a:prstGeom prst="wedgeEllipseCallout">
            <a:avLst>
              <a:gd name="adj1" fmla="val -55504"/>
              <a:gd name="adj2" fmla="val 57673"/>
            </a:avLst>
          </a:prstGeom>
          <a:solidFill>
            <a:schemeClr val="bg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よし！コンビニの店頭に生成</a:t>
            </a:r>
            <a:r>
              <a:rPr kumimoji="1" lang="en-US" altLang="ja-JP" sz="1400">
                <a:solidFill>
                  <a:schemeClr val="tx1"/>
                </a:solidFill>
              </a:rPr>
              <a:t>AI</a:t>
            </a:r>
            <a:r>
              <a:rPr kumimoji="1" lang="ja-JP" altLang="en-US" sz="1400">
                <a:solidFill>
                  <a:schemeClr val="tx1"/>
                </a:solidFill>
              </a:rPr>
              <a:t>のチャットボットを設置しよう！</a:t>
            </a:r>
            <a:endParaRPr kumimoji="1" lang="ja-JP" altLang="en-US" sz="1400" dirty="0" err="1">
              <a:solidFill>
                <a:schemeClr val="tx1"/>
              </a:solidFill>
            </a:endParaRPr>
          </a:p>
        </p:txBody>
      </p:sp>
      <p:sp>
        <p:nvSpPr>
          <p:cNvPr id="6" name="矢印: 右 5">
            <a:extLst>
              <a:ext uri="{FF2B5EF4-FFF2-40B4-BE49-F238E27FC236}">
                <a16:creationId xmlns:a16="http://schemas.microsoft.com/office/drawing/2014/main" id="{FCE66B93-45B0-E973-B28D-885B1151B329}"/>
              </a:ext>
            </a:extLst>
          </p:cNvPr>
          <p:cNvSpPr/>
          <p:nvPr/>
        </p:nvSpPr>
        <p:spPr>
          <a:xfrm>
            <a:off x="4204635" y="5017279"/>
            <a:ext cx="645952" cy="777831"/>
          </a:xfrm>
          <a:prstGeom prst="rightArrow">
            <a:avLst/>
          </a:prstGeom>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7" name="吹き出し: 四角形 6">
            <a:extLst>
              <a:ext uri="{FF2B5EF4-FFF2-40B4-BE49-F238E27FC236}">
                <a16:creationId xmlns:a16="http://schemas.microsoft.com/office/drawing/2014/main" id="{0F317A9B-E923-4F8E-08DD-B1189481AED5}"/>
              </a:ext>
            </a:extLst>
          </p:cNvPr>
          <p:cNvSpPr/>
          <p:nvPr/>
        </p:nvSpPr>
        <p:spPr>
          <a:xfrm>
            <a:off x="8468458" y="5570290"/>
            <a:ext cx="2084893" cy="732022"/>
          </a:xfrm>
          <a:prstGeom prst="wedgeRectCallout">
            <a:avLst>
              <a:gd name="adj1" fmla="val -51857"/>
              <a:gd name="adj2" fmla="val -87427"/>
            </a:avLst>
          </a:prstGeom>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400">
                <a:solidFill>
                  <a:schemeClr val="tx1"/>
                </a:solidFill>
              </a:rPr>
              <a:t>・本当に誰か困っている？</a:t>
            </a:r>
            <a:endParaRPr lang="en-US" altLang="ja-JP" sz="1400">
              <a:solidFill>
                <a:schemeClr val="tx1"/>
              </a:solidFill>
            </a:endParaRPr>
          </a:p>
          <a:p>
            <a:r>
              <a:rPr lang="ja-JP" altLang="en-US" sz="1400">
                <a:solidFill>
                  <a:schemeClr val="tx1"/>
                </a:solidFill>
              </a:rPr>
              <a:t>・</a:t>
            </a:r>
            <a:r>
              <a:rPr lang="en-US" altLang="ja-JP" sz="1400">
                <a:solidFill>
                  <a:schemeClr val="tx1"/>
                </a:solidFill>
              </a:rPr>
              <a:t>IT</a:t>
            </a:r>
            <a:r>
              <a:rPr lang="ja-JP" altLang="en-US" sz="1400">
                <a:solidFill>
                  <a:schemeClr val="tx1"/>
                </a:solidFill>
              </a:rPr>
              <a:t>である必要は？</a:t>
            </a:r>
          </a:p>
        </p:txBody>
      </p:sp>
      <p:grpSp>
        <p:nvGrpSpPr>
          <p:cNvPr id="20" name="グループ化 19">
            <a:extLst>
              <a:ext uri="{FF2B5EF4-FFF2-40B4-BE49-F238E27FC236}">
                <a16:creationId xmlns:a16="http://schemas.microsoft.com/office/drawing/2014/main" id="{5DC37BD5-1541-11D6-2A09-79CCB3DCCFFE}"/>
              </a:ext>
            </a:extLst>
          </p:cNvPr>
          <p:cNvGrpSpPr/>
          <p:nvPr/>
        </p:nvGrpSpPr>
        <p:grpSpPr>
          <a:xfrm>
            <a:off x="640166" y="2340759"/>
            <a:ext cx="2227173" cy="1084985"/>
            <a:chOff x="507856" y="2045039"/>
            <a:chExt cx="2227173" cy="1084985"/>
          </a:xfrm>
        </p:grpSpPr>
        <p:sp>
          <p:nvSpPr>
            <p:cNvPr id="8" name="New shape">
              <a:extLst>
                <a:ext uri="{FF2B5EF4-FFF2-40B4-BE49-F238E27FC236}">
                  <a16:creationId xmlns:a16="http://schemas.microsoft.com/office/drawing/2014/main" id="{D221B3DD-0657-E161-ADB6-538EF8D13D49}"/>
                </a:ext>
              </a:extLst>
            </p:cNvPr>
            <p:cNvSpPr/>
            <p:nvPr/>
          </p:nvSpPr>
          <p:spPr>
            <a:xfrm>
              <a:off x="507856" y="2045039"/>
              <a:ext cx="222717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pPr algn="ctr"/>
              <a:endParaRPr lang="en-US" altLang="ja-JP" sz="1400">
                <a:latin typeface="+mn-ea"/>
              </a:endParaRPr>
            </a:p>
            <a:p>
              <a:pPr algn="ctr"/>
              <a:r>
                <a:rPr lang="ja-JP" altLang="en-US" sz="1400">
                  <a:latin typeface="+mn-ea"/>
                </a:rPr>
                <a:t>体が不自由な方</a:t>
              </a:r>
              <a:endParaRPr sz="1400">
                <a:latin typeface="+mn-ea"/>
              </a:endParaRPr>
            </a:p>
          </p:txBody>
        </p:sp>
        <p:sp>
          <p:nvSpPr>
            <p:cNvPr id="9" name="New shape">
              <a:extLst>
                <a:ext uri="{FF2B5EF4-FFF2-40B4-BE49-F238E27FC236}">
                  <a16:creationId xmlns:a16="http://schemas.microsoft.com/office/drawing/2014/main" id="{427D4D0E-2193-8235-27B9-E658AEF20C52}"/>
                </a:ext>
              </a:extLst>
            </p:cNvPr>
            <p:cNvSpPr/>
            <p:nvPr/>
          </p:nvSpPr>
          <p:spPr>
            <a:xfrm>
              <a:off x="507856" y="2045039"/>
              <a:ext cx="222717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ja-JP" altLang="en-US" sz="1600" b="1">
                  <a:solidFill>
                    <a:schemeClr val="bg1"/>
                  </a:solidFill>
                  <a:latin typeface="+mn-ea"/>
                </a:rPr>
                <a:t>①誰が困っている？</a:t>
              </a:r>
              <a:endParaRPr sz="1600" b="1">
                <a:solidFill>
                  <a:schemeClr val="bg1"/>
                </a:solidFill>
                <a:latin typeface="+mn-ea"/>
              </a:endParaRPr>
            </a:p>
          </p:txBody>
        </p:sp>
      </p:grpSp>
      <p:grpSp>
        <p:nvGrpSpPr>
          <p:cNvPr id="21" name="グループ化 20">
            <a:extLst>
              <a:ext uri="{FF2B5EF4-FFF2-40B4-BE49-F238E27FC236}">
                <a16:creationId xmlns:a16="http://schemas.microsoft.com/office/drawing/2014/main" id="{FCAC2DAE-7D48-E351-3B23-E040283DCA55}"/>
              </a:ext>
            </a:extLst>
          </p:cNvPr>
          <p:cNvGrpSpPr/>
          <p:nvPr/>
        </p:nvGrpSpPr>
        <p:grpSpPr>
          <a:xfrm>
            <a:off x="3444813" y="2332809"/>
            <a:ext cx="2227173" cy="1084985"/>
            <a:chOff x="3193099" y="2037089"/>
            <a:chExt cx="2227173" cy="1084985"/>
          </a:xfrm>
        </p:grpSpPr>
        <p:sp>
          <p:nvSpPr>
            <p:cNvPr id="10" name="New shape">
              <a:extLst>
                <a:ext uri="{FF2B5EF4-FFF2-40B4-BE49-F238E27FC236}">
                  <a16:creationId xmlns:a16="http://schemas.microsoft.com/office/drawing/2014/main" id="{13FAD0C7-6AF7-5334-1381-C8F67F9BCDE5}"/>
                </a:ext>
              </a:extLst>
            </p:cNvPr>
            <p:cNvSpPr/>
            <p:nvPr/>
          </p:nvSpPr>
          <p:spPr>
            <a:xfrm>
              <a:off x="3193099" y="2037089"/>
              <a:ext cx="222717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pPr algn="ctr"/>
              <a:endParaRPr lang="en-US" altLang="ja-JP" sz="1400">
                <a:latin typeface="+mn-ea"/>
              </a:endParaRPr>
            </a:p>
            <a:p>
              <a:pPr algn="ctr"/>
              <a:r>
                <a:rPr lang="ja-JP" altLang="en-US" sz="1400">
                  <a:latin typeface="+mn-ea"/>
                </a:rPr>
                <a:t>移動が困難</a:t>
              </a:r>
              <a:endParaRPr sz="1400">
                <a:latin typeface="+mn-ea"/>
              </a:endParaRPr>
            </a:p>
          </p:txBody>
        </p:sp>
        <p:sp>
          <p:nvSpPr>
            <p:cNvPr id="11" name="New shape">
              <a:extLst>
                <a:ext uri="{FF2B5EF4-FFF2-40B4-BE49-F238E27FC236}">
                  <a16:creationId xmlns:a16="http://schemas.microsoft.com/office/drawing/2014/main" id="{D9787EEB-53C8-8216-E191-E47248E15D3D}"/>
                </a:ext>
              </a:extLst>
            </p:cNvPr>
            <p:cNvSpPr/>
            <p:nvPr/>
          </p:nvSpPr>
          <p:spPr>
            <a:xfrm>
              <a:off x="3193099" y="2037089"/>
              <a:ext cx="222717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ja-JP" altLang="en-US" sz="1600" b="1">
                  <a:solidFill>
                    <a:schemeClr val="bg1"/>
                  </a:solidFill>
                  <a:latin typeface="+mn-ea"/>
                </a:rPr>
                <a:t>②何が不便？</a:t>
              </a:r>
              <a:endParaRPr sz="1600" b="1">
                <a:solidFill>
                  <a:schemeClr val="bg1"/>
                </a:solidFill>
                <a:latin typeface="+mn-ea"/>
              </a:endParaRPr>
            </a:p>
          </p:txBody>
        </p:sp>
      </p:grpSp>
      <p:grpSp>
        <p:nvGrpSpPr>
          <p:cNvPr id="22" name="グループ化 21">
            <a:extLst>
              <a:ext uri="{FF2B5EF4-FFF2-40B4-BE49-F238E27FC236}">
                <a16:creationId xmlns:a16="http://schemas.microsoft.com/office/drawing/2014/main" id="{CC4D5CC8-D9CD-370E-3A32-D4EADCBC2B4D}"/>
              </a:ext>
            </a:extLst>
          </p:cNvPr>
          <p:cNvGrpSpPr/>
          <p:nvPr/>
        </p:nvGrpSpPr>
        <p:grpSpPr>
          <a:xfrm>
            <a:off x="6249460" y="2332809"/>
            <a:ext cx="2227173" cy="1084985"/>
            <a:chOff x="5878343" y="2037089"/>
            <a:chExt cx="2227173" cy="1084985"/>
          </a:xfrm>
        </p:grpSpPr>
        <p:sp>
          <p:nvSpPr>
            <p:cNvPr id="12" name="New shape">
              <a:extLst>
                <a:ext uri="{FF2B5EF4-FFF2-40B4-BE49-F238E27FC236}">
                  <a16:creationId xmlns:a16="http://schemas.microsoft.com/office/drawing/2014/main" id="{CA9E5510-F87F-B027-26C6-041DF2DE87E3}"/>
                </a:ext>
              </a:extLst>
            </p:cNvPr>
            <p:cNvSpPr/>
            <p:nvPr/>
          </p:nvSpPr>
          <p:spPr>
            <a:xfrm>
              <a:off x="5878343" y="2037089"/>
              <a:ext cx="222717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pPr algn="ctr"/>
              <a:endParaRPr lang="en-US" altLang="ja-JP" sz="1400">
                <a:latin typeface="+mn-ea"/>
              </a:endParaRPr>
            </a:p>
            <a:p>
              <a:pPr algn="ctr"/>
              <a:r>
                <a:rPr lang="ja-JP" altLang="en-US" sz="1400">
                  <a:latin typeface="+mn-ea"/>
                </a:rPr>
                <a:t>自由に移動できる</a:t>
              </a:r>
              <a:endParaRPr lang="en-US" altLang="ja-JP" sz="1400">
                <a:latin typeface="+mn-ea"/>
              </a:endParaRPr>
            </a:p>
            <a:p>
              <a:pPr algn="ctr"/>
              <a:r>
                <a:rPr lang="ja-JP" altLang="en-US" sz="1400">
                  <a:latin typeface="+mn-ea"/>
                </a:rPr>
                <a:t>移動したような体験をする</a:t>
              </a:r>
              <a:endParaRPr sz="1400">
                <a:latin typeface="+mn-ea"/>
              </a:endParaRPr>
            </a:p>
          </p:txBody>
        </p:sp>
        <p:sp>
          <p:nvSpPr>
            <p:cNvPr id="13" name="New shape">
              <a:extLst>
                <a:ext uri="{FF2B5EF4-FFF2-40B4-BE49-F238E27FC236}">
                  <a16:creationId xmlns:a16="http://schemas.microsoft.com/office/drawing/2014/main" id="{DC5F0BAA-6BEC-8DC3-1970-AB2C7643E778}"/>
                </a:ext>
              </a:extLst>
            </p:cNvPr>
            <p:cNvSpPr/>
            <p:nvPr/>
          </p:nvSpPr>
          <p:spPr>
            <a:xfrm>
              <a:off x="5878343" y="2037089"/>
              <a:ext cx="222717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ja-JP" altLang="en-US" sz="1600" b="1">
                  <a:solidFill>
                    <a:schemeClr val="bg1"/>
                  </a:solidFill>
                  <a:latin typeface="+mn-ea"/>
                </a:rPr>
                <a:t>③どういう状態が理想？</a:t>
              </a:r>
              <a:endParaRPr sz="1600" b="1">
                <a:solidFill>
                  <a:schemeClr val="bg1"/>
                </a:solidFill>
                <a:latin typeface="+mn-ea"/>
              </a:endParaRPr>
            </a:p>
          </p:txBody>
        </p:sp>
      </p:grpSp>
      <p:grpSp>
        <p:nvGrpSpPr>
          <p:cNvPr id="23" name="グループ化 22">
            <a:extLst>
              <a:ext uri="{FF2B5EF4-FFF2-40B4-BE49-F238E27FC236}">
                <a16:creationId xmlns:a16="http://schemas.microsoft.com/office/drawing/2014/main" id="{7C0E2CB7-4CB1-9F72-C387-38DB25D71C9D}"/>
              </a:ext>
            </a:extLst>
          </p:cNvPr>
          <p:cNvGrpSpPr/>
          <p:nvPr/>
        </p:nvGrpSpPr>
        <p:grpSpPr>
          <a:xfrm>
            <a:off x="9054106" y="2340759"/>
            <a:ext cx="2227173" cy="1084985"/>
            <a:chOff x="8921796" y="2045039"/>
            <a:chExt cx="2227173" cy="1084985"/>
          </a:xfrm>
        </p:grpSpPr>
        <p:sp>
          <p:nvSpPr>
            <p:cNvPr id="14" name="New shape">
              <a:extLst>
                <a:ext uri="{FF2B5EF4-FFF2-40B4-BE49-F238E27FC236}">
                  <a16:creationId xmlns:a16="http://schemas.microsoft.com/office/drawing/2014/main" id="{23A6A042-FF6B-AA7B-4F52-40C3E5C919AA}"/>
                </a:ext>
              </a:extLst>
            </p:cNvPr>
            <p:cNvSpPr/>
            <p:nvPr/>
          </p:nvSpPr>
          <p:spPr>
            <a:xfrm>
              <a:off x="8921796" y="2045039"/>
              <a:ext cx="222717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pPr algn="ctr"/>
              <a:endParaRPr lang="en-US" altLang="ja-JP" sz="1400">
                <a:latin typeface="+mn-ea"/>
              </a:endParaRPr>
            </a:p>
            <a:p>
              <a:pPr algn="ctr"/>
              <a:r>
                <a:rPr lang="ja-JP" altLang="en-US" sz="1400">
                  <a:latin typeface="+mn-ea"/>
                </a:rPr>
                <a:t>ロボットが移動を代替し、映像を届けられるようにする</a:t>
              </a:r>
              <a:endParaRPr sz="1400">
                <a:latin typeface="+mn-ea"/>
              </a:endParaRPr>
            </a:p>
          </p:txBody>
        </p:sp>
        <p:sp>
          <p:nvSpPr>
            <p:cNvPr id="15" name="New shape">
              <a:extLst>
                <a:ext uri="{FF2B5EF4-FFF2-40B4-BE49-F238E27FC236}">
                  <a16:creationId xmlns:a16="http://schemas.microsoft.com/office/drawing/2014/main" id="{94A3CE71-8DF9-3363-EDBA-5226D59B1E3A}"/>
                </a:ext>
              </a:extLst>
            </p:cNvPr>
            <p:cNvSpPr/>
            <p:nvPr/>
          </p:nvSpPr>
          <p:spPr>
            <a:xfrm>
              <a:off x="8921796" y="2045039"/>
              <a:ext cx="222717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ja-JP" altLang="en-US" sz="1600" b="1">
                  <a:solidFill>
                    <a:schemeClr val="bg1"/>
                  </a:solidFill>
                  <a:latin typeface="+mn-ea"/>
                </a:rPr>
                <a:t>④</a:t>
              </a:r>
              <a:r>
                <a:rPr lang="en-US" altLang="ja-JP" sz="1600" b="1">
                  <a:solidFill>
                    <a:schemeClr val="bg1"/>
                  </a:solidFill>
                  <a:latin typeface="+mn-ea"/>
                </a:rPr>
                <a:t>IT</a:t>
              </a:r>
              <a:r>
                <a:rPr lang="ja-JP" altLang="en-US" sz="1600" b="1">
                  <a:solidFill>
                    <a:schemeClr val="bg1"/>
                  </a:solidFill>
                  <a:latin typeface="+mn-ea"/>
                </a:rPr>
                <a:t>でどう支援する？</a:t>
              </a:r>
              <a:endParaRPr sz="1600" b="1">
                <a:solidFill>
                  <a:schemeClr val="bg1"/>
                </a:solidFill>
                <a:latin typeface="+mn-ea"/>
              </a:endParaRPr>
            </a:p>
          </p:txBody>
        </p:sp>
      </p:grpSp>
      <p:sp>
        <p:nvSpPr>
          <p:cNvPr id="16" name="二等辺三角形 15">
            <a:extLst>
              <a:ext uri="{FF2B5EF4-FFF2-40B4-BE49-F238E27FC236}">
                <a16:creationId xmlns:a16="http://schemas.microsoft.com/office/drawing/2014/main" id="{93B98129-99E5-9CED-7E83-F0AC648D915B}"/>
              </a:ext>
            </a:extLst>
          </p:cNvPr>
          <p:cNvSpPr/>
          <p:nvPr/>
        </p:nvSpPr>
        <p:spPr>
          <a:xfrm rot="5400000">
            <a:off x="3018771" y="2787639"/>
            <a:ext cx="274609" cy="251282"/>
          </a:xfrm>
          <a:prstGeom prst="triangle">
            <a:avLst/>
          </a:prstGeom>
          <a:solidFill>
            <a:schemeClr val="accent2">
              <a:lumMod val="20000"/>
              <a:lumOff val="80000"/>
            </a:schemeClr>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8" name="二等辺三角形 17">
            <a:extLst>
              <a:ext uri="{FF2B5EF4-FFF2-40B4-BE49-F238E27FC236}">
                <a16:creationId xmlns:a16="http://schemas.microsoft.com/office/drawing/2014/main" id="{39D105EB-F880-E94B-611D-9637E48EE413}"/>
              </a:ext>
            </a:extLst>
          </p:cNvPr>
          <p:cNvSpPr/>
          <p:nvPr/>
        </p:nvSpPr>
        <p:spPr>
          <a:xfrm rot="5400000">
            <a:off x="5823418" y="2787639"/>
            <a:ext cx="274609" cy="251282"/>
          </a:xfrm>
          <a:prstGeom prst="triangle">
            <a:avLst/>
          </a:prstGeom>
          <a:solidFill>
            <a:schemeClr val="accent2">
              <a:lumMod val="20000"/>
              <a:lumOff val="80000"/>
            </a:schemeClr>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19" name="二等辺三角形 18">
            <a:extLst>
              <a:ext uri="{FF2B5EF4-FFF2-40B4-BE49-F238E27FC236}">
                <a16:creationId xmlns:a16="http://schemas.microsoft.com/office/drawing/2014/main" id="{5FD3D051-697E-85D5-718A-EED7FC64E396}"/>
              </a:ext>
            </a:extLst>
          </p:cNvPr>
          <p:cNvSpPr/>
          <p:nvPr/>
        </p:nvSpPr>
        <p:spPr>
          <a:xfrm rot="5400000">
            <a:off x="8628065" y="2787639"/>
            <a:ext cx="274609" cy="251282"/>
          </a:xfrm>
          <a:prstGeom prst="triangle">
            <a:avLst/>
          </a:prstGeom>
          <a:solidFill>
            <a:schemeClr val="accent2">
              <a:lumMod val="20000"/>
              <a:lumOff val="80000"/>
            </a:schemeClr>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err="1">
              <a:solidFill>
                <a:schemeClr val="tx1"/>
              </a:solidFill>
            </a:endParaRPr>
          </a:p>
        </p:txBody>
      </p:sp>
      <p:sp>
        <p:nvSpPr>
          <p:cNvPr id="25" name="テキスト ボックス 24">
            <a:extLst>
              <a:ext uri="{FF2B5EF4-FFF2-40B4-BE49-F238E27FC236}">
                <a16:creationId xmlns:a16="http://schemas.microsoft.com/office/drawing/2014/main" id="{DD1DC949-A73B-6DE7-A4BB-31099187A5C2}"/>
              </a:ext>
            </a:extLst>
          </p:cNvPr>
          <p:cNvSpPr txBox="1"/>
          <p:nvPr/>
        </p:nvSpPr>
        <p:spPr>
          <a:xfrm>
            <a:off x="370800" y="1837818"/>
            <a:ext cx="6094602" cy="369332"/>
          </a:xfrm>
          <a:prstGeom prst="rect">
            <a:avLst/>
          </a:prstGeom>
          <a:noFill/>
        </p:spPr>
        <p:txBody>
          <a:bodyPr wrap="square">
            <a:spAutoFit/>
          </a:bodyPr>
          <a:lstStyle/>
          <a:p>
            <a:r>
              <a:rPr lang="ja-JP" altLang="en-US" u="sng"/>
              <a:t>課題例）歩行が困難で旅行に行くのが難しい</a:t>
            </a:r>
            <a:endParaRPr lang="en-US" altLang="ja-JP" u="sng"/>
          </a:p>
        </p:txBody>
      </p:sp>
    </p:spTree>
    <p:extLst>
      <p:ext uri="{BB962C8B-B14F-4D97-AF65-F5344CB8AC3E}">
        <p14:creationId xmlns:p14="http://schemas.microsoft.com/office/powerpoint/2010/main" val="391579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D820-2D47-F6F0-E48C-3F2B40D09303}"/>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B3B64D9D-17E1-6C1C-493B-9C5621526EB8}"/>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②</a:t>
            </a:r>
            <a:r>
              <a:rPr lang="en-US" altLang="ja-JP"/>
              <a:t>-1 </a:t>
            </a:r>
            <a:r>
              <a:rPr lang="ja-JP" altLang="en-US"/>
              <a:t>創出したアイデアに関する調査・確認</a:t>
            </a:r>
            <a:endParaRPr lang="en-US" altLang="ja-JP"/>
          </a:p>
        </p:txBody>
      </p:sp>
      <p:sp>
        <p:nvSpPr>
          <p:cNvPr id="2" name="コンテンツ プレースホルダー 5">
            <a:extLst>
              <a:ext uri="{FF2B5EF4-FFF2-40B4-BE49-F238E27FC236}">
                <a16:creationId xmlns:a16="http://schemas.microsoft.com/office/drawing/2014/main" id="{3146B06C-C4CC-5BB7-22EA-62F9DB9577D3}"/>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STEP</a:t>
            </a:r>
            <a:r>
              <a:rPr lang="ja-JP" altLang="en-US"/>
              <a:t>①で考えたアイデアに対し、以下の観点を確認してください。</a:t>
            </a:r>
            <a:endParaRPr lang="en-US" altLang="ja-JP"/>
          </a:p>
          <a:p>
            <a:endParaRPr lang="en-US" altLang="ja-JP"/>
          </a:p>
          <a:p>
            <a:r>
              <a:rPr lang="ja-JP" altLang="en-US" b="1" u="sng"/>
              <a:t>１）既存事例</a:t>
            </a:r>
            <a:r>
              <a:rPr lang="en-US" altLang="ja-JP" b="1" u="sng"/>
              <a:t>/</a:t>
            </a:r>
            <a:r>
              <a:rPr lang="ja-JP" altLang="en-US" b="1" u="sng"/>
              <a:t>類似事例が無いか</a:t>
            </a:r>
            <a:endParaRPr lang="en-US" altLang="ja-JP" b="1" u="sng"/>
          </a:p>
          <a:p>
            <a:r>
              <a:rPr lang="ja-JP" altLang="en-US"/>
              <a:t>思いついたアイデアは既に実現している可能性があります。ネット検索や生成</a:t>
            </a:r>
            <a:r>
              <a:rPr lang="en-US" altLang="ja-JP"/>
              <a:t>AI</a:t>
            </a:r>
            <a:r>
              <a:rPr lang="ja-JP" altLang="en-US"/>
              <a:t>で同様の事例が無いか調べてください。</a:t>
            </a:r>
            <a:endParaRPr lang="en-US" altLang="ja-JP"/>
          </a:p>
          <a:p>
            <a:r>
              <a:rPr lang="en-US" altLang="ja-JP"/>
              <a:t>※</a:t>
            </a:r>
            <a:r>
              <a:rPr lang="ja-JP" altLang="en-US"/>
              <a:t>既存事例</a:t>
            </a:r>
            <a:r>
              <a:rPr lang="en-US" altLang="ja-JP"/>
              <a:t>/</a:t>
            </a:r>
            <a:r>
              <a:rPr lang="ja-JP" altLang="en-US"/>
              <a:t>類似事例があるから</a:t>
            </a:r>
            <a:r>
              <a:rPr lang="en-US" altLang="ja-JP"/>
              <a:t>NG</a:t>
            </a:r>
            <a:r>
              <a:rPr lang="ja-JP" altLang="en-US"/>
              <a:t>というわけではありません。なぜその事例は広まっていないのか？より良い方法は無いか？など分析してオリジナリティのあるアイデアにしましょう。</a:t>
            </a:r>
            <a:endParaRPr lang="en-US" altLang="ja-JP"/>
          </a:p>
          <a:p>
            <a:endParaRPr lang="en-US" altLang="ja-JP"/>
          </a:p>
          <a:p>
            <a:r>
              <a:rPr lang="ja-JP" altLang="en-US" b="1" u="sng"/>
              <a:t>２）実現可能か</a:t>
            </a:r>
            <a:endParaRPr lang="en-US" altLang="ja-JP" b="1" u="sng"/>
          </a:p>
          <a:p>
            <a:r>
              <a:rPr lang="ja-JP" altLang="en-US"/>
              <a:t>いくら画期的なアイデアでも、実現できなければ意味がありません。技術面やコスト面からそのアイデアは実現可能か、よく検討してください。</a:t>
            </a:r>
            <a:endParaRPr lang="en-US" altLang="ja-JP"/>
          </a:p>
          <a:p>
            <a:endParaRPr lang="en-US" altLang="ja-JP"/>
          </a:p>
          <a:p>
            <a:r>
              <a:rPr lang="ja-JP" altLang="en-US" b="1" u="sng"/>
              <a:t>３）ビジネスとして成立するか</a:t>
            </a:r>
            <a:endParaRPr lang="en-US" altLang="ja-JP" b="1" u="sng"/>
          </a:p>
          <a:p>
            <a:r>
              <a:rPr lang="ja-JP" altLang="en-US"/>
              <a:t>企業として活動を行う以上、利益を生み出さなければなりません。実現するためのコスト、収益化の仕組みを検討し、ビジネスとして成り立つアイデアを提案してください。</a:t>
            </a:r>
            <a:endParaRPr lang="en-US" altLang="ja-JP"/>
          </a:p>
          <a:p>
            <a:endParaRPr lang="en-US" altLang="ja-JP"/>
          </a:p>
          <a:p>
            <a:r>
              <a:rPr lang="ja-JP" altLang="en-US" b="1" u="sng"/>
              <a:t>４）社会への影響</a:t>
            </a:r>
            <a:endParaRPr lang="en-US" altLang="ja-JP" b="1" u="sng"/>
          </a:p>
          <a:p>
            <a:r>
              <a:rPr lang="en-US" altLang="ja-JP"/>
              <a:t>“social designer”</a:t>
            </a:r>
            <a:r>
              <a:rPr lang="ja-JP" altLang="en-US"/>
              <a:t>として社会への影響を考慮してください。デジタル弱者は？地方格差は？雇用は？など</a:t>
            </a:r>
            <a:r>
              <a:rPr lang="en-US" altLang="ja-JP"/>
              <a:t>…</a:t>
            </a:r>
          </a:p>
        </p:txBody>
      </p:sp>
    </p:spTree>
    <p:extLst>
      <p:ext uri="{BB962C8B-B14F-4D97-AF65-F5344CB8AC3E}">
        <p14:creationId xmlns:p14="http://schemas.microsoft.com/office/powerpoint/2010/main" val="208672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CBE72-0FCB-97D4-87A7-EA05AA9EE10B}"/>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29716A4E-64CA-52A5-BECB-853F1980CFE6}"/>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②</a:t>
            </a:r>
            <a:r>
              <a:rPr lang="en-US" altLang="ja-JP"/>
              <a:t>-2 </a:t>
            </a:r>
            <a:r>
              <a:rPr lang="ja-JP" altLang="en-US"/>
              <a:t>環境分析</a:t>
            </a:r>
          </a:p>
        </p:txBody>
      </p:sp>
      <p:sp>
        <p:nvSpPr>
          <p:cNvPr id="2" name="コンテンツ プレースホルダー 5">
            <a:extLst>
              <a:ext uri="{FF2B5EF4-FFF2-40B4-BE49-F238E27FC236}">
                <a16:creationId xmlns:a16="http://schemas.microsoft.com/office/drawing/2014/main" id="{51AE6BBA-C4D3-3564-1392-AB5CC210354F}"/>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提案にあたっては、企業を取り巻く環境や強み・弱みについて知ることも大切です。</a:t>
            </a:r>
            <a:endParaRPr lang="en-US" altLang="ja-JP"/>
          </a:p>
          <a:p>
            <a:r>
              <a:rPr lang="ja-JP" altLang="en-US"/>
              <a:t>以下に定番の分析手法を紹介するため、うまく活用してください。（必ずしも全てを用いる必要はありません）</a:t>
            </a:r>
            <a:endParaRPr lang="en-US" altLang="ja-JP"/>
          </a:p>
        </p:txBody>
      </p:sp>
      <p:graphicFrame>
        <p:nvGraphicFramePr>
          <p:cNvPr id="3" name="表 2">
            <a:extLst>
              <a:ext uri="{FF2B5EF4-FFF2-40B4-BE49-F238E27FC236}">
                <a16:creationId xmlns:a16="http://schemas.microsoft.com/office/drawing/2014/main" id="{1A27227B-6F16-EEAE-CC24-22BBB1C672FB}"/>
              </a:ext>
            </a:extLst>
          </p:cNvPr>
          <p:cNvGraphicFramePr>
            <a:graphicFrameLocks noGrp="1"/>
          </p:cNvGraphicFramePr>
          <p:nvPr>
            <p:extLst>
              <p:ext uri="{D42A27DB-BD31-4B8C-83A1-F6EECF244321}">
                <p14:modId xmlns:p14="http://schemas.microsoft.com/office/powerpoint/2010/main" val="928051201"/>
              </p:ext>
            </p:extLst>
          </p:nvPr>
        </p:nvGraphicFramePr>
        <p:xfrm>
          <a:off x="1685118" y="2837250"/>
          <a:ext cx="8128000" cy="1508760"/>
        </p:xfrm>
        <a:graphic>
          <a:graphicData uri="http://schemas.openxmlformats.org/drawingml/2006/table">
            <a:tbl>
              <a:tblPr firstRow="1" bandRow="1">
                <a:tableStyleId>{21E4AEA4-8DFA-4A89-87EB-49C32662AFE0}</a:tableStyleId>
              </a:tblPr>
              <a:tblGrid>
                <a:gridCol w="2506444">
                  <a:extLst>
                    <a:ext uri="{9D8B030D-6E8A-4147-A177-3AD203B41FA5}">
                      <a16:colId xmlns:a16="http://schemas.microsoft.com/office/drawing/2014/main" val="2272499636"/>
                    </a:ext>
                  </a:extLst>
                </a:gridCol>
                <a:gridCol w="5621556">
                  <a:extLst>
                    <a:ext uri="{9D8B030D-6E8A-4147-A177-3AD203B41FA5}">
                      <a16:colId xmlns:a16="http://schemas.microsoft.com/office/drawing/2014/main" val="3901229672"/>
                    </a:ext>
                  </a:extLst>
                </a:gridCol>
              </a:tblGrid>
              <a:tr h="370840">
                <a:tc>
                  <a:txBody>
                    <a:bodyPr/>
                    <a:lstStyle/>
                    <a:p>
                      <a:pPr algn="ctr"/>
                      <a:r>
                        <a:rPr kumimoji="1" lang="ja-JP" altLang="en-US" sz="2000"/>
                        <a:t>フレームワーク</a:t>
                      </a:r>
                    </a:p>
                  </a:txBody>
                  <a:tcPr/>
                </a:tc>
                <a:tc>
                  <a:txBody>
                    <a:bodyPr/>
                    <a:lstStyle/>
                    <a:p>
                      <a:pPr algn="ctr"/>
                      <a:r>
                        <a:rPr kumimoji="1" lang="ja-JP" altLang="en-US" sz="2000"/>
                        <a:t>説明</a:t>
                      </a:r>
                    </a:p>
                  </a:txBody>
                  <a:tcPr/>
                </a:tc>
                <a:extLst>
                  <a:ext uri="{0D108BD9-81ED-4DB2-BD59-A6C34878D82A}">
                    <a16:rowId xmlns:a16="http://schemas.microsoft.com/office/drawing/2014/main" val="2948878727"/>
                  </a:ext>
                </a:extLst>
              </a:tr>
              <a:tr h="370840">
                <a:tc>
                  <a:txBody>
                    <a:bodyPr/>
                    <a:lstStyle/>
                    <a:p>
                      <a:r>
                        <a:rPr kumimoji="1" lang="en-US" altLang="ja-JP" sz="1800">
                          <a:latin typeface="+mn-ea"/>
                          <a:ea typeface="+mn-ea"/>
                        </a:rPr>
                        <a:t>PEST</a:t>
                      </a:r>
                      <a:r>
                        <a:rPr kumimoji="1" lang="ja-JP" altLang="en-US" sz="1800">
                          <a:latin typeface="+mn-ea"/>
                          <a:ea typeface="+mn-ea"/>
                        </a:rPr>
                        <a:t>分析</a:t>
                      </a:r>
                    </a:p>
                  </a:txBody>
                  <a:tcPr/>
                </a:tc>
                <a:tc>
                  <a:txBody>
                    <a:bodyPr/>
                    <a:lstStyle/>
                    <a:p>
                      <a:r>
                        <a:rPr kumimoji="1" lang="ja-JP" altLang="en-US" sz="1800">
                          <a:latin typeface="+mn-ea"/>
                          <a:ea typeface="+mn-ea"/>
                        </a:rPr>
                        <a:t>企業を取り巻く「社会の変化」を</a:t>
                      </a:r>
                      <a:r>
                        <a:rPr kumimoji="1" lang="en-US" altLang="ja-JP" sz="1800">
                          <a:latin typeface="+mn-ea"/>
                          <a:ea typeface="+mn-ea"/>
                        </a:rPr>
                        <a:t>4</a:t>
                      </a:r>
                      <a:r>
                        <a:rPr kumimoji="1" lang="ja-JP" altLang="en-US" sz="1800">
                          <a:latin typeface="+mn-ea"/>
                          <a:ea typeface="+mn-ea"/>
                        </a:rPr>
                        <a:t>つの観点で整理する</a:t>
                      </a:r>
                    </a:p>
                  </a:txBody>
                  <a:tcPr/>
                </a:tc>
                <a:extLst>
                  <a:ext uri="{0D108BD9-81ED-4DB2-BD59-A6C34878D82A}">
                    <a16:rowId xmlns:a16="http://schemas.microsoft.com/office/drawing/2014/main" val="806124447"/>
                  </a:ext>
                </a:extLst>
              </a:tr>
              <a:tr h="370840">
                <a:tc>
                  <a:txBody>
                    <a:bodyPr/>
                    <a:lstStyle/>
                    <a:p>
                      <a:r>
                        <a:rPr kumimoji="1" lang="en-US" altLang="ja-JP" sz="1800">
                          <a:latin typeface="+mn-ea"/>
                          <a:ea typeface="+mn-ea"/>
                        </a:rPr>
                        <a:t>3C</a:t>
                      </a:r>
                      <a:r>
                        <a:rPr kumimoji="1" lang="ja-JP" altLang="en-US" sz="1800">
                          <a:latin typeface="+mn-ea"/>
                          <a:ea typeface="+mn-ea"/>
                        </a:rPr>
                        <a:t>分析</a:t>
                      </a:r>
                    </a:p>
                  </a:txBody>
                  <a:tcPr/>
                </a:tc>
                <a:tc>
                  <a:txBody>
                    <a:bodyPr/>
                    <a:lstStyle/>
                    <a:p>
                      <a:r>
                        <a:rPr kumimoji="1" lang="ja-JP" altLang="en-US" sz="1800">
                          <a:latin typeface="+mn-ea"/>
                          <a:ea typeface="+mn-ea"/>
                        </a:rPr>
                        <a:t>企業を取り巻く関係者を</a:t>
                      </a:r>
                      <a:r>
                        <a:rPr kumimoji="1" lang="en-US" altLang="ja-JP" sz="1800">
                          <a:latin typeface="+mn-ea"/>
                          <a:ea typeface="+mn-ea"/>
                        </a:rPr>
                        <a:t>3</a:t>
                      </a:r>
                      <a:r>
                        <a:rPr kumimoji="1" lang="ja-JP" altLang="en-US" sz="1800">
                          <a:latin typeface="+mn-ea"/>
                          <a:ea typeface="+mn-ea"/>
                        </a:rPr>
                        <a:t>つの視点で整理する</a:t>
                      </a:r>
                    </a:p>
                  </a:txBody>
                  <a:tcPr/>
                </a:tc>
                <a:extLst>
                  <a:ext uri="{0D108BD9-81ED-4DB2-BD59-A6C34878D82A}">
                    <a16:rowId xmlns:a16="http://schemas.microsoft.com/office/drawing/2014/main" val="2580154602"/>
                  </a:ext>
                </a:extLst>
              </a:tr>
              <a:tr h="370840">
                <a:tc>
                  <a:txBody>
                    <a:bodyPr/>
                    <a:lstStyle/>
                    <a:p>
                      <a:r>
                        <a:rPr kumimoji="1" lang="en-US" altLang="ja-JP" sz="1800">
                          <a:latin typeface="+mn-ea"/>
                          <a:ea typeface="+mn-ea"/>
                        </a:rPr>
                        <a:t>SWOT</a:t>
                      </a:r>
                      <a:r>
                        <a:rPr kumimoji="1" lang="ja-JP" altLang="en-US" sz="1800">
                          <a:latin typeface="+mn-ea"/>
                          <a:ea typeface="+mn-ea"/>
                        </a:rPr>
                        <a:t>分析</a:t>
                      </a:r>
                    </a:p>
                  </a:txBody>
                  <a:tcPr/>
                </a:tc>
                <a:tc>
                  <a:txBody>
                    <a:bodyPr/>
                    <a:lstStyle/>
                    <a:p>
                      <a:r>
                        <a:rPr kumimoji="1" lang="ja-JP" altLang="en-US" sz="1800">
                          <a:latin typeface="+mn-ea"/>
                          <a:ea typeface="+mn-ea"/>
                        </a:rPr>
                        <a:t>企業の現状を</a:t>
                      </a:r>
                      <a:r>
                        <a:rPr kumimoji="1" lang="en-US" altLang="ja-JP" sz="1800">
                          <a:latin typeface="+mn-ea"/>
                          <a:ea typeface="+mn-ea"/>
                        </a:rPr>
                        <a:t>4</a:t>
                      </a:r>
                      <a:r>
                        <a:rPr kumimoji="1" lang="ja-JP" altLang="en-US" sz="1800">
                          <a:latin typeface="+mn-ea"/>
                          <a:ea typeface="+mn-ea"/>
                        </a:rPr>
                        <a:t>つの視点で整理する</a:t>
                      </a:r>
                    </a:p>
                  </a:txBody>
                  <a:tcPr/>
                </a:tc>
                <a:extLst>
                  <a:ext uri="{0D108BD9-81ED-4DB2-BD59-A6C34878D82A}">
                    <a16:rowId xmlns:a16="http://schemas.microsoft.com/office/drawing/2014/main" val="1477035596"/>
                  </a:ext>
                </a:extLst>
              </a:tr>
            </a:tbl>
          </a:graphicData>
        </a:graphic>
      </p:graphicFrame>
    </p:spTree>
    <p:extLst>
      <p:ext uri="{BB962C8B-B14F-4D97-AF65-F5344CB8AC3E}">
        <p14:creationId xmlns:p14="http://schemas.microsoft.com/office/powerpoint/2010/main" val="196760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55FD2-6F2F-F1B6-8562-62101D4D5317}"/>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51087274-A1FB-9A7F-D5E8-663FDC73B8A7}"/>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ja-JP" altLang="en-US"/>
              <a:t>（参考）</a:t>
            </a:r>
            <a:r>
              <a:rPr lang="en-US" altLang="ja-JP"/>
              <a:t>PEST</a:t>
            </a:r>
            <a:r>
              <a:rPr lang="ja-JP" altLang="en-US"/>
              <a:t>分析</a:t>
            </a:r>
          </a:p>
        </p:txBody>
      </p:sp>
      <p:sp>
        <p:nvSpPr>
          <p:cNvPr id="2" name="コンテンツ プレースホルダー 5">
            <a:extLst>
              <a:ext uri="{FF2B5EF4-FFF2-40B4-BE49-F238E27FC236}">
                <a16:creationId xmlns:a16="http://schemas.microsoft.com/office/drawing/2014/main" id="{F23D7515-3686-B081-D178-F652B76A9BB3}"/>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PEST</a:t>
            </a:r>
            <a:r>
              <a:rPr lang="ja-JP" altLang="en-US"/>
              <a:t>分析は、企業を取り巻く「社会の変化」を</a:t>
            </a:r>
            <a:r>
              <a:rPr lang="en-US" altLang="ja-JP"/>
              <a:t>4</a:t>
            </a:r>
            <a:r>
              <a:rPr lang="ja-JP" altLang="en-US"/>
              <a:t>つの観点で整理するフレームワーク。</a:t>
            </a:r>
            <a:endParaRPr lang="en-US" altLang="ja-JP"/>
          </a:p>
          <a:p>
            <a:r>
              <a:rPr lang="ja-JP" altLang="en-US"/>
              <a:t>企業内部ではなく、</a:t>
            </a:r>
            <a:r>
              <a:rPr lang="ja-JP" altLang="en-US" b="1"/>
              <a:t>自社ではコントロールできない外部要因</a:t>
            </a:r>
            <a:r>
              <a:rPr lang="ja-JP" altLang="en-US"/>
              <a:t>を把握することが目的。</a:t>
            </a:r>
            <a:endParaRPr lang="en-US" altLang="ja-JP"/>
          </a:p>
        </p:txBody>
      </p:sp>
      <p:sp>
        <p:nvSpPr>
          <p:cNvPr id="175" name="New shape">
            <a:extLst>
              <a:ext uri="{FF2B5EF4-FFF2-40B4-BE49-F238E27FC236}">
                <a16:creationId xmlns:a16="http://schemas.microsoft.com/office/drawing/2014/main" id="{343382B4-CF87-53EF-F86B-1427400A8986}"/>
              </a:ext>
            </a:extLst>
          </p:cNvPr>
          <p:cNvSpPr/>
          <p:nvPr/>
        </p:nvSpPr>
        <p:spPr>
          <a:xfrm>
            <a:off x="1767424" y="2048176"/>
            <a:ext cx="417603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endParaRPr lang="en-US" altLang="ja-JP" sz="1400">
              <a:latin typeface="+mn-ea"/>
            </a:endParaRPr>
          </a:p>
          <a:p>
            <a:r>
              <a:rPr lang="ja-JP" altLang="en-US" sz="1400">
                <a:latin typeface="+mn-ea"/>
              </a:rPr>
              <a:t>〇高齢者福祉政策の強化</a:t>
            </a:r>
            <a:endParaRPr lang="en-US" altLang="ja-JP" sz="1400">
              <a:latin typeface="+mn-ea"/>
            </a:endParaRPr>
          </a:p>
          <a:p>
            <a:r>
              <a:rPr lang="ja-JP" altLang="en-US" sz="1400">
                <a:latin typeface="+mn-ea"/>
              </a:rPr>
              <a:t>→高齢者向けサービスの需要増加</a:t>
            </a:r>
            <a:endParaRPr sz="1400">
              <a:latin typeface="+mn-ea"/>
            </a:endParaRPr>
          </a:p>
        </p:txBody>
      </p:sp>
      <p:sp>
        <p:nvSpPr>
          <p:cNvPr id="176" name="New shape">
            <a:extLst>
              <a:ext uri="{FF2B5EF4-FFF2-40B4-BE49-F238E27FC236}">
                <a16:creationId xmlns:a16="http://schemas.microsoft.com/office/drawing/2014/main" id="{6D8BD50F-3862-A871-32E3-4DCC160EA896}"/>
              </a:ext>
            </a:extLst>
          </p:cNvPr>
          <p:cNvSpPr/>
          <p:nvPr/>
        </p:nvSpPr>
        <p:spPr>
          <a:xfrm>
            <a:off x="1767424" y="2048176"/>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en-US" sz="1600">
                <a:solidFill>
                  <a:schemeClr val="bg1"/>
                </a:solidFill>
                <a:latin typeface="+mn-ea"/>
              </a:rPr>
              <a:t>Politics</a:t>
            </a:r>
            <a:r>
              <a:rPr lang="ja-JP" altLang="en-US" sz="1600">
                <a:solidFill>
                  <a:schemeClr val="bg1"/>
                </a:solidFill>
                <a:latin typeface="+mn-ea"/>
              </a:rPr>
              <a:t>（政治）</a:t>
            </a:r>
            <a:endParaRPr sz="1600">
              <a:solidFill>
                <a:schemeClr val="bg1"/>
              </a:solidFill>
              <a:latin typeface="+mn-ea"/>
            </a:endParaRPr>
          </a:p>
        </p:txBody>
      </p:sp>
      <p:sp>
        <p:nvSpPr>
          <p:cNvPr id="183" name="New shape">
            <a:extLst>
              <a:ext uri="{FF2B5EF4-FFF2-40B4-BE49-F238E27FC236}">
                <a16:creationId xmlns:a16="http://schemas.microsoft.com/office/drawing/2014/main" id="{A5151269-7A25-9DBF-84E5-C132FA2C8EA7}"/>
              </a:ext>
            </a:extLst>
          </p:cNvPr>
          <p:cNvSpPr/>
          <p:nvPr/>
        </p:nvSpPr>
        <p:spPr>
          <a:xfrm>
            <a:off x="1767424" y="3429000"/>
            <a:ext cx="417603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FFBF0"/>
          </a:solidFill>
          <a:ln w="25400">
            <a:solidFill>
              <a:srgbClr val="FFCC80"/>
            </a:solidFill>
          </a:ln>
        </p:spPr>
        <p:txBody>
          <a:bodyPr rtlCol="0" anchor="ctr"/>
          <a:lstStyle/>
          <a:p>
            <a:endParaRPr lang="en-US" altLang="ja-JP" sz="1400">
              <a:latin typeface="+mn-ea"/>
            </a:endParaRPr>
          </a:p>
          <a:p>
            <a:r>
              <a:rPr lang="ja-JP" altLang="en-US" sz="1400">
                <a:latin typeface="+mn-ea"/>
              </a:rPr>
              <a:t>〇少子高齢化、独居高齢者の増加</a:t>
            </a:r>
            <a:endParaRPr lang="en-US" altLang="ja-JP" sz="1400">
              <a:latin typeface="+mn-ea"/>
            </a:endParaRPr>
          </a:p>
          <a:p>
            <a:r>
              <a:rPr lang="ja-JP" altLang="en-US" sz="1400">
                <a:latin typeface="+mn-ea"/>
              </a:rPr>
              <a:t>→移動困難者の増加、孤独感</a:t>
            </a:r>
            <a:endParaRPr sz="1400">
              <a:latin typeface="+mn-ea"/>
            </a:endParaRPr>
          </a:p>
        </p:txBody>
      </p:sp>
      <p:sp>
        <p:nvSpPr>
          <p:cNvPr id="184" name="New shape">
            <a:extLst>
              <a:ext uri="{FF2B5EF4-FFF2-40B4-BE49-F238E27FC236}">
                <a16:creationId xmlns:a16="http://schemas.microsoft.com/office/drawing/2014/main" id="{2E7A1782-B9AD-E584-EC37-1187CCF9AEB5}"/>
              </a:ext>
            </a:extLst>
          </p:cNvPr>
          <p:cNvSpPr/>
          <p:nvPr/>
        </p:nvSpPr>
        <p:spPr>
          <a:xfrm>
            <a:off x="1767424" y="3429000"/>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F59E0B"/>
          </a:solidFill>
        </p:spPr>
        <p:txBody>
          <a:bodyPr rtlCol="0" anchor="ctr"/>
          <a:lstStyle/>
          <a:p>
            <a:pPr algn="ctr"/>
            <a:r>
              <a:rPr lang="en-US" altLang="ja-JP" sz="1600">
                <a:solidFill>
                  <a:schemeClr val="bg1"/>
                </a:solidFill>
                <a:latin typeface="+mn-ea"/>
              </a:rPr>
              <a:t>Society</a:t>
            </a:r>
            <a:r>
              <a:rPr lang="ja-JP" altLang="en-US" sz="1600">
                <a:solidFill>
                  <a:schemeClr val="bg1"/>
                </a:solidFill>
                <a:latin typeface="+mn-ea"/>
              </a:rPr>
              <a:t>（社会）</a:t>
            </a:r>
            <a:endParaRPr sz="1600">
              <a:solidFill>
                <a:schemeClr val="bg1"/>
              </a:solidFill>
              <a:latin typeface="+mn-ea"/>
            </a:endParaRPr>
          </a:p>
        </p:txBody>
      </p:sp>
      <p:sp>
        <p:nvSpPr>
          <p:cNvPr id="185" name="New shape">
            <a:extLst>
              <a:ext uri="{FF2B5EF4-FFF2-40B4-BE49-F238E27FC236}">
                <a16:creationId xmlns:a16="http://schemas.microsoft.com/office/drawing/2014/main" id="{DA83BDAE-EFC8-D577-A5E6-F50AD2303BA2}"/>
              </a:ext>
            </a:extLst>
          </p:cNvPr>
          <p:cNvSpPr/>
          <p:nvPr/>
        </p:nvSpPr>
        <p:spPr>
          <a:xfrm>
            <a:off x="6248543" y="2048176"/>
            <a:ext cx="417603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FF5"/>
          </a:solidFill>
          <a:ln w="25400">
            <a:solidFill>
              <a:srgbClr val="A5D6A7"/>
            </a:solidFill>
          </a:ln>
        </p:spPr>
        <p:txBody>
          <a:bodyPr rtlCol="0" anchor="ctr"/>
          <a:lstStyle/>
          <a:p>
            <a:endParaRPr lang="en-US" altLang="ja-JP" sz="1400">
              <a:latin typeface="+mn-ea"/>
            </a:endParaRPr>
          </a:p>
          <a:p>
            <a:r>
              <a:rPr lang="ja-JP" altLang="en-US" sz="1400">
                <a:latin typeface="+mn-ea"/>
              </a:rPr>
              <a:t>〇物価高・交通費高騰</a:t>
            </a:r>
            <a:endParaRPr lang="en-US" altLang="ja-JP" sz="1400">
              <a:latin typeface="+mn-ea"/>
            </a:endParaRPr>
          </a:p>
          <a:p>
            <a:r>
              <a:rPr lang="ja-JP" altLang="en-US" sz="1400">
                <a:latin typeface="+mn-ea"/>
              </a:rPr>
              <a:t>→実旅行代替ニーズの増加</a:t>
            </a:r>
            <a:endParaRPr sz="1400">
              <a:latin typeface="+mn-ea"/>
            </a:endParaRPr>
          </a:p>
        </p:txBody>
      </p:sp>
      <p:sp>
        <p:nvSpPr>
          <p:cNvPr id="186" name="New shape">
            <a:extLst>
              <a:ext uri="{FF2B5EF4-FFF2-40B4-BE49-F238E27FC236}">
                <a16:creationId xmlns:a16="http://schemas.microsoft.com/office/drawing/2014/main" id="{E769C30D-916D-A4DC-0169-2B227F2C7337}"/>
              </a:ext>
            </a:extLst>
          </p:cNvPr>
          <p:cNvSpPr/>
          <p:nvPr/>
        </p:nvSpPr>
        <p:spPr>
          <a:xfrm>
            <a:off x="6248543" y="2048176"/>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10B981"/>
          </a:solidFill>
        </p:spPr>
        <p:txBody>
          <a:bodyPr rtlCol="0" anchor="ctr"/>
          <a:lstStyle/>
          <a:p>
            <a:pPr algn="ctr"/>
            <a:r>
              <a:rPr lang="en-US" altLang="ja-JP" sz="1600">
                <a:solidFill>
                  <a:schemeClr val="bg1"/>
                </a:solidFill>
                <a:latin typeface="+mn-ea"/>
              </a:rPr>
              <a:t>Economy</a:t>
            </a:r>
            <a:r>
              <a:rPr lang="ja-JP" altLang="en-US" sz="1600">
                <a:solidFill>
                  <a:schemeClr val="bg1"/>
                </a:solidFill>
                <a:latin typeface="+mn-ea"/>
              </a:rPr>
              <a:t>（経済）</a:t>
            </a:r>
            <a:endParaRPr sz="1600">
              <a:solidFill>
                <a:schemeClr val="bg1"/>
              </a:solidFill>
              <a:latin typeface="+mn-ea"/>
            </a:endParaRPr>
          </a:p>
        </p:txBody>
      </p:sp>
      <p:sp>
        <p:nvSpPr>
          <p:cNvPr id="187" name="New shape">
            <a:extLst>
              <a:ext uri="{FF2B5EF4-FFF2-40B4-BE49-F238E27FC236}">
                <a16:creationId xmlns:a16="http://schemas.microsoft.com/office/drawing/2014/main" id="{D833F8A3-61D6-9C2B-764A-97B1556A1958}"/>
              </a:ext>
            </a:extLst>
          </p:cNvPr>
          <p:cNvSpPr/>
          <p:nvPr/>
        </p:nvSpPr>
        <p:spPr>
          <a:xfrm>
            <a:off x="6247868" y="3425738"/>
            <a:ext cx="4176033"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FF5F5"/>
          </a:solidFill>
          <a:ln w="25400">
            <a:solidFill>
              <a:srgbClr val="EF9A9A"/>
            </a:solidFill>
          </a:ln>
        </p:spPr>
        <p:txBody>
          <a:bodyPr rtlCol="0" anchor="ctr"/>
          <a:lstStyle/>
          <a:p>
            <a:endParaRPr lang="en-US" altLang="ja-JP" sz="1400">
              <a:latin typeface="+mn-ea"/>
            </a:endParaRPr>
          </a:p>
          <a:p>
            <a:r>
              <a:rPr lang="ja-JP" altLang="en-US" sz="1400">
                <a:latin typeface="+mn-ea"/>
              </a:rPr>
              <a:t>〇ロボット技術進化、高速通信技術の発展</a:t>
            </a:r>
            <a:endParaRPr lang="en-US" altLang="ja-JP" sz="1400">
              <a:latin typeface="+mn-ea"/>
            </a:endParaRPr>
          </a:p>
          <a:p>
            <a:r>
              <a:rPr lang="ja-JP" altLang="en-US" sz="1400">
                <a:latin typeface="+mn-ea"/>
              </a:rPr>
              <a:t>→遠隔旅行の実現、リアルタイム操作の実現</a:t>
            </a:r>
            <a:endParaRPr sz="1400">
              <a:latin typeface="+mn-ea"/>
            </a:endParaRPr>
          </a:p>
        </p:txBody>
      </p:sp>
      <p:sp>
        <p:nvSpPr>
          <p:cNvPr id="188" name="New shape">
            <a:extLst>
              <a:ext uri="{FF2B5EF4-FFF2-40B4-BE49-F238E27FC236}">
                <a16:creationId xmlns:a16="http://schemas.microsoft.com/office/drawing/2014/main" id="{84986478-EE55-5C0C-2C45-B02353A1A9F2}"/>
              </a:ext>
            </a:extLst>
          </p:cNvPr>
          <p:cNvSpPr/>
          <p:nvPr/>
        </p:nvSpPr>
        <p:spPr>
          <a:xfrm>
            <a:off x="6247868" y="3425738"/>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EF4444"/>
          </a:solidFill>
        </p:spPr>
        <p:txBody>
          <a:bodyPr rtlCol="0" anchor="ctr"/>
          <a:lstStyle/>
          <a:p>
            <a:pPr algn="ctr"/>
            <a:r>
              <a:rPr lang="en-US" altLang="ja-JP" sz="1600">
                <a:solidFill>
                  <a:schemeClr val="bg1"/>
                </a:solidFill>
                <a:latin typeface="+mn-ea"/>
              </a:rPr>
              <a:t>Technology</a:t>
            </a:r>
            <a:r>
              <a:rPr lang="ja-JP" altLang="en-US" sz="1600">
                <a:solidFill>
                  <a:schemeClr val="bg1"/>
                </a:solidFill>
                <a:latin typeface="+mn-ea"/>
              </a:rPr>
              <a:t>（技術）</a:t>
            </a:r>
            <a:endParaRPr sz="1600">
              <a:solidFill>
                <a:schemeClr val="bg1"/>
              </a:solidFill>
              <a:latin typeface="+mn-ea"/>
            </a:endParaRPr>
          </a:p>
        </p:txBody>
      </p:sp>
      <p:sp>
        <p:nvSpPr>
          <p:cNvPr id="191" name="New shape">
            <a:extLst>
              <a:ext uri="{FF2B5EF4-FFF2-40B4-BE49-F238E27FC236}">
                <a16:creationId xmlns:a16="http://schemas.microsoft.com/office/drawing/2014/main" id="{C0157B3F-7DD6-A08D-4671-7325A5B74079}"/>
              </a:ext>
            </a:extLst>
          </p:cNvPr>
          <p:cNvSpPr/>
          <p:nvPr/>
        </p:nvSpPr>
        <p:spPr>
          <a:xfrm>
            <a:off x="1767424" y="5150215"/>
            <a:ext cx="8657152"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chemeClr val="bg1"/>
          </a:solidFill>
          <a:ln w="25400">
            <a:solidFill>
              <a:schemeClr val="bg1">
                <a:lumMod val="50000"/>
              </a:schemeClr>
            </a:solidFill>
          </a:ln>
        </p:spPr>
        <p:txBody>
          <a:bodyPr rtlCol="0" anchor="ctr"/>
          <a:lstStyle/>
          <a:p>
            <a:r>
              <a:rPr lang="en-US" altLang="ja-JP" sz="1600" b="1" u="sng">
                <a:latin typeface="+mn-ea"/>
              </a:rPr>
              <a:t>Point</a:t>
            </a:r>
          </a:p>
          <a:p>
            <a:r>
              <a:rPr lang="ja-JP" altLang="en-US" sz="1600">
                <a:latin typeface="+mn-ea"/>
              </a:rPr>
              <a:t>①社会で何が起きている？　→　②企業・現場で何が起きる？　→　③どんなニーズが生まれる？</a:t>
            </a:r>
            <a:endParaRPr lang="en-US" altLang="ja-JP" sz="1600">
              <a:latin typeface="+mn-ea"/>
            </a:endParaRPr>
          </a:p>
          <a:p>
            <a:r>
              <a:rPr lang="ja-JP" altLang="en-US" sz="1600">
                <a:latin typeface="+mn-ea"/>
              </a:rPr>
              <a:t>まで考える。</a:t>
            </a:r>
            <a:endParaRPr lang="en-US" altLang="ja-JP" sz="1600">
              <a:latin typeface="+mn-ea"/>
            </a:endParaRPr>
          </a:p>
        </p:txBody>
      </p:sp>
    </p:spTree>
    <p:extLst>
      <p:ext uri="{BB962C8B-B14F-4D97-AF65-F5344CB8AC3E}">
        <p14:creationId xmlns:p14="http://schemas.microsoft.com/office/powerpoint/2010/main" val="2243274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00C1-177D-034B-11B1-B718C971175B}"/>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62480EBA-B0F9-60EA-CA30-FC26A3431F92}"/>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ja-JP" altLang="en-US"/>
              <a:t>（参考） </a:t>
            </a:r>
            <a:r>
              <a:rPr lang="en-US" altLang="ja-JP"/>
              <a:t>3C</a:t>
            </a:r>
            <a:r>
              <a:rPr lang="ja-JP" altLang="en-US"/>
              <a:t>分析</a:t>
            </a:r>
          </a:p>
        </p:txBody>
      </p:sp>
      <p:sp>
        <p:nvSpPr>
          <p:cNvPr id="3" name="コンテンツ プレースホルダー 5">
            <a:extLst>
              <a:ext uri="{FF2B5EF4-FFF2-40B4-BE49-F238E27FC236}">
                <a16:creationId xmlns:a16="http://schemas.microsoft.com/office/drawing/2014/main" id="{CC8AFBFD-45B2-092A-4868-F07E268F9A94}"/>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3C</a:t>
            </a:r>
            <a:r>
              <a:rPr lang="ja-JP" altLang="en-US"/>
              <a:t>分析は、企業を取り巻く関係者を</a:t>
            </a:r>
            <a:r>
              <a:rPr lang="en-US" altLang="ja-JP"/>
              <a:t>3</a:t>
            </a:r>
            <a:r>
              <a:rPr lang="ja-JP" altLang="en-US"/>
              <a:t>つの視点で整理するフレームワーク。</a:t>
            </a:r>
            <a:endParaRPr lang="en-US" altLang="ja-JP"/>
          </a:p>
          <a:p>
            <a:r>
              <a:rPr lang="ja-JP" altLang="en-US" b="1"/>
              <a:t>「誰の、どんな課題を、自社の強みで解決できるか」</a:t>
            </a:r>
            <a:r>
              <a:rPr lang="ja-JP" altLang="en-US"/>
              <a:t>を考えることが目的。</a:t>
            </a:r>
            <a:endParaRPr lang="en-US" altLang="ja-JP"/>
          </a:p>
        </p:txBody>
      </p:sp>
      <p:graphicFrame>
        <p:nvGraphicFramePr>
          <p:cNvPr id="4" name="図表 3">
            <a:extLst>
              <a:ext uri="{FF2B5EF4-FFF2-40B4-BE49-F238E27FC236}">
                <a16:creationId xmlns:a16="http://schemas.microsoft.com/office/drawing/2014/main" id="{08FC767E-6B64-F099-E8D2-3AAC8C487FFE}"/>
              </a:ext>
            </a:extLst>
          </p:cNvPr>
          <p:cNvGraphicFramePr/>
          <p:nvPr>
            <p:extLst>
              <p:ext uri="{D42A27DB-BD31-4B8C-83A1-F6EECF244321}">
                <p14:modId xmlns:p14="http://schemas.microsoft.com/office/powerpoint/2010/main" val="3251938240"/>
              </p:ext>
            </p:extLst>
          </p:nvPr>
        </p:nvGraphicFramePr>
        <p:xfrm>
          <a:off x="3235355" y="1843793"/>
          <a:ext cx="5721291" cy="33741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New shape">
            <a:extLst>
              <a:ext uri="{FF2B5EF4-FFF2-40B4-BE49-F238E27FC236}">
                <a16:creationId xmlns:a16="http://schemas.microsoft.com/office/drawing/2014/main" id="{E8F33515-D4C9-4AEA-AF7C-9E25D806480B}"/>
              </a:ext>
            </a:extLst>
          </p:cNvPr>
          <p:cNvSpPr/>
          <p:nvPr/>
        </p:nvSpPr>
        <p:spPr>
          <a:xfrm>
            <a:off x="1767424" y="5372456"/>
            <a:ext cx="8657152"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chemeClr val="bg1"/>
          </a:solidFill>
          <a:ln w="25400">
            <a:solidFill>
              <a:schemeClr val="bg1">
                <a:lumMod val="50000"/>
              </a:schemeClr>
            </a:solidFill>
          </a:ln>
        </p:spPr>
        <p:txBody>
          <a:bodyPr rtlCol="0" anchor="ctr"/>
          <a:lstStyle/>
          <a:p>
            <a:r>
              <a:rPr lang="en-US" altLang="ja-JP" sz="1600" b="1" u="sng">
                <a:latin typeface="+mn-ea"/>
              </a:rPr>
              <a:t>Point</a:t>
            </a:r>
          </a:p>
          <a:p>
            <a:r>
              <a:rPr lang="ja-JP" altLang="en-US" sz="1600">
                <a:latin typeface="+mn-ea"/>
              </a:rPr>
              <a:t>ただ</a:t>
            </a:r>
            <a:r>
              <a:rPr lang="en-US" altLang="ja-JP" sz="1600">
                <a:latin typeface="+mn-ea"/>
              </a:rPr>
              <a:t>IT</a:t>
            </a:r>
            <a:r>
              <a:rPr lang="ja-JP" altLang="en-US" sz="1600">
                <a:latin typeface="+mn-ea"/>
              </a:rPr>
              <a:t>を導入する、ではなく「誰に価値がある？」「他社と何が違う？」「自社だからできることは？」を考えることが重要。</a:t>
            </a:r>
            <a:endParaRPr lang="en-US" altLang="ja-JP" sz="1600">
              <a:latin typeface="+mn-ea"/>
            </a:endParaRPr>
          </a:p>
        </p:txBody>
      </p:sp>
      <p:sp>
        <p:nvSpPr>
          <p:cNvPr id="8" name="New shape">
            <a:extLst>
              <a:ext uri="{FF2B5EF4-FFF2-40B4-BE49-F238E27FC236}">
                <a16:creationId xmlns:a16="http://schemas.microsoft.com/office/drawing/2014/main" id="{CD4A239A-85D1-313D-D140-21164001E490}"/>
              </a:ext>
            </a:extLst>
          </p:cNvPr>
          <p:cNvSpPr/>
          <p:nvPr/>
        </p:nvSpPr>
        <p:spPr>
          <a:xfrm>
            <a:off x="2310655" y="2043144"/>
            <a:ext cx="2649148" cy="1178228"/>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endParaRPr lang="en-US" altLang="ja-JP" sz="1400">
              <a:latin typeface="+mn-ea"/>
            </a:endParaRPr>
          </a:p>
          <a:p>
            <a:r>
              <a:rPr lang="ja-JP" altLang="en-US" sz="1200">
                <a:latin typeface="+mn-ea"/>
              </a:rPr>
              <a:t>〇高齢者</a:t>
            </a:r>
          </a:p>
          <a:p>
            <a:r>
              <a:rPr lang="ja-JP" altLang="en-US" sz="1200">
                <a:latin typeface="+mn-ea"/>
              </a:rPr>
              <a:t>→体力的に困難</a:t>
            </a:r>
          </a:p>
          <a:p>
            <a:r>
              <a:rPr lang="ja-JP" altLang="en-US" sz="1200">
                <a:latin typeface="+mn-ea"/>
              </a:rPr>
              <a:t>〇介護家族</a:t>
            </a:r>
          </a:p>
          <a:p>
            <a:r>
              <a:rPr lang="ja-JP" altLang="en-US" sz="1200">
                <a:latin typeface="+mn-ea"/>
              </a:rPr>
              <a:t>→同伴負担が大きい</a:t>
            </a:r>
          </a:p>
        </p:txBody>
      </p:sp>
      <p:sp>
        <p:nvSpPr>
          <p:cNvPr id="9" name="New shape">
            <a:extLst>
              <a:ext uri="{FF2B5EF4-FFF2-40B4-BE49-F238E27FC236}">
                <a16:creationId xmlns:a16="http://schemas.microsoft.com/office/drawing/2014/main" id="{67854D03-6292-C671-3CD8-D20774D5CF1F}"/>
              </a:ext>
            </a:extLst>
          </p:cNvPr>
          <p:cNvSpPr/>
          <p:nvPr/>
        </p:nvSpPr>
        <p:spPr>
          <a:xfrm>
            <a:off x="2310655" y="2043144"/>
            <a:ext cx="2649148"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ja-JP" altLang="en-US" sz="1600">
                <a:solidFill>
                  <a:schemeClr val="bg1"/>
                </a:solidFill>
                <a:latin typeface="+mn-ea"/>
              </a:rPr>
              <a:t>どんな人が利用するのか</a:t>
            </a:r>
            <a:endParaRPr sz="1600">
              <a:solidFill>
                <a:schemeClr val="bg1"/>
              </a:solidFill>
              <a:latin typeface="+mn-ea"/>
            </a:endParaRPr>
          </a:p>
        </p:txBody>
      </p:sp>
      <p:sp>
        <p:nvSpPr>
          <p:cNvPr id="10" name="New shape">
            <a:extLst>
              <a:ext uri="{FF2B5EF4-FFF2-40B4-BE49-F238E27FC236}">
                <a16:creationId xmlns:a16="http://schemas.microsoft.com/office/drawing/2014/main" id="{49DC96DF-5675-8555-EAA6-1BE73B294DE5}"/>
              </a:ext>
            </a:extLst>
          </p:cNvPr>
          <p:cNvSpPr/>
          <p:nvPr/>
        </p:nvSpPr>
        <p:spPr>
          <a:xfrm>
            <a:off x="1251953" y="3911938"/>
            <a:ext cx="2649149"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FFBF0"/>
          </a:solidFill>
          <a:ln w="25400">
            <a:solidFill>
              <a:srgbClr val="FFCC80"/>
            </a:solidFill>
          </a:ln>
        </p:spPr>
        <p:txBody>
          <a:bodyPr rtlCol="0" anchor="ctr"/>
          <a:lstStyle/>
          <a:p>
            <a:endParaRPr lang="en-US" altLang="ja-JP" sz="1400">
              <a:latin typeface="+mn-ea"/>
            </a:endParaRPr>
          </a:p>
          <a:p>
            <a:r>
              <a:rPr lang="ja-JP" altLang="en-US" sz="1200">
                <a:latin typeface="+mn-ea"/>
              </a:rPr>
              <a:t>〇</a:t>
            </a:r>
            <a:r>
              <a:rPr lang="en-US" altLang="ja-JP" sz="1200">
                <a:latin typeface="+mn-ea"/>
              </a:rPr>
              <a:t>VR</a:t>
            </a:r>
            <a:r>
              <a:rPr lang="ja-JP" altLang="en-US" sz="1200">
                <a:latin typeface="+mn-ea"/>
              </a:rPr>
              <a:t>観光</a:t>
            </a:r>
            <a:endParaRPr lang="en-US" altLang="ja-JP" sz="1200">
              <a:latin typeface="+mn-ea"/>
            </a:endParaRPr>
          </a:p>
          <a:p>
            <a:r>
              <a:rPr lang="ja-JP" altLang="en-US" sz="1200">
                <a:latin typeface="+mn-ea"/>
              </a:rPr>
              <a:t>〇介護旅行サービス</a:t>
            </a:r>
            <a:endParaRPr lang="en-US" altLang="ja-JP" sz="1200">
              <a:latin typeface="+mn-ea"/>
            </a:endParaRPr>
          </a:p>
          <a:p>
            <a:r>
              <a:rPr lang="ja-JP" altLang="en-US" sz="1200">
                <a:latin typeface="+mn-ea"/>
              </a:rPr>
              <a:t>→これらとの差を明確にする必要がある</a:t>
            </a:r>
            <a:endParaRPr sz="1200">
              <a:latin typeface="+mn-ea"/>
            </a:endParaRPr>
          </a:p>
        </p:txBody>
      </p:sp>
      <p:sp>
        <p:nvSpPr>
          <p:cNvPr id="11" name="New shape">
            <a:extLst>
              <a:ext uri="{FF2B5EF4-FFF2-40B4-BE49-F238E27FC236}">
                <a16:creationId xmlns:a16="http://schemas.microsoft.com/office/drawing/2014/main" id="{A4FD1ED5-0ABC-8757-A744-F5BC154D5099}"/>
              </a:ext>
            </a:extLst>
          </p:cNvPr>
          <p:cNvSpPr/>
          <p:nvPr/>
        </p:nvSpPr>
        <p:spPr>
          <a:xfrm>
            <a:off x="1251953" y="3911938"/>
            <a:ext cx="2649149"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F59E0B"/>
          </a:solidFill>
        </p:spPr>
        <p:txBody>
          <a:bodyPr rtlCol="0" anchor="ctr"/>
          <a:lstStyle/>
          <a:p>
            <a:pPr algn="ctr"/>
            <a:r>
              <a:rPr lang="ja-JP" altLang="en-US" sz="1600">
                <a:solidFill>
                  <a:schemeClr val="bg1"/>
                </a:solidFill>
                <a:latin typeface="+mn-ea"/>
              </a:rPr>
              <a:t>他社はどうしているか</a:t>
            </a:r>
            <a:endParaRPr sz="1600">
              <a:solidFill>
                <a:schemeClr val="bg1"/>
              </a:solidFill>
              <a:latin typeface="+mn-ea"/>
            </a:endParaRPr>
          </a:p>
        </p:txBody>
      </p:sp>
      <p:sp>
        <p:nvSpPr>
          <p:cNvPr id="12" name="New shape">
            <a:extLst>
              <a:ext uri="{FF2B5EF4-FFF2-40B4-BE49-F238E27FC236}">
                <a16:creationId xmlns:a16="http://schemas.microsoft.com/office/drawing/2014/main" id="{3E0AAE6F-52FE-853C-9DAE-207AABA6DCA8}"/>
              </a:ext>
            </a:extLst>
          </p:cNvPr>
          <p:cNvSpPr/>
          <p:nvPr/>
        </p:nvSpPr>
        <p:spPr>
          <a:xfrm>
            <a:off x="8218483" y="3621551"/>
            <a:ext cx="2649148" cy="1528663"/>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FF5"/>
          </a:solidFill>
          <a:ln w="25400">
            <a:solidFill>
              <a:srgbClr val="A5D6A7"/>
            </a:solidFill>
          </a:ln>
        </p:spPr>
        <p:txBody>
          <a:bodyPr rtlCol="0" anchor="ctr"/>
          <a:lstStyle/>
          <a:p>
            <a:endParaRPr lang="en-US" altLang="ja-JP" sz="1400">
              <a:latin typeface="+mn-ea"/>
            </a:endParaRPr>
          </a:p>
          <a:p>
            <a:r>
              <a:rPr lang="ja-JP" altLang="en-US" sz="1200">
                <a:latin typeface="+mn-ea"/>
              </a:rPr>
              <a:t>〇地域連携</a:t>
            </a:r>
            <a:endParaRPr lang="en-US" altLang="ja-JP" sz="1200">
              <a:latin typeface="+mn-ea"/>
            </a:endParaRPr>
          </a:p>
          <a:p>
            <a:r>
              <a:rPr lang="ja-JP" altLang="en-US" sz="1200">
                <a:latin typeface="+mn-ea"/>
              </a:rPr>
              <a:t>→現地ガイド協力</a:t>
            </a:r>
            <a:endParaRPr lang="en-US" altLang="ja-JP" sz="1200">
              <a:latin typeface="+mn-ea"/>
            </a:endParaRPr>
          </a:p>
          <a:p>
            <a:r>
              <a:rPr lang="ja-JP" altLang="en-US" sz="1200">
                <a:latin typeface="+mn-ea"/>
              </a:rPr>
              <a:t>〇顧客基盤</a:t>
            </a:r>
            <a:endParaRPr lang="en-US" altLang="ja-JP" sz="1200">
              <a:latin typeface="+mn-ea"/>
            </a:endParaRPr>
          </a:p>
          <a:p>
            <a:r>
              <a:rPr lang="ja-JP" altLang="en-US" sz="1200">
                <a:latin typeface="+mn-ea"/>
              </a:rPr>
              <a:t>→高齢者向け展開</a:t>
            </a:r>
            <a:endParaRPr lang="en-US" altLang="ja-JP" sz="1200">
              <a:latin typeface="+mn-ea"/>
            </a:endParaRPr>
          </a:p>
          <a:p>
            <a:r>
              <a:rPr lang="ja-JP" altLang="en-US" sz="1200">
                <a:latin typeface="+mn-ea"/>
              </a:rPr>
              <a:t>〇ブランド力</a:t>
            </a:r>
            <a:endParaRPr lang="en-US" altLang="ja-JP" sz="1200">
              <a:latin typeface="+mn-ea"/>
            </a:endParaRPr>
          </a:p>
          <a:p>
            <a:r>
              <a:rPr lang="ja-JP" altLang="en-US" sz="1200">
                <a:latin typeface="+mn-ea"/>
              </a:rPr>
              <a:t>→新サービス普及</a:t>
            </a:r>
            <a:endParaRPr sz="1200">
              <a:latin typeface="+mn-ea"/>
            </a:endParaRPr>
          </a:p>
        </p:txBody>
      </p:sp>
      <p:sp>
        <p:nvSpPr>
          <p:cNvPr id="13" name="New shape">
            <a:extLst>
              <a:ext uri="{FF2B5EF4-FFF2-40B4-BE49-F238E27FC236}">
                <a16:creationId xmlns:a16="http://schemas.microsoft.com/office/drawing/2014/main" id="{97B5D3F4-FB67-DE40-478E-2B6431F002E7}"/>
              </a:ext>
            </a:extLst>
          </p:cNvPr>
          <p:cNvSpPr/>
          <p:nvPr/>
        </p:nvSpPr>
        <p:spPr>
          <a:xfrm>
            <a:off x="8218483" y="3621552"/>
            <a:ext cx="2649148"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10B981"/>
          </a:solidFill>
        </p:spPr>
        <p:txBody>
          <a:bodyPr rtlCol="0" anchor="ctr"/>
          <a:lstStyle/>
          <a:p>
            <a:pPr algn="ctr"/>
            <a:r>
              <a:rPr lang="ja-JP" altLang="en-US" sz="1600">
                <a:solidFill>
                  <a:schemeClr val="bg1"/>
                </a:solidFill>
                <a:latin typeface="+mn-ea"/>
              </a:rPr>
              <a:t>自社の特徴</a:t>
            </a:r>
            <a:endParaRPr sz="1600">
              <a:solidFill>
                <a:schemeClr val="bg1"/>
              </a:solidFill>
              <a:latin typeface="+mn-ea"/>
            </a:endParaRPr>
          </a:p>
        </p:txBody>
      </p:sp>
    </p:spTree>
    <p:extLst>
      <p:ext uri="{BB962C8B-B14F-4D97-AF65-F5344CB8AC3E}">
        <p14:creationId xmlns:p14="http://schemas.microsoft.com/office/powerpoint/2010/main" val="3368740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06356-207A-4318-1D54-58743CCDDF1E}"/>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222D11E8-4B68-B0E0-061D-CFE5892A3DFC}"/>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ja-JP" altLang="en-US"/>
              <a:t>（参考） </a:t>
            </a:r>
            <a:r>
              <a:rPr lang="en-US" altLang="ja-JP"/>
              <a:t>SWOT</a:t>
            </a:r>
            <a:r>
              <a:rPr lang="ja-JP" altLang="en-US"/>
              <a:t>分析</a:t>
            </a:r>
          </a:p>
        </p:txBody>
      </p:sp>
      <p:sp>
        <p:nvSpPr>
          <p:cNvPr id="2" name="コンテンツ プレースホルダー 5">
            <a:extLst>
              <a:ext uri="{FF2B5EF4-FFF2-40B4-BE49-F238E27FC236}">
                <a16:creationId xmlns:a16="http://schemas.microsoft.com/office/drawing/2014/main" id="{9121424E-7046-0844-A24A-425E3E03E7D2}"/>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SWOT</a:t>
            </a:r>
            <a:r>
              <a:rPr lang="ja-JP" altLang="en-US"/>
              <a:t>分析は、企業の現状を</a:t>
            </a:r>
            <a:r>
              <a:rPr lang="en-US" altLang="ja-JP"/>
              <a:t>4</a:t>
            </a:r>
            <a:r>
              <a:rPr lang="ja-JP" altLang="en-US"/>
              <a:t>つの視点で整理するフレームワーク。</a:t>
            </a:r>
            <a:endParaRPr lang="en-US" altLang="ja-JP"/>
          </a:p>
          <a:p>
            <a:r>
              <a:rPr lang="ja-JP" altLang="en-US" b="1"/>
              <a:t>「強みを活かして、課題や変化にどう対応するか」</a:t>
            </a:r>
            <a:r>
              <a:rPr lang="ja-JP" altLang="en-US"/>
              <a:t>を考えることが目的。</a:t>
            </a:r>
            <a:endParaRPr lang="en-US" altLang="ja-JP"/>
          </a:p>
        </p:txBody>
      </p:sp>
      <p:sp>
        <p:nvSpPr>
          <p:cNvPr id="3" name="New shape">
            <a:extLst>
              <a:ext uri="{FF2B5EF4-FFF2-40B4-BE49-F238E27FC236}">
                <a16:creationId xmlns:a16="http://schemas.microsoft.com/office/drawing/2014/main" id="{777BE049-DD15-6A88-1B57-37490B79D949}"/>
              </a:ext>
            </a:extLst>
          </p:cNvPr>
          <p:cNvSpPr/>
          <p:nvPr/>
        </p:nvSpPr>
        <p:spPr>
          <a:xfrm>
            <a:off x="1767424" y="2048176"/>
            <a:ext cx="4176033" cy="1277224"/>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9FF">
              <a:alpha val="100000"/>
            </a:srgbClr>
          </a:solidFill>
          <a:ln w="25400">
            <a:solidFill>
              <a:srgbClr val="90CAF9">
                <a:alpha val="100000"/>
              </a:srgbClr>
            </a:solidFill>
          </a:ln>
        </p:spPr>
        <p:txBody>
          <a:bodyPr rtlCol="0" anchor="ctr"/>
          <a:lstStyle/>
          <a:p>
            <a:endParaRPr lang="en-US" altLang="ja-JP" sz="1400">
              <a:latin typeface="+mn-ea"/>
            </a:endParaRPr>
          </a:p>
          <a:p>
            <a:r>
              <a:rPr lang="ja-JP" altLang="en-US" sz="1200">
                <a:latin typeface="+mn-ea"/>
              </a:rPr>
              <a:t>〇観光地ネットワーク</a:t>
            </a:r>
            <a:endParaRPr lang="en-US" altLang="ja-JP" sz="1200">
              <a:latin typeface="+mn-ea"/>
            </a:endParaRPr>
          </a:p>
          <a:p>
            <a:r>
              <a:rPr lang="ja-JP" altLang="en-US" sz="1200">
                <a:latin typeface="+mn-ea"/>
              </a:rPr>
              <a:t>→各地へのロボット配置</a:t>
            </a:r>
            <a:endParaRPr lang="en-US" altLang="ja-JP" sz="1200">
              <a:latin typeface="+mn-ea"/>
            </a:endParaRPr>
          </a:p>
          <a:p>
            <a:r>
              <a:rPr lang="ja-JP" altLang="en-US" sz="1200">
                <a:latin typeface="+mn-ea"/>
              </a:rPr>
              <a:t>〇ブランド力</a:t>
            </a:r>
            <a:endParaRPr lang="en-US" altLang="ja-JP" sz="1200">
              <a:latin typeface="+mn-ea"/>
            </a:endParaRPr>
          </a:p>
          <a:p>
            <a:r>
              <a:rPr lang="ja-JP" altLang="en-US" sz="1200">
                <a:latin typeface="+mn-ea"/>
              </a:rPr>
              <a:t>→新サービスの受容促進</a:t>
            </a:r>
            <a:endParaRPr sz="1200">
              <a:latin typeface="+mn-ea"/>
            </a:endParaRPr>
          </a:p>
        </p:txBody>
      </p:sp>
      <p:sp>
        <p:nvSpPr>
          <p:cNvPr id="4" name="New shape">
            <a:extLst>
              <a:ext uri="{FF2B5EF4-FFF2-40B4-BE49-F238E27FC236}">
                <a16:creationId xmlns:a16="http://schemas.microsoft.com/office/drawing/2014/main" id="{1277B8BE-62A2-020B-BA46-FDA91966A989}"/>
              </a:ext>
            </a:extLst>
          </p:cNvPr>
          <p:cNvSpPr/>
          <p:nvPr/>
        </p:nvSpPr>
        <p:spPr>
          <a:xfrm>
            <a:off x="1767424" y="2048176"/>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3B82F6">
              <a:alpha val="100000"/>
            </a:srgbClr>
          </a:solidFill>
        </p:spPr>
        <p:txBody>
          <a:bodyPr rtlCol="0" anchor="ctr"/>
          <a:lstStyle/>
          <a:p>
            <a:pPr algn="ctr"/>
            <a:r>
              <a:rPr lang="en-US" sz="1600">
                <a:solidFill>
                  <a:schemeClr val="bg1"/>
                </a:solidFill>
                <a:latin typeface="+mn-ea"/>
              </a:rPr>
              <a:t>Strength</a:t>
            </a:r>
            <a:r>
              <a:rPr lang="ja-JP" altLang="en-US" sz="1600">
                <a:solidFill>
                  <a:schemeClr val="bg1"/>
                </a:solidFill>
                <a:latin typeface="+mn-ea"/>
              </a:rPr>
              <a:t>（強み）</a:t>
            </a:r>
            <a:endParaRPr sz="1600">
              <a:solidFill>
                <a:schemeClr val="bg1"/>
              </a:solidFill>
              <a:latin typeface="+mn-ea"/>
            </a:endParaRPr>
          </a:p>
        </p:txBody>
      </p:sp>
      <p:sp>
        <p:nvSpPr>
          <p:cNvPr id="5" name="New shape">
            <a:extLst>
              <a:ext uri="{FF2B5EF4-FFF2-40B4-BE49-F238E27FC236}">
                <a16:creationId xmlns:a16="http://schemas.microsoft.com/office/drawing/2014/main" id="{CB71B528-1442-9BCC-869C-5FAD05998069}"/>
              </a:ext>
            </a:extLst>
          </p:cNvPr>
          <p:cNvSpPr/>
          <p:nvPr/>
        </p:nvSpPr>
        <p:spPr>
          <a:xfrm>
            <a:off x="1767424" y="3512890"/>
            <a:ext cx="4176033" cy="1277224"/>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FFBF0"/>
          </a:solidFill>
          <a:ln w="25400">
            <a:solidFill>
              <a:srgbClr val="FFCC80"/>
            </a:solidFill>
          </a:ln>
        </p:spPr>
        <p:txBody>
          <a:bodyPr rtlCol="0" anchor="ctr"/>
          <a:lstStyle/>
          <a:p>
            <a:endParaRPr lang="en-US" altLang="ja-JP" sz="1400">
              <a:latin typeface="+mn-ea"/>
            </a:endParaRPr>
          </a:p>
          <a:p>
            <a:r>
              <a:rPr lang="ja-JP" altLang="en-US" sz="1200">
                <a:latin typeface="+mn-ea"/>
              </a:rPr>
              <a:t>〇少子高齢化</a:t>
            </a:r>
            <a:endParaRPr lang="en-US" altLang="ja-JP" sz="1200">
              <a:latin typeface="+mn-ea"/>
            </a:endParaRPr>
          </a:p>
          <a:p>
            <a:r>
              <a:rPr lang="ja-JP" altLang="en-US" sz="1200">
                <a:latin typeface="+mn-ea"/>
              </a:rPr>
              <a:t>→移動困難者の増加</a:t>
            </a:r>
            <a:endParaRPr lang="en-US" altLang="ja-JP" sz="1200">
              <a:latin typeface="+mn-ea"/>
            </a:endParaRPr>
          </a:p>
          <a:p>
            <a:r>
              <a:rPr lang="ja-JP" altLang="en-US" sz="1200">
                <a:latin typeface="+mn-ea"/>
              </a:rPr>
              <a:t>〇ロボット技術進化</a:t>
            </a:r>
            <a:endParaRPr lang="en-US" altLang="ja-JP" sz="1200">
              <a:latin typeface="+mn-ea"/>
            </a:endParaRPr>
          </a:p>
          <a:p>
            <a:r>
              <a:rPr lang="ja-JP" altLang="en-US" sz="1200">
                <a:latin typeface="+mn-ea"/>
              </a:rPr>
              <a:t>→実現可能性の向上</a:t>
            </a:r>
            <a:endParaRPr sz="1200">
              <a:latin typeface="+mn-ea"/>
            </a:endParaRPr>
          </a:p>
        </p:txBody>
      </p:sp>
      <p:sp>
        <p:nvSpPr>
          <p:cNvPr id="6" name="New shape">
            <a:extLst>
              <a:ext uri="{FF2B5EF4-FFF2-40B4-BE49-F238E27FC236}">
                <a16:creationId xmlns:a16="http://schemas.microsoft.com/office/drawing/2014/main" id="{350268D1-6CFD-A214-7C00-C2043EFCE79B}"/>
              </a:ext>
            </a:extLst>
          </p:cNvPr>
          <p:cNvSpPr/>
          <p:nvPr/>
        </p:nvSpPr>
        <p:spPr>
          <a:xfrm>
            <a:off x="1767424" y="3512890"/>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F59E0B"/>
          </a:solidFill>
        </p:spPr>
        <p:txBody>
          <a:bodyPr rtlCol="0" anchor="ctr"/>
          <a:lstStyle/>
          <a:p>
            <a:pPr algn="ctr"/>
            <a:r>
              <a:rPr lang="en-US" altLang="ja-JP" sz="1600">
                <a:solidFill>
                  <a:schemeClr val="bg1"/>
                </a:solidFill>
                <a:latin typeface="+mn-ea"/>
              </a:rPr>
              <a:t>Opportunity</a:t>
            </a:r>
            <a:r>
              <a:rPr lang="ja-JP" altLang="en-US" sz="1600">
                <a:solidFill>
                  <a:schemeClr val="bg1"/>
                </a:solidFill>
                <a:latin typeface="+mn-ea"/>
              </a:rPr>
              <a:t>（機会）</a:t>
            </a:r>
            <a:endParaRPr sz="1600">
              <a:solidFill>
                <a:schemeClr val="bg1"/>
              </a:solidFill>
              <a:latin typeface="+mn-ea"/>
            </a:endParaRPr>
          </a:p>
        </p:txBody>
      </p:sp>
      <p:sp>
        <p:nvSpPr>
          <p:cNvPr id="7" name="New shape">
            <a:extLst>
              <a:ext uri="{FF2B5EF4-FFF2-40B4-BE49-F238E27FC236}">
                <a16:creationId xmlns:a16="http://schemas.microsoft.com/office/drawing/2014/main" id="{8909C970-E416-F067-96E1-0916B33BC1B2}"/>
              </a:ext>
            </a:extLst>
          </p:cNvPr>
          <p:cNvSpPr/>
          <p:nvPr/>
        </p:nvSpPr>
        <p:spPr>
          <a:xfrm>
            <a:off x="6247868" y="2048176"/>
            <a:ext cx="4176033" cy="1277224"/>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5FFF5"/>
          </a:solidFill>
          <a:ln w="25400">
            <a:solidFill>
              <a:srgbClr val="A5D6A7"/>
            </a:solidFill>
          </a:ln>
        </p:spPr>
        <p:txBody>
          <a:bodyPr rtlCol="0" anchor="ctr"/>
          <a:lstStyle/>
          <a:p>
            <a:endParaRPr lang="en-US" altLang="ja-JP" sz="1400">
              <a:latin typeface="+mn-ea"/>
            </a:endParaRPr>
          </a:p>
          <a:p>
            <a:r>
              <a:rPr lang="ja-JP" altLang="en-US" sz="1200">
                <a:latin typeface="+mn-ea"/>
              </a:rPr>
              <a:t>〇ロボット技術不足</a:t>
            </a:r>
            <a:endParaRPr lang="en-US" altLang="ja-JP" sz="1200">
              <a:latin typeface="+mn-ea"/>
            </a:endParaRPr>
          </a:p>
          <a:p>
            <a:r>
              <a:rPr lang="ja-JP" altLang="en-US" sz="1200">
                <a:latin typeface="+mn-ea"/>
              </a:rPr>
              <a:t>→自社開発が困難</a:t>
            </a:r>
            <a:endParaRPr lang="en-US" altLang="ja-JP" sz="1200">
              <a:latin typeface="+mn-ea"/>
            </a:endParaRPr>
          </a:p>
          <a:p>
            <a:r>
              <a:rPr lang="ja-JP" altLang="en-US" sz="1200">
                <a:latin typeface="+mn-ea"/>
              </a:rPr>
              <a:t>〇初期投資が大きい</a:t>
            </a:r>
            <a:endParaRPr lang="en-US" altLang="ja-JP" sz="1200">
              <a:latin typeface="+mn-ea"/>
            </a:endParaRPr>
          </a:p>
          <a:p>
            <a:r>
              <a:rPr lang="ja-JP" altLang="en-US" sz="1200">
                <a:latin typeface="+mn-ea"/>
              </a:rPr>
              <a:t>→採算リスク</a:t>
            </a:r>
            <a:endParaRPr sz="1200">
              <a:latin typeface="+mn-ea"/>
            </a:endParaRPr>
          </a:p>
        </p:txBody>
      </p:sp>
      <p:sp>
        <p:nvSpPr>
          <p:cNvPr id="8" name="New shape">
            <a:extLst>
              <a:ext uri="{FF2B5EF4-FFF2-40B4-BE49-F238E27FC236}">
                <a16:creationId xmlns:a16="http://schemas.microsoft.com/office/drawing/2014/main" id="{38AF9978-BDE1-A1F7-B048-932335EF6B01}"/>
              </a:ext>
            </a:extLst>
          </p:cNvPr>
          <p:cNvSpPr/>
          <p:nvPr/>
        </p:nvSpPr>
        <p:spPr>
          <a:xfrm>
            <a:off x="6248543" y="2048176"/>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10B981"/>
          </a:solidFill>
        </p:spPr>
        <p:txBody>
          <a:bodyPr rtlCol="0" anchor="ctr"/>
          <a:lstStyle/>
          <a:p>
            <a:pPr algn="ctr"/>
            <a:r>
              <a:rPr lang="en-US" altLang="ja-JP" sz="1600">
                <a:solidFill>
                  <a:schemeClr val="bg1"/>
                </a:solidFill>
                <a:latin typeface="+mn-ea"/>
              </a:rPr>
              <a:t>Weakness</a:t>
            </a:r>
            <a:r>
              <a:rPr lang="ja-JP" altLang="en-US" sz="1600">
                <a:solidFill>
                  <a:schemeClr val="bg1"/>
                </a:solidFill>
                <a:latin typeface="+mn-ea"/>
              </a:rPr>
              <a:t>（弱み）</a:t>
            </a:r>
            <a:endParaRPr sz="1600">
              <a:solidFill>
                <a:schemeClr val="bg1"/>
              </a:solidFill>
              <a:latin typeface="+mn-ea"/>
            </a:endParaRPr>
          </a:p>
        </p:txBody>
      </p:sp>
      <p:sp>
        <p:nvSpPr>
          <p:cNvPr id="9" name="New shape">
            <a:extLst>
              <a:ext uri="{FF2B5EF4-FFF2-40B4-BE49-F238E27FC236}">
                <a16:creationId xmlns:a16="http://schemas.microsoft.com/office/drawing/2014/main" id="{016DA7D5-5CB0-10FC-E545-7F7D554925DE}"/>
              </a:ext>
            </a:extLst>
          </p:cNvPr>
          <p:cNvSpPr/>
          <p:nvPr/>
        </p:nvSpPr>
        <p:spPr>
          <a:xfrm>
            <a:off x="6247868" y="3509628"/>
            <a:ext cx="4176033" cy="1277224"/>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rgbClr val="FFF5F5"/>
          </a:solidFill>
          <a:ln w="25400">
            <a:solidFill>
              <a:srgbClr val="EF9A9A"/>
            </a:solidFill>
          </a:ln>
        </p:spPr>
        <p:txBody>
          <a:bodyPr rtlCol="0" anchor="ctr"/>
          <a:lstStyle/>
          <a:p>
            <a:endParaRPr lang="en-US" altLang="ja-JP" sz="1400">
              <a:latin typeface="+mn-ea"/>
            </a:endParaRPr>
          </a:p>
          <a:p>
            <a:r>
              <a:rPr lang="ja-JP" altLang="en-US" sz="1200">
                <a:latin typeface="+mn-ea"/>
              </a:rPr>
              <a:t>〇</a:t>
            </a:r>
            <a:r>
              <a:rPr lang="en-US" altLang="ja-JP" sz="1200">
                <a:latin typeface="+mn-ea"/>
              </a:rPr>
              <a:t>VR</a:t>
            </a:r>
            <a:r>
              <a:rPr lang="ja-JP" altLang="en-US" sz="1200">
                <a:latin typeface="+mn-ea"/>
              </a:rPr>
              <a:t>観光競争の激化</a:t>
            </a:r>
            <a:endParaRPr lang="en-US" altLang="ja-JP" sz="1200">
              <a:latin typeface="+mn-ea"/>
            </a:endParaRPr>
          </a:p>
          <a:p>
            <a:r>
              <a:rPr lang="ja-JP" altLang="en-US" sz="1200">
                <a:latin typeface="+mn-ea"/>
              </a:rPr>
              <a:t>→他社との差別化困難</a:t>
            </a:r>
            <a:endParaRPr lang="en-US" altLang="ja-JP" sz="1200">
              <a:latin typeface="+mn-ea"/>
            </a:endParaRPr>
          </a:p>
          <a:p>
            <a:r>
              <a:rPr lang="ja-JP" altLang="en-US" sz="1200">
                <a:latin typeface="+mn-ea"/>
              </a:rPr>
              <a:t>〇技術トラブル</a:t>
            </a:r>
            <a:endParaRPr lang="en-US" altLang="ja-JP" sz="1200">
              <a:latin typeface="+mn-ea"/>
            </a:endParaRPr>
          </a:p>
          <a:p>
            <a:r>
              <a:rPr lang="ja-JP" altLang="en-US" sz="1200">
                <a:latin typeface="+mn-ea"/>
              </a:rPr>
              <a:t>→体験品質の低下</a:t>
            </a:r>
            <a:endParaRPr sz="1200">
              <a:latin typeface="+mn-ea"/>
            </a:endParaRPr>
          </a:p>
        </p:txBody>
      </p:sp>
      <p:sp>
        <p:nvSpPr>
          <p:cNvPr id="10" name="New shape">
            <a:extLst>
              <a:ext uri="{FF2B5EF4-FFF2-40B4-BE49-F238E27FC236}">
                <a16:creationId xmlns:a16="http://schemas.microsoft.com/office/drawing/2014/main" id="{4F3AC9FD-5E83-3445-A65A-FD25FD14B9DE}"/>
              </a:ext>
            </a:extLst>
          </p:cNvPr>
          <p:cNvSpPr/>
          <p:nvPr/>
        </p:nvSpPr>
        <p:spPr>
          <a:xfrm>
            <a:off x="6247868" y="3509628"/>
            <a:ext cx="4176033" cy="274608"/>
          </a:xfrm>
          <a:custGeom>
            <a:avLst/>
            <a:gdLst/>
            <a:ahLst/>
            <a:cxnLst/>
            <a:rect l="l" t="t" r="r" b="b"/>
            <a:pathLst>
              <a:path w="9969500" h="635000">
                <a:moveTo>
                  <a:pt x="63500" y="0"/>
                </a:moveTo>
                <a:lnTo>
                  <a:pt x="9906000" y="0"/>
                </a:lnTo>
                <a:cubicBezTo>
                  <a:pt x="9941070" y="0"/>
                  <a:pt x="9969500" y="28430"/>
                  <a:pt x="9969500" y="63500"/>
                </a:cubicBezTo>
                <a:lnTo>
                  <a:pt x="9969500" y="571500"/>
                </a:lnTo>
                <a:cubicBezTo>
                  <a:pt x="9969500" y="606570"/>
                  <a:pt x="9941070" y="635000"/>
                  <a:pt x="9906000" y="635000"/>
                </a:cubicBezTo>
                <a:lnTo>
                  <a:pt x="63500" y="635000"/>
                </a:lnTo>
                <a:cubicBezTo>
                  <a:pt x="28430" y="635000"/>
                  <a:pt x="0" y="606570"/>
                  <a:pt x="0" y="571500"/>
                </a:cubicBezTo>
                <a:lnTo>
                  <a:pt x="0" y="63500"/>
                </a:lnTo>
                <a:cubicBezTo>
                  <a:pt x="0" y="28430"/>
                  <a:pt x="28430" y="0"/>
                  <a:pt x="63500" y="0"/>
                </a:cubicBezTo>
                <a:close/>
              </a:path>
            </a:pathLst>
          </a:custGeom>
          <a:solidFill>
            <a:srgbClr val="EF4444"/>
          </a:solidFill>
        </p:spPr>
        <p:txBody>
          <a:bodyPr rtlCol="0" anchor="ctr"/>
          <a:lstStyle/>
          <a:p>
            <a:pPr algn="ctr"/>
            <a:r>
              <a:rPr lang="en-US" altLang="ja-JP" sz="1600">
                <a:solidFill>
                  <a:schemeClr val="bg1"/>
                </a:solidFill>
                <a:latin typeface="+mn-ea"/>
              </a:rPr>
              <a:t>Threat</a:t>
            </a:r>
            <a:r>
              <a:rPr lang="ja-JP" altLang="en-US" sz="1600">
                <a:solidFill>
                  <a:schemeClr val="bg1"/>
                </a:solidFill>
                <a:latin typeface="+mn-ea"/>
              </a:rPr>
              <a:t>（脅威）</a:t>
            </a:r>
            <a:endParaRPr sz="1600">
              <a:solidFill>
                <a:schemeClr val="bg1"/>
              </a:solidFill>
              <a:latin typeface="+mn-ea"/>
            </a:endParaRPr>
          </a:p>
        </p:txBody>
      </p:sp>
      <p:sp>
        <p:nvSpPr>
          <p:cNvPr id="13" name="New shape">
            <a:extLst>
              <a:ext uri="{FF2B5EF4-FFF2-40B4-BE49-F238E27FC236}">
                <a16:creationId xmlns:a16="http://schemas.microsoft.com/office/drawing/2014/main" id="{8EC39258-3AFA-3316-F008-D629E89EB968}"/>
              </a:ext>
            </a:extLst>
          </p:cNvPr>
          <p:cNvSpPr/>
          <p:nvPr/>
        </p:nvSpPr>
        <p:spPr>
          <a:xfrm>
            <a:off x="1767424" y="5150215"/>
            <a:ext cx="8657152" cy="1084985"/>
          </a:xfrm>
          <a:custGeom>
            <a:avLst/>
            <a:gdLst/>
            <a:ahLst/>
            <a:cxnLst/>
            <a:rect l="l" t="t" r="r" b="b"/>
            <a:pathLst>
              <a:path w="9969500" h="4191000">
                <a:moveTo>
                  <a:pt x="63500" y="0"/>
                </a:moveTo>
                <a:lnTo>
                  <a:pt x="9906000" y="0"/>
                </a:lnTo>
                <a:cubicBezTo>
                  <a:pt x="9941070" y="0"/>
                  <a:pt x="9969500" y="28430"/>
                  <a:pt x="9969500" y="63500"/>
                </a:cubicBezTo>
                <a:lnTo>
                  <a:pt x="9969500" y="4127500"/>
                </a:lnTo>
                <a:cubicBezTo>
                  <a:pt x="9969500" y="4162570"/>
                  <a:pt x="9941070" y="4191000"/>
                  <a:pt x="9906000" y="4191000"/>
                </a:cubicBezTo>
                <a:lnTo>
                  <a:pt x="63500" y="4191000"/>
                </a:lnTo>
                <a:cubicBezTo>
                  <a:pt x="28430" y="4191000"/>
                  <a:pt x="0" y="4162570"/>
                  <a:pt x="0" y="4127500"/>
                </a:cubicBezTo>
                <a:lnTo>
                  <a:pt x="0" y="63500"/>
                </a:lnTo>
                <a:cubicBezTo>
                  <a:pt x="0" y="28430"/>
                  <a:pt x="28430" y="0"/>
                  <a:pt x="63500" y="0"/>
                </a:cubicBezTo>
                <a:close/>
              </a:path>
            </a:pathLst>
          </a:custGeom>
          <a:solidFill>
            <a:schemeClr val="bg1"/>
          </a:solidFill>
          <a:ln w="25400">
            <a:solidFill>
              <a:schemeClr val="bg1">
                <a:lumMod val="50000"/>
              </a:schemeClr>
            </a:solidFill>
          </a:ln>
        </p:spPr>
        <p:txBody>
          <a:bodyPr rtlCol="0" anchor="ctr"/>
          <a:lstStyle/>
          <a:p>
            <a:r>
              <a:rPr lang="en-US" altLang="ja-JP" sz="1600" b="1" u="sng">
                <a:latin typeface="+mn-ea"/>
              </a:rPr>
              <a:t>Point</a:t>
            </a:r>
          </a:p>
          <a:p>
            <a:r>
              <a:rPr lang="ja-JP" altLang="en-US" sz="1600">
                <a:latin typeface="+mn-ea"/>
              </a:rPr>
              <a:t>ただ表を埋めるだけではなく、「どこに本当の課題やチャンスがあるか」を見つけることが重要。</a:t>
            </a:r>
            <a:endParaRPr lang="en-US" altLang="ja-JP" sz="1600">
              <a:latin typeface="+mn-ea"/>
            </a:endParaRPr>
          </a:p>
        </p:txBody>
      </p:sp>
    </p:spTree>
    <p:extLst>
      <p:ext uri="{BB962C8B-B14F-4D97-AF65-F5344CB8AC3E}">
        <p14:creationId xmlns:p14="http://schemas.microsoft.com/office/powerpoint/2010/main" val="145146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E149-598F-BD6A-F97B-A56CA8E866C6}"/>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978D1016-9C06-BD9D-3BE7-691187FD39AA}"/>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③</a:t>
            </a:r>
            <a:r>
              <a:rPr lang="en-US" altLang="ja-JP"/>
              <a:t>-1 </a:t>
            </a:r>
            <a:r>
              <a:rPr lang="ja-JP" altLang="en-US"/>
              <a:t>提案書作成</a:t>
            </a:r>
          </a:p>
        </p:txBody>
      </p:sp>
      <p:sp>
        <p:nvSpPr>
          <p:cNvPr id="2" name="コンテンツ プレースホルダー 5">
            <a:extLst>
              <a:ext uri="{FF2B5EF4-FFF2-40B4-BE49-F238E27FC236}">
                <a16:creationId xmlns:a16="http://schemas.microsoft.com/office/drawing/2014/main" id="{4D8E3198-A599-6359-3754-E30D74C0E134}"/>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提案書に決まった様式はありませんが、最低限以下の要素を盛り込んでください。</a:t>
            </a:r>
            <a:endParaRPr lang="en-US" altLang="ja-JP"/>
          </a:p>
          <a:p>
            <a:endParaRPr lang="en-US" altLang="ja-JP"/>
          </a:p>
          <a:p>
            <a:pPr marL="285750" indent="-285750">
              <a:buFont typeface="Arial" panose="020B0604020202020204" pitchFamily="34" charset="0"/>
              <a:buChar char="•"/>
            </a:pPr>
            <a:r>
              <a:rPr lang="ja-JP" altLang="en-US"/>
              <a:t>対象とする企業（対象企業があれば）</a:t>
            </a:r>
            <a:endParaRPr lang="en-US" altLang="ja-JP"/>
          </a:p>
          <a:p>
            <a:pPr marL="285750" indent="-285750">
              <a:buFont typeface="Arial" panose="020B0604020202020204" pitchFamily="34" charset="0"/>
              <a:buChar char="•"/>
            </a:pPr>
            <a:r>
              <a:rPr lang="ja-JP" altLang="en-US"/>
              <a:t>提案内容</a:t>
            </a:r>
            <a:endParaRPr lang="en-US" altLang="ja-JP"/>
          </a:p>
          <a:p>
            <a:pPr marL="285750" indent="-285750">
              <a:buFont typeface="Arial" panose="020B0604020202020204" pitchFamily="34" charset="0"/>
              <a:buChar char="•"/>
            </a:pPr>
            <a:r>
              <a:rPr lang="ja-JP" altLang="en-US"/>
              <a:t>提供する価値（顧客・社会へ提供する価値）</a:t>
            </a:r>
            <a:endParaRPr lang="en-US" altLang="ja-JP"/>
          </a:p>
          <a:p>
            <a:pPr marL="285750" indent="-285750">
              <a:buFont typeface="Arial" panose="020B0604020202020204" pitchFamily="34" charset="0"/>
              <a:buChar char="•"/>
            </a:pPr>
            <a:r>
              <a:rPr lang="ja-JP" altLang="en-US"/>
              <a:t>社会への影響（</a:t>
            </a:r>
            <a:r>
              <a:rPr lang="en-US" altLang="ja-JP"/>
              <a:t>NTT DATA</a:t>
            </a:r>
            <a:r>
              <a:rPr lang="ja-JP" altLang="en-US"/>
              <a:t>としてやる意義があるか）</a:t>
            </a:r>
            <a:endParaRPr lang="en-US" altLang="ja-JP"/>
          </a:p>
          <a:p>
            <a:pPr marL="285750" indent="-285750">
              <a:buFont typeface="Arial" panose="020B0604020202020204" pitchFamily="34" charset="0"/>
              <a:buChar char="•"/>
            </a:pPr>
            <a:r>
              <a:rPr lang="ja-JP" altLang="en-US"/>
              <a:t>実現性・コスト・収益（事業として成立するか）</a:t>
            </a:r>
            <a:endParaRPr lang="en-US" altLang="ja-JP"/>
          </a:p>
          <a:p>
            <a:pPr marL="285750" indent="-285750">
              <a:buFont typeface="Arial" panose="020B0604020202020204" pitchFamily="34" charset="0"/>
              <a:buChar char="•"/>
            </a:pPr>
            <a:r>
              <a:rPr lang="ja-JP" altLang="en-US"/>
              <a:t>市場・競合分析（チャンスがあるか）</a:t>
            </a:r>
            <a:endParaRPr lang="en-US" altLang="ja-JP"/>
          </a:p>
          <a:p>
            <a:endParaRPr lang="en-US" altLang="ja-JP"/>
          </a:p>
          <a:p>
            <a:r>
              <a:rPr lang="ja-JP" altLang="en-US"/>
              <a:t>その他、必要と思われる要素があれば自由に取り込んでいただいて構いません。</a:t>
            </a:r>
            <a:endParaRPr lang="en-US" altLang="ja-JP"/>
          </a:p>
        </p:txBody>
      </p:sp>
    </p:spTree>
    <p:extLst>
      <p:ext uri="{BB962C8B-B14F-4D97-AF65-F5344CB8AC3E}">
        <p14:creationId xmlns:p14="http://schemas.microsoft.com/office/powerpoint/2010/main" val="3816778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BC82-1452-E2A2-60F6-4FB92845284A}"/>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60ED61B8-612A-59A9-8E44-5FAB4D2DD909}"/>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en-US" altLang="ja-JP"/>
              <a:t>STEP</a:t>
            </a:r>
            <a:r>
              <a:rPr lang="ja-JP" altLang="en-US"/>
              <a:t>③</a:t>
            </a:r>
            <a:r>
              <a:rPr lang="en-US" altLang="ja-JP"/>
              <a:t>-2 </a:t>
            </a:r>
            <a:r>
              <a:rPr lang="ja-JP" altLang="en-US"/>
              <a:t>プロトタイプ作成</a:t>
            </a:r>
          </a:p>
        </p:txBody>
      </p:sp>
      <p:sp>
        <p:nvSpPr>
          <p:cNvPr id="2" name="コンテンツ プレースホルダー 5">
            <a:extLst>
              <a:ext uri="{FF2B5EF4-FFF2-40B4-BE49-F238E27FC236}">
                <a16:creationId xmlns:a16="http://schemas.microsoft.com/office/drawing/2014/main" id="{8C90A7C7-D7DA-324C-3703-2CB9E39571FB}"/>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実際の利用イメージやユーザ体験を可視化するために、今回は提案書と合わせてプロトタイプを作成します。</a:t>
            </a:r>
            <a:endParaRPr lang="en-US" altLang="ja-JP"/>
          </a:p>
          <a:p>
            <a:r>
              <a:rPr lang="ja-JP" altLang="en-US"/>
              <a:t>プロトタイプとは、完成したシステムではなく</a:t>
            </a:r>
            <a:r>
              <a:rPr lang="ja-JP" altLang="en-US" b="1"/>
              <a:t>「サービス体験を試すための試作品」</a:t>
            </a:r>
            <a:r>
              <a:rPr lang="ja-JP" altLang="en-US"/>
              <a:t>です。</a:t>
            </a:r>
            <a:endParaRPr lang="en-US" altLang="ja-JP"/>
          </a:p>
          <a:p>
            <a:r>
              <a:rPr lang="ja-JP" altLang="en-US"/>
              <a:t>「このサービスがあったらどんな体験になるのか」を伝えるためのモックアプリを、生成</a:t>
            </a:r>
            <a:r>
              <a:rPr lang="en-US" altLang="ja-JP"/>
              <a:t>AI</a:t>
            </a:r>
            <a:r>
              <a:rPr lang="ja-JP" altLang="en-US"/>
              <a:t>を利用して作成してください。</a:t>
            </a:r>
            <a:endParaRPr lang="en-US" altLang="ja-JP"/>
          </a:p>
          <a:p>
            <a:endParaRPr lang="en-US" altLang="ja-JP"/>
          </a:p>
          <a:p>
            <a:r>
              <a:rPr lang="ja-JP" altLang="en-US"/>
              <a:t>ここでは実装の完成度ではなく、体験設計を重視します。</a:t>
            </a:r>
            <a:endParaRPr lang="en-US" altLang="ja-JP"/>
          </a:p>
          <a:p>
            <a:r>
              <a:rPr lang="ja-JP" altLang="en-US"/>
              <a:t>分かりやすさ、使いやすさ、課題理解、アイデアの納得感が伝わるように作成してください。</a:t>
            </a:r>
            <a:endParaRPr lang="en-US" altLang="ja-JP"/>
          </a:p>
          <a:p>
            <a:endParaRPr lang="en-US" altLang="ja-JP"/>
          </a:p>
          <a:p>
            <a:r>
              <a:rPr lang="en-US" altLang="ja-JP"/>
              <a:t>※</a:t>
            </a:r>
            <a:r>
              <a:rPr lang="ja-JP" altLang="en-US"/>
              <a:t>提案するサービスが</a:t>
            </a:r>
            <a:r>
              <a:rPr lang="en-US" altLang="ja-JP"/>
              <a:t>Web</a:t>
            </a:r>
            <a:r>
              <a:rPr lang="ja-JP" altLang="en-US"/>
              <a:t>系でない場合は、ユーザ体験がわかるようなものを生成</a:t>
            </a:r>
            <a:r>
              <a:rPr lang="en-US" altLang="ja-JP"/>
              <a:t>AI</a:t>
            </a:r>
            <a:r>
              <a:rPr lang="ja-JP" altLang="en-US"/>
              <a:t>で作成ください。</a:t>
            </a:r>
            <a:endParaRPr lang="en-US" altLang="ja-JP"/>
          </a:p>
        </p:txBody>
      </p:sp>
    </p:spTree>
    <p:extLst>
      <p:ext uri="{BB962C8B-B14F-4D97-AF65-F5344CB8AC3E}">
        <p14:creationId xmlns:p14="http://schemas.microsoft.com/office/powerpoint/2010/main" val="1220652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852E3-6474-FDC7-2EB2-BEBEDD4C6C62}"/>
            </a:ext>
          </a:extLst>
        </p:cNvPr>
        <p:cNvGrpSpPr/>
        <p:nvPr/>
      </p:nvGrpSpPr>
      <p:grpSpPr>
        <a:xfrm>
          <a:off x="0" y="0"/>
          <a:ext cx="0" cy="0"/>
          <a:chOff x="0" y="0"/>
          <a:chExt cx="0" cy="0"/>
        </a:xfrm>
      </p:grpSpPr>
      <p:sp>
        <p:nvSpPr>
          <p:cNvPr id="17" name="タイトル 4">
            <a:extLst>
              <a:ext uri="{FF2B5EF4-FFF2-40B4-BE49-F238E27FC236}">
                <a16:creationId xmlns:a16="http://schemas.microsoft.com/office/drawing/2014/main" id="{1C6DA321-40D0-13DC-5014-854BB15ABDBC}"/>
              </a:ext>
            </a:extLst>
          </p:cNvPr>
          <p:cNvSpPr txBox="1">
            <a:spLocks/>
          </p:cNvSpPr>
          <p:nvPr/>
        </p:nvSpPr>
        <p:spPr>
          <a:xfrm>
            <a:off x="370800" y="334800"/>
            <a:ext cx="11448000" cy="396000"/>
          </a:xfrm>
          <a:prstGeom prst="rect">
            <a:avLst/>
          </a:prstGeom>
        </p:spPr>
        <p:txBody>
          <a:bodyPr/>
          <a:lst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a:lstStyle>
          <a:p>
            <a:r>
              <a:rPr lang="ja-JP" altLang="en-US"/>
              <a:t>まとめ</a:t>
            </a:r>
          </a:p>
        </p:txBody>
      </p:sp>
      <p:sp>
        <p:nvSpPr>
          <p:cNvPr id="2" name="コンテンツ プレースホルダー 5">
            <a:extLst>
              <a:ext uri="{FF2B5EF4-FFF2-40B4-BE49-F238E27FC236}">
                <a16:creationId xmlns:a16="http://schemas.microsoft.com/office/drawing/2014/main" id="{293E4E0A-8B04-0D09-179B-021BC5D2868B}"/>
              </a:ext>
            </a:extLst>
          </p:cNvPr>
          <p:cNvSpPr txBox="1">
            <a:spLocks/>
          </p:cNvSpPr>
          <p:nvPr/>
        </p:nvSpPr>
        <p:spPr>
          <a:xfrm>
            <a:off x="371474" y="1038386"/>
            <a:ext cx="11448000" cy="5196814"/>
          </a:xfrm>
          <a:prstGeom prst="rect">
            <a:avLst/>
          </a:prstGeom>
        </p:spPr>
        <p:txBody>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IT</a:t>
            </a:r>
            <a:r>
              <a:rPr lang="ja-JP" altLang="en-US"/>
              <a:t>人材として必要なのは技術知識のみだと思われがちですが、仕事を行ううえでは課題発見・多面的視点・社会理解・利用者理解の能力も強く求められます。</a:t>
            </a:r>
            <a:endParaRPr lang="en-US" altLang="ja-JP"/>
          </a:p>
          <a:p>
            <a:endParaRPr lang="en-US" altLang="ja-JP"/>
          </a:p>
          <a:p>
            <a:r>
              <a:rPr lang="ja-JP" altLang="en-US"/>
              <a:t>本研修を通じて、単なる「技術導入」ではなく、</a:t>
            </a:r>
            <a:r>
              <a:rPr lang="ja-JP" altLang="en-US" b="1"/>
              <a:t>“誰のどんな課題を、どのような価値へ変えるのか”</a:t>
            </a:r>
            <a:r>
              <a:rPr lang="ja-JP" altLang="en-US"/>
              <a:t>を考え、社会に新たな体験や価値を提供できる視点を身につけてください。</a:t>
            </a:r>
            <a:endParaRPr lang="en-US" altLang="ja-JP"/>
          </a:p>
        </p:txBody>
      </p:sp>
    </p:spTree>
    <p:extLst>
      <p:ext uri="{BB962C8B-B14F-4D97-AF65-F5344CB8AC3E}">
        <p14:creationId xmlns:p14="http://schemas.microsoft.com/office/powerpoint/2010/main" val="244147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59851-5078-6E69-7762-24CC5F679C40}"/>
            </a:ext>
          </a:extLst>
        </p:cNvPr>
        <p:cNvGrpSpPr/>
        <p:nvPr/>
      </p:nvGrpSpPr>
      <p:grpSpPr>
        <a:xfrm>
          <a:off x="0" y="0"/>
          <a:ext cx="0" cy="0"/>
          <a:chOff x="0" y="0"/>
          <a:chExt cx="0" cy="0"/>
        </a:xfrm>
      </p:grpSpPr>
    </p:spTree>
    <p:extLst>
      <p:ext uri="{BB962C8B-B14F-4D97-AF65-F5344CB8AC3E}">
        <p14:creationId xmlns:p14="http://schemas.microsoft.com/office/powerpoint/2010/main" val="1162876931"/>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01A0F777-B866-49B3-AFED-56A87BB0410F}"/>
    </a:ext>
  </a:extLst>
</a:theme>
</file>

<file path=ppt/theme/theme2.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391FFFD0-EDC0-4AC5-B02A-41DAA3AAB718}"/>
    </a:ext>
  </a:extLst>
</a:theme>
</file>

<file path=ppt/theme/theme3.xml><?xml version="1.0" encoding="utf-8"?>
<a:theme xmlns:a="http://schemas.openxmlformats.org/drawingml/2006/main" name="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D719EED7-A124-4B64-94B4-7E19BEC76123}"/>
    </a:ext>
  </a:extLst>
</a:theme>
</file>

<file path=ppt/theme/theme4.xml><?xml version="1.0" encoding="utf-8"?>
<a:theme xmlns:a="http://schemas.openxmlformats.org/drawingml/2006/main" name="裏表紙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61AD1F74-F7B3-4084-867F-FF2A213976D4}"/>
    </a:ext>
  </a:extLst>
</a:theme>
</file>

<file path=ppt/theme/theme5.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E3F0B4D0-C6CA-451C-BDD1-C1401C03DCB0}"/>
    </a:ext>
  </a:extLst>
</a:theme>
</file>

<file path=ppt/theme/theme6.xml><?xml version="1.0" encoding="utf-8"?>
<a:theme xmlns:a="http://schemas.openxmlformats.org/drawingml/2006/main" name="中扉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B9DA8898-C54B-4CE0-AB3E-AAAD4DBE41FF}"/>
    </a:ext>
  </a:extLst>
</a:theme>
</file>

<file path=ppt/theme/theme7.xml><?xml version="1.0" encoding="utf-8"?>
<a:theme xmlns:a="http://schemas.openxmlformats.org/drawingml/2006/main" name="コンテンツ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CBAFA1B3-3EE9-4294-BBB5-7B5F00DC5C8C}"/>
    </a:ext>
  </a:extLst>
</a:theme>
</file>

<file path=ppt/theme/theme8.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6B7A1FBE-C9E9-47D4-945C-DD3D4271A4BF}" vid="{B0D2E097-548C-4812-BA54-60519E23FF2C}"/>
    </a:ext>
  </a:extLst>
</a:theme>
</file>

<file path=ppt/theme/theme9.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x30b0__x30eb__x30fc__x30d7_ xmlns="11d8c85d-1826-47fa-a5d0-9526e53fc34b" xsi:nil="true"/>
    <_x6c0f__x540d_ xmlns="11d8c85d-1826-47fa-a5d0-9526e53fc34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57F87D80BC18745B0A2F78E3C2CA320" ma:contentTypeVersion="5" ma:contentTypeDescription="新しいドキュメントを作成します。" ma:contentTypeScope="" ma:versionID="734a0ddae43633f81809977fc1e95460">
  <xsd:schema xmlns:xsd="http://www.w3.org/2001/XMLSchema" xmlns:xs="http://www.w3.org/2001/XMLSchema" xmlns:p="http://schemas.microsoft.com/office/2006/metadata/properties" xmlns:ns2="11d8c85d-1826-47fa-a5d0-9526e53fc34b" targetNamespace="http://schemas.microsoft.com/office/2006/metadata/properties" ma:root="true" ma:fieldsID="b4b37303f987e88c1cbf265fbf704f98" ns2:_="">
    <xsd:import namespace="11d8c85d-1826-47fa-a5d0-9526e53fc3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_x30b0__x30eb__x30fc__x30d7_" minOccurs="0"/>
                <xsd:element ref="ns2:_x6c0f__x540d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8c85d-1826-47fa-a5d0-9526e53f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x30b0__x30eb__x30fc__x30d7_" ma:index="11" nillable="true" ma:displayName="グループ" ma:format="Dropdown" ma:internalName="_x30b0__x30eb__x30fc__x30d7_">
      <xsd:simpleType>
        <xsd:restriction base="dms:Text">
          <xsd:maxLength value="255"/>
        </xsd:restriction>
      </xsd:simpleType>
    </xsd:element>
    <xsd:element name="_x6c0f__x540d_" ma:index="12" nillable="true" ma:displayName="氏名" ma:internalName="_x6c0f__x540d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0E8972-5CB9-4B29-A23D-0DA2776E4EF3}">
  <ds:schemaRefs>
    <ds:schemaRef ds:uri="http://schemas.microsoft.com/office/2006/metadata/properties"/>
    <ds:schemaRef ds:uri="http://schemas.microsoft.com/office/infopath/2007/PartnerControls"/>
    <ds:schemaRef ds:uri="11d8c85d-1826-47fa-a5d0-9526e53fc34b"/>
  </ds:schemaRefs>
</ds:datastoreItem>
</file>

<file path=customXml/itemProps2.xml><?xml version="1.0" encoding="utf-8"?>
<ds:datastoreItem xmlns:ds="http://schemas.openxmlformats.org/officeDocument/2006/customXml" ds:itemID="{38664549-A0BD-401F-AF0E-095559C3CAE8}">
  <ds:schemaRefs>
    <ds:schemaRef ds:uri="http://schemas.microsoft.com/sharepoint/v3/contenttype/forms"/>
  </ds:schemaRefs>
</ds:datastoreItem>
</file>

<file path=customXml/itemProps3.xml><?xml version="1.0" encoding="utf-8"?>
<ds:datastoreItem xmlns:ds="http://schemas.openxmlformats.org/officeDocument/2006/customXml" ds:itemID="{1B751B3A-E794-4F89-825F-7DEB79D3BC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d8c85d-1826-47fa-a5d0-9526e53fc3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研修資料テンプレワイド版</Template>
  <TotalTime>779</TotalTime>
  <Words>1765</Words>
  <Application>Microsoft Office PowerPoint</Application>
  <PresentationFormat>Widescreen</PresentationFormat>
  <Paragraphs>230</Paragraphs>
  <Slides>15</Slides>
  <Notes>13</Notes>
  <HiddenSlides>0</HiddenSlides>
  <MMClips>0</MMClips>
  <ScaleCrop>false</ScaleCrop>
  <HeadingPairs>
    <vt:vector size="4" baseType="variant">
      <vt:variant>
        <vt:lpstr>Theme</vt:lpstr>
      </vt:variant>
      <vt:variant>
        <vt:i4>8</vt:i4>
      </vt:variant>
      <vt:variant>
        <vt:lpstr>Slide Titles</vt:lpstr>
      </vt:variant>
      <vt:variant>
        <vt:i4>15</vt:i4>
      </vt:variant>
    </vt:vector>
  </HeadingPairs>
  <TitlesOfParts>
    <vt:vector size="23" baseType="lpstr">
      <vt:lpstr>表紙_Light</vt:lpstr>
      <vt:lpstr>中扉_Light</vt:lpstr>
      <vt:lpstr>コンテンツ_Light</vt:lpstr>
      <vt:lpstr>裏表紙_Light</vt:lpstr>
      <vt:lpstr>表紙_Dark</vt:lpstr>
      <vt:lpstr>中扉_Dark</vt:lpstr>
      <vt:lpstr>コンテンツ_Dark</vt:lpstr>
      <vt:lpstr>裏表紙_Dark</vt:lpstr>
      <vt:lpstr>AI-Native開発研修 講義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PS3 畑 裕貴/Hata, Yuki (NTT DATA)</dc:creator>
  <cp:lastModifiedBy>PS3 畑 裕貴/Hata, Yuki (NTT DATA)</cp:lastModifiedBy>
  <cp:revision>5</cp:revision>
  <dcterms:created xsi:type="dcterms:W3CDTF">2026-05-11T08:21:42Z</dcterms:created>
  <dcterms:modified xsi:type="dcterms:W3CDTF">2026-06-05T10:33:32Z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0x010100B57F87D80BC18745B0A2F78E3C2CA320</vt:lpwstr>
  </property>
</Properties>
</file>