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drawings/drawing1.xml" ContentType="application/vnd.openxmlformats-officedocument.drawingml.chartshap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9" r:id="rId3"/>
    <p:sldMasterId id="2147483971" r:id="rId4"/>
    <p:sldMasterId id="2147483975" r:id="rId5"/>
    <p:sldMasterId id="2147483989" r:id="rId6"/>
    <p:sldMasterId id="2147484001" r:id="rId7"/>
    <p:sldMasterId id="2147483962" r:id="rId8"/>
    <p:sldMasterId id="2147483908" r:id="rId9"/>
    <p:sldMasterId id="2147483852" r:id="rId10"/>
  </p:sldMasterIdLst>
  <p:notesMasterIdLst>
    <p:notesMasterId r:id="rId25"/>
  </p:notesMasterIdLst>
  <p:handoutMasterIdLst>
    <p:handoutMasterId r:id="rId26"/>
  </p:handoutMasterIdLst>
  <p:sldIdLst>
    <p:sldId id="291" r:id="rId11"/>
    <p:sldId id="331" r:id="rId12"/>
    <p:sldId id="332" r:id="rId13"/>
    <p:sldId id="334" r:id="rId14"/>
    <p:sldId id="343" r:id="rId15"/>
    <p:sldId id="333" r:id="rId16"/>
    <p:sldId id="335" r:id="rId17"/>
    <p:sldId id="342" r:id="rId18"/>
    <p:sldId id="337" r:id="rId19"/>
    <p:sldId id="336" r:id="rId20"/>
    <p:sldId id="341" r:id="rId21"/>
    <p:sldId id="338" r:id="rId22"/>
    <p:sldId id="339" r:id="rId23"/>
    <p:sldId id="293" r:id="rId2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FFED"/>
    <a:srgbClr val="FBE3EE"/>
    <a:srgbClr val="FEFFFE"/>
    <a:srgbClr val="2A3E72"/>
    <a:srgbClr val="061F4B"/>
    <a:srgbClr val="A5D6A7"/>
    <a:srgbClr val="F5FFF5"/>
    <a:srgbClr val="FFFBF0"/>
    <a:srgbClr val="F59E0B"/>
    <a:srgbClr val="FFC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7" autoAdjust="0"/>
    <p:restoredTop sz="86395" autoAdjust="0"/>
  </p:normalViewPr>
  <p:slideViewPr>
    <p:cSldViewPr snapToGrid="0" snapToObjects="1">
      <p:cViewPr varScale="1">
        <p:scale>
          <a:sx n="114" d="100"/>
          <a:sy n="114" d="100"/>
        </p:scale>
        <p:origin x="102" y="24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60" d="100"/>
        <a:sy n="16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1.xml"/><Relationship Id="rId7" Type="http://schemas.openxmlformats.org/officeDocument/2006/relationships/slideMaster" Target="slideMasters/slideMaster5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notesMaster" Target="notesMasters/notesMaster1.xml"/><Relationship Id="rId33" Type="http://schemas.openxmlformats.org/officeDocument/2006/relationships/customXml" Target="../customXml/item3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4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3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presProps" Target="presProps.xml"/><Relationship Id="rId10" Type="http://schemas.openxmlformats.org/officeDocument/2006/relationships/slideMaster" Target="slideMasters/slideMaster8.xml"/><Relationship Id="rId19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2.xml"/><Relationship Id="rId9" Type="http://schemas.openxmlformats.org/officeDocument/2006/relationships/slideMaster" Target="slideMasters/slideMaster7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8" Type="http://schemas.openxmlformats.org/officeDocument/2006/relationships/slideMaster" Target="slideMasters/slideMaster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S3 畑 裕貴/Hata, Yuki (NTT DATA)" userId="ec72ce79-7ef2-430c-94e0-f44b7f33c62e" providerId="ADAL" clId="{A35310C8-D68C-4857-98B0-5C44D9B003CD}"/>
    <pc:docChg chg="undo redo custSel addSld delSld modSld sldOrd">
      <pc:chgData name="PS3 畑 裕貴/Hata, Yuki (NTT DATA)" userId="ec72ce79-7ef2-430c-94e0-f44b7f33c62e" providerId="ADAL" clId="{A35310C8-D68C-4857-98B0-5C44D9B003CD}" dt="2026-05-26T05:42:28.305" v="34652" actId="207"/>
      <pc:docMkLst>
        <pc:docMk/>
      </pc:docMkLst>
      <pc:sldChg chg="addSp delSp modSp mod">
        <pc:chgData name="PS3 畑 裕貴/Hata, Yuki (NTT DATA)" userId="ec72ce79-7ef2-430c-94e0-f44b7f33c62e" providerId="ADAL" clId="{A35310C8-D68C-4857-98B0-5C44D9B003CD}" dt="2026-05-21T09:56:47.093" v="29442" actId="478"/>
        <pc:sldMkLst>
          <pc:docMk/>
          <pc:sldMk cId="3543786150" sldId="291"/>
        </pc:sldMkLst>
        <pc:spChg chg="mod">
          <ac:chgData name="PS3 畑 裕貴/Hata, Yuki (NTT DATA)" userId="ec72ce79-7ef2-430c-94e0-f44b7f33c62e" providerId="ADAL" clId="{A35310C8-D68C-4857-98B0-5C44D9B003CD}" dt="2026-05-21T04:33:27.923" v="20960" actId="20577"/>
          <ac:spMkLst>
            <pc:docMk/>
            <pc:sldMk cId="3543786150" sldId="291"/>
            <ac:spMk id="2" creationId="{5AE69617-BABC-DA0F-257E-CCB2EB9848A4}"/>
          </ac:spMkLst>
        </pc:spChg>
        <pc:spChg chg="mod">
          <ac:chgData name="PS3 畑 裕貴/Hata, Yuki (NTT DATA)" userId="ec72ce79-7ef2-430c-94e0-f44b7f33c62e" providerId="ADAL" clId="{A35310C8-D68C-4857-98B0-5C44D9B003CD}" dt="2026-05-21T04:34:16.440" v="20970" actId="20577"/>
          <ac:spMkLst>
            <pc:docMk/>
            <pc:sldMk cId="3543786150" sldId="291"/>
            <ac:spMk id="3" creationId="{88373623-07D1-4DE1-20E3-B0481A10D913}"/>
          </ac:spMkLst>
        </pc:spChg>
        <pc:spChg chg="mod">
          <ac:chgData name="PS3 畑 裕貴/Hata, Yuki (NTT DATA)" userId="ec72ce79-7ef2-430c-94e0-f44b7f33c62e" providerId="ADAL" clId="{A35310C8-D68C-4857-98B0-5C44D9B003CD}" dt="2026-05-19T05:04:54.584" v="4094" actId="20577"/>
          <ac:spMkLst>
            <pc:docMk/>
            <pc:sldMk cId="3543786150" sldId="291"/>
            <ac:spMk id="4" creationId="{E691CAC4-4ABC-5319-B209-5D93516D8D8D}"/>
          </ac:spMkLst>
        </pc:spChg>
      </pc:sldChg>
      <pc:sldChg chg="addSp delSp modSp add mod modShow">
        <pc:chgData name="PS3 畑 裕貴/Hata, Yuki (NTT DATA)" userId="ec72ce79-7ef2-430c-94e0-f44b7f33c62e" providerId="ADAL" clId="{A35310C8-D68C-4857-98B0-5C44D9B003CD}" dt="2026-05-21T09:26:37.533" v="27651" actId="1035"/>
        <pc:sldMkLst>
          <pc:docMk/>
          <pc:sldMk cId="2208426348" sldId="331"/>
        </pc:sldMkLst>
        <pc:spChg chg="mod">
          <ac:chgData name="PS3 畑 裕貴/Hata, Yuki (NTT DATA)" userId="ec72ce79-7ef2-430c-94e0-f44b7f33c62e" providerId="ADAL" clId="{A35310C8-D68C-4857-98B0-5C44D9B003CD}" dt="2026-05-21T09:26:33.694" v="27639" actId="1076"/>
          <ac:spMkLst>
            <pc:docMk/>
            <pc:sldMk cId="2208426348" sldId="331"/>
            <ac:spMk id="2" creationId="{BF8569BE-27CF-5332-F031-86F5D58502E8}"/>
          </ac:spMkLst>
        </pc:spChg>
        <pc:spChg chg="add mod">
          <ac:chgData name="PS3 畑 裕貴/Hata, Yuki (NTT DATA)" userId="ec72ce79-7ef2-430c-94e0-f44b7f33c62e" providerId="ADAL" clId="{A35310C8-D68C-4857-98B0-5C44D9B003CD}" dt="2026-05-21T09:26:37.533" v="27651" actId="1035"/>
          <ac:spMkLst>
            <pc:docMk/>
            <pc:sldMk cId="2208426348" sldId="331"/>
            <ac:spMk id="4" creationId="{784231C8-5619-F723-7412-27837A3BDC34}"/>
          </ac:spMkLst>
        </pc:spChg>
        <pc:spChg chg="add mod">
          <ac:chgData name="PS3 畑 裕貴/Hata, Yuki (NTT DATA)" userId="ec72ce79-7ef2-430c-94e0-f44b7f33c62e" providerId="ADAL" clId="{A35310C8-D68C-4857-98B0-5C44D9B003CD}" dt="2026-05-21T09:26:37.533" v="27651" actId="1035"/>
          <ac:spMkLst>
            <pc:docMk/>
            <pc:sldMk cId="2208426348" sldId="331"/>
            <ac:spMk id="6" creationId="{C0572411-F346-E992-9E5C-7971287BA88D}"/>
          </ac:spMkLst>
        </pc:spChg>
        <pc:spChg chg="add mod">
          <ac:chgData name="PS3 畑 裕貴/Hata, Yuki (NTT DATA)" userId="ec72ce79-7ef2-430c-94e0-f44b7f33c62e" providerId="ADAL" clId="{A35310C8-D68C-4857-98B0-5C44D9B003CD}" dt="2026-05-21T09:26:37.533" v="27651" actId="1035"/>
          <ac:spMkLst>
            <pc:docMk/>
            <pc:sldMk cId="2208426348" sldId="331"/>
            <ac:spMk id="7" creationId="{57BEA567-7B2C-7A56-78A7-1CB409B8FBF7}"/>
          </ac:spMkLst>
        </pc:spChg>
        <pc:spChg chg="mod">
          <ac:chgData name="PS3 畑 裕貴/Hata, Yuki (NTT DATA)" userId="ec72ce79-7ef2-430c-94e0-f44b7f33c62e" providerId="ADAL" clId="{A35310C8-D68C-4857-98B0-5C44D9B003CD}" dt="2026-05-21T04:42:13.237" v="21140" actId="20577"/>
          <ac:spMkLst>
            <pc:docMk/>
            <pc:sldMk cId="2208426348" sldId="331"/>
            <ac:spMk id="17" creationId="{DA99A71C-35FE-ECF4-9117-6A1EE764C35F}"/>
          </ac:spMkLst>
        </pc:spChg>
        <pc:grpChg chg="add mod">
          <ac:chgData name="PS3 畑 裕貴/Hata, Yuki (NTT DATA)" userId="ec72ce79-7ef2-430c-94e0-f44b7f33c62e" providerId="ADAL" clId="{A35310C8-D68C-4857-98B0-5C44D9B003CD}" dt="2026-05-21T09:26:37.533" v="27651" actId="1035"/>
          <ac:grpSpMkLst>
            <pc:docMk/>
            <pc:sldMk cId="2208426348" sldId="331"/>
            <ac:grpSpMk id="9" creationId="{180F4158-F9A5-0C97-6E38-BE165D586625}"/>
          </ac:grpSpMkLst>
        </pc:grpChg>
        <pc:picChg chg="add mod">
          <ac:chgData name="PS3 畑 裕貴/Hata, Yuki (NTT DATA)" userId="ec72ce79-7ef2-430c-94e0-f44b7f33c62e" providerId="ADAL" clId="{A35310C8-D68C-4857-98B0-5C44D9B003CD}" dt="2026-05-21T09:26:37.533" v="27651" actId="1035"/>
          <ac:picMkLst>
            <pc:docMk/>
            <pc:sldMk cId="2208426348" sldId="331"/>
            <ac:picMk id="2050" creationId="{8F9A529A-F19C-145D-47B9-AF744F98F632}"/>
          </ac:picMkLst>
        </pc:picChg>
      </pc:sldChg>
      <pc:sldChg chg="addSp delSp modSp add mod">
        <pc:chgData name="PS3 畑 裕貴/Hata, Yuki (NTT DATA)" userId="ec72ce79-7ef2-430c-94e0-f44b7f33c62e" providerId="ADAL" clId="{A35310C8-D68C-4857-98B0-5C44D9B003CD}" dt="2026-05-21T09:47:14.005" v="29316" actId="14100"/>
        <pc:sldMkLst>
          <pc:docMk/>
          <pc:sldMk cId="919377233" sldId="332"/>
        </pc:sldMkLst>
        <pc:spChg chg="add del mod">
          <ac:chgData name="PS3 畑 裕貴/Hata, Yuki (NTT DATA)" userId="ec72ce79-7ef2-430c-94e0-f44b7f33c62e" providerId="ADAL" clId="{A35310C8-D68C-4857-98B0-5C44D9B003CD}" dt="2026-05-21T09:46:54.021" v="29297" actId="207"/>
          <ac:spMkLst>
            <pc:docMk/>
            <pc:sldMk cId="919377233" sldId="332"/>
            <ac:spMk id="2" creationId="{E428F041-D100-35EB-2136-74938B977E0F}"/>
          </ac:spMkLst>
        </pc:spChg>
        <pc:spChg chg="add mod">
          <ac:chgData name="PS3 畑 裕貴/Hata, Yuki (NTT DATA)" userId="ec72ce79-7ef2-430c-94e0-f44b7f33c62e" providerId="ADAL" clId="{A35310C8-D68C-4857-98B0-5C44D9B003CD}" dt="2026-05-21T09:25:27.333" v="27584" actId="1076"/>
          <ac:spMkLst>
            <pc:docMk/>
            <pc:sldMk cId="919377233" sldId="332"/>
            <ac:spMk id="6" creationId="{484B580E-08E3-F573-32F3-8995E37B53E8}"/>
          </ac:spMkLst>
        </pc:spChg>
        <pc:spChg chg="add mod">
          <ac:chgData name="PS3 畑 裕貴/Hata, Yuki (NTT DATA)" userId="ec72ce79-7ef2-430c-94e0-f44b7f33c62e" providerId="ADAL" clId="{A35310C8-D68C-4857-98B0-5C44D9B003CD}" dt="2026-05-21T09:25:27.333" v="27584" actId="1076"/>
          <ac:spMkLst>
            <pc:docMk/>
            <pc:sldMk cId="919377233" sldId="332"/>
            <ac:spMk id="7" creationId="{FD9003DA-8AFE-5385-94C0-13C2CBF44628}"/>
          </ac:spMkLst>
        </pc:spChg>
        <pc:spChg chg="add mod">
          <ac:chgData name="PS3 畑 裕貴/Hata, Yuki (NTT DATA)" userId="ec72ce79-7ef2-430c-94e0-f44b7f33c62e" providerId="ADAL" clId="{A35310C8-D68C-4857-98B0-5C44D9B003CD}" dt="2026-05-21T09:25:27.333" v="27584" actId="1076"/>
          <ac:spMkLst>
            <pc:docMk/>
            <pc:sldMk cId="919377233" sldId="332"/>
            <ac:spMk id="8" creationId="{79CFBB38-F993-6387-AECD-A44A3718C009}"/>
          </ac:spMkLst>
        </pc:spChg>
        <pc:spChg chg="add mod">
          <ac:chgData name="PS3 畑 裕貴/Hata, Yuki (NTT DATA)" userId="ec72ce79-7ef2-430c-94e0-f44b7f33c62e" providerId="ADAL" clId="{A35310C8-D68C-4857-98B0-5C44D9B003CD}" dt="2026-05-21T09:25:27.333" v="27584" actId="1076"/>
          <ac:spMkLst>
            <pc:docMk/>
            <pc:sldMk cId="919377233" sldId="332"/>
            <ac:spMk id="9" creationId="{82F88357-E032-4AAE-9BE4-D6C225A5D58B}"/>
          </ac:spMkLst>
        </pc:spChg>
        <pc:spChg chg="add mod">
          <ac:chgData name="PS3 畑 裕貴/Hata, Yuki (NTT DATA)" userId="ec72ce79-7ef2-430c-94e0-f44b7f33c62e" providerId="ADAL" clId="{A35310C8-D68C-4857-98B0-5C44D9B003CD}" dt="2026-05-21T09:47:14.005" v="29316" actId="14100"/>
          <ac:spMkLst>
            <pc:docMk/>
            <pc:sldMk cId="919377233" sldId="332"/>
            <ac:spMk id="10" creationId="{69A4CFD1-5817-119D-A65B-44C79F59E34E}"/>
          </ac:spMkLst>
        </pc:spChg>
        <pc:spChg chg="add mod">
          <ac:chgData name="PS3 畑 裕貴/Hata, Yuki (NTT DATA)" userId="ec72ce79-7ef2-430c-94e0-f44b7f33c62e" providerId="ADAL" clId="{A35310C8-D68C-4857-98B0-5C44D9B003CD}" dt="2026-05-21T09:25:27.333" v="27584" actId="1076"/>
          <ac:spMkLst>
            <pc:docMk/>
            <pc:sldMk cId="919377233" sldId="332"/>
            <ac:spMk id="11" creationId="{B636B1BC-7A31-02E6-B7DB-796C2CDE1C2B}"/>
          </ac:spMkLst>
        </pc:spChg>
        <pc:spChg chg="add mod">
          <ac:chgData name="PS3 畑 裕貴/Hata, Yuki (NTT DATA)" userId="ec72ce79-7ef2-430c-94e0-f44b7f33c62e" providerId="ADAL" clId="{A35310C8-D68C-4857-98B0-5C44D9B003CD}" dt="2026-05-21T09:25:27.333" v="27584" actId="1076"/>
          <ac:spMkLst>
            <pc:docMk/>
            <pc:sldMk cId="919377233" sldId="332"/>
            <ac:spMk id="16" creationId="{8327CB9C-D145-BBA7-C5B0-5A31C49AD12E}"/>
          </ac:spMkLst>
        </pc:spChg>
        <pc:spChg chg="mod">
          <ac:chgData name="PS3 畑 裕貴/Hata, Yuki (NTT DATA)" userId="ec72ce79-7ef2-430c-94e0-f44b7f33c62e" providerId="ADAL" clId="{A35310C8-D68C-4857-98B0-5C44D9B003CD}" dt="2026-05-21T04:51:17.172" v="21568" actId="20577"/>
          <ac:spMkLst>
            <pc:docMk/>
            <pc:sldMk cId="919377233" sldId="332"/>
            <ac:spMk id="17" creationId="{E20E3120-9C62-93BC-C6AF-EAD1F3D3DAFC}"/>
          </ac:spMkLst>
        </pc:spChg>
        <pc:picChg chg="add mod">
          <ac:chgData name="PS3 畑 裕貴/Hata, Yuki (NTT DATA)" userId="ec72ce79-7ef2-430c-94e0-f44b7f33c62e" providerId="ADAL" clId="{A35310C8-D68C-4857-98B0-5C44D9B003CD}" dt="2026-05-21T09:25:27.333" v="27584" actId="1076"/>
          <ac:picMkLst>
            <pc:docMk/>
            <pc:sldMk cId="919377233" sldId="332"/>
            <ac:picMk id="10242" creationId="{1C3B9A38-3537-A152-5951-3AA3BD6DF777}"/>
          </ac:picMkLst>
        </pc:picChg>
        <pc:picChg chg="add mod">
          <ac:chgData name="PS3 畑 裕貴/Hata, Yuki (NTT DATA)" userId="ec72ce79-7ef2-430c-94e0-f44b7f33c62e" providerId="ADAL" clId="{A35310C8-D68C-4857-98B0-5C44D9B003CD}" dt="2026-05-21T09:25:27.333" v="27584" actId="1076"/>
          <ac:picMkLst>
            <pc:docMk/>
            <pc:sldMk cId="919377233" sldId="332"/>
            <ac:picMk id="10244" creationId="{50D628F9-B113-1C65-E27F-EB7BF404C9C3}"/>
          </ac:picMkLst>
        </pc:picChg>
        <pc:picChg chg="add mod">
          <ac:chgData name="PS3 畑 裕貴/Hata, Yuki (NTT DATA)" userId="ec72ce79-7ef2-430c-94e0-f44b7f33c62e" providerId="ADAL" clId="{A35310C8-D68C-4857-98B0-5C44D9B003CD}" dt="2026-05-21T09:25:27.333" v="27584" actId="1076"/>
          <ac:picMkLst>
            <pc:docMk/>
            <pc:sldMk cId="919377233" sldId="332"/>
            <ac:picMk id="10246" creationId="{2E48C46C-CE62-5A4E-5B40-D4047B309F89}"/>
          </ac:picMkLst>
        </pc:picChg>
      </pc:sldChg>
      <pc:sldChg chg="addSp delSp modSp add mod">
        <pc:chgData name="PS3 畑 裕貴/Hata, Yuki (NTT DATA)" userId="ec72ce79-7ef2-430c-94e0-f44b7f33c62e" providerId="ADAL" clId="{A35310C8-D68C-4857-98B0-5C44D9B003CD}" dt="2026-05-25T02:48:38.595" v="34332" actId="20577"/>
        <pc:sldMkLst>
          <pc:docMk/>
          <pc:sldMk cId="1592400232" sldId="333"/>
        </pc:sldMkLst>
        <pc:spChg chg="mod">
          <ac:chgData name="PS3 畑 裕貴/Hata, Yuki (NTT DATA)" userId="ec72ce79-7ef2-430c-94e0-f44b7f33c62e" providerId="ADAL" clId="{A35310C8-D68C-4857-98B0-5C44D9B003CD}" dt="2026-05-21T07:14:07.868" v="24881" actId="20577"/>
          <ac:spMkLst>
            <pc:docMk/>
            <pc:sldMk cId="1592400232" sldId="333"/>
            <ac:spMk id="2" creationId="{87085E77-EA8B-378F-40C6-CF088BD04CFC}"/>
          </ac:spMkLst>
        </pc:spChg>
        <pc:spChg chg="add mod">
          <ac:chgData name="PS3 畑 裕貴/Hata, Yuki (NTT DATA)" userId="ec72ce79-7ef2-430c-94e0-f44b7f33c62e" providerId="ADAL" clId="{A35310C8-D68C-4857-98B0-5C44D9B003CD}" dt="2026-05-22T04:16:07.774" v="31198" actId="20577"/>
          <ac:spMkLst>
            <pc:docMk/>
            <pc:sldMk cId="1592400232" sldId="333"/>
            <ac:spMk id="15" creationId="{7BB6276F-0257-EEE1-3A0D-FEDD34F91DC0}"/>
          </ac:spMkLst>
        </pc:spChg>
        <pc:spChg chg="add mod">
          <ac:chgData name="PS3 畑 裕貴/Hata, Yuki (NTT DATA)" userId="ec72ce79-7ef2-430c-94e0-f44b7f33c62e" providerId="ADAL" clId="{A35310C8-D68C-4857-98B0-5C44D9B003CD}" dt="2026-05-21T07:16:05.759" v="24883" actId="113"/>
          <ac:spMkLst>
            <pc:docMk/>
            <pc:sldMk cId="1592400232" sldId="333"/>
            <ac:spMk id="16" creationId="{FF9BA9DB-40A3-ADFB-C44E-DA857DDD24AD}"/>
          </ac:spMkLst>
        </pc:spChg>
        <pc:spChg chg="mod">
          <ac:chgData name="PS3 畑 裕貴/Hata, Yuki (NTT DATA)" userId="ec72ce79-7ef2-430c-94e0-f44b7f33c62e" providerId="ADAL" clId="{A35310C8-D68C-4857-98B0-5C44D9B003CD}" dt="2026-05-25T02:48:38.595" v="34332" actId="20577"/>
          <ac:spMkLst>
            <pc:docMk/>
            <pc:sldMk cId="1592400232" sldId="333"/>
            <ac:spMk id="17" creationId="{C7C2436D-EA5C-C729-A347-C8E92ABE9A58}"/>
          </ac:spMkLst>
        </pc:spChg>
        <pc:spChg chg="add mod">
          <ac:chgData name="PS3 畑 裕貴/Hata, Yuki (NTT DATA)" userId="ec72ce79-7ef2-430c-94e0-f44b7f33c62e" providerId="ADAL" clId="{A35310C8-D68C-4857-98B0-5C44D9B003CD}" dt="2026-05-22T04:48:16.662" v="31743" actId="20577"/>
          <ac:spMkLst>
            <pc:docMk/>
            <pc:sldMk cId="1592400232" sldId="333"/>
            <ac:spMk id="21" creationId="{769AAAE4-8300-5C95-A71A-EFC0030D60D3}"/>
          </ac:spMkLst>
        </pc:spChg>
        <pc:spChg chg="add mod">
          <ac:chgData name="PS3 畑 裕貴/Hata, Yuki (NTT DATA)" userId="ec72ce79-7ef2-430c-94e0-f44b7f33c62e" providerId="ADAL" clId="{A35310C8-D68C-4857-98B0-5C44D9B003CD}" dt="2026-05-21T07:11:07.879" v="24773" actId="164"/>
          <ac:spMkLst>
            <pc:docMk/>
            <pc:sldMk cId="1592400232" sldId="333"/>
            <ac:spMk id="22" creationId="{A914B46E-B2D1-1E62-C71C-D81A32203650}"/>
          </ac:spMkLst>
        </pc:spChg>
        <pc:spChg chg="add mod">
          <ac:chgData name="PS3 畑 裕貴/Hata, Yuki (NTT DATA)" userId="ec72ce79-7ef2-430c-94e0-f44b7f33c62e" providerId="ADAL" clId="{A35310C8-D68C-4857-98B0-5C44D9B003CD}" dt="2026-05-21T09:51:32.108" v="29334" actId="207"/>
          <ac:spMkLst>
            <pc:docMk/>
            <pc:sldMk cId="1592400232" sldId="333"/>
            <ac:spMk id="23" creationId="{D3D0EFF2-5307-591F-E916-7BEA783B29AE}"/>
          </ac:spMkLst>
        </pc:spChg>
        <pc:spChg chg="add mod">
          <ac:chgData name="PS3 畑 裕貴/Hata, Yuki (NTT DATA)" userId="ec72ce79-7ef2-430c-94e0-f44b7f33c62e" providerId="ADAL" clId="{A35310C8-D68C-4857-98B0-5C44D9B003CD}" dt="2026-05-21T07:11:05.393" v="24772" actId="164"/>
          <ac:spMkLst>
            <pc:docMk/>
            <pc:sldMk cId="1592400232" sldId="333"/>
            <ac:spMk id="24" creationId="{9012A4D0-F1CE-5E40-33E0-D53E75F83327}"/>
          </ac:spMkLst>
        </pc:spChg>
        <pc:grpChg chg="add mod">
          <ac:chgData name="PS3 畑 裕貴/Hata, Yuki (NTT DATA)" userId="ec72ce79-7ef2-430c-94e0-f44b7f33c62e" providerId="ADAL" clId="{A35310C8-D68C-4857-98B0-5C44D9B003CD}" dt="2026-05-21T07:12:09.912" v="24784" actId="164"/>
          <ac:grpSpMkLst>
            <pc:docMk/>
            <pc:sldMk cId="1592400232" sldId="333"/>
            <ac:grpSpMk id="25" creationId="{EC4ED393-4567-D668-711C-0A473DA3AE74}"/>
          </ac:grpSpMkLst>
        </pc:grpChg>
        <pc:grpChg chg="add mod">
          <ac:chgData name="PS3 畑 裕貴/Hata, Yuki (NTT DATA)" userId="ec72ce79-7ef2-430c-94e0-f44b7f33c62e" providerId="ADAL" clId="{A35310C8-D68C-4857-98B0-5C44D9B003CD}" dt="2026-05-21T07:12:09.912" v="24784" actId="164"/>
          <ac:grpSpMkLst>
            <pc:docMk/>
            <pc:sldMk cId="1592400232" sldId="333"/>
            <ac:grpSpMk id="26" creationId="{76A7D008-4099-3C5D-D8B5-598CDBF5DCEE}"/>
          </ac:grpSpMkLst>
        </pc:grpChg>
        <pc:grpChg chg="add mod">
          <ac:chgData name="PS3 畑 裕貴/Hata, Yuki (NTT DATA)" userId="ec72ce79-7ef2-430c-94e0-f44b7f33c62e" providerId="ADAL" clId="{A35310C8-D68C-4857-98B0-5C44D9B003CD}" dt="2026-05-21T07:12:09.912" v="24784" actId="164"/>
          <ac:grpSpMkLst>
            <pc:docMk/>
            <pc:sldMk cId="1592400232" sldId="333"/>
            <ac:grpSpMk id="27" creationId="{B164B456-1125-E9F0-B0A7-6C16FF5E862F}"/>
          </ac:grpSpMkLst>
        </pc:grpChg>
        <pc:grpChg chg="add mod">
          <ac:chgData name="PS3 畑 裕貴/Hata, Yuki (NTT DATA)" userId="ec72ce79-7ef2-430c-94e0-f44b7f33c62e" providerId="ADAL" clId="{A35310C8-D68C-4857-98B0-5C44D9B003CD}" dt="2026-05-21T07:12:11.646" v="24785" actId="408"/>
          <ac:grpSpMkLst>
            <pc:docMk/>
            <pc:sldMk cId="1592400232" sldId="333"/>
            <ac:grpSpMk id="28" creationId="{E1F1A7EF-E75B-6223-920A-B2B2E0A9D64F}"/>
          </ac:grpSpMkLst>
        </pc:grpChg>
      </pc:sldChg>
      <pc:sldChg chg="addSp delSp modSp add mod">
        <pc:chgData name="PS3 畑 裕貴/Hata, Yuki (NTT DATA)" userId="ec72ce79-7ef2-430c-94e0-f44b7f33c62e" providerId="ADAL" clId="{A35310C8-D68C-4857-98B0-5C44D9B003CD}" dt="2026-05-22T04:15:17.827" v="31186" actId="207"/>
        <pc:sldMkLst>
          <pc:docMk/>
          <pc:sldMk cId="4142940174" sldId="334"/>
        </pc:sldMkLst>
        <pc:spChg chg="mod">
          <ac:chgData name="PS3 畑 裕貴/Hata, Yuki (NTT DATA)" userId="ec72ce79-7ef2-430c-94e0-f44b7f33c62e" providerId="ADAL" clId="{A35310C8-D68C-4857-98B0-5C44D9B003CD}" dt="2026-05-21T09:46:36.009" v="29295" actId="20577"/>
          <ac:spMkLst>
            <pc:docMk/>
            <pc:sldMk cId="4142940174" sldId="334"/>
            <ac:spMk id="2" creationId="{BBAA22E6-30CA-B68C-B33A-218759AD311F}"/>
          </ac:spMkLst>
        </pc:spChg>
        <pc:spChg chg="add mod">
          <ac:chgData name="PS3 畑 裕貴/Hata, Yuki (NTT DATA)" userId="ec72ce79-7ef2-430c-94e0-f44b7f33c62e" providerId="ADAL" clId="{A35310C8-D68C-4857-98B0-5C44D9B003CD}" dt="2026-05-22T04:15:17.827" v="31186" actId="207"/>
          <ac:spMkLst>
            <pc:docMk/>
            <pc:sldMk cId="4142940174" sldId="334"/>
            <ac:spMk id="12" creationId="{2C143A24-F085-123E-65B4-ED52B12DF332}"/>
          </ac:spMkLst>
        </pc:spChg>
        <pc:spChg chg="add mod">
          <ac:chgData name="PS3 畑 裕貴/Hata, Yuki (NTT DATA)" userId="ec72ce79-7ef2-430c-94e0-f44b7f33c62e" providerId="ADAL" clId="{A35310C8-D68C-4857-98B0-5C44D9B003CD}" dt="2026-05-21T09:41:16.411" v="28880" actId="164"/>
          <ac:spMkLst>
            <pc:docMk/>
            <pc:sldMk cId="4142940174" sldId="334"/>
            <ac:spMk id="13" creationId="{FE676C09-0EAC-2718-2801-18F416BBC66B}"/>
          </ac:spMkLst>
        </pc:spChg>
        <pc:spChg chg="add mod">
          <ac:chgData name="PS3 畑 裕貴/Hata, Yuki (NTT DATA)" userId="ec72ce79-7ef2-430c-94e0-f44b7f33c62e" providerId="ADAL" clId="{A35310C8-D68C-4857-98B0-5C44D9B003CD}" dt="2026-05-21T09:49:53.101" v="29328" actId="207"/>
          <ac:spMkLst>
            <pc:docMk/>
            <pc:sldMk cId="4142940174" sldId="334"/>
            <ac:spMk id="14" creationId="{8FFD215A-CCF8-2791-FC87-3D7AA995EEF5}"/>
          </ac:spMkLst>
        </pc:spChg>
        <pc:spChg chg="add mod">
          <ac:chgData name="PS3 畑 裕貴/Hata, Yuki (NTT DATA)" userId="ec72ce79-7ef2-430c-94e0-f44b7f33c62e" providerId="ADAL" clId="{A35310C8-D68C-4857-98B0-5C44D9B003CD}" dt="2026-05-21T09:41:32.630" v="28889" actId="164"/>
          <ac:spMkLst>
            <pc:docMk/>
            <pc:sldMk cId="4142940174" sldId="334"/>
            <ac:spMk id="15" creationId="{2B9631DE-C75F-EDD8-AB69-1319A03FAF56}"/>
          </ac:spMkLst>
        </pc:spChg>
        <pc:spChg chg="mod">
          <ac:chgData name="PS3 畑 裕貴/Hata, Yuki (NTT DATA)" userId="ec72ce79-7ef2-430c-94e0-f44b7f33c62e" providerId="ADAL" clId="{A35310C8-D68C-4857-98B0-5C44D9B003CD}" dt="2026-05-21T04:51:33.791" v="21590" actId="20577"/>
          <ac:spMkLst>
            <pc:docMk/>
            <pc:sldMk cId="4142940174" sldId="334"/>
            <ac:spMk id="17" creationId="{204FE741-2589-A6B7-06F8-518DA34538E9}"/>
          </ac:spMkLst>
        </pc:spChg>
        <pc:grpChg chg="add mod">
          <ac:chgData name="PS3 畑 裕貴/Hata, Yuki (NTT DATA)" userId="ec72ce79-7ef2-430c-94e0-f44b7f33c62e" providerId="ADAL" clId="{A35310C8-D68C-4857-98B0-5C44D9B003CD}" dt="2026-05-21T09:41:45.669" v="28892" actId="14100"/>
          <ac:grpSpMkLst>
            <pc:docMk/>
            <pc:sldMk cId="4142940174" sldId="334"/>
            <ac:grpSpMk id="16" creationId="{20E4867F-74C7-2FEA-4F9F-785E565ABD23}"/>
          </ac:grpSpMkLst>
        </pc:grpChg>
        <pc:grpChg chg="add mod">
          <ac:chgData name="PS3 畑 裕貴/Hata, Yuki (NTT DATA)" userId="ec72ce79-7ef2-430c-94e0-f44b7f33c62e" providerId="ADAL" clId="{A35310C8-D68C-4857-98B0-5C44D9B003CD}" dt="2026-05-21T09:41:45.669" v="28892" actId="14100"/>
          <ac:grpSpMkLst>
            <pc:docMk/>
            <pc:sldMk cId="4142940174" sldId="334"/>
            <ac:grpSpMk id="19" creationId="{1007BCA6-A25A-8A73-81BD-B0BF93A2DE81}"/>
          </ac:grpSpMkLst>
        </pc:grpChg>
      </pc:sldChg>
      <pc:sldChg chg="addSp delSp modSp add mod">
        <pc:chgData name="PS3 畑 裕貴/Hata, Yuki (NTT DATA)" userId="ec72ce79-7ef2-430c-94e0-f44b7f33c62e" providerId="ADAL" clId="{A35310C8-D68C-4857-98B0-5C44D9B003CD}" dt="2026-05-25T02:48:41.402" v="34335" actId="20577"/>
        <pc:sldMkLst>
          <pc:docMk/>
          <pc:sldMk cId="1478219744" sldId="335"/>
        </pc:sldMkLst>
        <pc:spChg chg="mod">
          <ac:chgData name="PS3 畑 裕貴/Hata, Yuki (NTT DATA)" userId="ec72ce79-7ef2-430c-94e0-f44b7f33c62e" providerId="ADAL" clId="{A35310C8-D68C-4857-98B0-5C44D9B003CD}" dt="2026-05-21T06:48:19.677" v="23052" actId="20577"/>
          <ac:spMkLst>
            <pc:docMk/>
            <pc:sldMk cId="1478219744" sldId="335"/>
            <ac:spMk id="2" creationId="{F66B20BA-1AD5-64BE-E1C2-BAEF1025EAA3}"/>
          </ac:spMkLst>
        </pc:spChg>
        <pc:spChg chg="add mod">
          <ac:chgData name="PS3 畑 裕貴/Hata, Yuki (NTT DATA)" userId="ec72ce79-7ef2-430c-94e0-f44b7f33c62e" providerId="ADAL" clId="{A35310C8-D68C-4857-98B0-5C44D9B003CD}" dt="2026-05-21T05:11:18.610" v="21751" actId="1076"/>
          <ac:spMkLst>
            <pc:docMk/>
            <pc:sldMk cId="1478219744" sldId="335"/>
            <ac:spMk id="11" creationId="{A8F2241D-DF74-C58D-938C-BFF9D4CA4427}"/>
          </ac:spMkLst>
        </pc:spChg>
        <pc:spChg chg="mod">
          <ac:chgData name="PS3 畑 裕貴/Hata, Yuki (NTT DATA)" userId="ec72ce79-7ef2-430c-94e0-f44b7f33c62e" providerId="ADAL" clId="{A35310C8-D68C-4857-98B0-5C44D9B003CD}" dt="2026-05-25T02:48:41.402" v="34335" actId="20577"/>
          <ac:spMkLst>
            <pc:docMk/>
            <pc:sldMk cId="1478219744" sldId="335"/>
            <ac:spMk id="17" creationId="{51D75596-EF13-E8C7-0EFE-F294CD3B0E21}"/>
          </ac:spMkLst>
        </pc:spChg>
        <pc:spChg chg="add mod">
          <ac:chgData name="PS3 畑 裕貴/Hata, Yuki (NTT DATA)" userId="ec72ce79-7ef2-430c-94e0-f44b7f33c62e" providerId="ADAL" clId="{A35310C8-D68C-4857-98B0-5C44D9B003CD}" dt="2026-05-21T05:11:55.141" v="21777" actId="120"/>
          <ac:spMkLst>
            <pc:docMk/>
            <pc:sldMk cId="1478219744" sldId="335"/>
            <ac:spMk id="18" creationId="{69C86D4E-F811-8BDD-305A-87C84983F61C}"/>
          </ac:spMkLst>
        </pc:spChg>
        <pc:spChg chg="add mod">
          <ac:chgData name="PS3 畑 裕貴/Hata, Yuki (NTT DATA)" userId="ec72ce79-7ef2-430c-94e0-f44b7f33c62e" providerId="ADAL" clId="{A35310C8-D68C-4857-98B0-5C44D9B003CD}" dt="2026-05-21T09:59:36.876" v="29523" actId="207"/>
          <ac:spMkLst>
            <pc:docMk/>
            <pc:sldMk cId="1478219744" sldId="335"/>
            <ac:spMk id="19" creationId="{974BD0B5-DFC1-FA75-B3A1-DCC27E6A98A3}"/>
          </ac:spMkLst>
        </pc:spChg>
        <pc:picChg chg="add mod modCrop">
          <ac:chgData name="PS3 畑 裕貴/Hata, Yuki (NTT DATA)" userId="ec72ce79-7ef2-430c-94e0-f44b7f33c62e" providerId="ADAL" clId="{A35310C8-D68C-4857-98B0-5C44D9B003CD}" dt="2026-05-21T05:11:18.610" v="21751" actId="1076"/>
          <ac:picMkLst>
            <pc:docMk/>
            <pc:sldMk cId="1478219744" sldId="335"/>
            <ac:picMk id="8" creationId="{CADED348-667E-CF92-4E73-A03D10AE1590}"/>
          </ac:picMkLst>
        </pc:picChg>
        <pc:picChg chg="add mod">
          <ac:chgData name="PS3 畑 裕貴/Hata, Yuki (NTT DATA)" userId="ec72ce79-7ef2-430c-94e0-f44b7f33c62e" providerId="ADAL" clId="{A35310C8-D68C-4857-98B0-5C44D9B003CD}" dt="2026-05-21T05:11:18.610" v="21751" actId="1076"/>
          <ac:picMkLst>
            <pc:docMk/>
            <pc:sldMk cId="1478219744" sldId="335"/>
            <ac:picMk id="10" creationId="{DB2D5E0E-19F7-5BD2-9185-9218C473105E}"/>
          </ac:picMkLst>
        </pc:picChg>
        <pc:picChg chg="add mod">
          <ac:chgData name="PS3 畑 裕貴/Hata, Yuki (NTT DATA)" userId="ec72ce79-7ef2-430c-94e0-f44b7f33c62e" providerId="ADAL" clId="{A35310C8-D68C-4857-98B0-5C44D9B003CD}" dt="2026-05-21T05:11:21.145" v="21752" actId="1076"/>
          <ac:picMkLst>
            <pc:docMk/>
            <pc:sldMk cId="1478219744" sldId="335"/>
            <ac:picMk id="16" creationId="{14AC8A21-95E7-5F69-3DA9-0215D6D85E0E}"/>
          </ac:picMkLst>
        </pc:picChg>
      </pc:sldChg>
      <pc:sldChg chg="addSp delSp modSp add mod ord">
        <pc:chgData name="PS3 畑 裕貴/Hata, Yuki (NTT DATA)" userId="ec72ce79-7ef2-430c-94e0-f44b7f33c62e" providerId="ADAL" clId="{A35310C8-D68C-4857-98B0-5C44D9B003CD}" dt="2026-05-26T05:41:39.304" v="34648" actId="408"/>
        <pc:sldMkLst>
          <pc:docMk/>
          <pc:sldMk cId="107692607" sldId="336"/>
        </pc:sldMkLst>
        <pc:spChg chg="mod">
          <ac:chgData name="PS3 畑 裕貴/Hata, Yuki (NTT DATA)" userId="ec72ce79-7ef2-430c-94e0-f44b7f33c62e" providerId="ADAL" clId="{A35310C8-D68C-4857-98B0-5C44D9B003CD}" dt="2026-05-22T04:26:50.267" v="31647" actId="113"/>
          <ac:spMkLst>
            <pc:docMk/>
            <pc:sldMk cId="107692607" sldId="336"/>
            <ac:spMk id="2" creationId="{AB3841F0-1217-C1F9-D756-FF6EE1C7C9E3}"/>
          </ac:spMkLst>
        </pc:spChg>
        <pc:spChg chg="add mod">
          <ac:chgData name="PS3 畑 裕貴/Hata, Yuki (NTT DATA)" userId="ec72ce79-7ef2-430c-94e0-f44b7f33c62e" providerId="ADAL" clId="{A35310C8-D68C-4857-98B0-5C44D9B003CD}" dt="2026-05-22T04:49:35.931" v="31748" actId="403"/>
          <ac:spMkLst>
            <pc:docMk/>
            <pc:sldMk cId="107692607" sldId="336"/>
            <ac:spMk id="5" creationId="{5C518774-2662-3759-9FC8-1DF56C6FF08E}"/>
          </ac:spMkLst>
        </pc:spChg>
        <pc:spChg chg="add mod">
          <ac:chgData name="PS3 畑 裕貴/Hata, Yuki (NTT DATA)" userId="ec72ce79-7ef2-430c-94e0-f44b7f33c62e" providerId="ADAL" clId="{A35310C8-D68C-4857-98B0-5C44D9B003CD}" dt="2026-05-21T10:28:52.216" v="30644" actId="164"/>
          <ac:spMkLst>
            <pc:docMk/>
            <pc:sldMk cId="107692607" sldId="336"/>
            <ac:spMk id="6" creationId="{4192D476-54A1-045A-1D8E-ABF4E5E68E23}"/>
          </ac:spMkLst>
        </pc:spChg>
        <pc:spChg chg="add mod">
          <ac:chgData name="PS3 畑 裕貴/Hata, Yuki (NTT DATA)" userId="ec72ce79-7ef2-430c-94e0-f44b7f33c62e" providerId="ADAL" clId="{A35310C8-D68C-4857-98B0-5C44D9B003CD}" dt="2026-05-22T04:49:51.267" v="31750" actId="403"/>
          <ac:spMkLst>
            <pc:docMk/>
            <pc:sldMk cId="107692607" sldId="336"/>
            <ac:spMk id="12" creationId="{5FE96C67-DD8D-0398-00A6-BE29DCBD9824}"/>
          </ac:spMkLst>
        </pc:spChg>
        <pc:spChg chg="add mod">
          <ac:chgData name="PS3 畑 裕貴/Hata, Yuki (NTT DATA)" userId="ec72ce79-7ef2-430c-94e0-f44b7f33c62e" providerId="ADAL" clId="{A35310C8-D68C-4857-98B0-5C44D9B003CD}" dt="2026-05-21T10:28:49.951" v="30642" actId="164"/>
          <ac:spMkLst>
            <pc:docMk/>
            <pc:sldMk cId="107692607" sldId="336"/>
            <ac:spMk id="13" creationId="{20AF4C7A-127A-846D-9250-182092FD4C76}"/>
          </ac:spMkLst>
        </pc:spChg>
        <pc:spChg chg="add mod">
          <ac:chgData name="PS3 畑 裕貴/Hata, Yuki (NTT DATA)" userId="ec72ce79-7ef2-430c-94e0-f44b7f33c62e" providerId="ADAL" clId="{A35310C8-D68C-4857-98B0-5C44D9B003CD}" dt="2026-05-22T04:49:40.721" v="31749" actId="403"/>
          <ac:spMkLst>
            <pc:docMk/>
            <pc:sldMk cId="107692607" sldId="336"/>
            <ac:spMk id="15" creationId="{C5658B57-A13D-6DC1-FA40-B8EB5E86EE79}"/>
          </ac:spMkLst>
        </pc:spChg>
        <pc:spChg chg="mod">
          <ac:chgData name="PS3 畑 裕貴/Hata, Yuki (NTT DATA)" userId="ec72ce79-7ef2-430c-94e0-f44b7f33c62e" providerId="ADAL" clId="{A35310C8-D68C-4857-98B0-5C44D9B003CD}" dt="2026-05-25T02:48:50.458" v="34344" actId="20577"/>
          <ac:spMkLst>
            <pc:docMk/>
            <pc:sldMk cId="107692607" sldId="336"/>
            <ac:spMk id="17" creationId="{DF6480F2-86B2-E6AB-E0A3-DD342A859C4F}"/>
          </ac:spMkLst>
        </pc:spChg>
        <pc:spChg chg="add mod">
          <ac:chgData name="PS3 畑 裕貴/Hata, Yuki (NTT DATA)" userId="ec72ce79-7ef2-430c-94e0-f44b7f33c62e" providerId="ADAL" clId="{A35310C8-D68C-4857-98B0-5C44D9B003CD}" dt="2026-05-21T10:28:51.053" v="30643" actId="164"/>
          <ac:spMkLst>
            <pc:docMk/>
            <pc:sldMk cId="107692607" sldId="336"/>
            <ac:spMk id="19" creationId="{25BDC702-B0B5-6EDC-DC3D-D9A213113849}"/>
          </ac:spMkLst>
        </pc:spChg>
        <pc:grpChg chg="add mod">
          <ac:chgData name="PS3 畑 裕貴/Hata, Yuki (NTT DATA)" userId="ec72ce79-7ef2-430c-94e0-f44b7f33c62e" providerId="ADAL" clId="{A35310C8-D68C-4857-98B0-5C44D9B003CD}" dt="2026-05-21T10:28:58.630" v="30647" actId="408"/>
          <ac:grpSpMkLst>
            <pc:docMk/>
            <pc:sldMk cId="107692607" sldId="336"/>
            <ac:grpSpMk id="20" creationId="{AA6CF762-9766-925C-D1C4-B16DBC17A564}"/>
          </ac:grpSpMkLst>
        </pc:grpChg>
        <pc:grpChg chg="add mod">
          <ac:chgData name="PS3 畑 裕貴/Hata, Yuki (NTT DATA)" userId="ec72ce79-7ef2-430c-94e0-f44b7f33c62e" providerId="ADAL" clId="{A35310C8-D68C-4857-98B0-5C44D9B003CD}" dt="2026-05-26T05:41:39.304" v="34648" actId="408"/>
          <ac:grpSpMkLst>
            <pc:docMk/>
            <pc:sldMk cId="107692607" sldId="336"/>
            <ac:grpSpMk id="21" creationId="{7A47E62C-CFF7-1FC8-012F-531CA3D07A01}"/>
          </ac:grpSpMkLst>
        </pc:grpChg>
        <pc:grpChg chg="add mod">
          <ac:chgData name="PS3 畑 裕貴/Hata, Yuki (NTT DATA)" userId="ec72ce79-7ef2-430c-94e0-f44b7f33c62e" providerId="ADAL" clId="{A35310C8-D68C-4857-98B0-5C44D9B003CD}" dt="2026-05-21T10:28:52.216" v="30644" actId="164"/>
          <ac:grpSpMkLst>
            <pc:docMk/>
            <pc:sldMk cId="107692607" sldId="336"/>
            <ac:grpSpMk id="22" creationId="{D470221C-844C-E8AC-CB8A-ADFA6D6925E7}"/>
          </ac:grpSpMkLst>
        </pc:grpChg>
      </pc:sldChg>
      <pc:sldChg chg="addSp delSp modSp add mod">
        <pc:chgData name="PS3 畑 裕貴/Hata, Yuki (NTT DATA)" userId="ec72ce79-7ef2-430c-94e0-f44b7f33c62e" providerId="ADAL" clId="{A35310C8-D68C-4857-98B0-5C44D9B003CD}" dt="2026-05-26T05:42:28.305" v="34652" actId="207"/>
        <pc:sldMkLst>
          <pc:docMk/>
          <pc:sldMk cId="1971792221" sldId="337"/>
        </pc:sldMkLst>
        <pc:spChg chg="add mod ord">
          <ac:chgData name="PS3 畑 裕貴/Hata, Yuki (NTT DATA)" userId="ec72ce79-7ef2-430c-94e0-f44b7f33c62e" providerId="ADAL" clId="{A35310C8-D68C-4857-98B0-5C44D9B003CD}" dt="2026-05-26T05:42:28.305" v="34652" actId="207"/>
          <ac:spMkLst>
            <pc:docMk/>
            <pc:sldMk cId="1971792221" sldId="337"/>
            <ac:spMk id="2" creationId="{59C28095-B8BB-D3C5-6694-78A829677CBC}"/>
          </ac:spMkLst>
        </pc:spChg>
        <pc:spChg chg="add mod">
          <ac:chgData name="PS3 畑 裕貴/Hata, Yuki (NTT DATA)" userId="ec72ce79-7ef2-430c-94e0-f44b7f33c62e" providerId="ADAL" clId="{A35310C8-D68C-4857-98B0-5C44D9B003CD}" dt="2026-05-22T04:48:57.691" v="31744" actId="1076"/>
          <ac:spMkLst>
            <pc:docMk/>
            <pc:sldMk cId="1971792221" sldId="337"/>
            <ac:spMk id="5" creationId="{1DDAA19A-42CE-BB1F-D88F-AE04387BFD41}"/>
          </ac:spMkLst>
        </pc:spChg>
        <pc:spChg chg="mod">
          <ac:chgData name="PS3 畑 裕貴/Hata, Yuki (NTT DATA)" userId="ec72ce79-7ef2-430c-94e0-f44b7f33c62e" providerId="ADAL" clId="{A35310C8-D68C-4857-98B0-5C44D9B003CD}" dt="2026-05-25T02:48:47.497" v="34341" actId="20577"/>
          <ac:spMkLst>
            <pc:docMk/>
            <pc:sldMk cId="1971792221" sldId="337"/>
            <ac:spMk id="17" creationId="{728FB9BF-E12F-84B8-F88D-DB39928D9BE8}"/>
          </ac:spMkLst>
        </pc:spChg>
        <pc:spChg chg="add mod">
          <ac:chgData name="PS3 畑 裕貴/Hata, Yuki (NTT DATA)" userId="ec72ce79-7ef2-430c-94e0-f44b7f33c62e" providerId="ADAL" clId="{A35310C8-D68C-4857-98B0-5C44D9B003CD}" dt="2026-05-26T05:41:28.970" v="34647" actId="1038"/>
          <ac:spMkLst>
            <pc:docMk/>
            <pc:sldMk cId="1971792221" sldId="337"/>
            <ac:spMk id="21" creationId="{B10A27FF-9704-E0F9-BE86-738F8C2370AE}"/>
          </ac:spMkLst>
        </pc:spChg>
        <pc:spChg chg="add mod">
          <ac:chgData name="PS3 畑 裕貴/Hata, Yuki (NTT DATA)" userId="ec72ce79-7ef2-430c-94e0-f44b7f33c62e" providerId="ADAL" clId="{A35310C8-D68C-4857-98B0-5C44D9B003CD}" dt="2026-05-26T05:41:28.970" v="34647" actId="1038"/>
          <ac:spMkLst>
            <pc:docMk/>
            <pc:sldMk cId="1971792221" sldId="337"/>
            <ac:spMk id="22" creationId="{25277052-05B0-44A5-7809-9F1FEA9C3D24}"/>
          </ac:spMkLst>
        </pc:spChg>
        <pc:spChg chg="add mod">
          <ac:chgData name="PS3 畑 裕貴/Hata, Yuki (NTT DATA)" userId="ec72ce79-7ef2-430c-94e0-f44b7f33c62e" providerId="ADAL" clId="{A35310C8-D68C-4857-98B0-5C44D9B003CD}" dt="2026-05-21T10:51:29.327" v="31117" actId="1076"/>
          <ac:spMkLst>
            <pc:docMk/>
            <pc:sldMk cId="1971792221" sldId="337"/>
            <ac:spMk id="27" creationId="{8C0DDEE9-9886-D080-B693-DB925820111B}"/>
          </ac:spMkLst>
        </pc:spChg>
        <pc:spChg chg="add mod">
          <ac:chgData name="PS3 畑 裕貴/Hata, Yuki (NTT DATA)" userId="ec72ce79-7ef2-430c-94e0-f44b7f33c62e" providerId="ADAL" clId="{A35310C8-D68C-4857-98B0-5C44D9B003CD}" dt="2026-05-22T04:49:16.319" v="31747" actId="1076"/>
          <ac:spMkLst>
            <pc:docMk/>
            <pc:sldMk cId="1971792221" sldId="337"/>
            <ac:spMk id="28" creationId="{17E86609-C9B8-FE12-4B58-D619C122FC68}"/>
          </ac:spMkLst>
        </pc:spChg>
        <pc:spChg chg="add mod">
          <ac:chgData name="PS3 畑 裕貴/Hata, Yuki (NTT DATA)" userId="ec72ce79-7ef2-430c-94e0-f44b7f33c62e" providerId="ADAL" clId="{A35310C8-D68C-4857-98B0-5C44D9B003CD}" dt="2026-05-21T10:51:29.327" v="31117" actId="1076"/>
          <ac:spMkLst>
            <pc:docMk/>
            <pc:sldMk cId="1971792221" sldId="337"/>
            <ac:spMk id="35" creationId="{7EF55678-E95C-C809-C7C4-0B23932E08B6}"/>
          </ac:spMkLst>
        </pc:spChg>
        <pc:spChg chg="add mod">
          <ac:chgData name="PS3 畑 裕貴/Hata, Yuki (NTT DATA)" userId="ec72ce79-7ef2-430c-94e0-f44b7f33c62e" providerId="ADAL" clId="{A35310C8-D68C-4857-98B0-5C44D9B003CD}" dt="2026-05-21T10:51:29.327" v="31117" actId="1076"/>
          <ac:spMkLst>
            <pc:docMk/>
            <pc:sldMk cId="1971792221" sldId="337"/>
            <ac:spMk id="37" creationId="{09C9F3C0-BA86-50A8-7929-353FF3F10C15}"/>
          </ac:spMkLst>
        </pc:spChg>
        <pc:spChg chg="add mod">
          <ac:chgData name="PS3 畑 裕貴/Hata, Yuki (NTT DATA)" userId="ec72ce79-7ef2-430c-94e0-f44b7f33c62e" providerId="ADAL" clId="{A35310C8-D68C-4857-98B0-5C44D9B003CD}" dt="2026-05-21T10:51:29.327" v="31117" actId="1076"/>
          <ac:spMkLst>
            <pc:docMk/>
            <pc:sldMk cId="1971792221" sldId="337"/>
            <ac:spMk id="39" creationId="{976176A3-A3DF-D64E-4EA0-FB5317BD7DB0}"/>
          </ac:spMkLst>
        </pc:spChg>
        <pc:spChg chg="add mod">
          <ac:chgData name="PS3 畑 裕貴/Hata, Yuki (NTT DATA)" userId="ec72ce79-7ef2-430c-94e0-f44b7f33c62e" providerId="ADAL" clId="{A35310C8-D68C-4857-98B0-5C44D9B003CD}" dt="2026-05-21T10:51:29.327" v="31117" actId="1076"/>
          <ac:spMkLst>
            <pc:docMk/>
            <pc:sldMk cId="1971792221" sldId="337"/>
            <ac:spMk id="41" creationId="{68DC71BE-264B-9BA6-1B0A-845C3B08E679}"/>
          </ac:spMkLst>
        </pc:spChg>
        <pc:spChg chg="add mod">
          <ac:chgData name="PS3 畑 裕貴/Hata, Yuki (NTT DATA)" userId="ec72ce79-7ef2-430c-94e0-f44b7f33c62e" providerId="ADAL" clId="{A35310C8-D68C-4857-98B0-5C44D9B003CD}" dt="2026-05-22T04:49:02.039" v="31745" actId="1076"/>
          <ac:spMkLst>
            <pc:docMk/>
            <pc:sldMk cId="1971792221" sldId="337"/>
            <ac:spMk id="43" creationId="{AA8E14D7-F723-FB9B-E747-17F80EDB40A6}"/>
          </ac:spMkLst>
        </pc:spChg>
        <pc:spChg chg="add mod">
          <ac:chgData name="PS3 畑 裕貴/Hata, Yuki (NTT DATA)" userId="ec72ce79-7ef2-430c-94e0-f44b7f33c62e" providerId="ADAL" clId="{A35310C8-D68C-4857-98B0-5C44D9B003CD}" dt="2026-05-26T05:41:28.970" v="34647" actId="1038"/>
          <ac:spMkLst>
            <pc:docMk/>
            <pc:sldMk cId="1971792221" sldId="337"/>
            <ac:spMk id="58" creationId="{F7EE2B4C-DACE-F1AA-5253-53000E949AEC}"/>
          </ac:spMkLst>
        </pc:spChg>
        <pc:spChg chg="add mod">
          <ac:chgData name="PS3 畑 裕貴/Hata, Yuki (NTT DATA)" userId="ec72ce79-7ef2-430c-94e0-f44b7f33c62e" providerId="ADAL" clId="{A35310C8-D68C-4857-98B0-5C44D9B003CD}" dt="2026-05-26T05:41:28.970" v="34647" actId="1038"/>
          <ac:spMkLst>
            <pc:docMk/>
            <pc:sldMk cId="1971792221" sldId="337"/>
            <ac:spMk id="59" creationId="{33392502-126C-9340-B577-0C39E4730389}"/>
          </ac:spMkLst>
        </pc:spChg>
        <pc:spChg chg="add mod">
          <ac:chgData name="PS3 畑 裕貴/Hata, Yuki (NTT DATA)" userId="ec72ce79-7ef2-430c-94e0-f44b7f33c62e" providerId="ADAL" clId="{A35310C8-D68C-4857-98B0-5C44D9B003CD}" dt="2026-05-26T05:41:28.970" v="34647" actId="1038"/>
          <ac:spMkLst>
            <pc:docMk/>
            <pc:sldMk cId="1971792221" sldId="337"/>
            <ac:spMk id="60" creationId="{0F671A90-91DA-FC5D-FBC1-6877BDAFFA77}"/>
          </ac:spMkLst>
        </pc:spChg>
        <pc:picChg chg="add mod">
          <ac:chgData name="PS3 畑 裕貴/Hata, Yuki (NTT DATA)" userId="ec72ce79-7ef2-430c-94e0-f44b7f33c62e" providerId="ADAL" clId="{A35310C8-D68C-4857-98B0-5C44D9B003CD}" dt="2026-05-26T05:41:28.970" v="34647" actId="1038"/>
          <ac:picMkLst>
            <pc:docMk/>
            <pc:sldMk cId="1971792221" sldId="337"/>
            <ac:picMk id="11" creationId="{8498BB2C-2DBA-2F21-3E1C-047BBCABEFB6}"/>
          </ac:picMkLst>
        </pc:picChg>
        <pc:picChg chg="add mod">
          <ac:chgData name="PS3 畑 裕貴/Hata, Yuki (NTT DATA)" userId="ec72ce79-7ef2-430c-94e0-f44b7f33c62e" providerId="ADAL" clId="{A35310C8-D68C-4857-98B0-5C44D9B003CD}" dt="2026-05-26T05:41:28.970" v="34647" actId="1038"/>
          <ac:picMkLst>
            <pc:docMk/>
            <pc:sldMk cId="1971792221" sldId="337"/>
            <ac:picMk id="15" creationId="{0804FC0F-1FB9-D502-9EC6-18F961E9B32B}"/>
          </ac:picMkLst>
        </pc:picChg>
        <pc:picChg chg="add mod">
          <ac:chgData name="PS3 畑 裕貴/Hata, Yuki (NTT DATA)" userId="ec72ce79-7ef2-430c-94e0-f44b7f33c62e" providerId="ADAL" clId="{A35310C8-D68C-4857-98B0-5C44D9B003CD}" dt="2026-05-26T05:41:28.970" v="34647" actId="1038"/>
          <ac:picMkLst>
            <pc:docMk/>
            <pc:sldMk cId="1971792221" sldId="337"/>
            <ac:picMk id="18" creationId="{5594DDDE-FCF6-3B4A-7553-1031054072AC}"/>
          </ac:picMkLst>
        </pc:picChg>
        <pc:picChg chg="add mod">
          <ac:chgData name="PS3 畑 裕貴/Hata, Yuki (NTT DATA)" userId="ec72ce79-7ef2-430c-94e0-f44b7f33c62e" providerId="ADAL" clId="{A35310C8-D68C-4857-98B0-5C44D9B003CD}" dt="2026-05-22T04:49:06.762" v="31746" actId="1076"/>
          <ac:picMkLst>
            <pc:docMk/>
            <pc:sldMk cId="1971792221" sldId="337"/>
            <ac:picMk id="23" creationId="{FBDF26A2-1642-3FCE-1005-EDCDBA53F22D}"/>
          </ac:picMkLst>
        </pc:picChg>
        <pc:picChg chg="add del mod">
          <ac:chgData name="PS3 畑 裕貴/Hata, Yuki (NTT DATA)" userId="ec72ce79-7ef2-430c-94e0-f44b7f33c62e" providerId="ADAL" clId="{A35310C8-D68C-4857-98B0-5C44D9B003CD}" dt="2026-05-22T04:48:57.691" v="31744" actId="1076"/>
          <ac:picMkLst>
            <pc:docMk/>
            <pc:sldMk cId="1971792221" sldId="337"/>
            <ac:picMk id="7172" creationId="{067EBDC9-87A6-A30B-BBB3-1F47CA4D0D85}"/>
          </ac:picMkLst>
        </pc:picChg>
        <pc:picChg chg="add del mod">
          <ac:chgData name="PS3 畑 裕貴/Hata, Yuki (NTT DATA)" userId="ec72ce79-7ef2-430c-94e0-f44b7f33c62e" providerId="ADAL" clId="{A35310C8-D68C-4857-98B0-5C44D9B003CD}" dt="2026-05-22T04:49:02.039" v="31745" actId="1076"/>
          <ac:picMkLst>
            <pc:docMk/>
            <pc:sldMk cId="1971792221" sldId="337"/>
            <ac:picMk id="7180" creationId="{AC3FD6C9-8AE4-BCE1-D3A9-9D6F88D8B35F}"/>
          </ac:picMkLst>
        </pc:picChg>
        <pc:picChg chg="add mod">
          <ac:chgData name="PS3 畑 裕貴/Hata, Yuki (NTT DATA)" userId="ec72ce79-7ef2-430c-94e0-f44b7f33c62e" providerId="ADAL" clId="{A35310C8-D68C-4857-98B0-5C44D9B003CD}" dt="2026-05-21T09:17:51.802" v="27306" actId="1076"/>
          <ac:picMkLst>
            <pc:docMk/>
            <pc:sldMk cId="1971792221" sldId="337"/>
            <ac:picMk id="7182" creationId="{D2996877-0528-C133-5A77-1F31DB16CF7C}"/>
          </ac:picMkLst>
        </pc:picChg>
        <pc:cxnChg chg="add mod">
          <ac:chgData name="PS3 畑 裕貴/Hata, Yuki (NTT DATA)" userId="ec72ce79-7ef2-430c-94e0-f44b7f33c62e" providerId="ADAL" clId="{A35310C8-D68C-4857-98B0-5C44D9B003CD}" dt="2026-05-21T09:17:39.369" v="27302" actId="14100"/>
          <ac:cxnSpMkLst>
            <pc:docMk/>
            <pc:sldMk cId="1971792221" sldId="337"/>
            <ac:cxnSpMk id="26" creationId="{C49BA756-8286-E48D-0786-FAF082DDDF8B}"/>
          </ac:cxnSpMkLst>
        </pc:cxnChg>
        <pc:cxnChg chg="add mod">
          <ac:chgData name="PS3 畑 裕貴/Hata, Yuki (NTT DATA)" userId="ec72ce79-7ef2-430c-94e0-f44b7f33c62e" providerId="ADAL" clId="{A35310C8-D68C-4857-98B0-5C44D9B003CD}" dt="2026-05-21T09:17:43.469" v="27303" actId="14100"/>
          <ac:cxnSpMkLst>
            <pc:docMk/>
            <pc:sldMk cId="1971792221" sldId="337"/>
            <ac:cxnSpMk id="36" creationId="{5A000625-561D-E41F-B176-B6F48FE5CDC2}"/>
          </ac:cxnSpMkLst>
        </pc:cxnChg>
        <pc:cxnChg chg="add mod">
          <ac:chgData name="PS3 畑 裕貴/Hata, Yuki (NTT DATA)" userId="ec72ce79-7ef2-430c-94e0-f44b7f33c62e" providerId="ADAL" clId="{A35310C8-D68C-4857-98B0-5C44D9B003CD}" dt="2026-05-21T09:18:15.658" v="27314" actId="14100"/>
          <ac:cxnSpMkLst>
            <pc:docMk/>
            <pc:sldMk cId="1971792221" sldId="337"/>
            <ac:cxnSpMk id="40" creationId="{55627055-994A-9635-28B0-CFC0E140ECB2}"/>
          </ac:cxnSpMkLst>
        </pc:cxnChg>
        <pc:cxnChg chg="add mod">
          <ac:chgData name="PS3 畑 裕貴/Hata, Yuki (NTT DATA)" userId="ec72ce79-7ef2-430c-94e0-f44b7f33c62e" providerId="ADAL" clId="{A35310C8-D68C-4857-98B0-5C44D9B003CD}" dt="2026-05-22T04:49:16.319" v="31747" actId="1076"/>
          <ac:cxnSpMkLst>
            <pc:docMk/>
            <pc:sldMk cId="1971792221" sldId="337"/>
            <ac:cxnSpMk id="48" creationId="{A3E276A4-578D-26CF-D717-AC23CAB727CF}"/>
          </ac:cxnSpMkLst>
        </pc:cxnChg>
        <pc:cxnChg chg="add mod">
          <ac:chgData name="PS3 畑 裕貴/Hata, Yuki (NTT DATA)" userId="ec72ce79-7ef2-430c-94e0-f44b7f33c62e" providerId="ADAL" clId="{A35310C8-D68C-4857-98B0-5C44D9B003CD}" dt="2026-05-21T09:18:17.616" v="27315" actId="14100"/>
          <ac:cxnSpMkLst>
            <pc:docMk/>
            <pc:sldMk cId="1971792221" sldId="337"/>
            <ac:cxnSpMk id="55" creationId="{DD7DB0F7-719C-CF4F-CB18-93EE7A4B92EB}"/>
          </ac:cxnSpMkLst>
        </pc:cxnChg>
      </pc:sldChg>
      <pc:sldChg chg="addSp modSp add mod">
        <pc:chgData name="PS3 畑 裕貴/Hata, Yuki (NTT DATA)" userId="ec72ce79-7ef2-430c-94e0-f44b7f33c62e" providerId="ADAL" clId="{A35310C8-D68C-4857-98B0-5C44D9B003CD}" dt="2026-05-26T05:41:51.603" v="34651" actId="408"/>
        <pc:sldMkLst>
          <pc:docMk/>
          <pc:sldMk cId="3471797243" sldId="338"/>
        </pc:sldMkLst>
        <pc:spChg chg="mod">
          <ac:chgData name="PS3 畑 裕貴/Hata, Yuki (NTT DATA)" userId="ec72ce79-7ef2-430c-94e0-f44b7f33c62e" providerId="ADAL" clId="{A35310C8-D68C-4857-98B0-5C44D9B003CD}" dt="2026-05-22T04:20:15.429" v="31284" actId="20577"/>
          <ac:spMkLst>
            <pc:docMk/>
            <pc:sldMk cId="3471797243" sldId="338"/>
            <ac:spMk id="2" creationId="{60395C8D-D3AE-C976-6506-28EEF4B995C7}"/>
          </ac:spMkLst>
        </pc:spChg>
        <pc:spChg chg="add mod">
          <ac:chgData name="PS3 畑 裕貴/Hata, Yuki (NTT DATA)" userId="ec72ce79-7ef2-430c-94e0-f44b7f33c62e" providerId="ADAL" clId="{A35310C8-D68C-4857-98B0-5C44D9B003CD}" dt="2026-05-21T08:25:46.794" v="26722" actId="1076"/>
          <ac:spMkLst>
            <pc:docMk/>
            <pc:sldMk cId="3471797243" sldId="338"/>
            <ac:spMk id="3" creationId="{66CC320A-B9FA-9749-E32A-07538F81A77B}"/>
          </ac:spMkLst>
        </pc:spChg>
        <pc:spChg chg="add mod">
          <ac:chgData name="PS3 畑 裕貴/Hata, Yuki (NTT DATA)" userId="ec72ce79-7ef2-430c-94e0-f44b7f33c62e" providerId="ADAL" clId="{A35310C8-D68C-4857-98B0-5C44D9B003CD}" dt="2026-05-26T05:41:51.603" v="34651" actId="408"/>
          <ac:spMkLst>
            <pc:docMk/>
            <pc:sldMk cId="3471797243" sldId="338"/>
            <ac:spMk id="4" creationId="{AC68708B-BD1A-2D99-CA7E-EAB85C511F8E}"/>
          </ac:spMkLst>
        </pc:spChg>
        <pc:spChg chg="add mod">
          <ac:chgData name="PS3 畑 裕貴/Hata, Yuki (NTT DATA)" userId="ec72ce79-7ef2-430c-94e0-f44b7f33c62e" providerId="ADAL" clId="{A35310C8-D68C-4857-98B0-5C44D9B003CD}" dt="2026-05-26T05:41:51.603" v="34651" actId="408"/>
          <ac:spMkLst>
            <pc:docMk/>
            <pc:sldMk cId="3471797243" sldId="338"/>
            <ac:spMk id="5" creationId="{1A1B9A40-4726-B55B-EFA2-737C17B44F9F}"/>
          </ac:spMkLst>
        </pc:spChg>
        <pc:spChg chg="add mod">
          <ac:chgData name="PS3 畑 裕貴/Hata, Yuki (NTT DATA)" userId="ec72ce79-7ef2-430c-94e0-f44b7f33c62e" providerId="ADAL" clId="{A35310C8-D68C-4857-98B0-5C44D9B003CD}" dt="2026-05-26T05:41:51.603" v="34651" actId="408"/>
          <ac:spMkLst>
            <pc:docMk/>
            <pc:sldMk cId="3471797243" sldId="338"/>
            <ac:spMk id="6" creationId="{BF6D5978-63AA-7E59-FEA2-35ED640898B3}"/>
          </ac:spMkLst>
        </pc:spChg>
        <pc:spChg chg="add mod">
          <ac:chgData name="PS3 畑 裕貴/Hata, Yuki (NTT DATA)" userId="ec72ce79-7ef2-430c-94e0-f44b7f33c62e" providerId="ADAL" clId="{A35310C8-D68C-4857-98B0-5C44D9B003CD}" dt="2026-05-26T05:41:51.603" v="34651" actId="408"/>
          <ac:spMkLst>
            <pc:docMk/>
            <pc:sldMk cId="3471797243" sldId="338"/>
            <ac:spMk id="7" creationId="{10557EE2-2904-4BA7-8929-DB66711279DF}"/>
          </ac:spMkLst>
        </pc:spChg>
        <pc:spChg chg="add mod">
          <ac:chgData name="PS3 畑 裕貴/Hata, Yuki (NTT DATA)" userId="ec72ce79-7ef2-430c-94e0-f44b7f33c62e" providerId="ADAL" clId="{A35310C8-D68C-4857-98B0-5C44D9B003CD}" dt="2026-05-26T05:41:51.603" v="34651" actId="408"/>
          <ac:spMkLst>
            <pc:docMk/>
            <pc:sldMk cId="3471797243" sldId="338"/>
            <ac:spMk id="8" creationId="{24A83789-864D-8ED8-8026-2AF58656B26F}"/>
          </ac:spMkLst>
        </pc:spChg>
        <pc:spChg chg="add mod">
          <ac:chgData name="PS3 畑 裕貴/Hata, Yuki (NTT DATA)" userId="ec72ce79-7ef2-430c-94e0-f44b7f33c62e" providerId="ADAL" clId="{A35310C8-D68C-4857-98B0-5C44D9B003CD}" dt="2026-05-26T05:41:51.603" v="34651" actId="408"/>
          <ac:spMkLst>
            <pc:docMk/>
            <pc:sldMk cId="3471797243" sldId="338"/>
            <ac:spMk id="9" creationId="{FC8C1CB9-AC08-B190-5788-A11EBDD95769}"/>
          </ac:spMkLst>
        </pc:spChg>
        <pc:spChg chg="add mod">
          <ac:chgData name="PS3 畑 裕貴/Hata, Yuki (NTT DATA)" userId="ec72ce79-7ef2-430c-94e0-f44b7f33c62e" providerId="ADAL" clId="{A35310C8-D68C-4857-98B0-5C44D9B003CD}" dt="2026-05-21T08:25:46.794" v="26722" actId="1076"/>
          <ac:spMkLst>
            <pc:docMk/>
            <pc:sldMk cId="3471797243" sldId="338"/>
            <ac:spMk id="10" creationId="{C1C8A3B4-008D-A91A-2D5F-34A37C4CC478}"/>
          </ac:spMkLst>
        </pc:spChg>
        <pc:spChg chg="add mod">
          <ac:chgData name="PS3 畑 裕貴/Hata, Yuki (NTT DATA)" userId="ec72ce79-7ef2-430c-94e0-f44b7f33c62e" providerId="ADAL" clId="{A35310C8-D68C-4857-98B0-5C44D9B003CD}" dt="2026-05-22T04:17:44.664" v="31202" actId="113"/>
          <ac:spMkLst>
            <pc:docMk/>
            <pc:sldMk cId="3471797243" sldId="338"/>
            <ac:spMk id="11" creationId="{7863F850-2D3D-B499-25DD-598BC3F72258}"/>
          </ac:spMkLst>
        </pc:spChg>
        <pc:spChg chg="mod">
          <ac:chgData name="PS3 畑 裕貴/Hata, Yuki (NTT DATA)" userId="ec72ce79-7ef2-430c-94e0-f44b7f33c62e" providerId="ADAL" clId="{A35310C8-D68C-4857-98B0-5C44D9B003CD}" dt="2026-05-25T02:49:00.848" v="34351" actId="20577"/>
          <ac:spMkLst>
            <pc:docMk/>
            <pc:sldMk cId="3471797243" sldId="338"/>
            <ac:spMk id="17" creationId="{BE971E28-97D4-F92A-9AD0-CA5F9F425251}"/>
          </ac:spMkLst>
        </pc:spChg>
      </pc:sldChg>
      <pc:sldChg chg="addSp delSp modSp add mod">
        <pc:chgData name="PS3 畑 裕貴/Hata, Yuki (NTT DATA)" userId="ec72ce79-7ef2-430c-94e0-f44b7f33c62e" providerId="ADAL" clId="{A35310C8-D68C-4857-98B0-5C44D9B003CD}" dt="2026-05-26T05:40:02.502" v="34629" actId="14861"/>
        <pc:sldMkLst>
          <pc:docMk/>
          <pc:sldMk cId="624597601" sldId="339"/>
        </pc:sldMkLst>
        <pc:spChg chg="mod">
          <ac:chgData name="PS3 畑 裕貴/Hata, Yuki (NTT DATA)" userId="ec72ce79-7ef2-430c-94e0-f44b7f33c62e" providerId="ADAL" clId="{A35310C8-D68C-4857-98B0-5C44D9B003CD}" dt="2026-05-21T10:13:59.676" v="29905" actId="20577"/>
          <ac:spMkLst>
            <pc:docMk/>
            <pc:sldMk cId="624597601" sldId="339"/>
            <ac:spMk id="2" creationId="{03FEFA9C-4DC0-AF69-EA55-A2572EDB0588}"/>
          </ac:spMkLst>
        </pc:spChg>
        <pc:spChg chg="add mod ord">
          <ac:chgData name="PS3 畑 裕貴/Hata, Yuki (NTT DATA)" userId="ec72ce79-7ef2-430c-94e0-f44b7f33c62e" providerId="ADAL" clId="{A35310C8-D68C-4857-98B0-5C44D9B003CD}" dt="2026-05-26T05:40:02.502" v="34629" actId="14861"/>
          <ac:spMkLst>
            <pc:docMk/>
            <pc:sldMk cId="624597601" sldId="339"/>
            <ac:spMk id="3" creationId="{76EC4C33-46E1-0738-2640-32722977E910}"/>
          </ac:spMkLst>
        </pc:spChg>
        <pc:spChg chg="add mod">
          <ac:chgData name="PS3 畑 裕貴/Hata, Yuki (NTT DATA)" userId="ec72ce79-7ef2-430c-94e0-f44b7f33c62e" providerId="ADAL" clId="{A35310C8-D68C-4857-98B0-5C44D9B003CD}" dt="2026-05-25T03:00:03.346" v="34430" actId="1076"/>
          <ac:spMkLst>
            <pc:docMk/>
            <pc:sldMk cId="624597601" sldId="339"/>
            <ac:spMk id="5" creationId="{F2D67E9C-665A-5254-C47C-282CD6B0B1D1}"/>
          </ac:spMkLst>
        </pc:spChg>
        <pc:spChg chg="add mod">
          <ac:chgData name="PS3 畑 裕貴/Hata, Yuki (NTT DATA)" userId="ec72ce79-7ef2-430c-94e0-f44b7f33c62e" providerId="ADAL" clId="{A35310C8-D68C-4857-98B0-5C44D9B003CD}" dt="2026-05-25T03:00:03.346" v="34430" actId="1076"/>
          <ac:spMkLst>
            <pc:docMk/>
            <pc:sldMk cId="624597601" sldId="339"/>
            <ac:spMk id="6" creationId="{66400F22-72E0-AA2C-8385-AFB249C10409}"/>
          </ac:spMkLst>
        </pc:spChg>
        <pc:spChg chg="add mod">
          <ac:chgData name="PS3 畑 裕貴/Hata, Yuki (NTT DATA)" userId="ec72ce79-7ef2-430c-94e0-f44b7f33c62e" providerId="ADAL" clId="{A35310C8-D68C-4857-98B0-5C44D9B003CD}" dt="2026-05-25T03:00:03.346" v="34430" actId="1076"/>
          <ac:spMkLst>
            <pc:docMk/>
            <pc:sldMk cId="624597601" sldId="339"/>
            <ac:spMk id="7" creationId="{840BB9D6-C0AE-803D-C9D4-DD668B4AF652}"/>
          </ac:spMkLst>
        </pc:spChg>
        <pc:spChg chg="add mod">
          <ac:chgData name="PS3 畑 裕貴/Hata, Yuki (NTT DATA)" userId="ec72ce79-7ef2-430c-94e0-f44b7f33c62e" providerId="ADAL" clId="{A35310C8-D68C-4857-98B0-5C44D9B003CD}" dt="2026-05-25T03:00:03.346" v="34430" actId="1076"/>
          <ac:spMkLst>
            <pc:docMk/>
            <pc:sldMk cId="624597601" sldId="339"/>
            <ac:spMk id="9" creationId="{EF27328C-CCE9-4179-492D-790679AF331A}"/>
          </ac:spMkLst>
        </pc:spChg>
        <pc:spChg chg="add mod">
          <ac:chgData name="PS3 畑 裕貴/Hata, Yuki (NTT DATA)" userId="ec72ce79-7ef2-430c-94e0-f44b7f33c62e" providerId="ADAL" clId="{A35310C8-D68C-4857-98B0-5C44D9B003CD}" dt="2026-05-25T03:00:59.873" v="34435" actId="1076"/>
          <ac:spMkLst>
            <pc:docMk/>
            <pc:sldMk cId="624597601" sldId="339"/>
            <ac:spMk id="10" creationId="{717B7EA1-8849-B528-6BB9-1269E49DE80A}"/>
          </ac:spMkLst>
        </pc:spChg>
        <pc:spChg chg="add mod">
          <ac:chgData name="PS3 畑 裕貴/Hata, Yuki (NTT DATA)" userId="ec72ce79-7ef2-430c-94e0-f44b7f33c62e" providerId="ADAL" clId="{A35310C8-D68C-4857-98B0-5C44D9B003CD}" dt="2026-05-25T03:00:29.887" v="34432" actId="1076"/>
          <ac:spMkLst>
            <pc:docMk/>
            <pc:sldMk cId="624597601" sldId="339"/>
            <ac:spMk id="11" creationId="{71B1CC6B-9F51-8F08-D4D1-F59F778B938A}"/>
          </ac:spMkLst>
        </pc:spChg>
        <pc:spChg chg="add mod">
          <ac:chgData name="PS3 畑 裕貴/Hata, Yuki (NTT DATA)" userId="ec72ce79-7ef2-430c-94e0-f44b7f33c62e" providerId="ADAL" clId="{A35310C8-D68C-4857-98B0-5C44D9B003CD}" dt="2026-05-25T03:00:24.172" v="34431" actId="1076"/>
          <ac:spMkLst>
            <pc:docMk/>
            <pc:sldMk cId="624597601" sldId="339"/>
            <ac:spMk id="12" creationId="{1C919B80-A7E0-1896-5721-EFE94A054319}"/>
          </ac:spMkLst>
        </pc:spChg>
        <pc:spChg chg="mod">
          <ac:chgData name="PS3 畑 裕貴/Hata, Yuki (NTT DATA)" userId="ec72ce79-7ef2-430c-94e0-f44b7f33c62e" providerId="ADAL" clId="{A35310C8-D68C-4857-98B0-5C44D9B003CD}" dt="2026-05-25T02:49:03.754" v="34354" actId="20577"/>
          <ac:spMkLst>
            <pc:docMk/>
            <pc:sldMk cId="624597601" sldId="339"/>
            <ac:spMk id="17" creationId="{08A0E6D6-EB18-82A4-F78D-E72EE785D023}"/>
          </ac:spMkLst>
        </pc:spChg>
        <pc:picChg chg="add mod">
          <ac:chgData name="PS3 畑 裕貴/Hata, Yuki (NTT DATA)" userId="ec72ce79-7ef2-430c-94e0-f44b7f33c62e" providerId="ADAL" clId="{A35310C8-D68C-4857-98B0-5C44D9B003CD}" dt="2026-05-25T03:00:29.887" v="34432" actId="1076"/>
          <ac:picMkLst>
            <pc:docMk/>
            <pc:sldMk cId="624597601" sldId="339"/>
            <ac:picMk id="2050" creationId="{92EA982B-9872-75DC-2D4E-124603549F34}"/>
          </ac:picMkLst>
        </pc:picChg>
        <pc:picChg chg="add mod">
          <ac:chgData name="PS3 畑 裕貴/Hata, Yuki (NTT DATA)" userId="ec72ce79-7ef2-430c-94e0-f44b7f33c62e" providerId="ADAL" clId="{A35310C8-D68C-4857-98B0-5C44D9B003CD}" dt="2026-05-25T03:00:29.887" v="34432" actId="1076"/>
          <ac:picMkLst>
            <pc:docMk/>
            <pc:sldMk cId="624597601" sldId="339"/>
            <ac:picMk id="2052" creationId="{C24C6D24-AC5D-166D-F750-B2995ADA361D}"/>
          </ac:picMkLst>
        </pc:picChg>
        <pc:picChg chg="add mod">
          <ac:chgData name="PS3 畑 裕貴/Hata, Yuki (NTT DATA)" userId="ec72ce79-7ef2-430c-94e0-f44b7f33c62e" providerId="ADAL" clId="{A35310C8-D68C-4857-98B0-5C44D9B003CD}" dt="2026-05-25T03:00:03.346" v="34430" actId="1076"/>
          <ac:picMkLst>
            <pc:docMk/>
            <pc:sldMk cId="624597601" sldId="339"/>
            <ac:picMk id="2054" creationId="{AE8C8359-7DEE-BAEA-116B-1D38980123DE}"/>
          </ac:picMkLst>
        </pc:picChg>
        <pc:picChg chg="add mod">
          <ac:chgData name="PS3 畑 裕貴/Hata, Yuki (NTT DATA)" userId="ec72ce79-7ef2-430c-94e0-f44b7f33c62e" providerId="ADAL" clId="{A35310C8-D68C-4857-98B0-5C44D9B003CD}" dt="2026-05-25T03:00:24.172" v="34431" actId="1076"/>
          <ac:picMkLst>
            <pc:docMk/>
            <pc:sldMk cId="624597601" sldId="339"/>
            <ac:picMk id="2056" creationId="{2F515F4D-6302-4800-4D29-0C2F9F4B09ED}"/>
          </ac:picMkLst>
        </pc:picChg>
        <pc:picChg chg="add mod">
          <ac:chgData name="PS3 畑 裕貴/Hata, Yuki (NTT DATA)" userId="ec72ce79-7ef2-430c-94e0-f44b7f33c62e" providerId="ADAL" clId="{A35310C8-D68C-4857-98B0-5C44D9B003CD}" dt="2026-05-25T03:00:55.792" v="34433" actId="14100"/>
          <ac:picMkLst>
            <pc:docMk/>
            <pc:sldMk cId="624597601" sldId="339"/>
            <ac:picMk id="2058" creationId="{8C9C38A6-2D17-2382-149D-5F46B13A1DA9}"/>
          </ac:picMkLst>
        </pc:picChg>
      </pc:sldChg>
      <pc:sldChg chg="addSp delSp modSp add mod">
        <pc:chgData name="PS3 畑 裕貴/Hata, Yuki (NTT DATA)" userId="ec72ce79-7ef2-430c-94e0-f44b7f33c62e" providerId="ADAL" clId="{A35310C8-D68C-4857-98B0-5C44D9B003CD}" dt="2026-05-26T05:41:43.921" v="34649" actId="408"/>
        <pc:sldMkLst>
          <pc:docMk/>
          <pc:sldMk cId="3304915905" sldId="341"/>
        </pc:sldMkLst>
        <pc:spChg chg="mod">
          <ac:chgData name="PS3 畑 裕貴/Hata, Yuki (NTT DATA)" userId="ec72ce79-7ef2-430c-94e0-f44b7f33c62e" providerId="ADAL" clId="{A35310C8-D68C-4857-98B0-5C44D9B003CD}" dt="2026-05-26T05:35:25.047" v="34574" actId="20577"/>
          <ac:spMkLst>
            <pc:docMk/>
            <pc:sldMk cId="3304915905" sldId="341"/>
            <ac:spMk id="2" creationId="{7CEE60B4-612C-0F30-CA17-FBE8381D6987}"/>
          </ac:spMkLst>
        </pc:spChg>
        <pc:spChg chg="mod">
          <ac:chgData name="PS3 畑 裕貴/Hata, Yuki (NTT DATA)" userId="ec72ce79-7ef2-430c-94e0-f44b7f33c62e" providerId="ADAL" clId="{A35310C8-D68C-4857-98B0-5C44D9B003CD}" dt="2026-05-25T02:48:57.426" v="34348" actId="20577"/>
          <ac:spMkLst>
            <pc:docMk/>
            <pc:sldMk cId="3304915905" sldId="341"/>
            <ac:spMk id="17" creationId="{95DC1BD4-A579-0AD8-CD0D-87FEBD35A7BE}"/>
          </ac:spMkLst>
        </pc:spChg>
        <pc:picChg chg="add mod">
          <ac:chgData name="PS3 畑 裕貴/Hata, Yuki (NTT DATA)" userId="ec72ce79-7ef2-430c-94e0-f44b7f33c62e" providerId="ADAL" clId="{A35310C8-D68C-4857-98B0-5C44D9B003CD}" dt="2026-05-26T05:41:43.921" v="34649" actId="408"/>
          <ac:picMkLst>
            <pc:docMk/>
            <pc:sldMk cId="3304915905" sldId="341"/>
            <ac:picMk id="4" creationId="{A68A6C0A-A729-9BFA-F760-8BB82FBFFFCB}"/>
          </ac:picMkLst>
        </pc:picChg>
        <pc:picChg chg="add del mod">
          <ac:chgData name="PS3 畑 裕貴/Hata, Yuki (NTT DATA)" userId="ec72ce79-7ef2-430c-94e0-f44b7f33c62e" providerId="ADAL" clId="{A35310C8-D68C-4857-98B0-5C44D9B003CD}" dt="2026-05-26T05:34:31.699" v="34436" actId="478"/>
          <ac:picMkLst>
            <pc:docMk/>
            <pc:sldMk cId="3304915905" sldId="341"/>
            <ac:picMk id="6" creationId="{006DEB88-20C6-B90D-739F-14E7CA8CD05C}"/>
          </ac:picMkLst>
        </pc:picChg>
      </pc:sldChg>
      <pc:sldChg chg="addSp delSp modSp add mod">
        <pc:chgData name="PS3 畑 裕貴/Hata, Yuki (NTT DATA)" userId="ec72ce79-7ef2-430c-94e0-f44b7f33c62e" providerId="ADAL" clId="{A35310C8-D68C-4857-98B0-5C44D9B003CD}" dt="2026-05-25T02:48:44.515" v="34338" actId="20577"/>
        <pc:sldMkLst>
          <pc:docMk/>
          <pc:sldMk cId="97532922" sldId="342"/>
        </pc:sldMkLst>
        <pc:spChg chg="mod">
          <ac:chgData name="PS3 畑 裕貴/Hata, Yuki (NTT DATA)" userId="ec72ce79-7ef2-430c-94e0-f44b7f33c62e" providerId="ADAL" clId="{A35310C8-D68C-4857-98B0-5C44D9B003CD}" dt="2026-05-21T10:50:16.228" v="31054" actId="20577"/>
          <ac:spMkLst>
            <pc:docMk/>
            <pc:sldMk cId="97532922" sldId="342"/>
            <ac:spMk id="2" creationId="{F11E3283-D8FC-23AB-8C8B-DE8390898CC8}"/>
          </ac:spMkLst>
        </pc:spChg>
        <pc:spChg chg="mod">
          <ac:chgData name="PS3 畑 裕貴/Hata, Yuki (NTT DATA)" userId="ec72ce79-7ef2-430c-94e0-f44b7f33c62e" providerId="ADAL" clId="{A35310C8-D68C-4857-98B0-5C44D9B003CD}" dt="2026-05-25T02:48:44.515" v="34338" actId="20577"/>
          <ac:spMkLst>
            <pc:docMk/>
            <pc:sldMk cId="97532922" sldId="342"/>
            <ac:spMk id="17" creationId="{97EB16A1-F5FE-10D6-B057-59935B8F20C0}"/>
          </ac:spMkLst>
        </pc:spChg>
        <pc:picChg chg="add mod">
          <ac:chgData name="PS3 畑 裕貴/Hata, Yuki (NTT DATA)" userId="ec72ce79-7ef2-430c-94e0-f44b7f33c62e" providerId="ADAL" clId="{A35310C8-D68C-4857-98B0-5C44D9B003CD}" dt="2026-05-21T10:49:34.805" v="30920" actId="14100"/>
          <ac:picMkLst>
            <pc:docMk/>
            <pc:sldMk cId="97532922" sldId="342"/>
            <ac:picMk id="5" creationId="{99D8403F-C62E-F92F-9229-A3D5CB2014AF}"/>
          </ac:picMkLst>
        </pc:picChg>
      </pc:sldChg>
      <pc:sldChg chg="addSp delSp modSp add mod ord">
        <pc:chgData name="PS3 畑 裕貴/Hata, Yuki (NTT DATA)" userId="ec72ce79-7ef2-430c-94e0-f44b7f33c62e" providerId="ADAL" clId="{A35310C8-D68C-4857-98B0-5C44D9B003CD}" dt="2026-05-25T02:48:34.134" v="34329" actId="20577"/>
        <pc:sldMkLst>
          <pc:docMk/>
          <pc:sldMk cId="3278033437" sldId="343"/>
        </pc:sldMkLst>
        <pc:spChg chg="mod">
          <ac:chgData name="PS3 畑 裕貴/Hata, Yuki (NTT DATA)" userId="ec72ce79-7ef2-430c-94e0-f44b7f33c62e" providerId="ADAL" clId="{A35310C8-D68C-4857-98B0-5C44D9B003CD}" dt="2026-05-22T09:08:13.971" v="32680" actId="20577"/>
          <ac:spMkLst>
            <pc:docMk/>
            <pc:sldMk cId="3278033437" sldId="343"/>
            <ac:spMk id="2" creationId="{369EF9BD-7BED-91D5-C347-9CD9A81338E4}"/>
          </ac:spMkLst>
        </pc:spChg>
        <pc:spChg chg="add mod">
          <ac:chgData name="PS3 畑 裕貴/Hata, Yuki (NTT DATA)" userId="ec72ce79-7ef2-430c-94e0-f44b7f33c62e" providerId="ADAL" clId="{A35310C8-D68C-4857-98B0-5C44D9B003CD}" dt="2026-05-25T01:22:33.199" v="32877" actId="164"/>
          <ac:spMkLst>
            <pc:docMk/>
            <pc:sldMk cId="3278033437" sldId="343"/>
            <ac:spMk id="3" creationId="{C875E12F-A2B7-525F-FB02-2F9C7DD2F13C}"/>
          </ac:spMkLst>
        </pc:spChg>
        <pc:spChg chg="add mod">
          <ac:chgData name="PS3 畑 裕貴/Hata, Yuki (NTT DATA)" userId="ec72ce79-7ef2-430c-94e0-f44b7f33c62e" providerId="ADAL" clId="{A35310C8-D68C-4857-98B0-5C44D9B003CD}" dt="2026-05-25T01:19:26.077" v="32772" actId="1038"/>
          <ac:spMkLst>
            <pc:docMk/>
            <pc:sldMk cId="3278033437" sldId="343"/>
            <ac:spMk id="7" creationId="{7B8C9CC0-2331-590D-0023-B8535AD1C0A8}"/>
          </ac:spMkLst>
        </pc:spChg>
        <pc:spChg chg="add mod">
          <ac:chgData name="PS3 畑 裕貴/Hata, Yuki (NTT DATA)" userId="ec72ce79-7ef2-430c-94e0-f44b7f33c62e" providerId="ADAL" clId="{A35310C8-D68C-4857-98B0-5C44D9B003CD}" dt="2026-05-25T01:19:26.077" v="32772" actId="1038"/>
          <ac:spMkLst>
            <pc:docMk/>
            <pc:sldMk cId="3278033437" sldId="343"/>
            <ac:spMk id="8" creationId="{53F5F088-E96C-1F5B-908E-F2ABFFBEF70F}"/>
          </ac:spMkLst>
        </pc:spChg>
        <pc:spChg chg="mod">
          <ac:chgData name="PS3 畑 裕貴/Hata, Yuki (NTT DATA)" userId="ec72ce79-7ef2-430c-94e0-f44b7f33c62e" providerId="ADAL" clId="{A35310C8-D68C-4857-98B0-5C44D9B003CD}" dt="2026-05-25T01:29:11.402" v="33140" actId="20577"/>
          <ac:spMkLst>
            <pc:docMk/>
            <pc:sldMk cId="3278033437" sldId="343"/>
            <ac:spMk id="9" creationId="{1B383ED2-8DDA-3B65-AA57-9AA3DD497E70}"/>
          </ac:spMkLst>
        </pc:spChg>
        <pc:spChg chg="add del mod">
          <ac:chgData name="PS3 畑 裕貴/Hata, Yuki (NTT DATA)" userId="ec72ce79-7ef2-430c-94e0-f44b7f33c62e" providerId="ADAL" clId="{A35310C8-D68C-4857-98B0-5C44D9B003CD}" dt="2026-05-25T01:42:21.030" v="33204" actId="478"/>
          <ac:spMkLst>
            <pc:docMk/>
            <pc:sldMk cId="3278033437" sldId="343"/>
            <ac:spMk id="10" creationId="{45BA6FAB-4DA9-DC57-DF11-18A10EB32541}"/>
          </ac:spMkLst>
        </pc:spChg>
        <pc:spChg chg="add del mod ord">
          <ac:chgData name="PS3 畑 裕貴/Hata, Yuki (NTT DATA)" userId="ec72ce79-7ef2-430c-94e0-f44b7f33c62e" providerId="ADAL" clId="{A35310C8-D68C-4857-98B0-5C44D9B003CD}" dt="2026-05-25T02:12:49.142" v="33260" actId="478"/>
          <ac:spMkLst>
            <pc:docMk/>
            <pc:sldMk cId="3278033437" sldId="343"/>
            <ac:spMk id="11" creationId="{CA4218A5-BB9B-7DA4-D011-3025E7C0DA26}"/>
          </ac:spMkLst>
        </pc:spChg>
        <pc:spChg chg="add mod ord">
          <ac:chgData name="PS3 畑 裕貴/Hata, Yuki (NTT DATA)" userId="ec72ce79-7ef2-430c-94e0-f44b7f33c62e" providerId="ADAL" clId="{A35310C8-D68C-4857-98B0-5C44D9B003CD}" dt="2026-05-25T01:22:33.199" v="32877" actId="164"/>
          <ac:spMkLst>
            <pc:docMk/>
            <pc:sldMk cId="3278033437" sldId="343"/>
            <ac:spMk id="12" creationId="{4F819B22-7FE9-409C-DDB0-AE03471F0021}"/>
          </ac:spMkLst>
        </pc:spChg>
        <pc:spChg chg="mod">
          <ac:chgData name="PS3 畑 裕貴/Hata, Yuki (NTT DATA)" userId="ec72ce79-7ef2-430c-94e0-f44b7f33c62e" providerId="ADAL" clId="{A35310C8-D68C-4857-98B0-5C44D9B003CD}" dt="2026-05-25T01:22:57.471" v="32917" actId="20577"/>
          <ac:spMkLst>
            <pc:docMk/>
            <pc:sldMk cId="3278033437" sldId="343"/>
            <ac:spMk id="13" creationId="{8778736F-5265-FEC9-2257-8BB64EB77B03}"/>
          </ac:spMkLst>
        </pc:spChg>
        <pc:spChg chg="add mod">
          <ac:chgData name="PS3 畑 裕貴/Hata, Yuki (NTT DATA)" userId="ec72ce79-7ef2-430c-94e0-f44b7f33c62e" providerId="ADAL" clId="{A35310C8-D68C-4857-98B0-5C44D9B003CD}" dt="2026-05-25T01:42:31.395" v="33212" actId="1037"/>
          <ac:spMkLst>
            <pc:docMk/>
            <pc:sldMk cId="3278033437" sldId="343"/>
            <ac:spMk id="15" creationId="{37BF1E00-6BCF-3B29-E9A4-3E463D99B0B5}"/>
          </ac:spMkLst>
        </pc:spChg>
        <pc:spChg chg="add mod">
          <ac:chgData name="PS3 畑 裕貴/Hata, Yuki (NTT DATA)" userId="ec72ce79-7ef2-430c-94e0-f44b7f33c62e" providerId="ADAL" clId="{A35310C8-D68C-4857-98B0-5C44D9B003CD}" dt="2026-05-25T01:42:39.031" v="33222" actId="1037"/>
          <ac:spMkLst>
            <pc:docMk/>
            <pc:sldMk cId="3278033437" sldId="343"/>
            <ac:spMk id="16" creationId="{84F81DEB-F687-93AA-098F-F1FDCAA88B6F}"/>
          </ac:spMkLst>
        </pc:spChg>
        <pc:spChg chg="mod">
          <ac:chgData name="PS3 畑 裕貴/Hata, Yuki (NTT DATA)" userId="ec72ce79-7ef2-430c-94e0-f44b7f33c62e" providerId="ADAL" clId="{A35310C8-D68C-4857-98B0-5C44D9B003CD}" dt="2026-05-25T02:48:34.134" v="34329" actId="20577"/>
          <ac:spMkLst>
            <pc:docMk/>
            <pc:sldMk cId="3278033437" sldId="343"/>
            <ac:spMk id="17" creationId="{8B261B2C-7AD7-2A0D-4498-C213DBDFD414}"/>
          </ac:spMkLst>
        </pc:spChg>
        <pc:spChg chg="mod">
          <ac:chgData name="PS3 畑 裕貴/Hata, Yuki (NTT DATA)" userId="ec72ce79-7ef2-430c-94e0-f44b7f33c62e" providerId="ADAL" clId="{A35310C8-D68C-4857-98B0-5C44D9B003CD}" dt="2026-05-25T02:10:25.495" v="33237"/>
          <ac:spMkLst>
            <pc:docMk/>
            <pc:sldMk cId="3278033437" sldId="343"/>
            <ac:spMk id="20" creationId="{2FECD443-4CB8-BE38-B6F2-A97FB3ECDF42}"/>
          </ac:spMkLst>
        </pc:spChg>
        <pc:spChg chg="mod">
          <ac:chgData name="PS3 畑 裕貴/Hata, Yuki (NTT DATA)" userId="ec72ce79-7ef2-430c-94e0-f44b7f33c62e" providerId="ADAL" clId="{A35310C8-D68C-4857-98B0-5C44D9B003CD}" dt="2026-05-25T02:10:25.495" v="33237"/>
          <ac:spMkLst>
            <pc:docMk/>
            <pc:sldMk cId="3278033437" sldId="343"/>
            <ac:spMk id="21" creationId="{5A02AD5E-76A1-886A-FC8E-D1B7AA457D72}"/>
          </ac:spMkLst>
        </pc:spChg>
        <pc:spChg chg="mod">
          <ac:chgData name="PS3 畑 裕貴/Hata, Yuki (NTT DATA)" userId="ec72ce79-7ef2-430c-94e0-f44b7f33c62e" providerId="ADAL" clId="{A35310C8-D68C-4857-98B0-5C44D9B003CD}" dt="2026-05-25T02:31:52.876" v="34041" actId="20577"/>
          <ac:spMkLst>
            <pc:docMk/>
            <pc:sldMk cId="3278033437" sldId="343"/>
            <ac:spMk id="23" creationId="{3FA81EF3-AF75-47CA-02B7-5571E5347E0F}"/>
          </ac:spMkLst>
        </pc:spChg>
        <pc:spChg chg="mod">
          <ac:chgData name="PS3 畑 裕貴/Hata, Yuki (NTT DATA)" userId="ec72ce79-7ef2-430c-94e0-f44b7f33c62e" providerId="ADAL" clId="{A35310C8-D68C-4857-98B0-5C44D9B003CD}" dt="2026-05-25T02:12:22.960" v="33253" actId="20577"/>
          <ac:spMkLst>
            <pc:docMk/>
            <pc:sldMk cId="3278033437" sldId="343"/>
            <ac:spMk id="24" creationId="{6366ADFD-98FD-3B96-DC22-FA23EB0E39A5}"/>
          </ac:spMkLst>
        </pc:spChg>
        <pc:spChg chg="add mod">
          <ac:chgData name="PS3 畑 裕貴/Hata, Yuki (NTT DATA)" userId="ec72ce79-7ef2-430c-94e0-f44b7f33c62e" providerId="ADAL" clId="{A35310C8-D68C-4857-98B0-5C44D9B003CD}" dt="2026-05-25T02:24:01.899" v="33374" actId="164"/>
          <ac:spMkLst>
            <pc:docMk/>
            <pc:sldMk cId="3278033437" sldId="343"/>
            <ac:spMk id="25" creationId="{585668DA-57A1-65FC-6DB8-BB361C1EA5AF}"/>
          </ac:spMkLst>
        </pc:spChg>
        <pc:spChg chg="add mod">
          <ac:chgData name="PS3 畑 裕貴/Hata, Yuki (NTT DATA)" userId="ec72ce79-7ef2-430c-94e0-f44b7f33c62e" providerId="ADAL" clId="{A35310C8-D68C-4857-98B0-5C44D9B003CD}" dt="2026-05-25T02:28:17.287" v="33762" actId="20577"/>
          <ac:spMkLst>
            <pc:docMk/>
            <pc:sldMk cId="3278033437" sldId="343"/>
            <ac:spMk id="26" creationId="{EAF66898-1A7E-7D24-9629-8B966F64DB84}"/>
          </ac:spMkLst>
        </pc:spChg>
        <pc:spChg chg="add mod">
          <ac:chgData name="PS3 畑 裕貴/Hata, Yuki (NTT DATA)" userId="ec72ce79-7ef2-430c-94e0-f44b7f33c62e" providerId="ADAL" clId="{A35310C8-D68C-4857-98B0-5C44D9B003CD}" dt="2026-05-25T02:23:59.932" v="33373"/>
          <ac:spMkLst>
            <pc:docMk/>
            <pc:sldMk cId="3278033437" sldId="343"/>
            <ac:spMk id="28" creationId="{45919BA7-9EDD-AE06-557C-7D7412843F99}"/>
          </ac:spMkLst>
        </pc:spChg>
        <pc:spChg chg="add mod">
          <ac:chgData name="PS3 畑 裕貴/Hata, Yuki (NTT DATA)" userId="ec72ce79-7ef2-430c-94e0-f44b7f33c62e" providerId="ADAL" clId="{A35310C8-D68C-4857-98B0-5C44D9B003CD}" dt="2026-05-25T02:23:59.932" v="33373"/>
          <ac:spMkLst>
            <pc:docMk/>
            <pc:sldMk cId="3278033437" sldId="343"/>
            <ac:spMk id="30" creationId="{DDEEDAA4-C38E-5FD5-B902-F2865D196A33}"/>
          </ac:spMkLst>
        </pc:spChg>
        <pc:spChg chg="mod">
          <ac:chgData name="PS3 畑 裕貴/Hata, Yuki (NTT DATA)" userId="ec72ce79-7ef2-430c-94e0-f44b7f33c62e" providerId="ADAL" clId="{A35310C8-D68C-4857-98B0-5C44D9B003CD}" dt="2026-05-25T02:24:03.031" v="33375"/>
          <ac:spMkLst>
            <pc:docMk/>
            <pc:sldMk cId="3278033437" sldId="343"/>
            <ac:spMk id="34" creationId="{252D0DDC-1814-0A2A-AD5F-1CAFA0C15434}"/>
          </ac:spMkLst>
        </pc:spChg>
        <pc:spChg chg="mod">
          <ac:chgData name="PS3 畑 裕貴/Hata, Yuki (NTT DATA)" userId="ec72ce79-7ef2-430c-94e0-f44b7f33c62e" providerId="ADAL" clId="{A35310C8-D68C-4857-98B0-5C44D9B003CD}" dt="2026-05-25T02:25:52.761" v="33564" actId="1076"/>
          <ac:spMkLst>
            <pc:docMk/>
            <pc:sldMk cId="3278033437" sldId="343"/>
            <ac:spMk id="35" creationId="{EFB8A5B7-D9A7-7973-0863-7EB973A5F605}"/>
          </ac:spMkLst>
        </pc:spChg>
        <pc:spChg chg="mod">
          <ac:chgData name="PS3 畑 裕貴/Hata, Yuki (NTT DATA)" userId="ec72ce79-7ef2-430c-94e0-f44b7f33c62e" providerId="ADAL" clId="{A35310C8-D68C-4857-98B0-5C44D9B003CD}" dt="2026-05-25T02:26:06.081" v="33565"/>
          <ac:spMkLst>
            <pc:docMk/>
            <pc:sldMk cId="3278033437" sldId="343"/>
            <ac:spMk id="38" creationId="{14401BEB-7BCD-C1EA-F86D-3E366AD8A5A8}"/>
          </ac:spMkLst>
        </pc:spChg>
        <pc:spChg chg="mod">
          <ac:chgData name="PS3 畑 裕貴/Hata, Yuki (NTT DATA)" userId="ec72ce79-7ef2-430c-94e0-f44b7f33c62e" providerId="ADAL" clId="{A35310C8-D68C-4857-98B0-5C44D9B003CD}" dt="2026-05-25T02:43:59.152" v="34282" actId="20577"/>
          <ac:spMkLst>
            <pc:docMk/>
            <pc:sldMk cId="3278033437" sldId="343"/>
            <ac:spMk id="39" creationId="{965F8887-191D-87EE-699F-CB97C6CF115B}"/>
          </ac:spMkLst>
        </pc:spChg>
        <pc:grpChg chg="add mod">
          <ac:chgData name="PS3 畑 裕貴/Hata, Yuki (NTT DATA)" userId="ec72ce79-7ef2-430c-94e0-f44b7f33c62e" providerId="ADAL" clId="{A35310C8-D68C-4857-98B0-5C44D9B003CD}" dt="2026-05-25T01:22:33.199" v="32877" actId="164"/>
          <ac:grpSpMkLst>
            <pc:docMk/>
            <pc:sldMk cId="3278033437" sldId="343"/>
            <ac:grpSpMk id="4" creationId="{09EAABBA-BF10-A458-5A4C-043458F64CC2}"/>
          </ac:grpSpMkLst>
        </pc:grpChg>
        <pc:grpChg chg="add mod">
          <ac:chgData name="PS3 畑 裕貴/Hata, Yuki (NTT DATA)" userId="ec72ce79-7ef2-430c-94e0-f44b7f33c62e" providerId="ADAL" clId="{A35310C8-D68C-4857-98B0-5C44D9B003CD}" dt="2026-05-25T02:10:28.716" v="33239" actId="1076"/>
          <ac:grpSpMkLst>
            <pc:docMk/>
            <pc:sldMk cId="3278033437" sldId="343"/>
            <ac:grpSpMk id="6" creationId="{795C39C4-0046-CE50-192B-C6C62FE286E4}"/>
          </ac:grpSpMkLst>
        </pc:grpChg>
        <pc:grpChg chg="add mod">
          <ac:chgData name="PS3 畑 裕貴/Hata, Yuki (NTT DATA)" userId="ec72ce79-7ef2-430c-94e0-f44b7f33c62e" providerId="ADAL" clId="{A35310C8-D68C-4857-98B0-5C44D9B003CD}" dt="2026-05-25T02:10:25.495" v="33237"/>
          <ac:grpSpMkLst>
            <pc:docMk/>
            <pc:sldMk cId="3278033437" sldId="343"/>
            <ac:grpSpMk id="18" creationId="{39A9447F-0907-5D9C-448C-9BB55859EA08}"/>
          </ac:grpSpMkLst>
        </pc:grpChg>
        <pc:grpChg chg="add mod">
          <ac:chgData name="PS3 畑 裕貴/Hata, Yuki (NTT DATA)" userId="ec72ce79-7ef2-430c-94e0-f44b7f33c62e" providerId="ADAL" clId="{A35310C8-D68C-4857-98B0-5C44D9B003CD}" dt="2026-05-25T02:23:45.957" v="33370" actId="14100"/>
          <ac:grpSpMkLst>
            <pc:docMk/>
            <pc:sldMk cId="3278033437" sldId="343"/>
            <ac:grpSpMk id="22" creationId="{8F58862B-AFD5-DAD8-25A4-D765516DC34F}"/>
          </ac:grpSpMkLst>
        </pc:grpChg>
        <pc:grpChg chg="add mod">
          <ac:chgData name="PS3 畑 裕貴/Hata, Yuki (NTT DATA)" userId="ec72ce79-7ef2-430c-94e0-f44b7f33c62e" providerId="ADAL" clId="{A35310C8-D68C-4857-98B0-5C44D9B003CD}" dt="2026-05-25T02:44:57.395" v="34286" actId="1035"/>
          <ac:grpSpMkLst>
            <pc:docMk/>
            <pc:sldMk cId="3278033437" sldId="343"/>
            <ac:grpSpMk id="31" creationId="{1AFEB50D-AD47-CBA4-9720-2023371522EA}"/>
          </ac:grpSpMkLst>
        </pc:grpChg>
        <pc:grpChg chg="add mod">
          <ac:chgData name="PS3 畑 裕貴/Hata, Yuki (NTT DATA)" userId="ec72ce79-7ef2-430c-94e0-f44b7f33c62e" providerId="ADAL" clId="{A35310C8-D68C-4857-98B0-5C44D9B003CD}" dt="2026-05-25T02:27:26.129" v="33734" actId="164"/>
          <ac:grpSpMkLst>
            <pc:docMk/>
            <pc:sldMk cId="3278033437" sldId="343"/>
            <ac:grpSpMk id="32" creationId="{78121074-3D2E-4BF6-1940-615E7726851F}"/>
          </ac:grpSpMkLst>
        </pc:grpChg>
        <pc:grpChg chg="add mod topLvl">
          <ac:chgData name="PS3 畑 裕貴/Hata, Yuki (NTT DATA)" userId="ec72ce79-7ef2-430c-94e0-f44b7f33c62e" providerId="ADAL" clId="{A35310C8-D68C-4857-98B0-5C44D9B003CD}" dt="2026-05-25T02:44:04.054" v="34283" actId="164"/>
          <ac:grpSpMkLst>
            <pc:docMk/>
            <pc:sldMk cId="3278033437" sldId="343"/>
            <ac:grpSpMk id="37" creationId="{7D14EEC8-2185-4A44-E71D-83FF6CF149AB}"/>
          </ac:grpSpMkLst>
        </pc:grpChg>
        <pc:grpChg chg="add mod">
          <ac:chgData name="PS3 畑 裕貴/Hata, Yuki (NTT DATA)" userId="ec72ce79-7ef2-430c-94e0-f44b7f33c62e" providerId="ADAL" clId="{A35310C8-D68C-4857-98B0-5C44D9B003CD}" dt="2026-05-25T02:44:57.395" v="34286" actId="1035"/>
          <ac:grpSpMkLst>
            <pc:docMk/>
            <pc:sldMk cId="3278033437" sldId="343"/>
            <ac:grpSpMk id="40" creationId="{DF3522B9-FD6D-5390-E27D-0A14EFA84152}"/>
          </ac:grpSpMkLst>
        </pc:grpChg>
        <pc:grpChg chg="add del mod">
          <ac:chgData name="PS3 畑 裕貴/Hata, Yuki (NTT DATA)" userId="ec72ce79-7ef2-430c-94e0-f44b7f33c62e" providerId="ADAL" clId="{A35310C8-D68C-4857-98B0-5C44D9B003CD}" dt="2026-05-25T02:41:31.967" v="34054" actId="478"/>
          <ac:grpSpMkLst>
            <pc:docMk/>
            <pc:sldMk cId="3278033437" sldId="343"/>
            <ac:grpSpMk id="41" creationId="{C334AB5D-5FEC-D1FD-A118-41A142A30453}"/>
          </ac:grpSpMkLst>
        </pc:grpChg>
        <pc:grpChg chg="add mod">
          <ac:chgData name="PS3 畑 裕貴/Hata, Yuki (NTT DATA)" userId="ec72ce79-7ef2-430c-94e0-f44b7f33c62e" providerId="ADAL" clId="{A35310C8-D68C-4857-98B0-5C44D9B003CD}" dt="2026-05-25T02:44:57.395" v="34286" actId="1035"/>
          <ac:grpSpMkLst>
            <pc:docMk/>
            <pc:sldMk cId="3278033437" sldId="343"/>
            <ac:grpSpMk id="44" creationId="{474D1AF4-D3EB-8D90-D7A5-2121EB4D0D3C}"/>
          </ac:grpSpMkLst>
        </pc:grpChg>
        <pc:graphicFrameChg chg="add mod">
          <ac:chgData name="PS3 畑 裕貴/Hata, Yuki (NTT DATA)" userId="ec72ce79-7ef2-430c-94e0-f44b7f33c62e" providerId="ADAL" clId="{A35310C8-D68C-4857-98B0-5C44D9B003CD}" dt="2026-05-25T01:20:11.599" v="32775" actId="404"/>
          <ac:graphicFrameMkLst>
            <pc:docMk/>
            <pc:sldMk cId="3278033437" sldId="343"/>
            <ac:graphicFrameMk id="5" creationId="{F5BB9D1C-75A0-4A15-E117-B8AE8D6AE4E8}"/>
          </ac:graphicFrameMkLst>
        </pc:graphicFrameChg>
        <pc:picChg chg="add mod ord">
          <ac:chgData name="PS3 畑 裕貴/Hata, Yuki (NTT DATA)" userId="ec72ce79-7ef2-430c-94e0-f44b7f33c62e" providerId="ADAL" clId="{A35310C8-D68C-4857-98B0-5C44D9B003CD}" dt="2026-05-25T02:24:01.899" v="33374" actId="164"/>
          <ac:picMkLst>
            <pc:docMk/>
            <pc:sldMk cId="3278033437" sldId="343"/>
            <ac:picMk id="14" creationId="{4BD35583-D544-0883-4595-C9100DBE359E}"/>
          </ac:picMkLst>
        </pc:picChg>
        <pc:picChg chg="add mod ord">
          <ac:chgData name="PS3 畑 裕貴/Hata, Yuki (NTT DATA)" userId="ec72ce79-7ef2-430c-94e0-f44b7f33c62e" providerId="ADAL" clId="{A35310C8-D68C-4857-98B0-5C44D9B003CD}" dt="2026-05-25T02:27:26.129" v="33734" actId="164"/>
          <ac:picMkLst>
            <pc:docMk/>
            <pc:sldMk cId="3278033437" sldId="343"/>
            <ac:picMk id="19" creationId="{EDEDD809-4633-9EC5-A8D6-E58E9AD07826}"/>
          </ac:picMkLst>
        </pc:picChg>
        <pc:picChg chg="add mod">
          <ac:chgData name="PS3 畑 裕貴/Hata, Yuki (NTT DATA)" userId="ec72ce79-7ef2-430c-94e0-f44b7f33c62e" providerId="ADAL" clId="{A35310C8-D68C-4857-98B0-5C44D9B003CD}" dt="2026-05-25T02:23:59.932" v="33373"/>
          <ac:picMkLst>
            <pc:docMk/>
            <pc:sldMk cId="3278033437" sldId="343"/>
            <ac:picMk id="27" creationId="{2638315D-CE08-2566-F78D-9E365ECAA790}"/>
          </ac:picMkLst>
        </pc:picChg>
        <pc:picChg chg="add del mod ord topLvl">
          <ac:chgData name="PS3 畑 裕貴/Hata, Yuki (NTT DATA)" userId="ec72ce79-7ef2-430c-94e0-f44b7f33c62e" providerId="ADAL" clId="{A35310C8-D68C-4857-98B0-5C44D9B003CD}" dt="2026-05-25T02:41:31.967" v="34054" actId="478"/>
          <ac:picMkLst>
            <pc:docMk/>
            <pc:sldMk cId="3278033437" sldId="343"/>
            <ac:picMk id="29" creationId="{677225F1-A2EC-2EB0-D946-32E0ABE1690B}"/>
          </ac:picMkLst>
        </pc:picChg>
        <pc:picChg chg="del mod">
          <ac:chgData name="PS3 畑 裕貴/Hata, Yuki (NTT DATA)" userId="ec72ce79-7ef2-430c-94e0-f44b7f33c62e" providerId="ADAL" clId="{A35310C8-D68C-4857-98B0-5C44D9B003CD}" dt="2026-05-25T02:24:08.467" v="33377" actId="478"/>
          <ac:picMkLst>
            <pc:docMk/>
            <pc:sldMk cId="3278033437" sldId="343"/>
            <ac:picMk id="33" creationId="{DC199112-1FD3-EE81-5361-DE8E86A5201B}"/>
          </ac:picMkLst>
        </pc:picChg>
        <pc:picChg chg="add del mod">
          <ac:chgData name="PS3 畑 裕貴/Hata, Yuki (NTT DATA)" userId="ec72ce79-7ef2-430c-94e0-f44b7f33c62e" providerId="ADAL" clId="{A35310C8-D68C-4857-98B0-5C44D9B003CD}" dt="2026-05-25T02:26:14.606" v="33567" actId="478"/>
          <ac:picMkLst>
            <pc:docMk/>
            <pc:sldMk cId="3278033437" sldId="343"/>
            <ac:picMk id="36" creationId="{140429BD-EAC6-DC82-B989-B39AAAE91189}"/>
          </ac:picMkLst>
        </pc:picChg>
        <pc:picChg chg="add mod">
          <ac:chgData name="PS3 畑 裕貴/Hata, Yuki (NTT DATA)" userId="ec72ce79-7ef2-430c-94e0-f44b7f33c62e" providerId="ADAL" clId="{A35310C8-D68C-4857-98B0-5C44D9B003CD}" dt="2026-05-25T02:44:04.054" v="34283" actId="164"/>
          <ac:picMkLst>
            <pc:docMk/>
            <pc:sldMk cId="3278033437" sldId="343"/>
            <ac:picMk id="43" creationId="{0BE9B939-F2BC-E3A4-5963-37A87CADA718}"/>
          </ac:picMkLst>
        </pc:picChg>
        <pc:picChg chg="add mod">
          <ac:chgData name="PS3 畑 裕貴/Hata, Yuki (NTT DATA)" userId="ec72ce79-7ef2-430c-94e0-f44b7f33c62e" providerId="ADAL" clId="{A35310C8-D68C-4857-98B0-5C44D9B003CD}" dt="2026-05-25T01:42:31.395" v="33212" actId="1037"/>
          <ac:picMkLst>
            <pc:docMk/>
            <pc:sldMk cId="3278033437" sldId="343"/>
            <ac:picMk id="1026" creationId="{4E763300-D417-761D-B7AC-553894340340}"/>
          </ac:picMkLst>
        </pc:picChg>
        <pc:picChg chg="add mod">
          <ac:chgData name="PS3 畑 裕貴/Hata, Yuki (NTT DATA)" userId="ec72ce79-7ef2-430c-94e0-f44b7f33c62e" providerId="ADAL" clId="{A35310C8-D68C-4857-98B0-5C44D9B003CD}" dt="2026-05-25T01:42:39.031" v="33222" actId="1037"/>
          <ac:picMkLst>
            <pc:docMk/>
            <pc:sldMk cId="3278033437" sldId="343"/>
            <ac:picMk id="1028" creationId="{BFFEB5D3-011E-12E7-4BD9-8A81E4CCD183}"/>
          </ac:picMkLst>
        </pc:picChg>
      </pc:sldChg>
      <pc:sldMasterChg chg="delSldLayout">
        <pc:chgData name="PS3 畑 裕貴/Hata, Yuki (NTT DATA)" userId="ec72ce79-7ef2-430c-94e0-f44b7f33c62e" providerId="ADAL" clId="{A35310C8-D68C-4857-98B0-5C44D9B003CD}" dt="2026-05-19T05:06:07.965" v="4098" actId="47"/>
        <pc:sldMasterMkLst>
          <pc:docMk/>
          <pc:sldMasterMk cId="2903117392" sldId="2147483899"/>
        </pc:sldMasterMkLst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75</a:t>
            </a:r>
            <a:r>
              <a:rPr lang="ja-JP"/>
              <a:t>歳以上人口の推移（推計）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ja-JP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2020年</c:v>
                </c:pt>
                <c:pt idx="1">
                  <c:v>2030年</c:v>
                </c:pt>
                <c:pt idx="2">
                  <c:v>2040年</c:v>
                </c:pt>
                <c:pt idx="3">
                  <c:v>2050年</c:v>
                </c:pt>
              </c:strCache>
            </c:strRef>
          </c:cat>
          <c:val>
            <c:numRef>
              <c:f>Sheet1!$B$2:$B$5</c:f>
              <c:numCache>
                <c:formatCode>#,##0_);[Red]\(#,##0\)</c:formatCode>
                <c:ptCount val="4"/>
                <c:pt idx="0">
                  <c:v>1860</c:v>
                </c:pt>
                <c:pt idx="1">
                  <c:v>2261</c:v>
                </c:pt>
                <c:pt idx="2">
                  <c:v>2227</c:v>
                </c:pt>
                <c:pt idx="3">
                  <c:v>2433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CD-4442-AE5E-B0983A880A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67552191"/>
        <c:axId val="1867547391"/>
      </c:barChart>
      <c:catAx>
        <c:axId val="18675521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867547391"/>
        <c:crosses val="autoZero"/>
        <c:auto val="1"/>
        <c:lblAlgn val="ctr"/>
        <c:lblOffset val="100"/>
        <c:noMultiLvlLbl val="0"/>
      </c:catAx>
      <c:valAx>
        <c:axId val="18675473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8675521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/>
      </a:pPr>
      <a:endParaRPr lang="ja-JP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0.01797</cdr:x>
      <cdr:y>0.06417</cdr:y>
    </cdr:from>
    <cdr:to>
      <cdr:x>0.13069</cdr:x>
      <cdr:y>0.15278</cdr:y>
    </cdr:to>
    <cdr:sp macro="" textlink="">
      <cdr:nvSpPr>
        <cdr:cNvPr id="3" name="テキスト ボックス 2">
          <a:extLst xmlns:a="http://schemas.openxmlformats.org/drawingml/2006/main">
            <a:ext uri="{FF2B5EF4-FFF2-40B4-BE49-F238E27FC236}">
              <a16:creationId xmlns:a16="http://schemas.microsoft.com/office/drawing/2014/main" id="{F584771B-FB38-65B0-EE1C-72551CADC1C2}"/>
            </a:ext>
          </a:extLst>
        </cdr:cNvPr>
        <cdr:cNvSpPr txBox="1"/>
      </cdr:nvSpPr>
      <cdr:spPr>
        <a:xfrm xmlns:a="http://schemas.openxmlformats.org/drawingml/2006/main">
          <a:off x="64466" y="181568"/>
          <a:ext cx="404371" cy="250759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vertOverflow="clip" wrap="square" lIns="0" rIns="0" rtlCol="0">
          <a:noAutofit/>
        </a:bodyPr>
        <a:lstStyle xmlns:a="http://schemas.openxmlformats.org/drawingml/2006/main"/>
        <a:p xmlns:a="http://schemas.openxmlformats.org/drawingml/2006/main">
          <a:pPr algn="l" defTabSz="288000"/>
          <a:r>
            <a:rPr kumimoji="1" lang="en-US" altLang="ja-JP" sz="1100" kern="1200">
              <a:latin typeface="+mn-ea"/>
            </a:rPr>
            <a:t>(</a:t>
          </a:r>
          <a:r>
            <a:rPr kumimoji="1" lang="ja-JP" altLang="en-US" sz="1100" kern="1200">
              <a:latin typeface="+mn-ea"/>
            </a:rPr>
            <a:t>万人</a:t>
          </a:r>
          <a:r>
            <a:rPr kumimoji="1" lang="en-US" altLang="ja-JP" sz="1100" kern="1200">
              <a:latin typeface="+mn-ea"/>
            </a:rPr>
            <a:t>)</a:t>
          </a:r>
          <a:endParaRPr kumimoji="1" lang="ja-JP" altLang="en-US" sz="1100" kern="1200">
            <a:latin typeface="+mn-ea"/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2026/5/26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C43F1-CC00-BE59-F1C0-CD765C826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8AB79-85F5-BED6-E624-F1FD2E8838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630238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F25CB1-3B8C-E5B5-D853-B6248594F8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46AF8-915A-C2DE-F65E-C3B6222247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189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DF3B1-6C7B-71AD-283A-14BF7A8F0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F9BECB-3CDB-B6CB-F3D6-55018EBC2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630238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ABCC1F-A337-9716-58ED-2456D4542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AA33C-7DD6-BA9F-7C63-02BDE680C2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404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AE643-7179-D0E9-C8DF-1F08D6B6C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6845C8-58E6-58EE-310B-8FF080A806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630238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530236-F251-E590-EEAB-2126286C5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3E0F1-CAD4-09AA-5472-E52B94D6AF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5218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464AA-1AC4-D5A4-6093-CC828F975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2C3CC6-267C-916D-6AFD-F6A034740C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630238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C454B8-81E3-A4D2-BA2C-92A651B7CD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27FD9-F94B-ED4C-3411-C78FF52D4E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7791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DB259-4A0A-D1BB-0E0B-98561E860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FED78E-257A-F73B-0985-63D3FE8CB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630238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849355-AB34-9731-9782-26A3CF171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7EE61-D248-633A-8455-CE4BDA6629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2771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8E181-CB27-FE72-73F4-F24AFA542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8693FC-524A-0F3B-473F-AAD02E839A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630238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F6E18E-2B19-5BED-F9D1-DE90E157E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7A65B-261E-07D5-FF02-C08180F252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8774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B05B1-6E6A-3C1A-F27C-CB30A621D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21472B-F1F6-267D-9DCF-B0E7B9ABDA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630238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F1621C-A573-603B-5AF9-81EFBCDD8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4DA08-0618-6F31-9F4D-824235DBCD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7238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074AF-686C-9270-AF75-360D985BD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DB99C5-22C9-B050-1A86-468EA6FCD8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630238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364F56-7FD2-FFAC-E438-9B17FBA11F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A9568-B689-4812-484D-C2EC97D8D1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6704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DEFC0-5E9B-453B-9366-606613C09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8E85C7-1588-D480-6275-B38CE11CC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630238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F0F91A-465B-C2A8-ED95-039AD30A3E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1EE0A-4856-CBDC-5093-7511A394A7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4055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9A242-676D-49AD-E34B-7B86E998D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A5FE61-E9C5-B12D-9FB8-5197373A1A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630238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17BC41-370A-5871-1BC4-5B7E4593E4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D0D3A-D12E-FB05-5153-AA9B78CB19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488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79BDF-222D-9B3B-3B33-0666A6797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5D10D8-24B4-C8E3-13F3-C0202AD028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630238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119718-A24A-34CD-ECCE-1E56A6DF3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6EA5A-135A-AB68-5AC1-982E05F615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7671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6E902-F2B0-9B36-9F2C-51CEC22DA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AEB280-1F9E-48AD-19E4-9AD45B8A64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630238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59EA83-5D5C-BF6D-9DE1-84D7AA82F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CDF5A-C7FF-2C7D-FCF0-4EAD0AE865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805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イノベーションカー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nnovation Curve">
            <a:extLst>
              <a:ext uri="{FF2B5EF4-FFF2-40B4-BE49-F238E27FC236}">
                <a16:creationId xmlns:a16="http://schemas.microsoft.com/office/drawing/2014/main" id="{C7D758E2-2981-8964-2DBD-5E4C29B76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2" cstate="screen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6000" y="0"/>
            <a:ext cx="6876000" cy="6876000"/>
          </a:xfrm>
          <a:prstGeom prst="rect">
            <a:avLst/>
          </a:prstGeom>
        </p:spPr>
      </p:pic>
      <p:sp>
        <p:nvSpPr>
          <p:cNvPr id="2" name="タイトル 2">
            <a:extLst>
              <a:ext uri="{FF2B5EF4-FFF2-40B4-BE49-F238E27FC236}">
                <a16:creationId xmlns:a16="http://schemas.microsoft.com/office/drawing/2014/main" id="{5445986C-6A8B-1BDD-57F8-83781EDB0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600" y="864000"/>
            <a:ext cx="4842000" cy="7956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 dirty="0"/>
              <a:t>○○○○御中</a:t>
            </a:r>
          </a:p>
        </p:txBody>
      </p:sp>
      <p:sp>
        <p:nvSpPr>
          <p:cNvPr id="4" name="テキスト プレースホルダー 6">
            <a:extLst>
              <a:ext uri="{FF2B5EF4-FFF2-40B4-BE49-F238E27FC236}">
                <a16:creationId xmlns:a16="http://schemas.microsoft.com/office/drawing/2014/main" id="{CEE99AF9-0254-08D4-39E4-2C24A23832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600" y="2188800"/>
            <a:ext cx="4842000" cy="2412000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ja-JP" altLang="en-US" dirty="0"/>
              <a:t>［タイトル］</a:t>
            </a:r>
          </a:p>
        </p:txBody>
      </p:sp>
      <p:sp>
        <p:nvSpPr>
          <p:cNvPr id="6" name="テキスト プレースホルダー 10">
            <a:extLst>
              <a:ext uri="{FF2B5EF4-FFF2-40B4-BE49-F238E27FC236}">
                <a16:creationId xmlns:a16="http://schemas.microsoft.com/office/drawing/2014/main" id="{9A229221-5BE3-21F4-BAB6-3B03B5A384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600" y="5191200"/>
            <a:ext cx="4842000" cy="1119600"/>
          </a:xfrm>
          <a:prstGeom prst="rect">
            <a:avLst/>
          </a:prstGeom>
        </p:spPr>
        <p:txBody>
          <a:bodyPr lIns="0" tIns="46800" rIns="0" anchor="b"/>
          <a:lstStyle>
            <a:lvl1pPr>
              <a:defRPr>
                <a:solidFill>
                  <a:schemeClr val="accent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 dirty="0"/>
              <a:t>2025</a:t>
            </a:r>
            <a:r>
              <a:rPr kumimoji="1" lang="ja-JP" altLang="en-US" dirty="0"/>
              <a:t>年〇月〇日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株式会社</a:t>
            </a:r>
            <a:r>
              <a:rPr kumimoji="1" lang="en-US" altLang="ja-JP" dirty="0"/>
              <a:t>NTT</a:t>
            </a:r>
            <a:r>
              <a:rPr kumimoji="1" lang="ja-JP" altLang="en-US" dirty="0"/>
              <a:t>データ ○○○○○○</a:t>
            </a:r>
          </a:p>
          <a:p>
            <a:pPr lvl="0"/>
            <a:r>
              <a:rPr kumimoji="1" lang="ja-JP" altLang="en-US" dirty="0"/>
              <a:t>○○○○○○○○○○○○○○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676540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イノベーションカーブ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17139D17-6E37-4649-4C36-C893DC238A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600" y="1450800"/>
            <a:ext cx="11440800" cy="7956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 dirty="0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3E6EB99E-00C2-4425-941E-68B8D74F46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600" y="2246400"/>
            <a:ext cx="11440800" cy="1562400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02B6F158-C301-C720-5B18-65C8EDB239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600" y="5191200"/>
            <a:ext cx="11440800" cy="1119600"/>
          </a:xfrm>
          <a:prstGeom prst="rect">
            <a:avLst/>
          </a:prstGeom>
        </p:spPr>
        <p:txBody>
          <a:bodyPr lIns="0" tIns="46800" rIns="0" anchor="b"/>
          <a:lstStyle>
            <a:lvl1pPr>
              <a:defRPr>
                <a:solidFill>
                  <a:schemeClr val="accent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2025</a:t>
            </a:r>
            <a:r>
              <a:rPr kumimoji="1" lang="ja-JP" altLang="en-US"/>
              <a:t>年</a:t>
            </a:r>
            <a:r>
              <a:rPr kumimoji="1" lang="ja-JP" altLang="en-US" dirty="0"/>
              <a:t>〇月〇日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株式会社</a:t>
            </a:r>
            <a:r>
              <a:rPr kumimoji="1" lang="en-US" altLang="ja-JP" dirty="0"/>
              <a:t>NTT</a:t>
            </a:r>
            <a:r>
              <a:rPr kumimoji="1" lang="ja-JP" altLang="en-US" dirty="0"/>
              <a:t>データ ○○○○○○</a:t>
            </a:r>
          </a:p>
          <a:p>
            <a:pPr lvl="0"/>
            <a:r>
              <a:rPr kumimoji="1" lang="ja-JP" altLang="en-US" dirty="0"/>
              <a:t>○○○○○○○○○○○○○○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665905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イノベーションカー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E0E3DF-D30F-67F3-1120-4D08EF0597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798" y="687601"/>
            <a:ext cx="7315200" cy="1447199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 dirty="0"/>
              <a:t>01</a:t>
            </a:r>
            <a:endParaRPr kumimoji="1" lang="ja-JP" altLang="en-US"/>
          </a:p>
        </p:txBody>
      </p:sp>
      <p:sp>
        <p:nvSpPr>
          <p:cNvPr id="3" name="テキスト プレースホルダー 8">
            <a:extLst>
              <a:ext uri="{FF2B5EF4-FFF2-40B4-BE49-F238E27FC236}">
                <a16:creationId xmlns:a16="http://schemas.microsoft.com/office/drawing/2014/main" id="{14339CF7-9CA0-A841-448E-67A663E55C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0800" y="2286000"/>
            <a:ext cx="7315200" cy="3888000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ja-JP" altLang="en-US"/>
              <a:t>中扉タイトル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EB864475-214E-676F-1057-8A4E44927E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0773" y="2431973"/>
            <a:ext cx="3740227" cy="3740227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42CEE08-CDC8-97A0-0539-B8FAF99A1769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 dirty="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2629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1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740B46CC-2CF9-284F-9F56-02D00E754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396000"/>
          </a:xfrm>
        </p:spPr>
        <p:txBody>
          <a:bodyPr tIns="0" bIns="0">
            <a:noAutofit/>
          </a:bodyPr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65165EBE-CE9B-A551-474B-E2D5D257B0E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1474" y="1038386"/>
            <a:ext cx="11448000" cy="5196814"/>
          </a:xfrm>
        </p:spPr>
        <p:txBody>
          <a:bodyPr tIns="0" bIns="0"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3BB6FD-8126-0BC5-CD78-240E479EB679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 dirty="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929023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サブタイトル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740B46CC-2CF9-284F-9F56-02D00E754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00110"/>
          </a:xfrm>
        </p:spPr>
        <p:txBody>
          <a:bodyPr tIns="0" bIns="0">
            <a:spAutoFit/>
          </a:bodyPr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22FFA65-3599-E725-9F45-9CF39BF996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4" y="727200"/>
            <a:ext cx="11448000" cy="288000"/>
          </a:xfrm>
        </p:spPr>
        <p:txBody>
          <a:bodyPr>
            <a:noAutofit/>
          </a:bodyPr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kumimoji="1" lang="ja-JP" altLang="en-US"/>
              <a:t>［サブタイトル］</a:t>
            </a:r>
          </a:p>
        </p:txBody>
      </p:sp>
      <p:sp>
        <p:nvSpPr>
          <p:cNvPr id="4" name="コンテンツ プレースホルダー 4">
            <a:extLst>
              <a:ext uri="{FF2B5EF4-FFF2-40B4-BE49-F238E27FC236}">
                <a16:creationId xmlns:a16="http://schemas.microsoft.com/office/drawing/2014/main" id="{FE40B33C-3077-F325-8EA7-EEDBA1AD5E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1474" y="1411200"/>
            <a:ext cx="11448000" cy="4824000"/>
          </a:xfrm>
        </p:spPr>
        <p:txBody>
          <a:bodyPr tIns="0" bIns="0"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A1A7CDA-C0AA-A8AC-8808-09E8B9AA91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 dirty="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50789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496DF89F-DD75-1021-6A5B-A33A9C589A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08619" y="2642745"/>
            <a:ext cx="6180206" cy="156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687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4547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496DF89F-DD75-1021-6A5B-A33A9C589A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08619" y="2642745"/>
            <a:ext cx="6180206" cy="156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399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イノベーションカー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>
            <a:extLst>
              <a:ext uri="{FF2B5EF4-FFF2-40B4-BE49-F238E27FC236}">
                <a16:creationId xmlns:a16="http://schemas.microsoft.com/office/drawing/2014/main" id="{293D96B2-6F5E-EE7E-9F24-93B0B654C8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54200" y="0"/>
            <a:ext cx="6837800" cy="6876000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38584A2-F12B-7FC9-C3A1-97D2EFB00B41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 dirty="0">
                <a:solidFill>
                  <a:schemeClr val="bg1"/>
                </a:solidFill>
              </a:rPr>
              <a:t>© 2025 NTT DATA Japan Corporation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49A56B1-D141-A67A-825B-D1E94545EC0A}"/>
              </a:ext>
            </a:extLst>
          </p:cNvPr>
          <p:cNvSpPr txBox="1"/>
          <p:nvPr userDrawn="1"/>
        </p:nvSpPr>
        <p:spPr>
          <a:xfrm>
            <a:off x="2919470" y="7465383"/>
            <a:ext cx="6797407" cy="29745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ctr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>
                <a:solidFill>
                  <a:srgbClr val="C00000"/>
                </a:solidFill>
                <a:latin typeface="+mn-ea"/>
              </a:rPr>
              <a:t>写真の差し替えはマスタより行ってください。</a:t>
            </a:r>
            <a:endParaRPr kumimoji="1" lang="ja-JP" altLang="en-US" dirty="0">
              <a:solidFill>
                <a:srgbClr val="C00000"/>
              </a:solidFill>
            </a:endParaRPr>
          </a:p>
          <a:p>
            <a:pPr algn="ctr" defTabSz="288000"/>
            <a:endParaRPr kumimoji="1" lang="ja-JP" altLang="en-US" dirty="0">
              <a:solidFill>
                <a:srgbClr val="C00000"/>
              </a:solidFill>
              <a:latin typeface="+mn-ea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30D3823B-3388-E760-683E-A407B9206BE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28601" y="234212"/>
            <a:ext cx="2243138" cy="567955"/>
          </a:xfrm>
          <a:prstGeom prst="rect">
            <a:avLst/>
          </a:prstGeom>
        </p:spPr>
      </p:pic>
      <p:sp>
        <p:nvSpPr>
          <p:cNvPr id="2" name="タイトル 2">
            <a:extLst>
              <a:ext uri="{FF2B5EF4-FFF2-40B4-BE49-F238E27FC236}">
                <a16:creationId xmlns:a16="http://schemas.microsoft.com/office/drawing/2014/main" id="{7139CB36-F706-D393-4452-485E697A86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600" y="864000"/>
            <a:ext cx="4842000" cy="795600"/>
          </a:xfrm>
          <a:prstGeom prst="rect">
            <a:avLst/>
          </a:prstGeom>
        </p:spPr>
        <p:txBody>
          <a:bodyPr lIns="0" rIns="0"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○○○○御中</a:t>
            </a:r>
          </a:p>
        </p:txBody>
      </p:sp>
      <p:sp>
        <p:nvSpPr>
          <p:cNvPr id="9" name="テキスト プレースホルダー 6">
            <a:extLst>
              <a:ext uri="{FF2B5EF4-FFF2-40B4-BE49-F238E27FC236}">
                <a16:creationId xmlns:a16="http://schemas.microsoft.com/office/drawing/2014/main" id="{F6F0E5FE-0D87-D801-926F-E9D73F454A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600" y="2188800"/>
            <a:ext cx="4842000" cy="2412000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［タイトル］</a:t>
            </a:r>
          </a:p>
        </p:txBody>
      </p:sp>
      <p:sp>
        <p:nvSpPr>
          <p:cNvPr id="10" name="テキスト プレースホルダー 10">
            <a:extLst>
              <a:ext uri="{FF2B5EF4-FFF2-40B4-BE49-F238E27FC236}">
                <a16:creationId xmlns:a16="http://schemas.microsoft.com/office/drawing/2014/main" id="{41F60515-2D92-20DF-0ADA-60483D7903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600" y="5191200"/>
            <a:ext cx="4842000" cy="1119600"/>
          </a:xfrm>
          <a:prstGeom prst="rect">
            <a:avLst/>
          </a:prstGeom>
        </p:spPr>
        <p:txBody>
          <a:bodyPr lIns="0" tIns="46800" rIns="0" anchor="b"/>
          <a:lstStyle>
            <a:lvl1pPr>
              <a:defRPr>
                <a:solidFill>
                  <a:schemeClr val="bg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 dirty="0"/>
              <a:t>2025</a:t>
            </a:r>
            <a:r>
              <a:rPr kumimoji="1" lang="ja-JP" altLang="en-US" dirty="0"/>
              <a:t>年〇月〇日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株式会社</a:t>
            </a:r>
            <a:r>
              <a:rPr kumimoji="1" lang="en-US" altLang="ja-JP" dirty="0"/>
              <a:t>NTT</a:t>
            </a:r>
            <a:r>
              <a:rPr kumimoji="1" lang="ja-JP" altLang="en-US" dirty="0"/>
              <a:t>データ ○○○○○○</a:t>
            </a:r>
          </a:p>
          <a:p>
            <a:pPr lvl="0"/>
            <a:r>
              <a:rPr kumimoji="1" lang="ja-JP" altLang="en-US" dirty="0"/>
              <a:t>○○○○○○○○○○○○○○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3461023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イノベーションカーブ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6AA3F11-2310-C251-1D68-4B8F48D50146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 dirty="0">
                <a:solidFill>
                  <a:schemeClr val="bg1"/>
                </a:solidFill>
              </a:rPr>
              <a:t>© 2025 NTT DATA Japan Corporation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6C1596D-A3C7-4FF6-6DFA-9626A8F84014}"/>
              </a:ext>
            </a:extLst>
          </p:cNvPr>
          <p:cNvSpPr txBox="1"/>
          <p:nvPr userDrawn="1"/>
        </p:nvSpPr>
        <p:spPr>
          <a:xfrm>
            <a:off x="2919470" y="7465383"/>
            <a:ext cx="6797407" cy="29745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ctr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>
                <a:solidFill>
                  <a:srgbClr val="C00000"/>
                </a:solidFill>
                <a:latin typeface="+mn-ea"/>
              </a:rPr>
              <a:t>写真の差し替えはマスタより行ってください。</a:t>
            </a:r>
            <a:endParaRPr kumimoji="1" lang="ja-JP" altLang="en-US" dirty="0">
              <a:solidFill>
                <a:srgbClr val="C00000"/>
              </a:solidFill>
            </a:endParaRPr>
          </a:p>
          <a:p>
            <a:pPr algn="ctr" defTabSz="288000"/>
            <a:endParaRPr kumimoji="1" lang="ja-JP" altLang="en-US" dirty="0">
              <a:solidFill>
                <a:srgbClr val="C00000"/>
              </a:solidFill>
              <a:latin typeface="+mn-ea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7EE3A34-DBA4-82F7-730D-88C7F852FF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28601" y="234212"/>
            <a:ext cx="2243138" cy="567955"/>
          </a:xfrm>
          <a:prstGeom prst="rect">
            <a:avLst/>
          </a:prstGeom>
        </p:spPr>
      </p:pic>
      <p:sp>
        <p:nvSpPr>
          <p:cNvPr id="7" name="タイトル 2">
            <a:extLst>
              <a:ext uri="{FF2B5EF4-FFF2-40B4-BE49-F238E27FC236}">
                <a16:creationId xmlns:a16="http://schemas.microsoft.com/office/drawing/2014/main" id="{80BA6ED3-66DB-8CAF-2782-5102EDA8F3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600" y="1450800"/>
            <a:ext cx="11440800" cy="795600"/>
          </a:xfrm>
          <a:prstGeom prst="rect">
            <a:avLst/>
          </a:prstGeom>
        </p:spPr>
        <p:txBody>
          <a:bodyPr lIns="0" rIns="0"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○○○○御中</a:t>
            </a:r>
          </a:p>
        </p:txBody>
      </p:sp>
      <p:sp>
        <p:nvSpPr>
          <p:cNvPr id="11" name="テキスト プレースホルダー 6">
            <a:extLst>
              <a:ext uri="{FF2B5EF4-FFF2-40B4-BE49-F238E27FC236}">
                <a16:creationId xmlns:a16="http://schemas.microsoft.com/office/drawing/2014/main" id="{630EDCEA-B34B-905B-61E0-B69A53CE24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600" y="2246400"/>
            <a:ext cx="11440800" cy="1562400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21907321-9C68-C9E9-F305-451708BB0F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600" y="5191200"/>
            <a:ext cx="11440800" cy="1119600"/>
          </a:xfrm>
          <a:prstGeom prst="rect">
            <a:avLst/>
          </a:prstGeom>
        </p:spPr>
        <p:txBody>
          <a:bodyPr lIns="0" tIns="46800" rIns="0" anchor="b"/>
          <a:lstStyle>
            <a:lvl1pPr>
              <a:defRPr>
                <a:solidFill>
                  <a:schemeClr val="bg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 dirty="0"/>
              <a:t>2025</a:t>
            </a:r>
            <a:r>
              <a:rPr kumimoji="1" lang="ja-JP" altLang="en-US" dirty="0"/>
              <a:t>年〇月〇日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株式会社</a:t>
            </a:r>
            <a:r>
              <a:rPr kumimoji="1" lang="en-US" altLang="ja-JP" dirty="0"/>
              <a:t>NTT</a:t>
            </a:r>
            <a:r>
              <a:rPr kumimoji="1" lang="ja-JP" altLang="en-US" dirty="0"/>
              <a:t>データ ○○○○○○</a:t>
            </a:r>
          </a:p>
          <a:p>
            <a:pPr lvl="0"/>
            <a:r>
              <a:rPr kumimoji="1" lang="ja-JP" altLang="en-US" dirty="0"/>
              <a:t>○○○○○○○○○○○○○○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033653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イノベーションカー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E0E3DF-D30F-67F3-1120-4D08EF0597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798" y="687601"/>
            <a:ext cx="7315200" cy="1447199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 dirty="0"/>
              <a:t>01</a:t>
            </a:r>
            <a:endParaRPr kumimoji="1" lang="ja-JP" altLang="en-US"/>
          </a:p>
        </p:txBody>
      </p:sp>
      <p:sp>
        <p:nvSpPr>
          <p:cNvPr id="3" name="テキスト プレースホルダー 8">
            <a:extLst>
              <a:ext uri="{FF2B5EF4-FFF2-40B4-BE49-F238E27FC236}">
                <a16:creationId xmlns:a16="http://schemas.microsoft.com/office/drawing/2014/main" id="{14339CF7-9CA0-A841-448E-67A663E55C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0800" y="2286000"/>
            <a:ext cx="7315200" cy="3888000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中扉タイトル</a:t>
            </a:r>
          </a:p>
        </p:txBody>
      </p:sp>
      <p:pic>
        <p:nvPicPr>
          <p:cNvPr id="6" name="Innovationcurve">
            <a:extLst>
              <a:ext uri="{FF2B5EF4-FFF2-40B4-BE49-F238E27FC236}">
                <a16:creationId xmlns:a16="http://schemas.microsoft.com/office/drawing/2014/main" id="{7CF64CB9-660F-8471-3C6F-4FD9FD6E3B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91600" y="2433600"/>
            <a:ext cx="3729600" cy="3739975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43F721B-F20E-EF98-7C7E-D4DD73191926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 dirty="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173633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1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740B46CC-2CF9-284F-9F56-02D00E754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396000"/>
          </a:xfrm>
        </p:spPr>
        <p:txBody>
          <a:bodyPr tIns="0" bIns="0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65165EBE-CE9B-A551-474B-E2D5D257B0E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1474" y="1038386"/>
            <a:ext cx="11448000" cy="5196814"/>
          </a:xfrm>
        </p:spPr>
        <p:txBody>
          <a:bodyPr t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3BB6FD-8126-0BC5-CD78-240E479EB679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 dirty="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557906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サブタイトル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740B46CC-2CF9-284F-9F56-02D00E754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00110"/>
          </a:xfrm>
        </p:spPr>
        <p:txBody>
          <a:bodyPr tIns="0" bIns="0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22FFA65-3599-E725-9F45-9CF39BF996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4" y="727200"/>
            <a:ext cx="11448000" cy="288000"/>
          </a:xfrm>
        </p:spPr>
        <p:txBody>
          <a:bodyPr>
            <a:noAutofit/>
          </a:bodyPr>
          <a:lstStyle>
            <a:lvl1pPr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［サブタイトル］</a:t>
            </a:r>
          </a:p>
        </p:txBody>
      </p:sp>
      <p:sp>
        <p:nvSpPr>
          <p:cNvPr id="4" name="コンテンツ プレースホルダー 4">
            <a:extLst>
              <a:ext uri="{FF2B5EF4-FFF2-40B4-BE49-F238E27FC236}">
                <a16:creationId xmlns:a16="http://schemas.microsoft.com/office/drawing/2014/main" id="{FE40B33C-3077-F325-8EA7-EEDBA1AD5E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1474" y="1411200"/>
            <a:ext cx="11448000" cy="4824000"/>
          </a:xfrm>
        </p:spPr>
        <p:txBody>
          <a:bodyPr t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A1A7CDA-C0AA-A8AC-8808-09E8B9AA91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 dirty="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190842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92D243F8-0F92-0399-10AE-3BB61FA726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08619" y="2642745"/>
            <a:ext cx="6180205" cy="156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975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8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1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E0B27DF-CFBE-A4A8-9EB1-3609B2C2EB77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 </a:t>
            </a:r>
            <a:r>
              <a:rPr lang="en-US" altLang="ja-JP" sz="1000" dirty="0">
                <a:solidFill>
                  <a:srgbClr val="6B6B6B"/>
                </a:solidFill>
              </a:rPr>
              <a:t>NTT DATA Japan Corporation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A66AE4D-A02E-6341-6B25-90EFC31B291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28601" y="234212"/>
            <a:ext cx="2243138" cy="56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117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3932" r:id="rId2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000" b="0" i="0" kern="1200" spc="0" baseline="0">
          <a:solidFill>
            <a:schemeClr val="accent1"/>
          </a:solidFill>
          <a:latin typeface="+mn-ea"/>
          <a:ea typeface="+mn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None/>
        <a:defRPr kumimoji="1" sz="2000" kern="1200">
          <a:solidFill>
            <a:schemeClr val="tx1"/>
          </a:solidFill>
          <a:latin typeface="+mn-ea"/>
          <a:ea typeface="+mn-ea"/>
          <a:cs typeface="Arial"/>
        </a:defRPr>
      </a:lvl1pPr>
      <a:lvl2pPr marL="910099" indent="-300543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2pPr>
      <a:lvl3pPr marL="1454042" indent="-234933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3pPr>
      <a:lvl4pPr marL="2059363" indent="-230701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4pPr>
      <a:lvl5pPr marL="2666800" indent="-228584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4" pos="7446" userDrawn="1">
          <p15:clr>
            <a:srgbClr val="F26B43"/>
          </p15:clr>
        </p15:guide>
        <p15:guide id="6" orient="horz" pos="4201">
          <p15:clr>
            <a:srgbClr val="F26B43"/>
          </p15:clr>
        </p15:guide>
        <p15:guide id="11" orient="horz" pos="21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2A0D56C-E1F5-E3B7-AD07-B9E1E5DD0E11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 </a:t>
            </a:r>
            <a:r>
              <a:rPr lang="en-US" altLang="ja-JP" sz="1000" dirty="0">
                <a:solidFill>
                  <a:srgbClr val="6B6B6B"/>
                </a:solidFill>
              </a:rPr>
              <a:t>NTT DATA Japan Corporation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06AEB77-6E88-8ACF-2C93-992597FBD5E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38268" y="6393775"/>
            <a:ext cx="1475058" cy="37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608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9600" b="1" i="0" kern="1200" spc="200" baseline="0">
          <a:solidFill>
            <a:schemeClr val="accent2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None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910099" indent="-300543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2pPr>
      <a:lvl3pPr marL="1454042" indent="-234933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3pPr>
      <a:lvl4pPr marL="2059363" indent="-230701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4pPr>
      <a:lvl5pPr marL="2666800" indent="-228584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4201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 </a:t>
            </a:r>
            <a:r>
              <a:rPr lang="en-US" altLang="ja-JP" sz="1000" dirty="0">
                <a:solidFill>
                  <a:srgbClr val="6B6B6B"/>
                </a:solidFill>
              </a:rPr>
              <a:t>NTT DATA Japan Corporation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33E53550-F5D0-7FBB-5328-17A5EB03626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438268" y="6393775"/>
            <a:ext cx="1475058" cy="37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7" r:id="rId1"/>
    <p:sldLayoutId id="2147483980" r:id="rId2"/>
    <p:sldLayoutId id="2147484017" r:id="rId3"/>
    <p:sldLayoutId id="2147484018" r:id="rId4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accent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accent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accent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accent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accent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accent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4" orient="horz" pos="2160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pos="3840">
          <p15:clr>
            <a:srgbClr val="F26B43"/>
          </p15:clr>
        </p15:guide>
        <p15:guide id="8" pos="7446" userDrawn="1">
          <p15:clr>
            <a:srgbClr val="F26B43"/>
          </p15:clr>
        </p15:guide>
        <p15:guide id="9" orient="horz" pos="3929" userDrawn="1">
          <p15:clr>
            <a:srgbClr val="F26B43"/>
          </p15:clr>
        </p15:guide>
        <p15:guide id="10" orient="horz" pos="210" userDrawn="1">
          <p15:clr>
            <a:srgbClr val="F26B43"/>
          </p15:clr>
        </p15:guide>
        <p15:guide id="12" orient="horz" pos="4201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2970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0" r:id="rId1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20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None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910099" indent="-300543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2pPr>
      <a:lvl3pPr marL="1454042" indent="-234933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3pPr>
      <a:lvl4pPr marL="2059363" indent="-230701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4pPr>
      <a:lvl5pPr marL="2666800" indent="-228584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 userDrawn="1">
          <p15:clr>
            <a:srgbClr val="F26B43"/>
          </p15:clr>
        </p15:guide>
        <p15:guide id="3" pos="384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01BF0E7-CA3F-2C26-0703-F0CB01EA9A9E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 dirty="0">
                <a:solidFill>
                  <a:schemeClr val="bg1"/>
                </a:solidFill>
              </a:rPr>
              <a:t>© 2025 NTT DATA Japan Corporation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BAB9C5D-DBB2-F3AC-7527-30B13EFFFBF0}"/>
              </a:ext>
            </a:extLst>
          </p:cNvPr>
          <p:cNvSpPr txBox="1"/>
          <p:nvPr userDrawn="1"/>
        </p:nvSpPr>
        <p:spPr>
          <a:xfrm>
            <a:off x="690926" y="7065341"/>
            <a:ext cx="10810147" cy="329192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 defTabSz="288000"/>
            <a:r>
              <a:rPr kumimoji="1" lang="ja-JP" altLang="en-US">
                <a:solidFill>
                  <a:srgbClr val="C00000"/>
                </a:solidFill>
                <a:latin typeface="+mn-ea"/>
              </a:rPr>
              <a:t>コピーライトを修正するときは、ホームタブの「置換」から、文字列を</a:t>
            </a:r>
            <a:r>
              <a:rPr kumimoji="1" lang="ja-JP" altLang="en-US" b="1">
                <a:solidFill>
                  <a:srgbClr val="C00000"/>
                </a:solidFill>
                <a:latin typeface="+mn-ea"/>
              </a:rPr>
              <a:t>すべて置換</a:t>
            </a:r>
            <a:r>
              <a:rPr kumimoji="1" lang="ja-JP" altLang="en-US">
                <a:solidFill>
                  <a:srgbClr val="C00000"/>
                </a:solidFill>
                <a:latin typeface="+mn-ea"/>
              </a:rPr>
              <a:t>してください。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6B403E0B-3127-FA6B-0035-52A28EA8D7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228601" y="234212"/>
            <a:ext cx="2243138" cy="56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597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16" r:id="rId2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000" b="0" i="0" kern="1200" spc="0" baseline="0">
          <a:solidFill>
            <a:srgbClr val="F8F8F8"/>
          </a:solidFill>
          <a:latin typeface="+mn-ea"/>
          <a:ea typeface="+mn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None/>
        <a:defRPr kumimoji="1" sz="2000" kern="1200">
          <a:solidFill>
            <a:schemeClr val="tx1"/>
          </a:solidFill>
          <a:latin typeface="+mn-ea"/>
          <a:ea typeface="+mn-ea"/>
          <a:cs typeface="Arial"/>
        </a:defRPr>
      </a:lvl1pPr>
      <a:lvl2pPr marL="910099" indent="-300543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2pPr>
      <a:lvl3pPr marL="1454042" indent="-234933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3pPr>
      <a:lvl4pPr marL="2059363" indent="-230701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4pPr>
      <a:lvl5pPr marL="2666800" indent="-228584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4" pos="7446" userDrawn="1">
          <p15:clr>
            <a:srgbClr val="F26B43"/>
          </p15:clr>
        </p15:guide>
        <p15:guide id="6" orient="horz" pos="4201">
          <p15:clr>
            <a:srgbClr val="F26B43"/>
          </p15:clr>
        </p15:guide>
        <p15:guide id="11" orient="horz" pos="21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8C1424A-EE89-C720-553C-1637224A6A99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 dirty="0">
                <a:solidFill>
                  <a:schemeClr val="bg1"/>
                </a:solidFill>
              </a:rPr>
              <a:t>© 2025 NTT DATA Japan Corporation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DDD9884-C1AB-088F-0842-6BB47D63CB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438268" y="6393775"/>
            <a:ext cx="1475057" cy="37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34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4" r:id="rId1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9600" b="1" i="0" kern="1200" spc="200" baseline="0">
          <a:solidFill>
            <a:schemeClr val="bg2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None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910099" indent="-300543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2pPr>
      <a:lvl3pPr marL="1454042" indent="-234933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3pPr>
      <a:lvl4pPr marL="2059363" indent="-230701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4pPr>
      <a:lvl5pPr marL="2666800" indent="-228584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420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D1C27BE-E0A7-BBB4-DB0E-D4D404FF82A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 dirty="0">
                <a:solidFill>
                  <a:schemeClr val="bg1"/>
                </a:solidFill>
              </a:rPr>
              <a:t>© 2025 NTT DATA Japan Corporation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BA698A3-CFDA-15AF-6157-609477B0329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438268" y="6393775"/>
            <a:ext cx="1475057" cy="37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879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9" r:id="rId2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bg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bg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bg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bg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bg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bg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4" orient="horz" pos="2160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pos="3840">
          <p15:clr>
            <a:srgbClr val="F26B43"/>
          </p15:clr>
        </p15:guide>
        <p15:guide id="8" pos="7446" userDrawn="1">
          <p15:clr>
            <a:srgbClr val="F26B43"/>
          </p15:clr>
        </p15:guide>
        <p15:guide id="9" orient="horz" pos="3929" userDrawn="1">
          <p15:clr>
            <a:srgbClr val="F26B43"/>
          </p15:clr>
        </p15:guide>
        <p15:guide id="10" orient="horz" pos="210" userDrawn="1">
          <p15:clr>
            <a:srgbClr val="F26B43"/>
          </p15:clr>
        </p15:guide>
        <p15:guide id="12" orient="horz" pos="4201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8014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20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None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910099" indent="-300543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2pPr>
      <a:lvl3pPr marL="1454042" indent="-234933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3pPr>
      <a:lvl4pPr marL="2059363" indent="-230701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4pPr>
      <a:lvl5pPr marL="2666800" indent="-228584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 userDrawn="1">
          <p15:clr>
            <a:srgbClr val="F26B43"/>
          </p15:clr>
        </p15:guide>
        <p15:guide id="3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chart" Target="../charts/chart1.xml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E69617-BABC-DA0F-257E-CCB2EB984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提案書サンプル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8373623-07D1-4DE1-20E3-B0481A10D9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ja-JP" altLang="en-US"/>
              <a:t>ロボット遠隔旅行サービスによる観光体験創出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691CAC4-4ABC-5319-B209-5D93516D8D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/>
              <a:t>2026</a:t>
            </a:r>
            <a:r>
              <a:rPr lang="ja-JP" altLang="en-US"/>
              <a:t>年</a:t>
            </a:r>
            <a:r>
              <a:rPr lang="en-US" altLang="ja-JP"/>
              <a:t>6</a:t>
            </a:r>
            <a:r>
              <a:rPr lang="ja-JP" altLang="en-US"/>
              <a:t>月</a:t>
            </a:r>
            <a:r>
              <a:rPr lang="en-US" altLang="ja-JP"/>
              <a:t>8</a:t>
            </a:r>
            <a:r>
              <a:rPr lang="ja-JP" altLang="en-US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3543786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7810D-BCF5-0186-FBCB-761AB9672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4">
            <a:extLst>
              <a:ext uri="{FF2B5EF4-FFF2-40B4-BE49-F238E27FC236}">
                <a16:creationId xmlns:a16="http://schemas.microsoft.com/office/drawing/2014/main" id="{DA99A71C-35FE-ECF4-9117-6A1EE764C35F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/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r>
              <a:rPr lang="ja-JP" altLang="en-US"/>
              <a:t>１．サマリ</a:t>
            </a:r>
          </a:p>
        </p:txBody>
      </p:sp>
      <p:sp>
        <p:nvSpPr>
          <p:cNvPr id="2" name="コンテンツ プレースホルダー 5">
            <a:extLst>
              <a:ext uri="{FF2B5EF4-FFF2-40B4-BE49-F238E27FC236}">
                <a16:creationId xmlns:a16="http://schemas.microsoft.com/office/drawing/2014/main" id="{BF8569BE-27CF-5332-F031-86F5D58502E8}"/>
              </a:ext>
            </a:extLst>
          </p:cNvPr>
          <p:cNvSpPr txBox="1">
            <a:spLocks/>
          </p:cNvSpPr>
          <p:nvPr/>
        </p:nvSpPr>
        <p:spPr>
          <a:xfrm>
            <a:off x="372000" y="1038386"/>
            <a:ext cx="11448000" cy="5196814"/>
          </a:xfrm>
          <a:prstGeom prst="rect">
            <a:avLst/>
          </a:prstGeom>
        </p:spPr>
        <p:txBody>
          <a:bodyPr/>
          <a:lstStyle>
            <a:lvl1pPr marL="0" indent="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1pPr>
            <a:lvl2pPr marL="36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2pPr>
            <a:lvl3pPr marL="54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3pPr>
            <a:lvl4pPr marL="72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4pPr>
            <a:lvl5pPr marL="90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5pPr>
            <a:lvl6pPr marL="335254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n"/>
            </a:pPr>
            <a:r>
              <a:rPr lang="ja-JP" altLang="en-US"/>
              <a:t>提案内容</a:t>
            </a:r>
            <a:endParaRPr lang="en-US" altLang="ja-JP"/>
          </a:p>
          <a:p>
            <a:r>
              <a:rPr lang="ja-JP" altLang="en-US"/>
              <a:t>本提案では、</a:t>
            </a:r>
            <a:r>
              <a:rPr lang="en-US" altLang="ja-JP"/>
              <a:t>NTT</a:t>
            </a:r>
            <a:r>
              <a:rPr lang="ja-JP" altLang="en-US"/>
              <a:t>グループの通信・ロボット技術を活用し、</a:t>
            </a:r>
            <a:r>
              <a:rPr lang="ja-JP" altLang="en-US" b="1"/>
              <a:t>遠隔操作ロボットによる新しい旅行体験サービス</a:t>
            </a:r>
            <a:r>
              <a:rPr lang="ja-JP" altLang="en-US"/>
              <a:t>を提供する。</a:t>
            </a:r>
            <a:endParaRPr lang="en-US" altLang="ja-JP"/>
          </a:p>
          <a:p>
            <a:r>
              <a:rPr lang="ja-JP" altLang="en-US" b="1"/>
              <a:t>移動困難者でも“旅を体験できる社会”</a:t>
            </a:r>
            <a:r>
              <a:rPr lang="ja-JP" altLang="en-US"/>
              <a:t>を実現する。</a:t>
            </a:r>
            <a:endParaRPr lang="en-US" altLang="ja-JP"/>
          </a:p>
          <a:p>
            <a:endParaRPr lang="en-US" altLang="ja-JP"/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ja-JP" altLang="en-US"/>
              <a:t>提案先企業</a:t>
            </a:r>
            <a:endParaRPr lang="en-US" altLang="ja-JP"/>
          </a:p>
          <a:p>
            <a:r>
              <a:rPr lang="ja-JP" altLang="en-US"/>
              <a:t>株式会社</a:t>
            </a:r>
            <a:r>
              <a:rPr lang="en-US" altLang="ja-JP"/>
              <a:t>JTB</a:t>
            </a:r>
            <a:endParaRPr lang="ja-JP" altLang="en-US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180F4158-F9A5-0C97-6E38-BE165D586625}"/>
              </a:ext>
            </a:extLst>
          </p:cNvPr>
          <p:cNvGrpSpPr/>
          <p:nvPr/>
        </p:nvGrpSpPr>
        <p:grpSpPr>
          <a:xfrm>
            <a:off x="1789998" y="3666502"/>
            <a:ext cx="8612003" cy="2070019"/>
            <a:chOff x="964888" y="3316800"/>
            <a:chExt cx="9878886" cy="2618382"/>
          </a:xfrm>
        </p:grpSpPr>
        <p:pic>
          <p:nvPicPr>
            <p:cNvPr id="2050" name="Picture 2" descr="JTBコーポレートサイト｜感動のそばに、いつも。">
              <a:extLst>
                <a:ext uri="{FF2B5EF4-FFF2-40B4-BE49-F238E27FC236}">
                  <a16:creationId xmlns:a16="http://schemas.microsoft.com/office/drawing/2014/main" id="{8F9A529A-F19C-145D-47B9-AF744F98F63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027"/>
            <a:stretch>
              <a:fillRect/>
            </a:stretch>
          </p:blipFill>
          <p:spPr bwMode="auto">
            <a:xfrm>
              <a:off x="1060255" y="3524593"/>
              <a:ext cx="3708088" cy="22383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784231C8-5619-F723-7412-27837A3BDC34}"/>
                </a:ext>
              </a:extLst>
            </p:cNvPr>
            <p:cNvSpPr/>
            <p:nvPr/>
          </p:nvSpPr>
          <p:spPr>
            <a:xfrm>
              <a:off x="4689806" y="3720936"/>
              <a:ext cx="5811769" cy="184563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ja-JP" altLang="en-US" sz="1600">
                  <a:solidFill>
                    <a:schemeClr val="tx1"/>
                  </a:solidFill>
                  <a:latin typeface="+mn-ea"/>
                </a:rPr>
                <a:t>国内最大級の旅行会社</a:t>
              </a:r>
              <a:endParaRPr lang="en-US" altLang="ja-JP" sz="1600">
                <a:solidFill>
                  <a:schemeClr val="tx1"/>
                </a:solidFill>
                <a:latin typeface="+mn-ea"/>
              </a:endParaRPr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ja-JP" altLang="en-US" sz="1600">
                  <a:solidFill>
                    <a:schemeClr val="tx1"/>
                  </a:solidFill>
                  <a:latin typeface="+mn-ea"/>
                </a:rPr>
                <a:t>法人・地域創生・観光</a:t>
              </a:r>
              <a:r>
                <a:rPr lang="en-US" altLang="ja-JP" sz="1600">
                  <a:solidFill>
                    <a:schemeClr val="tx1"/>
                  </a:solidFill>
                  <a:latin typeface="+mn-ea"/>
                </a:rPr>
                <a:t>DX</a:t>
              </a:r>
              <a:r>
                <a:rPr lang="ja-JP" altLang="en-US" sz="1600">
                  <a:solidFill>
                    <a:schemeClr val="tx1"/>
                  </a:solidFill>
                  <a:latin typeface="+mn-ea"/>
                </a:rPr>
                <a:t>にも強い</a:t>
              </a:r>
              <a:endParaRPr lang="en-US" altLang="ja-JP" sz="1600">
                <a:solidFill>
                  <a:schemeClr val="tx1"/>
                </a:solidFill>
                <a:latin typeface="+mn-ea"/>
              </a:endParaRPr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ja-JP" altLang="en-US" sz="1600">
                  <a:solidFill>
                    <a:schemeClr val="tx1"/>
                  </a:solidFill>
                  <a:latin typeface="+mn-ea"/>
                </a:rPr>
                <a:t>「ユニバーサルツーリズム」に既に取り組み</a:t>
              </a:r>
              <a:endParaRPr lang="en-US" altLang="ja-JP" sz="1600">
                <a:solidFill>
                  <a:schemeClr val="tx1"/>
                </a:solidFill>
                <a:latin typeface="+mn-ea"/>
              </a:endParaRPr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ja-JP" altLang="en-US" sz="1600">
                  <a:solidFill>
                    <a:schemeClr val="tx1"/>
                  </a:solidFill>
                  <a:latin typeface="+mn-ea"/>
                </a:rPr>
                <a:t>高齢者・障がい者向け旅行支援実績あり</a:t>
              </a:r>
              <a:endParaRPr kumimoji="1" lang="ja-JP" altLang="en-US" sz="1600" dirty="0" err="1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C0572411-F346-E992-9E5C-7971287BA88D}"/>
                </a:ext>
              </a:extLst>
            </p:cNvPr>
            <p:cNvSpPr/>
            <p:nvPr/>
          </p:nvSpPr>
          <p:spPr>
            <a:xfrm>
              <a:off x="964888" y="3316800"/>
              <a:ext cx="9878886" cy="261838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40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7BEA567-7B2C-7A56-78A7-1CB409B8FBF7}"/>
              </a:ext>
            </a:extLst>
          </p:cNvPr>
          <p:cNvSpPr/>
          <p:nvPr/>
        </p:nvSpPr>
        <p:spPr>
          <a:xfrm>
            <a:off x="4632773" y="5857579"/>
            <a:ext cx="2926454" cy="286327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600">
                <a:solidFill>
                  <a:schemeClr val="tx1"/>
                </a:solidFill>
              </a:rPr>
              <a:t>株式会社</a:t>
            </a:r>
            <a:r>
              <a:rPr lang="en-US" altLang="ja-JP" sz="1600">
                <a:solidFill>
                  <a:schemeClr val="tx1"/>
                </a:solidFill>
              </a:rPr>
              <a:t>JTB </a:t>
            </a:r>
            <a:r>
              <a:rPr kumimoji="1" lang="ja-JP" altLang="en-US" sz="1600">
                <a:solidFill>
                  <a:schemeClr val="tx1"/>
                </a:solidFill>
              </a:rPr>
              <a:t>企業概要</a:t>
            </a:r>
            <a:endParaRPr kumimoji="1" lang="ja-JP" altLang="en-US" sz="16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8426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CE2FA-94C2-2287-9C4A-B7683E258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4">
            <a:extLst>
              <a:ext uri="{FF2B5EF4-FFF2-40B4-BE49-F238E27FC236}">
                <a16:creationId xmlns:a16="http://schemas.microsoft.com/office/drawing/2014/main" id="{E20E3120-9C62-93BC-C6AF-EAD1F3D3DAFC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/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r>
              <a:rPr lang="ja-JP" altLang="en-US"/>
              <a:t>２．背景</a:t>
            </a:r>
          </a:p>
        </p:txBody>
      </p:sp>
      <p:sp>
        <p:nvSpPr>
          <p:cNvPr id="2" name="コンテンツ プレースホルダー 5">
            <a:extLst>
              <a:ext uri="{FF2B5EF4-FFF2-40B4-BE49-F238E27FC236}">
                <a16:creationId xmlns:a16="http://schemas.microsoft.com/office/drawing/2014/main" id="{E428F041-D100-35EB-2136-74938B977E0F}"/>
              </a:ext>
            </a:extLst>
          </p:cNvPr>
          <p:cNvSpPr txBox="1">
            <a:spLocks/>
          </p:cNvSpPr>
          <p:nvPr/>
        </p:nvSpPr>
        <p:spPr>
          <a:xfrm>
            <a:off x="371474" y="1038386"/>
            <a:ext cx="11448000" cy="5196814"/>
          </a:xfrm>
          <a:prstGeom prst="rect">
            <a:avLst/>
          </a:prstGeom>
        </p:spPr>
        <p:txBody>
          <a:bodyPr/>
          <a:lstStyle>
            <a:lvl1pPr marL="0" indent="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1pPr>
            <a:lvl2pPr marL="36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2pPr>
            <a:lvl3pPr marL="54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3pPr>
            <a:lvl4pPr marL="72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4pPr>
            <a:lvl5pPr marL="90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5pPr>
            <a:lvl6pPr marL="335254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高齢化や身体的不自由により、</a:t>
            </a:r>
            <a:r>
              <a:rPr lang="ja-JP" altLang="en-US" b="1">
                <a:solidFill>
                  <a:srgbClr val="FF0000"/>
                </a:solidFill>
              </a:rPr>
              <a:t>「旅行したくてもできない人」</a:t>
            </a:r>
            <a:r>
              <a:rPr lang="ja-JP" altLang="en-US"/>
              <a:t>が増加している。</a:t>
            </a:r>
            <a:endParaRPr lang="en-US" altLang="ja-JP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484B580E-08E3-F573-32F3-8995E37B53E8}"/>
              </a:ext>
            </a:extLst>
          </p:cNvPr>
          <p:cNvSpPr/>
          <p:nvPr/>
        </p:nvSpPr>
        <p:spPr>
          <a:xfrm>
            <a:off x="6363102" y="3033858"/>
            <a:ext cx="2972060" cy="630372"/>
          </a:xfrm>
          <a:prstGeom prst="roundRect">
            <a:avLst/>
          </a:prstGeom>
          <a:noFill/>
          <a:ln w="28575">
            <a:solidFill>
              <a:schemeClr val="bg1">
                <a:lumMod val="50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400" b="1">
                <a:solidFill>
                  <a:schemeClr val="tx1"/>
                </a:solidFill>
              </a:rPr>
              <a:t>介護負担</a:t>
            </a:r>
            <a:r>
              <a:rPr kumimoji="1" lang="ja-JP" altLang="en-US" sz="1400">
                <a:solidFill>
                  <a:schemeClr val="tx1"/>
                </a:solidFill>
              </a:rPr>
              <a:t>が大きい</a:t>
            </a:r>
            <a:endParaRPr kumimoji="1" lang="ja-JP" altLang="en-US" sz="1400" dirty="0" err="1">
              <a:solidFill>
                <a:schemeClr val="tx1"/>
              </a:solidFill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FD9003DA-8AFE-5385-94C0-13C2CBF44628}"/>
              </a:ext>
            </a:extLst>
          </p:cNvPr>
          <p:cNvSpPr/>
          <p:nvPr/>
        </p:nvSpPr>
        <p:spPr>
          <a:xfrm>
            <a:off x="6363102" y="2020352"/>
            <a:ext cx="2972060" cy="630372"/>
          </a:xfrm>
          <a:prstGeom prst="roundRect">
            <a:avLst/>
          </a:prstGeom>
          <a:noFill/>
          <a:ln w="28575">
            <a:solidFill>
              <a:schemeClr val="bg1">
                <a:lumMod val="50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400" b="1">
                <a:solidFill>
                  <a:schemeClr val="tx1"/>
                </a:solidFill>
              </a:rPr>
              <a:t>身体的負担</a:t>
            </a:r>
            <a:r>
              <a:rPr kumimoji="1" lang="ja-JP" altLang="en-US" sz="1400">
                <a:solidFill>
                  <a:schemeClr val="tx1"/>
                </a:solidFill>
              </a:rPr>
              <a:t>が大きい</a:t>
            </a:r>
            <a:endParaRPr kumimoji="1" lang="ja-JP" altLang="en-US" sz="1400" dirty="0" err="1">
              <a:solidFill>
                <a:schemeClr val="tx1"/>
              </a:solidFill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79CFBB38-F993-6387-AECD-A44A3718C009}"/>
              </a:ext>
            </a:extLst>
          </p:cNvPr>
          <p:cNvSpPr/>
          <p:nvPr/>
        </p:nvSpPr>
        <p:spPr>
          <a:xfrm>
            <a:off x="6363102" y="4006052"/>
            <a:ext cx="2972060" cy="630372"/>
          </a:xfrm>
          <a:prstGeom prst="roundRect">
            <a:avLst/>
          </a:prstGeom>
          <a:noFill/>
          <a:ln w="28575">
            <a:solidFill>
              <a:schemeClr val="bg1">
                <a:lumMod val="50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</a:rPr>
              <a:t>旅行先・宿泊先の</a:t>
            </a:r>
            <a:r>
              <a:rPr kumimoji="1" lang="ja-JP" altLang="en-US" sz="1400" b="1">
                <a:solidFill>
                  <a:schemeClr val="tx1"/>
                </a:solidFill>
              </a:rPr>
              <a:t>設備</a:t>
            </a:r>
            <a:r>
              <a:rPr kumimoji="1" lang="ja-JP" altLang="en-US" sz="1400">
                <a:solidFill>
                  <a:schemeClr val="tx1"/>
                </a:solidFill>
              </a:rPr>
              <a:t>が整っていない</a:t>
            </a:r>
            <a:endParaRPr kumimoji="1" lang="ja-JP" altLang="en-US" sz="1400" dirty="0" err="1">
              <a:solidFill>
                <a:schemeClr val="tx1"/>
              </a:solidFill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82F88357-E032-4AAE-9BE4-D6C225A5D58B}"/>
              </a:ext>
            </a:extLst>
          </p:cNvPr>
          <p:cNvSpPr/>
          <p:nvPr/>
        </p:nvSpPr>
        <p:spPr>
          <a:xfrm>
            <a:off x="6363102" y="4943151"/>
            <a:ext cx="2972060" cy="630372"/>
          </a:xfrm>
          <a:prstGeom prst="roundRect">
            <a:avLst/>
          </a:prstGeom>
          <a:noFill/>
          <a:ln w="28575">
            <a:solidFill>
              <a:schemeClr val="bg1">
                <a:lumMod val="50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400" b="1">
                <a:solidFill>
                  <a:schemeClr val="tx1"/>
                </a:solidFill>
              </a:rPr>
              <a:t>介助してくれる人</a:t>
            </a:r>
            <a:r>
              <a:rPr lang="ja-JP" altLang="en-US" sz="1400">
                <a:solidFill>
                  <a:schemeClr val="tx1"/>
                </a:solidFill>
              </a:rPr>
              <a:t>が</a:t>
            </a:r>
            <a:r>
              <a:rPr kumimoji="1" lang="ja-JP" altLang="en-US" sz="1400">
                <a:solidFill>
                  <a:schemeClr val="tx1"/>
                </a:solidFill>
              </a:rPr>
              <a:t>いない</a:t>
            </a:r>
            <a:endParaRPr kumimoji="1" lang="ja-JP" altLang="en-US" sz="1400" dirty="0" err="1">
              <a:solidFill>
                <a:schemeClr val="tx1"/>
              </a:solidFill>
            </a:endParaRPr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69A4CFD1-5817-119D-A65B-44C79F59E34E}"/>
              </a:ext>
            </a:extLst>
          </p:cNvPr>
          <p:cNvSpPr/>
          <p:nvPr/>
        </p:nvSpPr>
        <p:spPr>
          <a:xfrm>
            <a:off x="4988756" y="3228454"/>
            <a:ext cx="738231" cy="1185525"/>
          </a:xfrm>
          <a:prstGeom prst="rightArrow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dirty="0" err="1">
              <a:solidFill>
                <a:schemeClr val="tx1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636B1BC-7A31-02E6-B7DB-796C2CDE1C2B}"/>
              </a:ext>
            </a:extLst>
          </p:cNvPr>
          <p:cNvSpPr/>
          <p:nvPr/>
        </p:nvSpPr>
        <p:spPr>
          <a:xfrm>
            <a:off x="4490435" y="4620075"/>
            <a:ext cx="1841959" cy="286327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600">
                <a:solidFill>
                  <a:schemeClr val="tx1"/>
                </a:solidFill>
              </a:rPr>
              <a:t>しかし</a:t>
            </a:r>
            <a:r>
              <a:rPr lang="en-US" altLang="ja-JP" sz="1600">
                <a:solidFill>
                  <a:schemeClr val="tx1"/>
                </a:solidFill>
              </a:rPr>
              <a:t>…</a:t>
            </a:r>
            <a:endParaRPr kumimoji="1" lang="ja-JP" altLang="en-US" sz="1600" dirty="0" err="1">
              <a:solidFill>
                <a:schemeClr val="tx1"/>
              </a:solidFill>
            </a:endParaRPr>
          </a:p>
        </p:txBody>
      </p:sp>
      <p:pic>
        <p:nvPicPr>
          <p:cNvPr id="10242" name="Picture 2" descr="息切れして階段を登るお爺さんのイラスト">
            <a:extLst>
              <a:ext uri="{FF2B5EF4-FFF2-40B4-BE49-F238E27FC236}">
                <a16:creationId xmlns:a16="http://schemas.microsoft.com/office/drawing/2014/main" id="{1C3B9A38-3537-A152-5951-3AA3BD6DF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4110" y="2085523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車椅子に乗る人と階段のイラスト">
            <a:extLst>
              <a:ext uri="{FF2B5EF4-FFF2-40B4-BE49-F238E27FC236}">
                <a16:creationId xmlns:a16="http://schemas.microsoft.com/office/drawing/2014/main" id="{50D628F9-B113-1C65-E27F-EB7BF404C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5526" y="3957279"/>
            <a:ext cx="1841959" cy="1841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お婆さんのイラスト（前向き）">
            <a:extLst>
              <a:ext uri="{FF2B5EF4-FFF2-40B4-BE49-F238E27FC236}">
                <a16:creationId xmlns:a16="http://schemas.microsoft.com/office/drawing/2014/main" id="{2E48C46C-CE62-5A4E-5B40-D4047B309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087" y="2913267"/>
            <a:ext cx="1314107" cy="2815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思考の吹き出し: 雲形 15">
            <a:extLst>
              <a:ext uri="{FF2B5EF4-FFF2-40B4-BE49-F238E27FC236}">
                <a16:creationId xmlns:a16="http://schemas.microsoft.com/office/drawing/2014/main" id="{8327CB9C-D145-BBA7-C5B0-5A31C49AD12E}"/>
              </a:ext>
            </a:extLst>
          </p:cNvPr>
          <p:cNvSpPr/>
          <p:nvPr/>
        </p:nvSpPr>
        <p:spPr>
          <a:xfrm>
            <a:off x="2210365" y="2351908"/>
            <a:ext cx="2340529" cy="958525"/>
          </a:xfrm>
          <a:prstGeom prst="cloudCallout">
            <a:avLst>
              <a:gd name="adj1" fmla="val -30152"/>
              <a:gd name="adj2" fmla="val 69929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600">
                <a:solidFill>
                  <a:schemeClr val="tx1"/>
                </a:solidFill>
                <a:latin typeface="+mn-ea"/>
              </a:rPr>
              <a:t>旅行に行きたい</a:t>
            </a:r>
            <a:r>
              <a:rPr kumimoji="1" lang="en-US" altLang="ja-JP" sz="1600">
                <a:solidFill>
                  <a:schemeClr val="tx1"/>
                </a:solidFill>
                <a:latin typeface="+mn-ea"/>
              </a:rPr>
              <a:t>…</a:t>
            </a:r>
            <a:endParaRPr kumimoji="1" lang="ja-JP" altLang="en-US" sz="1600" dirty="0" err="1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19377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D1158-645B-38F2-346E-661E94CC2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4">
            <a:extLst>
              <a:ext uri="{FF2B5EF4-FFF2-40B4-BE49-F238E27FC236}">
                <a16:creationId xmlns:a16="http://schemas.microsoft.com/office/drawing/2014/main" id="{204FE741-2589-A6B7-06F8-518DA34538E9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/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r>
              <a:rPr lang="ja-JP" altLang="en-US"/>
              <a:t>３．現状課題</a:t>
            </a:r>
          </a:p>
        </p:txBody>
      </p:sp>
      <p:sp>
        <p:nvSpPr>
          <p:cNvPr id="2" name="コンテンツ プレースホルダー 5">
            <a:extLst>
              <a:ext uri="{FF2B5EF4-FFF2-40B4-BE49-F238E27FC236}">
                <a16:creationId xmlns:a16="http://schemas.microsoft.com/office/drawing/2014/main" id="{BBAA22E6-30CA-B68C-B33A-218759AD311F}"/>
              </a:ext>
            </a:extLst>
          </p:cNvPr>
          <p:cNvSpPr txBox="1">
            <a:spLocks/>
          </p:cNvSpPr>
          <p:nvPr/>
        </p:nvSpPr>
        <p:spPr>
          <a:xfrm>
            <a:off x="371474" y="1038386"/>
            <a:ext cx="11448000" cy="5196814"/>
          </a:xfrm>
          <a:prstGeom prst="rect">
            <a:avLst/>
          </a:prstGeom>
        </p:spPr>
        <p:txBody>
          <a:bodyPr/>
          <a:lstStyle>
            <a:lvl1pPr marL="0" indent="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1pPr>
            <a:lvl2pPr marL="36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2pPr>
            <a:lvl3pPr marL="54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3pPr>
            <a:lvl4pPr marL="72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4pPr>
            <a:lvl5pPr marL="90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5pPr>
            <a:lvl6pPr marL="335254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高齢化に伴い、利用者は</a:t>
            </a:r>
            <a:r>
              <a:rPr lang="ja-JP" altLang="en-US" b="1"/>
              <a:t>移動制約</a:t>
            </a:r>
            <a:r>
              <a:rPr lang="ja-JP" altLang="en-US"/>
              <a:t>という課題を抱え、旅行会社は</a:t>
            </a:r>
            <a:r>
              <a:rPr lang="ja-JP" altLang="en-US" b="1"/>
              <a:t>従来型旅行モデルの限界</a:t>
            </a:r>
            <a:r>
              <a:rPr lang="ja-JP" altLang="en-US"/>
              <a:t>に直面している。</a:t>
            </a:r>
            <a:endParaRPr lang="en-US" altLang="ja-JP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20E4867F-74C7-2FEA-4F9F-785E565ABD23}"/>
              </a:ext>
            </a:extLst>
          </p:cNvPr>
          <p:cNvGrpSpPr/>
          <p:nvPr/>
        </p:nvGrpSpPr>
        <p:grpSpPr>
          <a:xfrm>
            <a:off x="2064475" y="1591115"/>
            <a:ext cx="3463870" cy="4532223"/>
            <a:chOff x="1267521" y="1591112"/>
            <a:chExt cx="3058549" cy="4532223"/>
          </a:xfrm>
        </p:grpSpPr>
        <p:sp>
          <p:nvSpPr>
            <p:cNvPr id="12" name="New shape">
              <a:extLst>
                <a:ext uri="{FF2B5EF4-FFF2-40B4-BE49-F238E27FC236}">
                  <a16:creationId xmlns:a16="http://schemas.microsoft.com/office/drawing/2014/main" id="{2C143A24-F085-123E-65B4-ED52B12DF332}"/>
                </a:ext>
              </a:extLst>
            </p:cNvPr>
            <p:cNvSpPr/>
            <p:nvPr/>
          </p:nvSpPr>
          <p:spPr>
            <a:xfrm>
              <a:off x="1267521" y="1591112"/>
              <a:ext cx="3058549" cy="4532223"/>
            </a:xfrm>
            <a:custGeom>
              <a:avLst/>
              <a:gdLst/>
              <a:ahLst/>
              <a:cxnLst/>
              <a:rect l="l" t="t" r="r" b="b"/>
              <a:pathLst>
                <a:path w="9969500" h="4191000">
                  <a:moveTo>
                    <a:pt x="63500" y="0"/>
                  </a:moveTo>
                  <a:lnTo>
                    <a:pt x="9906000" y="0"/>
                  </a:lnTo>
                  <a:cubicBezTo>
                    <a:pt x="9941070" y="0"/>
                    <a:pt x="9969500" y="28430"/>
                    <a:pt x="9969500" y="63500"/>
                  </a:cubicBezTo>
                  <a:lnTo>
                    <a:pt x="9969500" y="4127500"/>
                  </a:lnTo>
                  <a:cubicBezTo>
                    <a:pt x="9969500" y="4162570"/>
                    <a:pt x="9941070" y="4191000"/>
                    <a:pt x="9906000" y="4191000"/>
                  </a:cubicBezTo>
                  <a:lnTo>
                    <a:pt x="63500" y="4191000"/>
                  </a:lnTo>
                  <a:cubicBezTo>
                    <a:pt x="28430" y="4191000"/>
                    <a:pt x="0" y="4162570"/>
                    <a:pt x="0" y="4127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5F9FF">
                <a:alpha val="100000"/>
              </a:srgbClr>
            </a:solidFill>
            <a:ln w="25400">
              <a:solidFill>
                <a:srgbClr val="90CAF9">
                  <a:alpha val="100000"/>
                </a:srgbClr>
              </a:solidFill>
            </a:ln>
          </p:spPr>
          <p:txBody>
            <a:bodyPr rtlCol="0" anchor="ctr"/>
            <a:lstStyle/>
            <a:p>
              <a:endParaRPr lang="en-US" altLang="ja-JP" sz="1400">
                <a:latin typeface="+mn-ea"/>
              </a:endParaRPr>
            </a:p>
            <a:p>
              <a:r>
                <a:rPr lang="ja-JP" altLang="en-US" sz="1400" b="1" u="sng">
                  <a:latin typeface="+mn-ea"/>
                </a:rPr>
                <a:t>身体的制約により旅行ができない</a:t>
              </a:r>
              <a:endParaRPr lang="en-US" altLang="ja-JP" sz="1400" b="1" u="sng">
                <a:latin typeface="+mn-ea"/>
              </a:endParaRPr>
            </a:p>
            <a:p>
              <a:r>
                <a:rPr lang="ja-JP" altLang="en-US" sz="1400">
                  <a:latin typeface="+mn-ea"/>
                </a:rPr>
                <a:t>・</a:t>
              </a:r>
              <a:r>
                <a:rPr lang="ja-JP" altLang="en-US" sz="1400">
                  <a:solidFill>
                    <a:srgbClr val="FF0000"/>
                  </a:solidFill>
                  <a:latin typeface="+mn-ea"/>
                </a:rPr>
                <a:t>長距離移動が困難</a:t>
              </a:r>
              <a:endParaRPr lang="en-US" altLang="ja-JP" sz="1400">
                <a:solidFill>
                  <a:srgbClr val="FF0000"/>
                </a:solidFill>
                <a:latin typeface="+mn-ea"/>
              </a:endParaRPr>
            </a:p>
            <a:p>
              <a:r>
                <a:rPr lang="ja-JP" altLang="en-US" sz="1400">
                  <a:latin typeface="+mn-ea"/>
                </a:rPr>
                <a:t>・車椅子移動が負担</a:t>
              </a:r>
              <a:endParaRPr lang="en-US" altLang="ja-JP" sz="1400">
                <a:latin typeface="+mn-ea"/>
              </a:endParaRPr>
            </a:p>
            <a:p>
              <a:r>
                <a:rPr lang="ja-JP" altLang="en-US" sz="1400">
                  <a:latin typeface="+mn-ea"/>
                </a:rPr>
                <a:t>・体力低下</a:t>
              </a:r>
              <a:endParaRPr lang="en-US" altLang="ja-JP" sz="1400">
                <a:latin typeface="+mn-ea"/>
              </a:endParaRPr>
            </a:p>
            <a:p>
              <a:endParaRPr lang="en-US" altLang="ja-JP" sz="1400">
                <a:latin typeface="+mn-ea"/>
              </a:endParaRPr>
            </a:p>
            <a:p>
              <a:r>
                <a:rPr lang="ja-JP" altLang="en-US" sz="1400" b="1" u="sng">
                  <a:latin typeface="+mn-ea"/>
                </a:rPr>
                <a:t>家族・介護者への負担</a:t>
              </a:r>
              <a:endParaRPr lang="en-US" altLang="ja-JP" sz="1400" b="1" u="sng">
                <a:latin typeface="+mn-ea"/>
              </a:endParaRPr>
            </a:p>
            <a:p>
              <a:r>
                <a:rPr lang="ja-JP" altLang="en-US" sz="1400">
                  <a:latin typeface="+mn-ea"/>
                </a:rPr>
                <a:t>・常時付き添いが必要</a:t>
              </a:r>
              <a:endParaRPr lang="en-US" altLang="ja-JP" sz="1400">
                <a:latin typeface="+mn-ea"/>
              </a:endParaRPr>
            </a:p>
            <a:p>
              <a:r>
                <a:rPr lang="ja-JP" altLang="en-US" sz="1400">
                  <a:latin typeface="+mn-ea"/>
                </a:rPr>
                <a:t>・移動計画が複雑</a:t>
              </a:r>
              <a:endParaRPr lang="en-US" altLang="ja-JP" sz="1400">
                <a:latin typeface="+mn-ea"/>
              </a:endParaRPr>
            </a:p>
            <a:p>
              <a:r>
                <a:rPr lang="ja-JP" altLang="en-US" sz="1400">
                  <a:latin typeface="+mn-ea"/>
                </a:rPr>
                <a:t>・</a:t>
              </a:r>
              <a:r>
                <a:rPr lang="ja-JP" altLang="en-US" sz="1400">
                  <a:solidFill>
                    <a:srgbClr val="FF0000"/>
                  </a:solidFill>
                  <a:latin typeface="+mn-ea"/>
                </a:rPr>
                <a:t>精神的負担</a:t>
              </a:r>
              <a:endParaRPr lang="en-US" altLang="ja-JP" sz="1400">
                <a:solidFill>
                  <a:srgbClr val="FF0000"/>
                </a:solidFill>
                <a:latin typeface="+mn-ea"/>
              </a:endParaRPr>
            </a:p>
            <a:p>
              <a:endParaRPr lang="en-US" altLang="ja-JP" sz="1400">
                <a:latin typeface="+mn-ea"/>
              </a:endParaRPr>
            </a:p>
            <a:p>
              <a:r>
                <a:rPr lang="ja-JP" altLang="en-US" sz="1400" b="1" u="sng">
                  <a:latin typeface="+mn-ea"/>
                </a:rPr>
                <a:t>心理的な諦め・孤独感</a:t>
              </a:r>
              <a:endParaRPr lang="en-US" altLang="ja-JP" sz="1400" b="1" u="sng">
                <a:latin typeface="+mn-ea"/>
              </a:endParaRPr>
            </a:p>
            <a:p>
              <a:r>
                <a:rPr lang="ja-JP" altLang="en-US" sz="1400">
                  <a:latin typeface="+mn-ea"/>
                </a:rPr>
                <a:t>・「自分はもう旅行できない」</a:t>
              </a:r>
              <a:endParaRPr lang="en-US" altLang="ja-JP" sz="1400">
                <a:latin typeface="+mn-ea"/>
              </a:endParaRPr>
            </a:p>
            <a:p>
              <a:r>
                <a:rPr lang="ja-JP" altLang="en-US" sz="1400">
                  <a:latin typeface="+mn-ea"/>
                </a:rPr>
                <a:t>・家族への遠慮</a:t>
              </a:r>
              <a:endParaRPr lang="en-US" altLang="ja-JP" sz="1400">
                <a:latin typeface="+mn-ea"/>
              </a:endParaRPr>
            </a:p>
            <a:p>
              <a:r>
                <a:rPr lang="ja-JP" altLang="en-US" sz="1400">
                  <a:latin typeface="+mn-ea"/>
                </a:rPr>
                <a:t>・</a:t>
              </a:r>
              <a:r>
                <a:rPr lang="ja-JP" altLang="en-US" sz="1400">
                  <a:solidFill>
                    <a:srgbClr val="FF0000"/>
                  </a:solidFill>
                  <a:latin typeface="+mn-ea"/>
                </a:rPr>
                <a:t>社会参加機会</a:t>
              </a:r>
              <a:r>
                <a:rPr lang="ja-JP" altLang="en-US" sz="1400">
                  <a:latin typeface="+mn-ea"/>
                </a:rPr>
                <a:t>の減少</a:t>
              </a:r>
              <a:endParaRPr lang="en-US" altLang="ja-JP" sz="1400">
                <a:latin typeface="+mn-ea"/>
              </a:endParaRPr>
            </a:p>
            <a:p>
              <a:endParaRPr lang="en-US" altLang="ja-JP" sz="1400">
                <a:latin typeface="+mn-ea"/>
              </a:endParaRPr>
            </a:p>
            <a:p>
              <a:r>
                <a:rPr lang="ja-JP" altLang="en-US" sz="1400" b="1" u="sng">
                  <a:latin typeface="+mn-ea"/>
                </a:rPr>
                <a:t>既存サービスでは満足できない</a:t>
              </a:r>
              <a:endParaRPr lang="en-US" altLang="ja-JP" sz="1400" b="1" u="sng">
                <a:latin typeface="+mn-ea"/>
              </a:endParaRPr>
            </a:p>
            <a:p>
              <a:r>
                <a:rPr lang="ja-JP" altLang="en-US" sz="1400">
                  <a:latin typeface="+mn-ea"/>
                </a:rPr>
                <a:t>・</a:t>
              </a:r>
              <a:r>
                <a:rPr lang="en-US" altLang="ja-JP" sz="1400">
                  <a:latin typeface="+mn-ea"/>
                </a:rPr>
                <a:t>VR</a:t>
              </a:r>
              <a:r>
                <a:rPr lang="ja-JP" altLang="en-US" sz="1400">
                  <a:latin typeface="+mn-ea"/>
                </a:rPr>
                <a:t>観光は受動的</a:t>
              </a:r>
              <a:endParaRPr lang="en-US" altLang="ja-JP" sz="1400">
                <a:latin typeface="+mn-ea"/>
              </a:endParaRPr>
            </a:p>
            <a:p>
              <a:r>
                <a:rPr lang="ja-JP" altLang="en-US" sz="1400">
                  <a:latin typeface="+mn-ea"/>
                </a:rPr>
                <a:t>・家族と体験を共有しづらい</a:t>
              </a:r>
              <a:endParaRPr lang="en-US" altLang="ja-JP" sz="1400">
                <a:latin typeface="+mn-ea"/>
              </a:endParaRPr>
            </a:p>
          </p:txBody>
        </p:sp>
        <p:sp>
          <p:nvSpPr>
            <p:cNvPr id="13" name="New shape">
              <a:extLst>
                <a:ext uri="{FF2B5EF4-FFF2-40B4-BE49-F238E27FC236}">
                  <a16:creationId xmlns:a16="http://schemas.microsoft.com/office/drawing/2014/main" id="{FE676C09-0EAC-2718-2801-18F416BBC66B}"/>
                </a:ext>
              </a:extLst>
            </p:cNvPr>
            <p:cNvSpPr/>
            <p:nvPr/>
          </p:nvSpPr>
          <p:spPr>
            <a:xfrm>
              <a:off x="1267521" y="1591113"/>
              <a:ext cx="3058549" cy="274608"/>
            </a:xfrm>
            <a:custGeom>
              <a:avLst/>
              <a:gdLst/>
              <a:ahLst/>
              <a:cxnLst/>
              <a:rect l="l" t="t" r="r" b="b"/>
              <a:pathLst>
                <a:path w="9969500" h="635000">
                  <a:moveTo>
                    <a:pt x="63500" y="0"/>
                  </a:moveTo>
                  <a:lnTo>
                    <a:pt x="9906000" y="0"/>
                  </a:lnTo>
                  <a:cubicBezTo>
                    <a:pt x="9941070" y="0"/>
                    <a:pt x="9969500" y="28430"/>
                    <a:pt x="9969500" y="63500"/>
                  </a:cubicBezTo>
                  <a:lnTo>
                    <a:pt x="9969500" y="571500"/>
                  </a:lnTo>
                  <a:cubicBezTo>
                    <a:pt x="9969500" y="606570"/>
                    <a:pt x="9941070" y="635000"/>
                    <a:pt x="99060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3B82F6">
                <a:alpha val="100000"/>
              </a:srgbClr>
            </a:solidFill>
          </p:spPr>
          <p:txBody>
            <a:bodyPr rtlCol="0" anchor="ctr"/>
            <a:lstStyle/>
            <a:p>
              <a:pPr algn="ctr"/>
              <a:r>
                <a:rPr lang="ja-JP" altLang="en-US" sz="1600">
                  <a:solidFill>
                    <a:schemeClr val="bg1"/>
                  </a:solidFill>
                  <a:latin typeface="+mn-ea"/>
                </a:rPr>
                <a:t>利用者課題</a:t>
              </a:r>
              <a:endParaRPr sz="160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1007BCA6-A25A-8A73-81BD-B0BF93A2DE81}"/>
              </a:ext>
            </a:extLst>
          </p:cNvPr>
          <p:cNvGrpSpPr/>
          <p:nvPr/>
        </p:nvGrpSpPr>
        <p:grpSpPr>
          <a:xfrm>
            <a:off x="6336657" y="1591114"/>
            <a:ext cx="3463870" cy="4532223"/>
            <a:chOff x="5222117" y="1591113"/>
            <a:chExt cx="3058549" cy="4532223"/>
          </a:xfrm>
        </p:grpSpPr>
        <p:sp>
          <p:nvSpPr>
            <p:cNvPr id="14" name="New shape">
              <a:extLst>
                <a:ext uri="{FF2B5EF4-FFF2-40B4-BE49-F238E27FC236}">
                  <a16:creationId xmlns:a16="http://schemas.microsoft.com/office/drawing/2014/main" id="{8FFD215A-CCF8-2791-FC87-3D7AA995EEF5}"/>
                </a:ext>
              </a:extLst>
            </p:cNvPr>
            <p:cNvSpPr/>
            <p:nvPr/>
          </p:nvSpPr>
          <p:spPr>
            <a:xfrm>
              <a:off x="5222117" y="1591113"/>
              <a:ext cx="3058549" cy="4532223"/>
            </a:xfrm>
            <a:custGeom>
              <a:avLst/>
              <a:gdLst/>
              <a:ahLst/>
              <a:cxnLst/>
              <a:rect l="l" t="t" r="r" b="b"/>
              <a:pathLst>
                <a:path w="9969500" h="4191000">
                  <a:moveTo>
                    <a:pt x="63500" y="0"/>
                  </a:moveTo>
                  <a:lnTo>
                    <a:pt x="9906000" y="0"/>
                  </a:lnTo>
                  <a:cubicBezTo>
                    <a:pt x="9941070" y="0"/>
                    <a:pt x="9969500" y="28430"/>
                    <a:pt x="9969500" y="63500"/>
                  </a:cubicBezTo>
                  <a:lnTo>
                    <a:pt x="9969500" y="4127500"/>
                  </a:lnTo>
                  <a:cubicBezTo>
                    <a:pt x="9969500" y="4162570"/>
                    <a:pt x="9941070" y="4191000"/>
                    <a:pt x="9906000" y="4191000"/>
                  </a:cubicBezTo>
                  <a:lnTo>
                    <a:pt x="63500" y="4191000"/>
                  </a:lnTo>
                  <a:cubicBezTo>
                    <a:pt x="28430" y="4191000"/>
                    <a:pt x="0" y="4162570"/>
                    <a:pt x="0" y="4127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5FFF5"/>
            </a:solidFill>
            <a:ln w="25400">
              <a:solidFill>
                <a:srgbClr val="A5D6A7"/>
              </a:solidFill>
            </a:ln>
          </p:spPr>
          <p:txBody>
            <a:bodyPr rtlCol="0" anchor="ctr"/>
            <a:lstStyle/>
            <a:p>
              <a:endParaRPr lang="en-US" altLang="ja-JP" sz="1400">
                <a:latin typeface="+mn-ea"/>
              </a:endParaRPr>
            </a:p>
            <a:p>
              <a:r>
                <a:rPr lang="ja-JP" altLang="en-US" sz="1400" b="1" u="sng">
                  <a:latin typeface="+mn-ea"/>
                </a:rPr>
                <a:t>高齢化社会への対応</a:t>
              </a:r>
              <a:endParaRPr lang="en-US" altLang="ja-JP" sz="1400" b="1" u="sng">
                <a:latin typeface="+mn-ea"/>
              </a:endParaRPr>
            </a:p>
            <a:p>
              <a:r>
                <a:rPr lang="ja-JP" altLang="en-US" sz="1400">
                  <a:latin typeface="+mn-ea"/>
                </a:rPr>
                <a:t>・高齢者顧客増加</a:t>
              </a:r>
              <a:endParaRPr lang="en-US" altLang="ja-JP" sz="1400">
                <a:latin typeface="+mn-ea"/>
              </a:endParaRPr>
            </a:p>
            <a:p>
              <a:r>
                <a:rPr lang="ja-JP" altLang="en-US" sz="1400">
                  <a:latin typeface="+mn-ea"/>
                </a:rPr>
                <a:t>・</a:t>
              </a:r>
              <a:r>
                <a:rPr lang="ja-JP" altLang="en-US" sz="1400">
                  <a:solidFill>
                    <a:srgbClr val="FF0000"/>
                  </a:solidFill>
                  <a:latin typeface="+mn-ea"/>
                </a:rPr>
                <a:t>従来旅行モデルの限界</a:t>
              </a:r>
              <a:endParaRPr lang="en-US" altLang="ja-JP" sz="1400">
                <a:solidFill>
                  <a:srgbClr val="FF0000"/>
                </a:solidFill>
                <a:latin typeface="+mn-ea"/>
              </a:endParaRPr>
            </a:p>
            <a:p>
              <a:endParaRPr lang="en-US" altLang="ja-JP" sz="1400">
                <a:latin typeface="+mn-ea"/>
              </a:endParaRPr>
            </a:p>
            <a:p>
              <a:r>
                <a:rPr lang="ja-JP" altLang="en-US" sz="1400" b="1" u="sng">
                  <a:latin typeface="+mn-ea"/>
                </a:rPr>
                <a:t>新規市場開拓</a:t>
              </a:r>
              <a:endParaRPr lang="en-US" altLang="ja-JP" sz="1400" b="1" u="sng">
                <a:latin typeface="+mn-ea"/>
              </a:endParaRPr>
            </a:p>
            <a:p>
              <a:r>
                <a:rPr lang="ja-JP" altLang="en-US" sz="1400">
                  <a:latin typeface="+mn-ea"/>
                </a:rPr>
                <a:t>・旅行できない層を取り込めていない</a:t>
              </a:r>
              <a:endParaRPr lang="en-US" altLang="ja-JP" sz="1400">
                <a:latin typeface="+mn-ea"/>
              </a:endParaRPr>
            </a:p>
            <a:p>
              <a:endParaRPr lang="en-US" altLang="ja-JP" sz="1400">
                <a:latin typeface="+mn-ea"/>
              </a:endParaRPr>
            </a:p>
            <a:p>
              <a:r>
                <a:rPr lang="ja-JP" altLang="en-US" sz="1400" b="1" u="sng">
                  <a:latin typeface="+mn-ea"/>
                </a:rPr>
                <a:t>競争激化</a:t>
              </a:r>
              <a:endParaRPr lang="en-US" altLang="ja-JP" sz="1400" b="1" u="sng">
                <a:latin typeface="+mn-ea"/>
              </a:endParaRPr>
            </a:p>
            <a:p>
              <a:r>
                <a:rPr lang="ja-JP" altLang="en-US" sz="1400">
                  <a:latin typeface="+mn-ea"/>
                </a:rPr>
                <a:t>・</a:t>
              </a:r>
              <a:r>
                <a:rPr lang="en-US" altLang="ja-JP" sz="1400">
                  <a:latin typeface="+mn-ea"/>
                </a:rPr>
                <a:t>VR</a:t>
              </a:r>
              <a:r>
                <a:rPr lang="ja-JP" altLang="en-US" sz="1400">
                  <a:latin typeface="+mn-ea"/>
                </a:rPr>
                <a:t>観光との競争</a:t>
              </a:r>
              <a:endParaRPr lang="en-US" altLang="ja-JP" sz="1400">
                <a:latin typeface="+mn-ea"/>
              </a:endParaRPr>
            </a:p>
            <a:p>
              <a:r>
                <a:rPr lang="ja-JP" altLang="en-US" sz="1400">
                  <a:latin typeface="+mn-ea"/>
                </a:rPr>
                <a:t>・オンライン体験との競争</a:t>
              </a:r>
              <a:endParaRPr lang="en-US" altLang="ja-JP" sz="1400">
                <a:latin typeface="+mn-ea"/>
              </a:endParaRPr>
            </a:p>
            <a:p>
              <a:endParaRPr lang="en-US" altLang="ja-JP" sz="1400">
                <a:latin typeface="+mn-ea"/>
              </a:endParaRPr>
            </a:p>
            <a:p>
              <a:r>
                <a:rPr lang="ja-JP" altLang="en-US" sz="1400" b="1" u="sng">
                  <a:latin typeface="+mn-ea"/>
                </a:rPr>
                <a:t>ユニバーサルツーリズム対応</a:t>
              </a:r>
              <a:endParaRPr lang="en-US" altLang="ja-JP" sz="1400" b="1" u="sng">
                <a:latin typeface="+mn-ea"/>
              </a:endParaRPr>
            </a:p>
            <a:p>
              <a:r>
                <a:rPr lang="ja-JP" altLang="en-US" sz="1400">
                  <a:latin typeface="+mn-ea"/>
                </a:rPr>
                <a:t>・誰でも楽しめる観光設計</a:t>
              </a:r>
              <a:endParaRPr lang="en-US" altLang="ja-JP" sz="1400">
                <a:latin typeface="+mn-ea"/>
              </a:endParaRPr>
            </a:p>
            <a:p>
              <a:r>
                <a:rPr lang="ja-JP" altLang="en-US" sz="1400">
                  <a:latin typeface="+mn-ea"/>
                </a:rPr>
                <a:t>・</a:t>
              </a:r>
              <a:r>
                <a:rPr lang="ja-JP" altLang="en-US" sz="1400">
                  <a:solidFill>
                    <a:srgbClr val="FF0000"/>
                  </a:solidFill>
                  <a:latin typeface="+mn-ea"/>
                </a:rPr>
                <a:t>社会的要請</a:t>
              </a:r>
              <a:r>
                <a:rPr lang="ja-JP" altLang="en-US" sz="1400">
                  <a:latin typeface="+mn-ea"/>
                </a:rPr>
                <a:t>の増加</a:t>
              </a:r>
              <a:endParaRPr lang="en-US" altLang="ja-JP" sz="1400">
                <a:latin typeface="+mn-ea"/>
              </a:endParaRPr>
            </a:p>
            <a:p>
              <a:endParaRPr lang="en-US" altLang="ja-JP" sz="1400">
                <a:latin typeface="+mn-ea"/>
              </a:endParaRPr>
            </a:p>
            <a:p>
              <a:endParaRPr lang="en-US" altLang="ja-JP" sz="1400">
                <a:latin typeface="+mn-ea"/>
              </a:endParaRPr>
            </a:p>
          </p:txBody>
        </p:sp>
        <p:sp>
          <p:nvSpPr>
            <p:cNvPr id="15" name="New shape">
              <a:extLst>
                <a:ext uri="{FF2B5EF4-FFF2-40B4-BE49-F238E27FC236}">
                  <a16:creationId xmlns:a16="http://schemas.microsoft.com/office/drawing/2014/main" id="{2B9631DE-C75F-EDD8-AB69-1319A03FAF56}"/>
                </a:ext>
              </a:extLst>
            </p:cNvPr>
            <p:cNvSpPr/>
            <p:nvPr/>
          </p:nvSpPr>
          <p:spPr>
            <a:xfrm>
              <a:off x="5222117" y="1591114"/>
              <a:ext cx="3058549" cy="274608"/>
            </a:xfrm>
            <a:custGeom>
              <a:avLst/>
              <a:gdLst/>
              <a:ahLst/>
              <a:cxnLst/>
              <a:rect l="l" t="t" r="r" b="b"/>
              <a:pathLst>
                <a:path w="9969500" h="635000">
                  <a:moveTo>
                    <a:pt x="63500" y="0"/>
                  </a:moveTo>
                  <a:lnTo>
                    <a:pt x="9906000" y="0"/>
                  </a:lnTo>
                  <a:cubicBezTo>
                    <a:pt x="9941070" y="0"/>
                    <a:pt x="9969500" y="28430"/>
                    <a:pt x="9969500" y="63500"/>
                  </a:cubicBezTo>
                  <a:lnTo>
                    <a:pt x="9969500" y="571500"/>
                  </a:lnTo>
                  <a:cubicBezTo>
                    <a:pt x="9969500" y="606570"/>
                    <a:pt x="9941070" y="635000"/>
                    <a:pt x="99060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10B981"/>
            </a:solidFill>
          </p:spPr>
          <p:txBody>
            <a:bodyPr rtlCol="0" anchor="ctr"/>
            <a:lstStyle/>
            <a:p>
              <a:pPr algn="ctr"/>
              <a:r>
                <a:rPr lang="ja-JP" altLang="en-US" sz="1600">
                  <a:solidFill>
                    <a:schemeClr val="bg1"/>
                  </a:solidFill>
                  <a:latin typeface="+mn-ea"/>
                </a:rPr>
                <a:t>旅行会社課題</a:t>
              </a:r>
              <a:endParaRPr sz="1600">
                <a:solidFill>
                  <a:schemeClr val="bg1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2940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456EA-8680-C93C-F28B-FEBC9F8FA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4">
            <a:extLst>
              <a:ext uri="{FF2B5EF4-FFF2-40B4-BE49-F238E27FC236}">
                <a16:creationId xmlns:a16="http://schemas.microsoft.com/office/drawing/2014/main" id="{8B261B2C-7AD7-2A0D-4498-C213DBDFD414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/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r>
              <a:rPr lang="ja-JP" altLang="en-US"/>
              <a:t>４．業界動向・市場分析</a:t>
            </a:r>
          </a:p>
        </p:txBody>
      </p:sp>
      <p:sp>
        <p:nvSpPr>
          <p:cNvPr id="2" name="コンテンツ プレースホルダー 5">
            <a:extLst>
              <a:ext uri="{FF2B5EF4-FFF2-40B4-BE49-F238E27FC236}">
                <a16:creationId xmlns:a16="http://schemas.microsoft.com/office/drawing/2014/main" id="{369EF9BD-7BED-91D5-C347-9CD9A81338E4}"/>
              </a:ext>
            </a:extLst>
          </p:cNvPr>
          <p:cNvSpPr txBox="1">
            <a:spLocks/>
          </p:cNvSpPr>
          <p:nvPr/>
        </p:nvSpPr>
        <p:spPr>
          <a:xfrm>
            <a:off x="371474" y="1038386"/>
            <a:ext cx="11448000" cy="5196814"/>
          </a:xfrm>
          <a:prstGeom prst="rect">
            <a:avLst/>
          </a:prstGeom>
        </p:spPr>
        <p:txBody>
          <a:bodyPr/>
          <a:lstStyle>
            <a:lvl1pPr marL="0" indent="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1pPr>
            <a:lvl2pPr marL="36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2pPr>
            <a:lvl3pPr marL="54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3pPr>
            <a:lvl4pPr marL="72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4pPr>
            <a:lvl5pPr marL="90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5pPr>
            <a:lvl6pPr marL="335254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高齢化と観光価値の変化により「移動しない観光」という市場が拡大する。</a:t>
            </a:r>
          </a:p>
        </p:txBody>
      </p: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F5BB9D1C-75A0-4A15-E117-B8AE8D6AE4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3488772"/>
              </p:ext>
            </p:extLst>
          </p:nvPr>
        </p:nvGraphicFramePr>
        <p:xfrm>
          <a:off x="488246" y="2596098"/>
          <a:ext cx="3587516" cy="28296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矢印: 右 6">
            <a:extLst>
              <a:ext uri="{FF2B5EF4-FFF2-40B4-BE49-F238E27FC236}">
                <a16:creationId xmlns:a16="http://schemas.microsoft.com/office/drawing/2014/main" id="{7B8C9CC0-2331-590D-0023-B8535AD1C0A8}"/>
              </a:ext>
            </a:extLst>
          </p:cNvPr>
          <p:cNvSpPr/>
          <p:nvPr/>
        </p:nvSpPr>
        <p:spPr>
          <a:xfrm rot="20658971">
            <a:off x="1370642" y="3940256"/>
            <a:ext cx="2324287" cy="508763"/>
          </a:xfrm>
          <a:prstGeom prst="rightArrow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</a:rPr>
              <a:t>約</a:t>
            </a:r>
            <a:r>
              <a:rPr kumimoji="1" lang="en-US" altLang="ja-JP" sz="1400">
                <a:solidFill>
                  <a:schemeClr val="tx1"/>
                </a:solidFill>
              </a:rPr>
              <a:t>1.3</a:t>
            </a:r>
            <a:r>
              <a:rPr kumimoji="1" lang="ja-JP" altLang="en-US" sz="1400">
                <a:solidFill>
                  <a:schemeClr val="tx1"/>
                </a:solidFill>
              </a:rPr>
              <a:t>倍に増加</a:t>
            </a:r>
            <a:endParaRPr kumimoji="1" lang="ja-JP" altLang="en-US" sz="1400" dirty="0" err="1">
              <a:solidFill>
                <a:schemeClr val="tx1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3F5F088-E96C-1F5B-908E-F2ABFFBEF70F}"/>
              </a:ext>
            </a:extLst>
          </p:cNvPr>
          <p:cNvSpPr txBox="1"/>
          <p:nvPr/>
        </p:nvSpPr>
        <p:spPr>
          <a:xfrm>
            <a:off x="1170538" y="5425763"/>
            <a:ext cx="2724493" cy="28823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r" defTabSz="288000"/>
            <a:r>
              <a:rPr lang="ja-JP" altLang="en-US" sz="1050">
                <a:latin typeface="+mn-ea"/>
              </a:rPr>
              <a:t>出典：「</a:t>
            </a:r>
            <a:r>
              <a:rPr kumimoji="1" lang="ja-JP" altLang="en-US" sz="1050">
                <a:latin typeface="+mn-ea"/>
              </a:rPr>
              <a:t>令和</a:t>
            </a:r>
            <a:r>
              <a:rPr kumimoji="1" lang="en-US" altLang="ja-JP" sz="1050">
                <a:latin typeface="+mn-ea"/>
              </a:rPr>
              <a:t>7</a:t>
            </a:r>
            <a:r>
              <a:rPr kumimoji="1" lang="ja-JP" altLang="en-US" sz="1050">
                <a:latin typeface="+mn-ea"/>
              </a:rPr>
              <a:t>年版高齢社会白書」</a:t>
            </a:r>
            <a:r>
              <a:rPr lang="ja-JP" altLang="en-US" sz="1050">
                <a:latin typeface="+mn-ea"/>
              </a:rPr>
              <a:t>より作成</a:t>
            </a:r>
            <a:endParaRPr kumimoji="1" lang="ja-JP" altLang="en-US" sz="1050">
              <a:latin typeface="+mn-ea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09EAABBA-BF10-A458-5A4C-043458F64CC2}"/>
              </a:ext>
            </a:extLst>
          </p:cNvPr>
          <p:cNvGrpSpPr/>
          <p:nvPr/>
        </p:nvGrpSpPr>
        <p:grpSpPr>
          <a:xfrm>
            <a:off x="450076" y="1538437"/>
            <a:ext cx="3652141" cy="4310993"/>
            <a:chOff x="450076" y="1538437"/>
            <a:chExt cx="3652141" cy="4310993"/>
          </a:xfrm>
        </p:grpSpPr>
        <p:sp>
          <p:nvSpPr>
            <p:cNvPr id="12" name="New shape">
              <a:extLst>
                <a:ext uri="{FF2B5EF4-FFF2-40B4-BE49-F238E27FC236}">
                  <a16:creationId xmlns:a16="http://schemas.microsoft.com/office/drawing/2014/main" id="{4F819B22-7FE9-409C-DDB0-AE03471F0021}"/>
                </a:ext>
              </a:extLst>
            </p:cNvPr>
            <p:cNvSpPr/>
            <p:nvPr/>
          </p:nvSpPr>
          <p:spPr>
            <a:xfrm>
              <a:off x="450076" y="1538437"/>
              <a:ext cx="3652141" cy="4310993"/>
            </a:xfrm>
            <a:custGeom>
              <a:avLst/>
              <a:gdLst/>
              <a:ahLst/>
              <a:cxnLst/>
              <a:rect l="l" t="t" r="r" b="b"/>
              <a:pathLst>
                <a:path w="9969500" h="4191000">
                  <a:moveTo>
                    <a:pt x="63500" y="0"/>
                  </a:moveTo>
                  <a:lnTo>
                    <a:pt x="9906000" y="0"/>
                  </a:lnTo>
                  <a:cubicBezTo>
                    <a:pt x="9941070" y="0"/>
                    <a:pt x="9969500" y="28430"/>
                    <a:pt x="9969500" y="63500"/>
                  </a:cubicBezTo>
                  <a:lnTo>
                    <a:pt x="9969500" y="4127500"/>
                  </a:lnTo>
                  <a:cubicBezTo>
                    <a:pt x="9969500" y="4162570"/>
                    <a:pt x="9941070" y="4191000"/>
                    <a:pt x="9906000" y="4191000"/>
                  </a:cubicBezTo>
                  <a:lnTo>
                    <a:pt x="63500" y="4191000"/>
                  </a:lnTo>
                  <a:cubicBezTo>
                    <a:pt x="28430" y="4191000"/>
                    <a:pt x="0" y="4162570"/>
                    <a:pt x="0" y="4127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noFill/>
            <a:ln w="25400">
              <a:solidFill>
                <a:srgbClr val="90CAF9">
                  <a:alpha val="100000"/>
                </a:srgbClr>
              </a:solidFill>
            </a:ln>
          </p:spPr>
          <p:txBody>
            <a:bodyPr rtlCol="0" anchor="t"/>
            <a:lstStyle/>
            <a:p>
              <a:endParaRPr lang="en-US" altLang="ja-JP" sz="1400">
                <a:latin typeface="+mn-ea"/>
              </a:endParaRPr>
            </a:p>
            <a:p>
              <a:endParaRPr lang="en-US" altLang="ja-JP" sz="1400">
                <a:latin typeface="+mn-ea"/>
              </a:endParaRPr>
            </a:p>
            <a:p>
              <a:r>
                <a:rPr lang="ja-JP" altLang="en-US" sz="1400">
                  <a:latin typeface="+mn-ea"/>
                </a:rPr>
                <a:t>■日本の</a:t>
              </a:r>
              <a:r>
                <a:rPr lang="en-US" altLang="ja-JP" sz="1400">
                  <a:latin typeface="+mn-ea"/>
                </a:rPr>
                <a:t>75</a:t>
              </a:r>
              <a:r>
                <a:rPr lang="ja-JP" altLang="en-US" sz="1400">
                  <a:latin typeface="+mn-ea"/>
                </a:rPr>
                <a:t>歳以上人口は今後も増加</a:t>
              </a:r>
              <a:endParaRPr lang="en-US" altLang="ja-JP" sz="1400">
                <a:latin typeface="+mn-ea"/>
              </a:endParaRPr>
            </a:p>
            <a:p>
              <a:r>
                <a:rPr lang="ja-JP" altLang="en-US" sz="1400">
                  <a:latin typeface="+mn-ea"/>
                </a:rPr>
                <a:t>→高齢化による「旅行困難者」の増加</a:t>
              </a:r>
              <a:endParaRPr lang="en-US" altLang="ja-JP" sz="1400">
                <a:latin typeface="+mn-ea"/>
              </a:endParaRPr>
            </a:p>
            <a:p>
              <a:endParaRPr lang="ja-JP" altLang="en-US" sz="1400">
                <a:latin typeface="+mn-ea"/>
              </a:endParaRPr>
            </a:p>
          </p:txBody>
        </p:sp>
        <p:sp>
          <p:nvSpPr>
            <p:cNvPr id="3" name="New shape">
              <a:extLst>
                <a:ext uri="{FF2B5EF4-FFF2-40B4-BE49-F238E27FC236}">
                  <a16:creationId xmlns:a16="http://schemas.microsoft.com/office/drawing/2014/main" id="{C875E12F-A2B7-525F-FB02-2F9C7DD2F13C}"/>
                </a:ext>
              </a:extLst>
            </p:cNvPr>
            <p:cNvSpPr/>
            <p:nvPr/>
          </p:nvSpPr>
          <p:spPr>
            <a:xfrm>
              <a:off x="450076" y="1538714"/>
              <a:ext cx="3652141" cy="274608"/>
            </a:xfrm>
            <a:custGeom>
              <a:avLst/>
              <a:gdLst/>
              <a:ahLst/>
              <a:cxnLst/>
              <a:rect l="l" t="t" r="r" b="b"/>
              <a:pathLst>
                <a:path w="9969500" h="635000">
                  <a:moveTo>
                    <a:pt x="63500" y="0"/>
                  </a:moveTo>
                  <a:lnTo>
                    <a:pt x="9906000" y="0"/>
                  </a:lnTo>
                  <a:cubicBezTo>
                    <a:pt x="9941070" y="0"/>
                    <a:pt x="9969500" y="28430"/>
                    <a:pt x="9969500" y="63500"/>
                  </a:cubicBezTo>
                  <a:lnTo>
                    <a:pt x="9969500" y="571500"/>
                  </a:lnTo>
                  <a:cubicBezTo>
                    <a:pt x="9969500" y="606570"/>
                    <a:pt x="9941070" y="635000"/>
                    <a:pt x="99060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3B82F6">
                <a:alpha val="100000"/>
              </a:srgbClr>
            </a:solidFill>
          </p:spPr>
          <p:txBody>
            <a:bodyPr rtlCol="0" anchor="ctr"/>
            <a:lstStyle/>
            <a:p>
              <a:pPr algn="ctr"/>
              <a:r>
                <a:rPr lang="ja-JP" altLang="en-US" sz="1600">
                  <a:solidFill>
                    <a:schemeClr val="bg1"/>
                  </a:solidFill>
                  <a:latin typeface="+mn-ea"/>
                </a:rPr>
                <a:t>①社会動向</a:t>
              </a:r>
              <a:endParaRPr sz="160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795C39C4-0046-CE50-192B-C6C62FE286E4}"/>
              </a:ext>
            </a:extLst>
          </p:cNvPr>
          <p:cNvGrpSpPr/>
          <p:nvPr/>
        </p:nvGrpSpPr>
        <p:grpSpPr>
          <a:xfrm>
            <a:off x="4308704" y="1538714"/>
            <a:ext cx="3652141" cy="4310993"/>
            <a:chOff x="450076" y="1538437"/>
            <a:chExt cx="3652141" cy="4310993"/>
          </a:xfrm>
        </p:grpSpPr>
        <p:sp>
          <p:nvSpPr>
            <p:cNvPr id="9" name="New shape">
              <a:extLst>
                <a:ext uri="{FF2B5EF4-FFF2-40B4-BE49-F238E27FC236}">
                  <a16:creationId xmlns:a16="http://schemas.microsoft.com/office/drawing/2014/main" id="{1B383ED2-8DDA-3B65-AA57-9AA3DD497E70}"/>
                </a:ext>
              </a:extLst>
            </p:cNvPr>
            <p:cNvSpPr/>
            <p:nvPr/>
          </p:nvSpPr>
          <p:spPr>
            <a:xfrm>
              <a:off x="450076" y="1538437"/>
              <a:ext cx="3652141" cy="4310993"/>
            </a:xfrm>
            <a:custGeom>
              <a:avLst/>
              <a:gdLst/>
              <a:ahLst/>
              <a:cxnLst/>
              <a:rect l="l" t="t" r="r" b="b"/>
              <a:pathLst>
                <a:path w="9969500" h="4191000">
                  <a:moveTo>
                    <a:pt x="63500" y="0"/>
                  </a:moveTo>
                  <a:lnTo>
                    <a:pt x="9906000" y="0"/>
                  </a:lnTo>
                  <a:cubicBezTo>
                    <a:pt x="9941070" y="0"/>
                    <a:pt x="9969500" y="28430"/>
                    <a:pt x="9969500" y="63500"/>
                  </a:cubicBezTo>
                  <a:lnTo>
                    <a:pt x="9969500" y="4127500"/>
                  </a:lnTo>
                  <a:cubicBezTo>
                    <a:pt x="9969500" y="4162570"/>
                    <a:pt x="9941070" y="4191000"/>
                    <a:pt x="9906000" y="4191000"/>
                  </a:cubicBezTo>
                  <a:lnTo>
                    <a:pt x="63500" y="4191000"/>
                  </a:lnTo>
                  <a:cubicBezTo>
                    <a:pt x="28430" y="4191000"/>
                    <a:pt x="0" y="4162570"/>
                    <a:pt x="0" y="4127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noFill/>
            <a:ln w="25400">
              <a:solidFill>
                <a:srgbClr val="90CAF9">
                  <a:alpha val="100000"/>
                </a:srgbClr>
              </a:solidFill>
            </a:ln>
          </p:spPr>
          <p:txBody>
            <a:bodyPr rtlCol="0" anchor="t"/>
            <a:lstStyle/>
            <a:p>
              <a:endParaRPr lang="en-US" altLang="ja-JP" sz="1400">
                <a:latin typeface="+mn-ea"/>
              </a:endParaRPr>
            </a:p>
            <a:p>
              <a:endParaRPr lang="en-US" altLang="ja-JP" sz="1400">
                <a:latin typeface="+mn-ea"/>
              </a:endParaRPr>
            </a:p>
            <a:p>
              <a:r>
                <a:rPr lang="ja-JP" altLang="en-US" sz="1400">
                  <a:latin typeface="+mn-ea"/>
                </a:rPr>
                <a:t>■遠隔体験の受容が進んでいる</a:t>
              </a:r>
              <a:endParaRPr lang="en-US" altLang="ja-JP" sz="1400">
                <a:latin typeface="+mn-ea"/>
              </a:endParaRPr>
            </a:p>
            <a:p>
              <a:r>
                <a:rPr lang="ja-JP" altLang="en-US" sz="1400">
                  <a:latin typeface="+mn-ea"/>
                </a:rPr>
                <a:t>→遠隔でも体験価値を提供できる可能性</a:t>
              </a:r>
              <a:endParaRPr lang="en-US" altLang="ja-JP" sz="1400">
                <a:latin typeface="+mn-ea"/>
              </a:endParaRPr>
            </a:p>
            <a:p>
              <a:endParaRPr lang="ja-JP" altLang="en-US" sz="1400">
                <a:latin typeface="+mn-ea"/>
              </a:endParaRPr>
            </a:p>
          </p:txBody>
        </p:sp>
        <p:sp>
          <p:nvSpPr>
            <p:cNvPr id="13" name="New shape">
              <a:extLst>
                <a:ext uri="{FF2B5EF4-FFF2-40B4-BE49-F238E27FC236}">
                  <a16:creationId xmlns:a16="http://schemas.microsoft.com/office/drawing/2014/main" id="{8778736F-5265-FEC9-2257-8BB64EB77B03}"/>
                </a:ext>
              </a:extLst>
            </p:cNvPr>
            <p:cNvSpPr/>
            <p:nvPr/>
          </p:nvSpPr>
          <p:spPr>
            <a:xfrm>
              <a:off x="450076" y="1538714"/>
              <a:ext cx="3652141" cy="274608"/>
            </a:xfrm>
            <a:custGeom>
              <a:avLst/>
              <a:gdLst/>
              <a:ahLst/>
              <a:cxnLst/>
              <a:rect l="l" t="t" r="r" b="b"/>
              <a:pathLst>
                <a:path w="9969500" h="635000">
                  <a:moveTo>
                    <a:pt x="63500" y="0"/>
                  </a:moveTo>
                  <a:lnTo>
                    <a:pt x="9906000" y="0"/>
                  </a:lnTo>
                  <a:cubicBezTo>
                    <a:pt x="9941070" y="0"/>
                    <a:pt x="9969500" y="28430"/>
                    <a:pt x="9969500" y="63500"/>
                  </a:cubicBezTo>
                  <a:lnTo>
                    <a:pt x="9969500" y="571500"/>
                  </a:lnTo>
                  <a:cubicBezTo>
                    <a:pt x="9969500" y="606570"/>
                    <a:pt x="9941070" y="635000"/>
                    <a:pt x="99060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3B82F6">
                <a:alpha val="100000"/>
              </a:srgbClr>
            </a:solidFill>
          </p:spPr>
          <p:txBody>
            <a:bodyPr rtlCol="0" anchor="ctr"/>
            <a:lstStyle/>
            <a:p>
              <a:pPr algn="ctr"/>
              <a:r>
                <a:rPr lang="ja-JP" altLang="en-US" sz="1600">
                  <a:solidFill>
                    <a:schemeClr val="bg1"/>
                  </a:solidFill>
                  <a:latin typeface="+mn-ea"/>
                </a:rPr>
                <a:t>②業界動向</a:t>
              </a:r>
              <a:endParaRPr sz="1600">
                <a:solidFill>
                  <a:schemeClr val="bg1"/>
                </a:solidFill>
                <a:latin typeface="+mn-ea"/>
              </a:endParaRPr>
            </a:p>
          </p:txBody>
        </p:sp>
      </p:grpSp>
      <p:pic>
        <p:nvPicPr>
          <p:cNvPr id="1026" name="Picture 2" descr="故郷を懐かしむお年寄りのイラスト（VR）">
            <a:extLst>
              <a:ext uri="{FF2B5EF4-FFF2-40B4-BE49-F238E27FC236}">
                <a16:creationId xmlns:a16="http://schemas.microsoft.com/office/drawing/2014/main" id="{4E763300-D417-761D-B7AC-553894340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3131" y="2932923"/>
            <a:ext cx="1840512" cy="2129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テレビの前でペンライトを振る人のイラスト">
            <a:extLst>
              <a:ext uri="{FF2B5EF4-FFF2-40B4-BE49-F238E27FC236}">
                <a16:creationId xmlns:a16="http://schemas.microsoft.com/office/drawing/2014/main" id="{BFFEB5D3-011E-12E7-4BD9-8A81E4CCD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0893" y="3405692"/>
            <a:ext cx="1763852" cy="1490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7BF1E00-6BCF-3B29-E9A4-3E463D99B0B5}"/>
              </a:ext>
            </a:extLst>
          </p:cNvPr>
          <p:cNvSpPr txBox="1"/>
          <p:nvPr/>
        </p:nvSpPr>
        <p:spPr>
          <a:xfrm>
            <a:off x="4762166" y="5105902"/>
            <a:ext cx="962441" cy="28823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ctr" defTabSz="288000"/>
            <a:r>
              <a:rPr lang="en-US" altLang="ja-JP" sz="1050">
                <a:latin typeface="+mn-ea"/>
              </a:rPr>
              <a:t>VR</a:t>
            </a:r>
            <a:r>
              <a:rPr lang="ja-JP" altLang="en-US" sz="1050">
                <a:latin typeface="+mn-ea"/>
              </a:rPr>
              <a:t>旅行</a:t>
            </a:r>
            <a:endParaRPr kumimoji="1" lang="ja-JP" altLang="en-US" sz="1050">
              <a:latin typeface="+mn-ea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4F81DEB-F687-93AA-098F-F1FDCAA88B6F}"/>
              </a:ext>
            </a:extLst>
          </p:cNvPr>
          <p:cNvSpPr txBox="1"/>
          <p:nvPr/>
        </p:nvSpPr>
        <p:spPr>
          <a:xfrm>
            <a:off x="6420608" y="5105902"/>
            <a:ext cx="962441" cy="28823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ctr" defTabSz="288000"/>
            <a:r>
              <a:rPr lang="ja-JP" altLang="en-US" sz="1050">
                <a:latin typeface="+mn-ea"/>
              </a:rPr>
              <a:t>ライブ配信</a:t>
            </a:r>
            <a:endParaRPr kumimoji="1" lang="ja-JP" altLang="en-US" sz="1050">
              <a:latin typeface="+mn-ea"/>
            </a:endParaRP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8F58862B-AFD5-DAD8-25A4-D765516DC34F}"/>
              </a:ext>
            </a:extLst>
          </p:cNvPr>
          <p:cNvGrpSpPr/>
          <p:nvPr/>
        </p:nvGrpSpPr>
        <p:grpSpPr>
          <a:xfrm>
            <a:off x="8180561" y="1538991"/>
            <a:ext cx="3638240" cy="4310993"/>
            <a:chOff x="450076" y="1538437"/>
            <a:chExt cx="3652141" cy="4310993"/>
          </a:xfrm>
        </p:grpSpPr>
        <p:sp>
          <p:nvSpPr>
            <p:cNvPr id="23" name="New shape">
              <a:extLst>
                <a:ext uri="{FF2B5EF4-FFF2-40B4-BE49-F238E27FC236}">
                  <a16:creationId xmlns:a16="http://schemas.microsoft.com/office/drawing/2014/main" id="{3FA81EF3-AF75-47CA-02B7-5571E5347E0F}"/>
                </a:ext>
              </a:extLst>
            </p:cNvPr>
            <p:cNvSpPr/>
            <p:nvPr/>
          </p:nvSpPr>
          <p:spPr>
            <a:xfrm>
              <a:off x="450076" y="1538437"/>
              <a:ext cx="3652141" cy="4310993"/>
            </a:xfrm>
            <a:custGeom>
              <a:avLst/>
              <a:gdLst/>
              <a:ahLst/>
              <a:cxnLst/>
              <a:rect l="l" t="t" r="r" b="b"/>
              <a:pathLst>
                <a:path w="9969500" h="4191000">
                  <a:moveTo>
                    <a:pt x="63500" y="0"/>
                  </a:moveTo>
                  <a:lnTo>
                    <a:pt x="9906000" y="0"/>
                  </a:lnTo>
                  <a:cubicBezTo>
                    <a:pt x="9941070" y="0"/>
                    <a:pt x="9969500" y="28430"/>
                    <a:pt x="9969500" y="63500"/>
                  </a:cubicBezTo>
                  <a:lnTo>
                    <a:pt x="9969500" y="4127500"/>
                  </a:lnTo>
                  <a:cubicBezTo>
                    <a:pt x="9969500" y="4162570"/>
                    <a:pt x="9941070" y="4191000"/>
                    <a:pt x="9906000" y="4191000"/>
                  </a:cubicBezTo>
                  <a:lnTo>
                    <a:pt x="63500" y="4191000"/>
                  </a:lnTo>
                  <a:cubicBezTo>
                    <a:pt x="28430" y="4191000"/>
                    <a:pt x="0" y="4162570"/>
                    <a:pt x="0" y="4127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noFill/>
            <a:ln w="25400">
              <a:solidFill>
                <a:srgbClr val="90CAF9">
                  <a:alpha val="100000"/>
                </a:srgbClr>
              </a:solidFill>
            </a:ln>
          </p:spPr>
          <p:txBody>
            <a:bodyPr rtlCol="0" anchor="t"/>
            <a:lstStyle/>
            <a:p>
              <a:endParaRPr lang="en-US" altLang="ja-JP" sz="1400">
                <a:latin typeface="+mn-ea"/>
              </a:endParaRPr>
            </a:p>
            <a:p>
              <a:endParaRPr lang="en-US" altLang="ja-JP" sz="1400">
                <a:latin typeface="+mn-ea"/>
              </a:endParaRPr>
            </a:p>
            <a:p>
              <a:r>
                <a:rPr lang="ja-JP" altLang="en-US" sz="1400">
                  <a:latin typeface="+mn-ea"/>
                </a:rPr>
                <a:t>シニア向け旅行やバリアフリー旅行の企画に各社注力しているが、外出困難な人への対応や主体的な体験価値の提供は限定的</a:t>
              </a:r>
              <a:endParaRPr lang="en-US" altLang="ja-JP" sz="1400">
                <a:latin typeface="+mn-ea"/>
              </a:endParaRPr>
            </a:p>
          </p:txBody>
        </p:sp>
        <p:sp>
          <p:nvSpPr>
            <p:cNvPr id="24" name="New shape">
              <a:extLst>
                <a:ext uri="{FF2B5EF4-FFF2-40B4-BE49-F238E27FC236}">
                  <a16:creationId xmlns:a16="http://schemas.microsoft.com/office/drawing/2014/main" id="{6366ADFD-98FD-3B96-DC22-FA23EB0E39A5}"/>
                </a:ext>
              </a:extLst>
            </p:cNvPr>
            <p:cNvSpPr/>
            <p:nvPr/>
          </p:nvSpPr>
          <p:spPr>
            <a:xfrm>
              <a:off x="450076" y="1538714"/>
              <a:ext cx="3652141" cy="274608"/>
            </a:xfrm>
            <a:custGeom>
              <a:avLst/>
              <a:gdLst/>
              <a:ahLst/>
              <a:cxnLst/>
              <a:rect l="l" t="t" r="r" b="b"/>
              <a:pathLst>
                <a:path w="9969500" h="635000">
                  <a:moveTo>
                    <a:pt x="63500" y="0"/>
                  </a:moveTo>
                  <a:lnTo>
                    <a:pt x="9906000" y="0"/>
                  </a:lnTo>
                  <a:cubicBezTo>
                    <a:pt x="9941070" y="0"/>
                    <a:pt x="9969500" y="28430"/>
                    <a:pt x="9969500" y="63500"/>
                  </a:cubicBezTo>
                  <a:lnTo>
                    <a:pt x="9969500" y="571500"/>
                  </a:lnTo>
                  <a:cubicBezTo>
                    <a:pt x="9969500" y="606570"/>
                    <a:pt x="9941070" y="635000"/>
                    <a:pt x="99060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3B82F6">
                <a:alpha val="100000"/>
              </a:srgbClr>
            </a:solidFill>
          </p:spPr>
          <p:txBody>
            <a:bodyPr rtlCol="0" anchor="ctr"/>
            <a:lstStyle/>
            <a:p>
              <a:pPr algn="ctr"/>
              <a:r>
                <a:rPr lang="ja-JP" altLang="en-US" sz="1600">
                  <a:solidFill>
                    <a:schemeClr val="bg1"/>
                  </a:solidFill>
                  <a:latin typeface="+mn-ea"/>
                </a:rPr>
                <a:t>③他社動向</a:t>
              </a:r>
              <a:endParaRPr sz="160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1AFEB50D-AD47-CBA4-9720-2023371522EA}"/>
              </a:ext>
            </a:extLst>
          </p:cNvPr>
          <p:cNvGrpSpPr/>
          <p:nvPr/>
        </p:nvGrpSpPr>
        <p:grpSpPr>
          <a:xfrm>
            <a:off x="8344151" y="2818701"/>
            <a:ext cx="3199099" cy="829483"/>
            <a:chOff x="8344151" y="2701255"/>
            <a:chExt cx="3199099" cy="829483"/>
          </a:xfrm>
        </p:grpSpPr>
        <p:pic>
          <p:nvPicPr>
            <p:cNvPr id="14" name="図 13">
              <a:extLst>
                <a:ext uri="{FF2B5EF4-FFF2-40B4-BE49-F238E27FC236}">
                  <a16:creationId xmlns:a16="http://schemas.microsoft.com/office/drawing/2014/main" id="{4BD35583-D544-0883-4595-C9100DBE3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465659" y="2899430"/>
              <a:ext cx="949667" cy="433638"/>
            </a:xfrm>
            <a:prstGeom prst="rect">
              <a:avLst/>
            </a:prstGeom>
          </p:spPr>
        </p:pic>
        <p:sp>
          <p:nvSpPr>
            <p:cNvPr id="25" name="四角形: 角を丸くする 24">
              <a:extLst>
                <a:ext uri="{FF2B5EF4-FFF2-40B4-BE49-F238E27FC236}">
                  <a16:creationId xmlns:a16="http://schemas.microsoft.com/office/drawing/2014/main" id="{585668DA-57A1-65FC-6DB8-BB361C1EA5AF}"/>
                </a:ext>
              </a:extLst>
            </p:cNvPr>
            <p:cNvSpPr/>
            <p:nvPr/>
          </p:nvSpPr>
          <p:spPr>
            <a:xfrm>
              <a:off x="8344151" y="2701255"/>
              <a:ext cx="3199099" cy="829483"/>
            </a:xfrm>
            <a:prstGeom prst="round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400" dirty="0" err="1">
                <a:solidFill>
                  <a:schemeClr val="tx1"/>
                </a:solidFill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EAF66898-1A7E-7D24-9629-8B966F64DB84}"/>
                </a:ext>
              </a:extLst>
            </p:cNvPr>
            <p:cNvSpPr txBox="1"/>
            <p:nvPr/>
          </p:nvSpPr>
          <p:spPr>
            <a:xfrm>
              <a:off x="9546394" y="2810186"/>
              <a:ext cx="1778466" cy="612126"/>
            </a:xfrm>
            <a:prstGeom prst="rect">
              <a:avLst/>
            </a:prstGeom>
            <a:noFill/>
          </p:spPr>
          <p:txBody>
            <a:bodyPr wrap="square" lIns="0" rIns="0" rtlCol="0" anchor="ctr">
              <a:noAutofit/>
            </a:bodyPr>
            <a:lstStyle/>
            <a:p>
              <a:pPr marL="171450" indent="-171450" algn="l" defTabSz="288000">
                <a:buFont typeface="Arial" panose="020B0604020202020204" pitchFamily="34" charset="0"/>
                <a:buChar char="•"/>
              </a:pPr>
              <a:r>
                <a:rPr kumimoji="1" lang="ja-JP" altLang="en-US" sz="1100">
                  <a:latin typeface="+mn-ea"/>
                </a:rPr>
                <a:t>オンラインツアーを展開</a:t>
              </a:r>
              <a:endParaRPr kumimoji="1" lang="en-US" altLang="ja-JP" sz="1100">
                <a:latin typeface="+mn-ea"/>
              </a:endParaRPr>
            </a:p>
            <a:p>
              <a:pPr marL="171450" indent="-171450" algn="l" defTabSz="288000">
                <a:buFont typeface="Arial" panose="020B0604020202020204" pitchFamily="34" charset="0"/>
                <a:buChar char="•"/>
              </a:pPr>
              <a:r>
                <a:rPr lang="en-US" altLang="ja-JP" sz="1100">
                  <a:latin typeface="+mn-ea"/>
                </a:rPr>
                <a:t>VR</a:t>
              </a:r>
              <a:r>
                <a:rPr lang="ja-JP" altLang="en-US" sz="1100">
                  <a:latin typeface="+mn-ea"/>
                </a:rPr>
                <a:t>観光や</a:t>
              </a:r>
              <a:r>
                <a:rPr lang="en-US" altLang="ja-JP" sz="1100">
                  <a:latin typeface="+mn-ea"/>
                </a:rPr>
                <a:t>DX</a:t>
              </a:r>
              <a:r>
                <a:rPr lang="ja-JP" altLang="en-US" sz="1100">
                  <a:latin typeface="+mn-ea"/>
                </a:rPr>
                <a:t>活用に積極的</a:t>
              </a:r>
              <a:endParaRPr lang="en-US" altLang="ja-JP" sz="1100">
                <a:latin typeface="+mn-ea"/>
              </a:endParaRPr>
            </a:p>
            <a:p>
              <a:pPr marL="171450" indent="-171450" algn="l" defTabSz="288000">
                <a:buFont typeface="Arial" panose="020B0604020202020204" pitchFamily="34" charset="0"/>
                <a:buChar char="•"/>
              </a:pPr>
              <a:r>
                <a:rPr kumimoji="1" lang="ja-JP" altLang="en-US" sz="1100">
                  <a:latin typeface="+mn-ea"/>
                </a:rPr>
                <a:t>バリアフリー旅行の企画</a:t>
              </a:r>
            </a:p>
          </p:txBody>
        </p:sp>
      </p:grp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DF3522B9-FD6D-5390-E27D-0A14EFA84152}"/>
              </a:ext>
            </a:extLst>
          </p:cNvPr>
          <p:cNvGrpSpPr/>
          <p:nvPr/>
        </p:nvGrpSpPr>
        <p:grpSpPr>
          <a:xfrm>
            <a:off x="8344151" y="3813654"/>
            <a:ext cx="3199099" cy="829483"/>
            <a:chOff x="8344151" y="3678950"/>
            <a:chExt cx="3199099" cy="829483"/>
          </a:xfrm>
        </p:grpSpPr>
        <p:pic>
          <p:nvPicPr>
            <p:cNvPr id="19" name="図 18">
              <a:extLst>
                <a:ext uri="{FF2B5EF4-FFF2-40B4-BE49-F238E27FC236}">
                  <a16:creationId xmlns:a16="http://schemas.microsoft.com/office/drawing/2014/main" id="{EDEDD809-4633-9EC5-A8D6-E58E9AD0782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475315" y="3813778"/>
              <a:ext cx="953633" cy="559825"/>
            </a:xfrm>
            <a:prstGeom prst="rect">
              <a:avLst/>
            </a:prstGeom>
          </p:spPr>
        </p:pic>
        <p:grpSp>
          <p:nvGrpSpPr>
            <p:cNvPr id="32" name="グループ化 31">
              <a:extLst>
                <a:ext uri="{FF2B5EF4-FFF2-40B4-BE49-F238E27FC236}">
                  <a16:creationId xmlns:a16="http://schemas.microsoft.com/office/drawing/2014/main" id="{78121074-3D2E-4BF6-1940-615E7726851F}"/>
                </a:ext>
              </a:extLst>
            </p:cNvPr>
            <p:cNvGrpSpPr/>
            <p:nvPr/>
          </p:nvGrpSpPr>
          <p:grpSpPr>
            <a:xfrm>
              <a:off x="8344151" y="3678950"/>
              <a:ext cx="3199099" cy="829483"/>
              <a:chOff x="8344151" y="2701255"/>
              <a:chExt cx="3199099" cy="829483"/>
            </a:xfrm>
          </p:grpSpPr>
          <p:sp>
            <p:nvSpPr>
              <p:cNvPr id="34" name="四角形: 角を丸くする 33">
                <a:extLst>
                  <a:ext uri="{FF2B5EF4-FFF2-40B4-BE49-F238E27FC236}">
                    <a16:creationId xmlns:a16="http://schemas.microsoft.com/office/drawing/2014/main" id="{252D0DDC-1814-0A2A-AD5F-1CAFA0C15434}"/>
                  </a:ext>
                </a:extLst>
              </p:cNvPr>
              <p:cNvSpPr/>
              <p:nvPr/>
            </p:nvSpPr>
            <p:spPr>
              <a:xfrm>
                <a:off x="8344151" y="2701255"/>
                <a:ext cx="3199099" cy="829483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1400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EFB8A5B7-D9A7-7973-0863-7EB973A5F605}"/>
                  </a:ext>
                </a:extLst>
              </p:cNvPr>
              <p:cNvSpPr txBox="1"/>
              <p:nvPr/>
            </p:nvSpPr>
            <p:spPr>
              <a:xfrm>
                <a:off x="9546394" y="2810186"/>
                <a:ext cx="1778466" cy="612126"/>
              </a:xfrm>
              <a:prstGeom prst="rect">
                <a:avLst/>
              </a:prstGeom>
              <a:noFill/>
            </p:spPr>
            <p:txBody>
              <a:bodyPr wrap="square" lIns="0" rIns="0" rtlCol="0" anchor="ctr">
                <a:noAutofit/>
              </a:bodyPr>
              <a:lstStyle/>
              <a:p>
                <a:pPr marL="171450" indent="-171450" defTabSz="288000">
                  <a:buFont typeface="Arial" panose="020B0604020202020204" pitchFamily="34" charset="0"/>
                  <a:buChar char="•"/>
                </a:pPr>
                <a:r>
                  <a:rPr lang="ja-JP" altLang="en-US" sz="1100">
                    <a:latin typeface="+mn-ea"/>
                  </a:rPr>
                  <a:t>シニア旅行市場に強み</a:t>
                </a:r>
                <a:endParaRPr lang="en-US" altLang="ja-JP" sz="1100">
                  <a:latin typeface="+mn-ea"/>
                </a:endParaRPr>
              </a:p>
              <a:p>
                <a:pPr marL="171450" indent="-171450" defTabSz="288000">
                  <a:buFont typeface="Arial" panose="020B0604020202020204" pitchFamily="34" charset="0"/>
                  <a:buChar char="•"/>
                </a:pPr>
                <a:r>
                  <a:rPr lang="ja-JP" altLang="en-US" sz="1100">
                    <a:latin typeface="+mn-ea"/>
                  </a:rPr>
                  <a:t>趣味・体験型ツアーを展開</a:t>
                </a:r>
                <a:endParaRPr lang="en-US" altLang="ja-JP" sz="1100">
                  <a:latin typeface="+mn-ea"/>
                </a:endParaRPr>
              </a:p>
              <a:p>
                <a:pPr marL="171450" indent="-171450" defTabSz="288000">
                  <a:buFont typeface="Arial" panose="020B0604020202020204" pitchFamily="34" charset="0"/>
                  <a:buChar char="•"/>
                </a:pPr>
                <a:r>
                  <a:rPr lang="ja-JP" altLang="en-US" sz="1100">
                    <a:latin typeface="+mn-ea"/>
                  </a:rPr>
                  <a:t>リピーター基盤が強固</a:t>
                </a:r>
              </a:p>
            </p:txBody>
          </p:sp>
        </p:grpSp>
      </p:grp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474D1AF4-D3EB-8D90-D7A5-2121EB4D0D3C}"/>
              </a:ext>
            </a:extLst>
          </p:cNvPr>
          <p:cNvGrpSpPr/>
          <p:nvPr/>
        </p:nvGrpSpPr>
        <p:grpSpPr>
          <a:xfrm>
            <a:off x="8344151" y="4808606"/>
            <a:ext cx="3199099" cy="829483"/>
            <a:chOff x="8344151" y="4800217"/>
            <a:chExt cx="3199099" cy="829483"/>
          </a:xfrm>
        </p:grpSpPr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7D14EEC8-2185-4A44-E71D-83FF6CF149AB}"/>
                </a:ext>
              </a:extLst>
            </p:cNvPr>
            <p:cNvGrpSpPr/>
            <p:nvPr/>
          </p:nvGrpSpPr>
          <p:grpSpPr>
            <a:xfrm>
              <a:off x="8344151" y="4800217"/>
              <a:ext cx="3199099" cy="829483"/>
              <a:chOff x="8344151" y="2701255"/>
              <a:chExt cx="3199099" cy="829483"/>
            </a:xfrm>
          </p:grpSpPr>
          <p:sp>
            <p:nvSpPr>
              <p:cNvPr id="38" name="四角形: 角を丸くする 37">
                <a:extLst>
                  <a:ext uri="{FF2B5EF4-FFF2-40B4-BE49-F238E27FC236}">
                    <a16:creationId xmlns:a16="http://schemas.microsoft.com/office/drawing/2014/main" id="{14401BEB-7BCD-C1EA-F86D-3E366AD8A5A8}"/>
                  </a:ext>
                </a:extLst>
              </p:cNvPr>
              <p:cNvSpPr/>
              <p:nvPr/>
            </p:nvSpPr>
            <p:spPr>
              <a:xfrm>
                <a:off x="8344151" y="2701255"/>
                <a:ext cx="3199099" cy="829483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1400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965F8887-191D-87EE-699F-CB97C6CF115B}"/>
                  </a:ext>
                </a:extLst>
              </p:cNvPr>
              <p:cNvSpPr txBox="1"/>
              <p:nvPr/>
            </p:nvSpPr>
            <p:spPr>
              <a:xfrm>
                <a:off x="9546394" y="2810186"/>
                <a:ext cx="1778466" cy="612126"/>
              </a:xfrm>
              <a:prstGeom prst="rect">
                <a:avLst/>
              </a:prstGeom>
              <a:noFill/>
            </p:spPr>
            <p:txBody>
              <a:bodyPr wrap="square" lIns="0" rIns="0" rtlCol="0" anchor="ctr">
                <a:noAutofit/>
              </a:bodyPr>
              <a:lstStyle/>
              <a:p>
                <a:pPr marL="171450" indent="-171450" defTabSz="288000">
                  <a:buFont typeface="Arial" panose="020B0604020202020204" pitchFamily="34" charset="0"/>
                  <a:buChar char="•"/>
                </a:pPr>
                <a:r>
                  <a:rPr lang="ja-JP" altLang="en-US" sz="1100">
                    <a:latin typeface="+mn-ea"/>
                  </a:rPr>
                  <a:t>ユニバーサルツーリズムの推進</a:t>
                </a:r>
                <a:endParaRPr lang="en-US" altLang="ja-JP" sz="1100">
                  <a:latin typeface="+mn-ea"/>
                </a:endParaRPr>
              </a:p>
              <a:p>
                <a:pPr marL="171450" indent="-171450" defTabSz="288000">
                  <a:buFont typeface="Arial" panose="020B0604020202020204" pitchFamily="34" charset="0"/>
                  <a:buChar char="•"/>
                </a:pPr>
                <a:r>
                  <a:rPr lang="ja-JP" altLang="en-US" sz="1100">
                    <a:latin typeface="+mn-ea"/>
                  </a:rPr>
                  <a:t>シニア向け旅行の企画</a:t>
                </a:r>
                <a:endParaRPr lang="en-US" altLang="ja-JP" sz="1100">
                  <a:latin typeface="+mn-ea"/>
                </a:endParaRPr>
              </a:p>
              <a:p>
                <a:pPr marL="171450" indent="-171450" defTabSz="288000">
                  <a:buFont typeface="Arial" panose="020B0604020202020204" pitchFamily="34" charset="0"/>
                  <a:buChar char="•"/>
                </a:pPr>
                <a:r>
                  <a:rPr lang="ja-JP" altLang="en-US" sz="1100">
                    <a:latin typeface="+mn-ea"/>
                  </a:rPr>
                  <a:t>バリアフリー旅行の企画</a:t>
                </a:r>
              </a:p>
            </p:txBody>
          </p:sp>
        </p:grpSp>
        <p:pic>
          <p:nvPicPr>
            <p:cNvPr id="43" name="図 42">
              <a:extLst>
                <a:ext uri="{FF2B5EF4-FFF2-40B4-BE49-F238E27FC236}">
                  <a16:creationId xmlns:a16="http://schemas.microsoft.com/office/drawing/2014/main" id="{0BE9B939-F2BC-E3A4-5963-37A87CADA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475316" y="5026823"/>
              <a:ext cx="954114" cy="3762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8033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7EBCC-8E71-B6E5-1654-CE41CC537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4">
            <a:extLst>
              <a:ext uri="{FF2B5EF4-FFF2-40B4-BE49-F238E27FC236}">
                <a16:creationId xmlns:a16="http://schemas.microsoft.com/office/drawing/2014/main" id="{C7C2436D-EA5C-C729-A347-C8E92ABE9A58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/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r>
              <a:rPr lang="ja-JP" altLang="en-US"/>
              <a:t>５．市場機会</a:t>
            </a:r>
          </a:p>
        </p:txBody>
      </p:sp>
      <p:sp>
        <p:nvSpPr>
          <p:cNvPr id="2" name="コンテンツ プレースホルダー 5">
            <a:extLst>
              <a:ext uri="{FF2B5EF4-FFF2-40B4-BE49-F238E27FC236}">
                <a16:creationId xmlns:a16="http://schemas.microsoft.com/office/drawing/2014/main" id="{87085E77-EA8B-378F-40C6-CF088BD04CFC}"/>
              </a:ext>
            </a:extLst>
          </p:cNvPr>
          <p:cNvSpPr txBox="1">
            <a:spLocks/>
          </p:cNvSpPr>
          <p:nvPr/>
        </p:nvSpPr>
        <p:spPr>
          <a:xfrm>
            <a:off x="371474" y="1038386"/>
            <a:ext cx="11448000" cy="5196814"/>
          </a:xfrm>
          <a:prstGeom prst="rect">
            <a:avLst/>
          </a:prstGeom>
        </p:spPr>
        <p:txBody>
          <a:bodyPr/>
          <a:lstStyle>
            <a:lvl1pPr marL="0" indent="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1pPr>
            <a:lvl2pPr marL="36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2pPr>
            <a:lvl3pPr marL="54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3pPr>
            <a:lvl4pPr marL="72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4pPr>
            <a:lvl5pPr marL="90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5pPr>
            <a:lvl6pPr marL="335254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誰も取り残さない、新しい旅行体験を提供し、旅行の価値を再定義する。</a:t>
            </a:r>
          </a:p>
        </p:txBody>
      </p: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E1F1A7EF-E75B-6223-920A-B2B2E0A9D64F}"/>
              </a:ext>
            </a:extLst>
          </p:cNvPr>
          <p:cNvGrpSpPr/>
          <p:nvPr/>
        </p:nvGrpSpPr>
        <p:grpSpPr>
          <a:xfrm>
            <a:off x="767190" y="1728417"/>
            <a:ext cx="10657621" cy="4345212"/>
            <a:chOff x="666163" y="1728417"/>
            <a:chExt cx="10657621" cy="4345212"/>
          </a:xfrm>
        </p:grpSpPr>
        <p:grpSp>
          <p:nvGrpSpPr>
            <p:cNvPr id="27" name="グループ化 26">
              <a:extLst>
                <a:ext uri="{FF2B5EF4-FFF2-40B4-BE49-F238E27FC236}">
                  <a16:creationId xmlns:a16="http://schemas.microsoft.com/office/drawing/2014/main" id="{B164B456-1125-E9F0-B0A7-6C16FF5E862F}"/>
                </a:ext>
              </a:extLst>
            </p:cNvPr>
            <p:cNvGrpSpPr/>
            <p:nvPr/>
          </p:nvGrpSpPr>
          <p:grpSpPr>
            <a:xfrm>
              <a:off x="666163" y="1728417"/>
              <a:ext cx="3058549" cy="4345212"/>
              <a:chOff x="456438" y="1728417"/>
              <a:chExt cx="3058549" cy="4345212"/>
            </a:xfrm>
          </p:grpSpPr>
          <p:sp>
            <p:nvSpPr>
              <p:cNvPr id="15" name="New shape">
                <a:extLst>
                  <a:ext uri="{FF2B5EF4-FFF2-40B4-BE49-F238E27FC236}">
                    <a16:creationId xmlns:a16="http://schemas.microsoft.com/office/drawing/2014/main" id="{7BB6276F-0257-EEE1-3A0D-FEDD34F91DC0}"/>
                  </a:ext>
                </a:extLst>
              </p:cNvPr>
              <p:cNvSpPr/>
              <p:nvPr/>
            </p:nvSpPr>
            <p:spPr>
              <a:xfrm>
                <a:off x="456438" y="1728417"/>
                <a:ext cx="3058549" cy="4345212"/>
              </a:xfrm>
              <a:custGeom>
                <a:avLst/>
                <a:gdLst/>
                <a:ahLst/>
                <a:cxnLst/>
                <a:rect l="l" t="t" r="r" b="b"/>
                <a:pathLst>
                  <a:path w="9969500" h="4191000">
                    <a:moveTo>
                      <a:pt x="63500" y="0"/>
                    </a:moveTo>
                    <a:lnTo>
                      <a:pt x="9906000" y="0"/>
                    </a:lnTo>
                    <a:cubicBezTo>
                      <a:pt x="9941070" y="0"/>
                      <a:pt x="9969500" y="28430"/>
                      <a:pt x="9969500" y="63500"/>
                    </a:cubicBezTo>
                    <a:lnTo>
                      <a:pt x="9969500" y="4127500"/>
                    </a:lnTo>
                    <a:cubicBezTo>
                      <a:pt x="9969500" y="4162570"/>
                      <a:pt x="9941070" y="4191000"/>
                      <a:pt x="9906000" y="4191000"/>
                    </a:cubicBezTo>
                    <a:lnTo>
                      <a:pt x="63500" y="4191000"/>
                    </a:lnTo>
                    <a:cubicBezTo>
                      <a:pt x="28430" y="4191000"/>
                      <a:pt x="0" y="4162570"/>
                      <a:pt x="0" y="4127500"/>
                    </a:cubicBez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F5F9FF">
                  <a:alpha val="100000"/>
                </a:srgbClr>
              </a:solidFill>
              <a:ln w="25400">
                <a:solidFill>
                  <a:srgbClr val="90CAF9">
                    <a:alpha val="100000"/>
                  </a:srgbClr>
                </a:solidFill>
              </a:ln>
            </p:spPr>
            <p:txBody>
              <a:bodyPr rtlCol="0" anchor="ctr"/>
              <a:lstStyle/>
              <a:p>
                <a:endParaRPr lang="en-US" altLang="ja-JP" sz="1400">
                  <a:latin typeface="+mn-ea"/>
                </a:endParaRPr>
              </a:p>
              <a:p>
                <a:r>
                  <a:rPr lang="ja-JP" altLang="en-US" sz="1400" b="1" u="sng">
                    <a:latin typeface="+mn-ea"/>
                  </a:rPr>
                  <a:t>ターゲット</a:t>
                </a:r>
                <a:endParaRPr lang="en-US" altLang="ja-JP" sz="1400" b="1" u="sng">
                  <a:latin typeface="+mn-ea"/>
                </a:endParaRPr>
              </a:p>
              <a:p>
                <a:r>
                  <a:rPr lang="ja-JP" altLang="en-US" sz="1400">
                    <a:latin typeface="+mn-ea"/>
                  </a:rPr>
                  <a:t>・高齢者</a:t>
                </a:r>
                <a:endParaRPr lang="en-US" altLang="ja-JP" sz="1400">
                  <a:latin typeface="+mn-ea"/>
                </a:endParaRPr>
              </a:p>
              <a:p>
                <a:r>
                  <a:rPr lang="ja-JP" altLang="en-US" sz="1400">
                    <a:latin typeface="+mn-ea"/>
                  </a:rPr>
                  <a:t>・車椅子利用者</a:t>
                </a:r>
                <a:endParaRPr lang="en-US" altLang="ja-JP" sz="1400">
                  <a:latin typeface="+mn-ea"/>
                </a:endParaRPr>
              </a:p>
              <a:p>
                <a:r>
                  <a:rPr lang="ja-JP" altLang="en-US" sz="1400">
                    <a:latin typeface="+mn-ea"/>
                  </a:rPr>
                  <a:t>・長期療養者</a:t>
                </a:r>
                <a:endParaRPr lang="en-US" altLang="ja-JP" sz="1400">
                  <a:latin typeface="+mn-ea"/>
                </a:endParaRPr>
              </a:p>
              <a:p>
                <a:r>
                  <a:rPr lang="ja-JP" altLang="en-US" sz="1400">
                    <a:latin typeface="+mn-ea"/>
                  </a:rPr>
                  <a:t>・介護家族</a:t>
                </a:r>
                <a:endParaRPr lang="en-US" altLang="ja-JP" sz="1400">
                  <a:latin typeface="+mn-ea"/>
                </a:endParaRPr>
              </a:p>
              <a:p>
                <a:endParaRPr lang="en-US" sz="1400">
                  <a:latin typeface="+mn-ea"/>
                </a:endParaRPr>
              </a:p>
              <a:p>
                <a:r>
                  <a:rPr lang="ja-JP" altLang="en-US" sz="1400" b="1" u="sng">
                    <a:latin typeface="+mn-ea"/>
                  </a:rPr>
                  <a:t>顧客課題</a:t>
                </a:r>
                <a:endParaRPr lang="en-US" altLang="ja-JP" sz="1400" b="1" u="sng">
                  <a:latin typeface="+mn-ea"/>
                </a:endParaRPr>
              </a:p>
              <a:p>
                <a:r>
                  <a:rPr lang="ja-JP" altLang="en-US" sz="1400">
                    <a:latin typeface="+mn-ea"/>
                  </a:rPr>
                  <a:t>・行きたい場所へ行けない</a:t>
                </a:r>
              </a:p>
              <a:p>
                <a:r>
                  <a:rPr lang="ja-JP" altLang="en-US" sz="1400">
                    <a:latin typeface="+mn-ea"/>
                  </a:rPr>
                  <a:t>・家族へ負担をかけたくない</a:t>
                </a:r>
              </a:p>
              <a:p>
                <a:r>
                  <a:rPr lang="ja-JP" altLang="en-US" sz="1400">
                    <a:latin typeface="+mn-ea"/>
                  </a:rPr>
                  <a:t>・旅行を諦めている</a:t>
                </a:r>
              </a:p>
              <a:p>
                <a:r>
                  <a:rPr lang="ja-JP" altLang="en-US" sz="1400">
                    <a:latin typeface="+mn-ea"/>
                  </a:rPr>
                  <a:t>・孤独感や社会参加機会の減少</a:t>
                </a:r>
                <a:endParaRPr lang="en-US" altLang="ja-JP" sz="1400">
                  <a:latin typeface="+mn-ea"/>
                </a:endParaRPr>
              </a:p>
              <a:p>
                <a:endParaRPr lang="en-US" altLang="ja-JP" sz="1400">
                  <a:latin typeface="+mn-ea"/>
                </a:endParaRPr>
              </a:p>
              <a:p>
                <a:r>
                  <a:rPr lang="ja-JP" altLang="en-US" sz="1400" b="1" u="sng">
                    <a:latin typeface="+mn-ea"/>
                  </a:rPr>
                  <a:t>潜在ニーズ</a:t>
                </a:r>
                <a:endParaRPr lang="en-US" altLang="ja-JP" sz="1400" b="1" u="sng">
                  <a:latin typeface="+mn-ea"/>
                </a:endParaRPr>
              </a:p>
              <a:p>
                <a:r>
                  <a:rPr lang="ja-JP" altLang="en-US" sz="1400">
                    <a:latin typeface="+mn-ea"/>
                  </a:rPr>
                  <a:t>・旅行を</a:t>
                </a:r>
                <a:r>
                  <a:rPr lang="ja-JP" altLang="en-US" sz="1400">
                    <a:solidFill>
                      <a:srgbClr val="FF0000"/>
                    </a:solidFill>
                    <a:latin typeface="+mn-ea"/>
                  </a:rPr>
                  <a:t>楽しみたい</a:t>
                </a:r>
                <a:r>
                  <a:rPr lang="ja-JP" altLang="en-US" sz="1400">
                    <a:latin typeface="+mn-ea"/>
                  </a:rPr>
                  <a:t>、感動を味わいたい</a:t>
                </a:r>
                <a:endParaRPr lang="en-US" altLang="ja-JP" sz="1400">
                  <a:latin typeface="+mn-ea"/>
                </a:endParaRPr>
              </a:p>
              <a:p>
                <a:r>
                  <a:rPr lang="ja-JP" altLang="en-US" sz="1400">
                    <a:latin typeface="+mn-ea"/>
                  </a:rPr>
                  <a:t>・家族や友人と</a:t>
                </a:r>
                <a:r>
                  <a:rPr lang="ja-JP" altLang="en-US" sz="1400">
                    <a:solidFill>
                      <a:srgbClr val="FF0000"/>
                    </a:solidFill>
                    <a:latin typeface="+mn-ea"/>
                  </a:rPr>
                  <a:t>つながりたい</a:t>
                </a:r>
                <a:endParaRPr lang="en-US" altLang="ja-JP" sz="1400">
                  <a:solidFill>
                    <a:srgbClr val="FF0000"/>
                  </a:solidFill>
                  <a:latin typeface="+mn-ea"/>
                </a:endParaRPr>
              </a:p>
              <a:p>
                <a:r>
                  <a:rPr lang="ja-JP" altLang="en-US" sz="1400">
                    <a:latin typeface="+mn-ea"/>
                  </a:rPr>
                  <a:t>・社会とのつながりを持ち続けたい</a:t>
                </a:r>
              </a:p>
            </p:txBody>
          </p:sp>
          <p:sp>
            <p:nvSpPr>
              <p:cNvPr id="16" name="New shape">
                <a:extLst>
                  <a:ext uri="{FF2B5EF4-FFF2-40B4-BE49-F238E27FC236}">
                    <a16:creationId xmlns:a16="http://schemas.microsoft.com/office/drawing/2014/main" id="{FF9BA9DB-40A3-ADFB-C44E-DA857DDD24AD}"/>
                  </a:ext>
                </a:extLst>
              </p:cNvPr>
              <p:cNvSpPr/>
              <p:nvPr/>
            </p:nvSpPr>
            <p:spPr>
              <a:xfrm>
                <a:off x="456438" y="1728417"/>
                <a:ext cx="3058549" cy="274608"/>
              </a:xfrm>
              <a:custGeom>
                <a:avLst/>
                <a:gdLst/>
                <a:ahLst/>
                <a:cxnLst/>
                <a:rect l="l" t="t" r="r" b="b"/>
                <a:pathLst>
                  <a:path w="9969500" h="635000">
                    <a:moveTo>
                      <a:pt x="63500" y="0"/>
                    </a:moveTo>
                    <a:lnTo>
                      <a:pt x="9906000" y="0"/>
                    </a:lnTo>
                    <a:cubicBezTo>
                      <a:pt x="9941070" y="0"/>
                      <a:pt x="9969500" y="28430"/>
                      <a:pt x="9969500" y="63500"/>
                    </a:cubicBezTo>
                    <a:lnTo>
                      <a:pt x="9969500" y="571500"/>
                    </a:lnTo>
                    <a:cubicBezTo>
                      <a:pt x="9969500" y="606570"/>
                      <a:pt x="9941070" y="635000"/>
                      <a:pt x="9906000" y="635000"/>
                    </a:cubicBezTo>
                    <a:lnTo>
                      <a:pt x="63500" y="635000"/>
                    </a:lnTo>
                    <a:cubicBezTo>
                      <a:pt x="28430" y="635000"/>
                      <a:pt x="0" y="606570"/>
                      <a:pt x="0" y="571500"/>
                    </a:cubicBez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3B82F6">
                  <a:alpha val="100000"/>
                </a:srgbClr>
              </a:solidFill>
            </p:spPr>
            <p:txBody>
              <a:bodyPr rtlCol="0" anchor="ctr"/>
              <a:lstStyle/>
              <a:p>
                <a:pPr algn="ctr"/>
                <a:r>
                  <a:rPr lang="en-US" altLang="ja-JP" sz="1600">
                    <a:solidFill>
                      <a:schemeClr val="bg1"/>
                    </a:solidFill>
                    <a:latin typeface="+mn-ea"/>
                  </a:rPr>
                  <a:t>Customer</a:t>
                </a:r>
                <a:r>
                  <a:rPr lang="ja-JP" altLang="en-US" sz="1600">
                    <a:solidFill>
                      <a:schemeClr val="bg1"/>
                    </a:solidFill>
                    <a:latin typeface="+mn-ea"/>
                  </a:rPr>
                  <a:t>（顧客・市場）</a:t>
                </a:r>
                <a:endParaRPr sz="160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76A7D008-4099-3C5D-D8B5-598CDBF5DCEE}"/>
                </a:ext>
              </a:extLst>
            </p:cNvPr>
            <p:cNvGrpSpPr/>
            <p:nvPr/>
          </p:nvGrpSpPr>
          <p:grpSpPr>
            <a:xfrm>
              <a:off x="4465699" y="1728417"/>
              <a:ext cx="3058549" cy="4345212"/>
              <a:chOff x="3748440" y="1728417"/>
              <a:chExt cx="3058549" cy="4345212"/>
            </a:xfrm>
          </p:grpSpPr>
          <p:sp>
            <p:nvSpPr>
              <p:cNvPr id="21" name="New shape">
                <a:extLst>
                  <a:ext uri="{FF2B5EF4-FFF2-40B4-BE49-F238E27FC236}">
                    <a16:creationId xmlns:a16="http://schemas.microsoft.com/office/drawing/2014/main" id="{769AAAE4-8300-5C95-A71A-EFC0030D60D3}"/>
                  </a:ext>
                </a:extLst>
              </p:cNvPr>
              <p:cNvSpPr/>
              <p:nvPr/>
            </p:nvSpPr>
            <p:spPr>
              <a:xfrm>
                <a:off x="3748440" y="1728417"/>
                <a:ext cx="3058549" cy="4345212"/>
              </a:xfrm>
              <a:custGeom>
                <a:avLst/>
                <a:gdLst/>
                <a:ahLst/>
                <a:cxnLst/>
                <a:rect l="l" t="t" r="r" b="b"/>
                <a:pathLst>
                  <a:path w="9969500" h="4191000">
                    <a:moveTo>
                      <a:pt x="63500" y="0"/>
                    </a:moveTo>
                    <a:lnTo>
                      <a:pt x="9906000" y="0"/>
                    </a:lnTo>
                    <a:cubicBezTo>
                      <a:pt x="9941070" y="0"/>
                      <a:pt x="9969500" y="28430"/>
                      <a:pt x="9969500" y="63500"/>
                    </a:cubicBezTo>
                    <a:lnTo>
                      <a:pt x="9969500" y="4127500"/>
                    </a:lnTo>
                    <a:cubicBezTo>
                      <a:pt x="9969500" y="4162570"/>
                      <a:pt x="9941070" y="4191000"/>
                      <a:pt x="9906000" y="4191000"/>
                    </a:cubicBezTo>
                    <a:lnTo>
                      <a:pt x="63500" y="4191000"/>
                    </a:lnTo>
                    <a:cubicBezTo>
                      <a:pt x="28430" y="4191000"/>
                      <a:pt x="0" y="4162570"/>
                      <a:pt x="0" y="4127500"/>
                    </a:cubicBez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F5FFF5"/>
              </a:solidFill>
              <a:ln w="25400">
                <a:solidFill>
                  <a:srgbClr val="A5D6A7"/>
                </a:solidFill>
              </a:ln>
            </p:spPr>
            <p:txBody>
              <a:bodyPr rtlCol="0" anchor="ctr"/>
              <a:lstStyle/>
              <a:p>
                <a:endParaRPr lang="en-US" altLang="ja-JP" sz="1400">
                  <a:latin typeface="+mn-ea"/>
                </a:endParaRPr>
              </a:p>
              <a:p>
                <a:r>
                  <a:rPr lang="ja-JP" altLang="en-US" sz="1400" b="1" u="sng">
                    <a:latin typeface="+mn-ea"/>
                  </a:rPr>
                  <a:t>競合サービス</a:t>
                </a:r>
                <a:endParaRPr lang="en-US" altLang="ja-JP" sz="1400" b="1" u="sng">
                  <a:latin typeface="+mn-ea"/>
                </a:endParaRPr>
              </a:p>
              <a:p>
                <a:r>
                  <a:rPr lang="ja-JP" altLang="en-US" sz="1400">
                    <a:latin typeface="+mn-ea"/>
                  </a:rPr>
                  <a:t>・</a:t>
                </a:r>
                <a:r>
                  <a:rPr lang="en-US" altLang="ja-JP" sz="1400">
                    <a:latin typeface="+mn-ea"/>
                  </a:rPr>
                  <a:t>VR</a:t>
                </a:r>
                <a:r>
                  <a:rPr lang="ja-JP" altLang="en-US" sz="1400">
                    <a:latin typeface="+mn-ea"/>
                  </a:rPr>
                  <a:t>観光</a:t>
                </a:r>
                <a:endParaRPr lang="en-US" altLang="ja-JP" sz="1400">
                  <a:latin typeface="+mn-ea"/>
                </a:endParaRPr>
              </a:p>
              <a:p>
                <a:r>
                  <a:rPr lang="ja-JP" altLang="en-US" sz="1400">
                    <a:latin typeface="+mn-ea"/>
                  </a:rPr>
                  <a:t>・オンラインツアー</a:t>
                </a:r>
                <a:endParaRPr lang="en-US" altLang="ja-JP" sz="1400">
                  <a:latin typeface="+mn-ea"/>
                </a:endParaRPr>
              </a:p>
              <a:p>
                <a:r>
                  <a:rPr lang="ja-JP" altLang="en-US" sz="1400">
                    <a:latin typeface="+mn-ea"/>
                  </a:rPr>
                  <a:t>・バリアフリー旅行</a:t>
                </a:r>
                <a:endParaRPr lang="en-US" altLang="ja-JP" sz="1400">
                  <a:latin typeface="+mn-ea"/>
                </a:endParaRPr>
              </a:p>
              <a:p>
                <a:endParaRPr lang="en-US" altLang="ja-JP" sz="1400">
                  <a:latin typeface="+mn-ea"/>
                </a:endParaRPr>
              </a:p>
              <a:p>
                <a:r>
                  <a:rPr lang="ja-JP" altLang="en-US" sz="1400" b="1" u="sng">
                    <a:latin typeface="+mn-ea"/>
                  </a:rPr>
                  <a:t>競合の課題・弱み</a:t>
                </a:r>
                <a:endParaRPr lang="en-US" altLang="ja-JP" sz="1400" b="1" u="sng">
                  <a:latin typeface="+mn-ea"/>
                </a:endParaRPr>
              </a:p>
              <a:p>
                <a:r>
                  <a:rPr lang="ja-JP" altLang="en-US" sz="1400">
                    <a:latin typeface="+mn-ea"/>
                  </a:rPr>
                  <a:t>・主体的な体験ができない</a:t>
                </a:r>
                <a:endParaRPr lang="en-US" altLang="ja-JP" sz="1400">
                  <a:latin typeface="+mn-ea"/>
                </a:endParaRPr>
              </a:p>
              <a:p>
                <a:r>
                  <a:rPr lang="ja-JP" altLang="en-US" sz="1400">
                    <a:latin typeface="+mn-ea"/>
                  </a:rPr>
                  <a:t>・臨場感が弱い</a:t>
                </a:r>
                <a:endParaRPr lang="en-US" altLang="ja-JP" sz="1400">
                  <a:latin typeface="+mn-ea"/>
                </a:endParaRPr>
              </a:p>
              <a:p>
                <a:r>
                  <a:rPr lang="ja-JP" altLang="en-US" sz="1400">
                    <a:latin typeface="+mn-ea"/>
                  </a:rPr>
                  <a:t>・家族や友人と一緒に体験しづらい</a:t>
                </a:r>
                <a:endParaRPr lang="en-US" altLang="ja-JP" sz="1400">
                  <a:latin typeface="+mn-ea"/>
                </a:endParaRPr>
              </a:p>
              <a:p>
                <a:r>
                  <a:rPr lang="ja-JP" altLang="en-US" sz="1400">
                    <a:latin typeface="+mn-ea"/>
                  </a:rPr>
                  <a:t>・現地の人との交流ができない</a:t>
                </a:r>
                <a:endParaRPr lang="en-US" altLang="ja-JP" sz="1400">
                  <a:latin typeface="+mn-ea"/>
                </a:endParaRPr>
              </a:p>
              <a:p>
                <a:r>
                  <a:rPr lang="ja-JP" altLang="en-US" sz="1400">
                    <a:latin typeface="+mn-ea"/>
                  </a:rPr>
                  <a:t>・専門スタッフの配置が必要</a:t>
                </a:r>
                <a:endParaRPr lang="en-US" altLang="ja-JP" sz="1400">
                  <a:latin typeface="+mn-ea"/>
                </a:endParaRPr>
              </a:p>
              <a:p>
                <a:endParaRPr lang="en-US" altLang="ja-JP" sz="1400">
                  <a:latin typeface="+mn-ea"/>
                </a:endParaRPr>
              </a:p>
              <a:p>
                <a:r>
                  <a:rPr lang="ja-JP" altLang="en-US" sz="1400" b="1" u="sng">
                    <a:latin typeface="+mn-ea"/>
                  </a:rPr>
                  <a:t>差別化ポイント</a:t>
                </a:r>
                <a:endParaRPr lang="en-US" altLang="ja-JP" sz="1400" b="1" u="sng">
                  <a:latin typeface="+mn-ea"/>
                </a:endParaRPr>
              </a:p>
              <a:p>
                <a:r>
                  <a:rPr lang="ja-JP" altLang="en-US" sz="1400">
                    <a:latin typeface="+mn-ea"/>
                  </a:rPr>
                  <a:t>・自由に探索できる</a:t>
                </a:r>
                <a:r>
                  <a:rPr lang="ja-JP" altLang="en-US" sz="1400">
                    <a:solidFill>
                      <a:srgbClr val="FF0000"/>
                    </a:solidFill>
                    <a:latin typeface="+mn-ea"/>
                  </a:rPr>
                  <a:t>「主体的体験」</a:t>
                </a:r>
                <a:endParaRPr lang="en-US" altLang="ja-JP" sz="1400">
                  <a:solidFill>
                    <a:srgbClr val="FF0000"/>
                  </a:solidFill>
                  <a:latin typeface="+mn-ea"/>
                </a:endParaRPr>
              </a:p>
              <a:p>
                <a:r>
                  <a:rPr lang="ja-JP" altLang="en-US" sz="1400">
                    <a:latin typeface="+mn-ea"/>
                  </a:rPr>
                  <a:t>・現地の人と交流ができる</a:t>
                </a:r>
                <a:r>
                  <a:rPr lang="ja-JP" altLang="en-US" sz="1400">
                    <a:solidFill>
                      <a:srgbClr val="FF0000"/>
                    </a:solidFill>
                    <a:latin typeface="+mn-ea"/>
                  </a:rPr>
                  <a:t>「リアル体験」</a:t>
                </a:r>
                <a:endParaRPr lang="en-US" altLang="ja-JP" sz="1400">
                  <a:solidFill>
                    <a:srgbClr val="FF0000"/>
                  </a:solidFill>
                  <a:latin typeface="+mn-ea"/>
                </a:endParaRPr>
              </a:p>
              <a:p>
                <a:r>
                  <a:rPr lang="ja-JP" altLang="en-US" sz="1400">
                    <a:latin typeface="+mn-ea"/>
                  </a:rPr>
                  <a:t>・家族も同時参加できる</a:t>
                </a:r>
                <a:r>
                  <a:rPr lang="ja-JP" altLang="en-US" sz="1400">
                    <a:solidFill>
                      <a:srgbClr val="FF0000"/>
                    </a:solidFill>
                    <a:latin typeface="+mn-ea"/>
                  </a:rPr>
                  <a:t>「つながり体験」</a:t>
                </a:r>
                <a:endParaRPr lang="en-US" altLang="ja-JP" sz="1400">
                  <a:solidFill>
                    <a:srgbClr val="FF0000"/>
                  </a:solidFill>
                  <a:latin typeface="+mn-ea"/>
                </a:endParaRPr>
              </a:p>
              <a:p>
                <a:r>
                  <a:rPr lang="ja-JP" altLang="en-US" sz="1400">
                    <a:latin typeface="+mn-ea"/>
                  </a:rPr>
                  <a:t>・高画質、低遅延通信による</a:t>
                </a:r>
                <a:r>
                  <a:rPr lang="ja-JP" altLang="en-US" sz="1400">
                    <a:solidFill>
                      <a:srgbClr val="FF0000"/>
                    </a:solidFill>
                    <a:latin typeface="+mn-ea"/>
                  </a:rPr>
                  <a:t>「臨場感」</a:t>
                </a:r>
                <a:endParaRPr lang="en-US" altLang="ja-JP" sz="1400">
                  <a:solidFill>
                    <a:srgbClr val="FF0000"/>
                  </a:solidFill>
                  <a:latin typeface="+mn-ea"/>
                </a:endParaRPr>
              </a:p>
            </p:txBody>
          </p:sp>
          <p:sp>
            <p:nvSpPr>
              <p:cNvPr id="22" name="New shape">
                <a:extLst>
                  <a:ext uri="{FF2B5EF4-FFF2-40B4-BE49-F238E27FC236}">
                    <a16:creationId xmlns:a16="http://schemas.microsoft.com/office/drawing/2014/main" id="{A914B46E-B2D1-1E62-C71C-D81A32203650}"/>
                  </a:ext>
                </a:extLst>
              </p:cNvPr>
              <p:cNvSpPr/>
              <p:nvPr/>
            </p:nvSpPr>
            <p:spPr>
              <a:xfrm>
                <a:off x="3748440" y="1728417"/>
                <a:ext cx="3058549" cy="274608"/>
              </a:xfrm>
              <a:custGeom>
                <a:avLst/>
                <a:gdLst/>
                <a:ahLst/>
                <a:cxnLst/>
                <a:rect l="l" t="t" r="r" b="b"/>
                <a:pathLst>
                  <a:path w="9969500" h="635000">
                    <a:moveTo>
                      <a:pt x="63500" y="0"/>
                    </a:moveTo>
                    <a:lnTo>
                      <a:pt x="9906000" y="0"/>
                    </a:lnTo>
                    <a:cubicBezTo>
                      <a:pt x="9941070" y="0"/>
                      <a:pt x="9969500" y="28430"/>
                      <a:pt x="9969500" y="63500"/>
                    </a:cubicBezTo>
                    <a:lnTo>
                      <a:pt x="9969500" y="571500"/>
                    </a:lnTo>
                    <a:cubicBezTo>
                      <a:pt x="9969500" y="606570"/>
                      <a:pt x="9941070" y="635000"/>
                      <a:pt x="9906000" y="635000"/>
                    </a:cubicBezTo>
                    <a:lnTo>
                      <a:pt x="63500" y="635000"/>
                    </a:lnTo>
                    <a:cubicBezTo>
                      <a:pt x="28430" y="635000"/>
                      <a:pt x="0" y="606570"/>
                      <a:pt x="0" y="571500"/>
                    </a:cubicBez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10B981"/>
              </a:solidFill>
            </p:spPr>
            <p:txBody>
              <a:bodyPr rtlCol="0" anchor="ctr"/>
              <a:lstStyle/>
              <a:p>
                <a:pPr algn="ctr"/>
                <a:r>
                  <a:rPr lang="en-US" sz="1600">
                    <a:solidFill>
                      <a:schemeClr val="bg1"/>
                    </a:solidFill>
                    <a:latin typeface="+mn-ea"/>
                  </a:rPr>
                  <a:t>Competitor</a:t>
                </a:r>
                <a:r>
                  <a:rPr lang="ja-JP" altLang="en-US" sz="1600">
                    <a:solidFill>
                      <a:schemeClr val="bg1"/>
                    </a:solidFill>
                    <a:latin typeface="+mn-ea"/>
                  </a:rPr>
                  <a:t>（競合）</a:t>
                </a:r>
                <a:endParaRPr sz="160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grpSp>
          <p:nvGrpSpPr>
            <p:cNvPr id="25" name="グループ化 24">
              <a:extLst>
                <a:ext uri="{FF2B5EF4-FFF2-40B4-BE49-F238E27FC236}">
                  <a16:creationId xmlns:a16="http://schemas.microsoft.com/office/drawing/2014/main" id="{EC4ED393-4567-D668-711C-0A473DA3AE74}"/>
                </a:ext>
              </a:extLst>
            </p:cNvPr>
            <p:cNvGrpSpPr/>
            <p:nvPr/>
          </p:nvGrpSpPr>
          <p:grpSpPr>
            <a:xfrm>
              <a:off x="8265235" y="1728417"/>
              <a:ext cx="3058549" cy="4345212"/>
              <a:chOff x="7040442" y="1728417"/>
              <a:chExt cx="3058549" cy="4345212"/>
            </a:xfrm>
          </p:grpSpPr>
          <p:sp>
            <p:nvSpPr>
              <p:cNvPr id="23" name="New shape">
                <a:extLst>
                  <a:ext uri="{FF2B5EF4-FFF2-40B4-BE49-F238E27FC236}">
                    <a16:creationId xmlns:a16="http://schemas.microsoft.com/office/drawing/2014/main" id="{D3D0EFF2-5307-591F-E916-7BEA783B29AE}"/>
                  </a:ext>
                </a:extLst>
              </p:cNvPr>
              <p:cNvSpPr/>
              <p:nvPr/>
            </p:nvSpPr>
            <p:spPr>
              <a:xfrm>
                <a:off x="7040442" y="1728417"/>
                <a:ext cx="3058549" cy="4345212"/>
              </a:xfrm>
              <a:custGeom>
                <a:avLst/>
                <a:gdLst/>
                <a:ahLst/>
                <a:cxnLst/>
                <a:rect l="l" t="t" r="r" b="b"/>
                <a:pathLst>
                  <a:path w="9969500" h="4191000">
                    <a:moveTo>
                      <a:pt x="63500" y="0"/>
                    </a:moveTo>
                    <a:lnTo>
                      <a:pt x="9906000" y="0"/>
                    </a:lnTo>
                    <a:cubicBezTo>
                      <a:pt x="9941070" y="0"/>
                      <a:pt x="9969500" y="28430"/>
                      <a:pt x="9969500" y="63500"/>
                    </a:cubicBezTo>
                    <a:lnTo>
                      <a:pt x="9969500" y="4127500"/>
                    </a:lnTo>
                    <a:cubicBezTo>
                      <a:pt x="9969500" y="4162570"/>
                      <a:pt x="9941070" y="4191000"/>
                      <a:pt x="9906000" y="4191000"/>
                    </a:cubicBezTo>
                    <a:lnTo>
                      <a:pt x="63500" y="4191000"/>
                    </a:lnTo>
                    <a:cubicBezTo>
                      <a:pt x="28430" y="4191000"/>
                      <a:pt x="0" y="4162570"/>
                      <a:pt x="0" y="4127500"/>
                    </a:cubicBez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FFFBF0"/>
              </a:solidFill>
              <a:ln w="25400">
                <a:solidFill>
                  <a:srgbClr val="FFCC80"/>
                </a:solidFill>
              </a:ln>
            </p:spPr>
            <p:txBody>
              <a:bodyPr rtlCol="0" anchor="ctr"/>
              <a:lstStyle/>
              <a:p>
                <a:endParaRPr lang="en-US" altLang="ja-JP" sz="1400">
                  <a:latin typeface="+mn-ea"/>
                </a:endParaRPr>
              </a:p>
              <a:p>
                <a:r>
                  <a:rPr lang="en-US" sz="1400" b="1" u="sng">
                    <a:latin typeface="+mn-ea"/>
                  </a:rPr>
                  <a:t>JTB</a:t>
                </a:r>
                <a:r>
                  <a:rPr lang="ja-JP" altLang="en-US" sz="1400" b="1" u="sng">
                    <a:latin typeface="+mn-ea"/>
                  </a:rPr>
                  <a:t>の強み</a:t>
                </a:r>
                <a:endParaRPr lang="en-US" altLang="ja-JP" sz="1400" b="1" u="sng">
                  <a:latin typeface="+mn-ea"/>
                </a:endParaRPr>
              </a:p>
              <a:p>
                <a:r>
                  <a:rPr lang="ja-JP" altLang="en-US" sz="1400">
                    <a:latin typeface="+mn-ea"/>
                  </a:rPr>
                  <a:t>・全国の観光地との強い連携</a:t>
                </a:r>
                <a:endParaRPr lang="en-US" altLang="ja-JP" sz="1400">
                  <a:latin typeface="+mn-ea"/>
                </a:endParaRPr>
              </a:p>
              <a:p>
                <a:r>
                  <a:rPr lang="ja-JP" altLang="en-US" sz="1400">
                    <a:latin typeface="+mn-ea"/>
                  </a:rPr>
                  <a:t>・ツアー企画などの運営ノウハウ</a:t>
                </a:r>
                <a:endParaRPr lang="en-US" altLang="ja-JP" sz="1400">
                  <a:latin typeface="+mn-ea"/>
                </a:endParaRPr>
              </a:p>
              <a:p>
                <a:r>
                  <a:rPr lang="ja-JP" altLang="en-US" sz="1400">
                    <a:latin typeface="+mn-ea"/>
                  </a:rPr>
                  <a:t>・豊富な顧客基盤</a:t>
                </a:r>
                <a:endParaRPr lang="en-US" altLang="ja-JP" sz="1400">
                  <a:latin typeface="+mn-ea"/>
                </a:endParaRPr>
              </a:p>
              <a:p>
                <a:r>
                  <a:rPr lang="ja-JP" altLang="en-US" sz="1400">
                    <a:latin typeface="+mn-ea"/>
                  </a:rPr>
                  <a:t>・高齢者向け旅行の実績</a:t>
                </a:r>
                <a:endParaRPr lang="en-US" altLang="ja-JP" sz="1400">
                  <a:latin typeface="+mn-ea"/>
                </a:endParaRPr>
              </a:p>
              <a:p>
                <a:endParaRPr lang="en-US" sz="1400">
                  <a:latin typeface="+mn-ea"/>
                </a:endParaRPr>
              </a:p>
              <a:p>
                <a:r>
                  <a:rPr lang="en-US" sz="1400" b="1" u="sng">
                    <a:latin typeface="+mn-ea"/>
                  </a:rPr>
                  <a:t>NTT</a:t>
                </a:r>
                <a:r>
                  <a:rPr lang="ja-JP" altLang="en-US" sz="1400" b="1" u="sng">
                    <a:latin typeface="+mn-ea"/>
                  </a:rPr>
                  <a:t>グループの技術力</a:t>
                </a:r>
                <a:endParaRPr lang="en-US" altLang="ja-JP" sz="1400" b="1" u="sng">
                  <a:latin typeface="+mn-ea"/>
                </a:endParaRPr>
              </a:p>
              <a:p>
                <a:r>
                  <a:rPr lang="ja-JP" altLang="en-US" sz="1400">
                    <a:latin typeface="+mn-ea"/>
                  </a:rPr>
                  <a:t>・高品質、低遅延の通信技術</a:t>
                </a:r>
                <a:endParaRPr lang="en-US" altLang="ja-JP" sz="1400">
                  <a:latin typeface="+mn-ea"/>
                </a:endParaRPr>
              </a:p>
              <a:p>
                <a:r>
                  <a:rPr lang="ja-JP" altLang="en-US" sz="1400">
                    <a:latin typeface="+mn-ea"/>
                  </a:rPr>
                  <a:t>・遠隔ロボット制御、映像配信技術</a:t>
                </a:r>
                <a:endParaRPr lang="en-US" altLang="ja-JP" sz="1400">
                  <a:latin typeface="+mn-ea"/>
                </a:endParaRPr>
              </a:p>
              <a:p>
                <a:r>
                  <a:rPr lang="ja-JP" altLang="en-US" sz="1400">
                    <a:latin typeface="+mn-ea"/>
                  </a:rPr>
                  <a:t>・</a:t>
                </a:r>
                <a:r>
                  <a:rPr lang="en-US" altLang="ja-JP" sz="1400">
                    <a:latin typeface="+mn-ea"/>
                  </a:rPr>
                  <a:t>AI</a:t>
                </a:r>
                <a:r>
                  <a:rPr lang="ja-JP" altLang="en-US" sz="1400">
                    <a:latin typeface="+mn-ea"/>
                  </a:rPr>
                  <a:t>対話、多言語対応</a:t>
                </a:r>
                <a:endParaRPr lang="en-US" altLang="ja-JP" sz="1400">
                  <a:latin typeface="+mn-ea"/>
                </a:endParaRPr>
              </a:p>
              <a:p>
                <a:endParaRPr lang="en-US" sz="1400">
                  <a:latin typeface="+mn-ea"/>
                </a:endParaRPr>
              </a:p>
              <a:p>
                <a:r>
                  <a:rPr lang="ja-JP" altLang="en-US" sz="1400" b="1" u="sng">
                    <a:latin typeface="+mn-ea"/>
                  </a:rPr>
                  <a:t>提供できる価値</a:t>
                </a:r>
                <a:endParaRPr lang="en-US" altLang="ja-JP" sz="1400" b="1" u="sng">
                  <a:latin typeface="+mn-ea"/>
                </a:endParaRPr>
              </a:p>
              <a:p>
                <a:r>
                  <a:rPr lang="ja-JP" altLang="en-US" sz="1400">
                    <a:latin typeface="+mn-ea"/>
                  </a:rPr>
                  <a:t>・「行けない」を「行けた！」に変える</a:t>
                </a:r>
                <a:endParaRPr lang="en-US" altLang="ja-JP" sz="1400">
                  <a:latin typeface="+mn-ea"/>
                </a:endParaRPr>
              </a:p>
              <a:p>
                <a:r>
                  <a:rPr lang="ja-JP" altLang="en-US" sz="1400">
                    <a:latin typeface="+mn-ea"/>
                  </a:rPr>
                  <a:t>・</a:t>
                </a:r>
                <a:r>
                  <a:rPr lang="ja-JP" altLang="en-US" sz="1400">
                    <a:solidFill>
                      <a:srgbClr val="FF0000"/>
                    </a:solidFill>
                    <a:latin typeface="+mn-ea"/>
                  </a:rPr>
                  <a:t>誰も取り残さない、感動体験の提供</a:t>
                </a:r>
                <a:endParaRPr sz="1400">
                  <a:solidFill>
                    <a:srgbClr val="FF0000"/>
                  </a:solidFill>
                  <a:latin typeface="+mn-ea"/>
                </a:endParaRPr>
              </a:p>
            </p:txBody>
          </p:sp>
          <p:sp>
            <p:nvSpPr>
              <p:cNvPr id="24" name="New shape">
                <a:extLst>
                  <a:ext uri="{FF2B5EF4-FFF2-40B4-BE49-F238E27FC236}">
                    <a16:creationId xmlns:a16="http://schemas.microsoft.com/office/drawing/2014/main" id="{9012A4D0-F1CE-5E40-33E0-D53E75F83327}"/>
                  </a:ext>
                </a:extLst>
              </p:cNvPr>
              <p:cNvSpPr/>
              <p:nvPr/>
            </p:nvSpPr>
            <p:spPr>
              <a:xfrm>
                <a:off x="7040442" y="1728417"/>
                <a:ext cx="3058549" cy="274608"/>
              </a:xfrm>
              <a:custGeom>
                <a:avLst/>
                <a:gdLst/>
                <a:ahLst/>
                <a:cxnLst/>
                <a:rect l="l" t="t" r="r" b="b"/>
                <a:pathLst>
                  <a:path w="9969500" h="635000">
                    <a:moveTo>
                      <a:pt x="63500" y="0"/>
                    </a:moveTo>
                    <a:lnTo>
                      <a:pt x="9906000" y="0"/>
                    </a:lnTo>
                    <a:cubicBezTo>
                      <a:pt x="9941070" y="0"/>
                      <a:pt x="9969500" y="28430"/>
                      <a:pt x="9969500" y="63500"/>
                    </a:cubicBezTo>
                    <a:lnTo>
                      <a:pt x="9969500" y="571500"/>
                    </a:lnTo>
                    <a:cubicBezTo>
                      <a:pt x="9969500" y="606570"/>
                      <a:pt x="9941070" y="635000"/>
                      <a:pt x="9906000" y="635000"/>
                    </a:cubicBezTo>
                    <a:lnTo>
                      <a:pt x="63500" y="635000"/>
                    </a:lnTo>
                    <a:cubicBezTo>
                      <a:pt x="28430" y="635000"/>
                      <a:pt x="0" y="606570"/>
                      <a:pt x="0" y="571500"/>
                    </a:cubicBez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F59E0B"/>
              </a:solidFill>
            </p:spPr>
            <p:txBody>
              <a:bodyPr rtlCol="0" anchor="ctr"/>
              <a:lstStyle/>
              <a:p>
                <a:pPr algn="ctr"/>
                <a:r>
                  <a:rPr lang="en-US" sz="1600">
                    <a:solidFill>
                      <a:schemeClr val="bg1"/>
                    </a:solidFill>
                    <a:latin typeface="+mn-ea"/>
                  </a:rPr>
                  <a:t>Company</a:t>
                </a:r>
                <a:r>
                  <a:rPr lang="ja-JP" altLang="en-US" sz="1600">
                    <a:solidFill>
                      <a:schemeClr val="bg1"/>
                    </a:solidFill>
                    <a:latin typeface="+mn-ea"/>
                  </a:rPr>
                  <a:t>（</a:t>
                </a:r>
                <a:r>
                  <a:rPr lang="en-US" altLang="ja-JP" sz="1600">
                    <a:solidFill>
                      <a:schemeClr val="bg1"/>
                    </a:solidFill>
                    <a:latin typeface="+mn-ea"/>
                  </a:rPr>
                  <a:t>NTTG×JTB</a:t>
                </a:r>
                <a:r>
                  <a:rPr lang="ja-JP" altLang="en-US" sz="1600">
                    <a:solidFill>
                      <a:schemeClr val="bg1"/>
                    </a:solidFill>
                    <a:latin typeface="+mn-ea"/>
                  </a:rPr>
                  <a:t>）</a:t>
                </a:r>
                <a:endParaRPr sz="160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92400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FAA89-BC55-8EC7-E678-60D6A4C70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4">
            <a:extLst>
              <a:ext uri="{FF2B5EF4-FFF2-40B4-BE49-F238E27FC236}">
                <a16:creationId xmlns:a16="http://schemas.microsoft.com/office/drawing/2014/main" id="{51D75596-EF13-E8C7-0EFE-F294CD3B0E21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/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r>
              <a:rPr lang="ja-JP" altLang="en-US"/>
              <a:t>６．サービス概要</a:t>
            </a:r>
          </a:p>
        </p:txBody>
      </p:sp>
      <p:sp>
        <p:nvSpPr>
          <p:cNvPr id="2" name="コンテンツ プレースホルダー 5">
            <a:extLst>
              <a:ext uri="{FF2B5EF4-FFF2-40B4-BE49-F238E27FC236}">
                <a16:creationId xmlns:a16="http://schemas.microsoft.com/office/drawing/2014/main" id="{F66B20BA-1AD5-64BE-E1C2-BAEF1025EAA3}"/>
              </a:ext>
            </a:extLst>
          </p:cNvPr>
          <p:cNvSpPr txBox="1">
            <a:spLocks/>
          </p:cNvSpPr>
          <p:nvPr/>
        </p:nvSpPr>
        <p:spPr>
          <a:xfrm>
            <a:off x="371474" y="1038386"/>
            <a:ext cx="11448000" cy="5196814"/>
          </a:xfrm>
          <a:prstGeom prst="rect">
            <a:avLst/>
          </a:prstGeom>
        </p:spPr>
        <p:txBody>
          <a:bodyPr/>
          <a:lstStyle>
            <a:lvl1pPr marL="0" indent="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1pPr>
            <a:lvl2pPr marL="36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2pPr>
            <a:lvl3pPr marL="54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3pPr>
            <a:lvl4pPr marL="72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4pPr>
            <a:lvl5pPr marL="90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5pPr>
            <a:lvl6pPr marL="335254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利用者が自宅から遠隔操作ロボットを通じて観光地を巡るサービスを提供する。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CADED348-667E-CF92-4E73-A03D10AE15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225"/>
          <a:stretch>
            <a:fillRect/>
          </a:stretch>
        </p:blipFill>
        <p:spPr>
          <a:xfrm>
            <a:off x="8551189" y="1560084"/>
            <a:ext cx="3372321" cy="1868916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DB2D5E0E-19F7-5BD2-9185-9218C4731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8373" y="3534338"/>
            <a:ext cx="2829494" cy="2723718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8F2241D-DF74-C58D-938C-BFF9D4CA4427}"/>
              </a:ext>
            </a:extLst>
          </p:cNvPr>
          <p:cNvSpPr txBox="1"/>
          <p:nvPr/>
        </p:nvSpPr>
        <p:spPr>
          <a:xfrm>
            <a:off x="8777935" y="1593744"/>
            <a:ext cx="1188833" cy="229700"/>
          </a:xfrm>
          <a:prstGeom prst="rect">
            <a:avLst/>
          </a:prstGeom>
          <a:solidFill>
            <a:srgbClr val="061F4B"/>
          </a:solidFill>
        </p:spPr>
        <p:txBody>
          <a:bodyPr wrap="square" lIns="0" rIns="0" rtlCol="0">
            <a:noAutofit/>
          </a:bodyPr>
          <a:lstStyle/>
          <a:p>
            <a:pPr algn="ctr" defTabSz="288000"/>
            <a:r>
              <a:rPr lang="ja-JP" altLang="en-US" sz="1100">
                <a:solidFill>
                  <a:schemeClr val="bg1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現地の人との交流</a:t>
            </a:r>
            <a:endParaRPr kumimoji="1" lang="ja-JP" altLang="en-US" sz="1100">
              <a:solidFill>
                <a:schemeClr val="bg1"/>
              </a:solidFill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14AC8A21-95E7-5F69-3DA9-0215D6D85E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438" y="1465141"/>
            <a:ext cx="8237268" cy="4354473"/>
          </a:xfrm>
          <a:prstGeom prst="rect">
            <a:avLst/>
          </a:prstGeom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9C86D4E-F811-8BDD-305A-87C84983F61C}"/>
              </a:ext>
            </a:extLst>
          </p:cNvPr>
          <p:cNvSpPr txBox="1"/>
          <p:nvPr/>
        </p:nvSpPr>
        <p:spPr>
          <a:xfrm>
            <a:off x="498782" y="1572492"/>
            <a:ext cx="2496860" cy="250952"/>
          </a:xfrm>
          <a:prstGeom prst="rect">
            <a:avLst/>
          </a:prstGeom>
          <a:solidFill>
            <a:srgbClr val="061F4B"/>
          </a:solidFill>
        </p:spPr>
        <p:txBody>
          <a:bodyPr wrap="square" lIns="0" rIns="0" rtlCol="0">
            <a:noAutofit/>
          </a:bodyPr>
          <a:lstStyle/>
          <a:p>
            <a:pPr algn="ctr" defTabSz="288000"/>
            <a:r>
              <a:rPr lang="ja-JP" altLang="en-US" sz="1100">
                <a:solidFill>
                  <a:schemeClr val="bg1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利用シーン</a:t>
            </a:r>
            <a:endParaRPr kumimoji="1" lang="ja-JP" altLang="en-US" sz="1100">
              <a:solidFill>
                <a:schemeClr val="bg1"/>
              </a:solidFill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74BD0B5-DFC1-FA75-B3A1-DCC27E6A98A3}"/>
              </a:ext>
            </a:extLst>
          </p:cNvPr>
          <p:cNvSpPr txBox="1"/>
          <p:nvPr/>
        </p:nvSpPr>
        <p:spPr>
          <a:xfrm>
            <a:off x="1615287" y="2348778"/>
            <a:ext cx="1422300" cy="486182"/>
          </a:xfrm>
          <a:prstGeom prst="rect">
            <a:avLst/>
          </a:prstGeom>
          <a:solidFill>
            <a:srgbClr val="FEFFFE"/>
          </a:solidFill>
        </p:spPr>
        <p:txBody>
          <a:bodyPr wrap="square" lIns="0" rIns="0" rtlCol="0">
            <a:noAutofit/>
          </a:bodyPr>
          <a:lstStyle/>
          <a:p>
            <a:pPr algn="ctr" defTabSz="288000"/>
            <a:r>
              <a:rPr lang="ja-JP" altLang="en-US" sz="1000" b="1">
                <a:latin typeface="+mn-ea"/>
              </a:rPr>
              <a:t>わあ、きれいね！</a:t>
            </a:r>
            <a:endParaRPr lang="en-US" altLang="ja-JP" sz="1000" b="1">
              <a:latin typeface="+mn-ea"/>
            </a:endParaRPr>
          </a:p>
          <a:p>
            <a:pPr algn="ctr" defTabSz="288000"/>
            <a:r>
              <a:rPr kumimoji="1" lang="ja-JP" altLang="en-US" sz="1000" b="1">
                <a:latin typeface="+mn-ea"/>
              </a:rPr>
              <a:t>本当に京都に来たみたい！</a:t>
            </a:r>
          </a:p>
        </p:txBody>
      </p:sp>
    </p:spTree>
    <p:extLst>
      <p:ext uri="{BB962C8B-B14F-4D97-AF65-F5344CB8AC3E}">
        <p14:creationId xmlns:p14="http://schemas.microsoft.com/office/powerpoint/2010/main" val="1478219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819D5-1CB5-136A-616C-D286013B3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4">
            <a:extLst>
              <a:ext uri="{FF2B5EF4-FFF2-40B4-BE49-F238E27FC236}">
                <a16:creationId xmlns:a16="http://schemas.microsoft.com/office/drawing/2014/main" id="{97EB16A1-F5FE-10D6-B057-59935B8F20C0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/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r>
              <a:rPr lang="ja-JP" altLang="en-US"/>
              <a:t>７．利用者体験イメージ</a:t>
            </a:r>
          </a:p>
        </p:txBody>
      </p:sp>
      <p:sp>
        <p:nvSpPr>
          <p:cNvPr id="2" name="コンテンツ プレースホルダー 5">
            <a:extLst>
              <a:ext uri="{FF2B5EF4-FFF2-40B4-BE49-F238E27FC236}">
                <a16:creationId xmlns:a16="http://schemas.microsoft.com/office/drawing/2014/main" id="{F11E3283-D8FC-23AB-8C8B-DE8390898CC8}"/>
              </a:ext>
            </a:extLst>
          </p:cNvPr>
          <p:cNvSpPr txBox="1">
            <a:spLocks/>
          </p:cNvSpPr>
          <p:nvPr/>
        </p:nvSpPr>
        <p:spPr>
          <a:xfrm>
            <a:off x="371474" y="1038386"/>
            <a:ext cx="11448000" cy="5196814"/>
          </a:xfrm>
          <a:prstGeom prst="rect">
            <a:avLst/>
          </a:prstGeom>
        </p:spPr>
        <p:txBody>
          <a:bodyPr/>
          <a:lstStyle>
            <a:lvl1pPr marL="0" indent="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1pPr>
            <a:lvl2pPr marL="36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2pPr>
            <a:lvl3pPr marL="54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3pPr>
            <a:lvl4pPr marL="72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4pPr>
            <a:lvl5pPr marL="90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5pPr>
            <a:lvl6pPr marL="335254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移動が難しくても、ロボットを通じてその場にいるような旅行体験を実現し、感動とつながりを生み出す。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9D8403F-C62E-F92F-9229-A3D5CB201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474" y="1369389"/>
            <a:ext cx="8900928" cy="519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32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B3C44-181D-F01C-DA10-9524348E5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9C28095-B8BB-D3C5-6694-78A829677CBC}"/>
              </a:ext>
            </a:extLst>
          </p:cNvPr>
          <p:cNvSpPr/>
          <p:nvPr/>
        </p:nvSpPr>
        <p:spPr>
          <a:xfrm>
            <a:off x="2768367" y="513134"/>
            <a:ext cx="8086987" cy="5722066"/>
          </a:xfrm>
          <a:prstGeom prst="rect">
            <a:avLst/>
          </a:prstGeom>
          <a:solidFill>
            <a:srgbClr val="DFFFED"/>
          </a:solidFill>
          <a:ln w="3175">
            <a:noFill/>
          </a:ln>
          <a:effectLst>
            <a:softEdge rad="635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dirty="0" err="1">
              <a:solidFill>
                <a:schemeClr val="tx1"/>
              </a:solidFill>
            </a:endParaRPr>
          </a:p>
        </p:txBody>
      </p:sp>
      <p:sp>
        <p:nvSpPr>
          <p:cNvPr id="17" name="タイトル 4">
            <a:extLst>
              <a:ext uri="{FF2B5EF4-FFF2-40B4-BE49-F238E27FC236}">
                <a16:creationId xmlns:a16="http://schemas.microsoft.com/office/drawing/2014/main" id="{728FB9BF-E12F-84B8-F88D-DB39928D9BE8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/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r>
              <a:rPr lang="ja-JP" altLang="en-US"/>
              <a:t>８．事業構成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DDAA19A-42CE-BB1F-D88F-AE04387BFD41}"/>
              </a:ext>
            </a:extLst>
          </p:cNvPr>
          <p:cNvSpPr/>
          <p:nvPr/>
        </p:nvSpPr>
        <p:spPr>
          <a:xfrm>
            <a:off x="6133938" y="2285848"/>
            <a:ext cx="1145433" cy="286327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600">
                <a:solidFill>
                  <a:schemeClr val="tx1"/>
                </a:solidFill>
              </a:rPr>
              <a:t>観光地</a:t>
            </a:r>
            <a:endParaRPr kumimoji="1" lang="ja-JP" altLang="en-US" sz="1600" dirty="0" err="1">
              <a:solidFill>
                <a:schemeClr val="tx1"/>
              </a:solidFill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8498BB2C-2DBA-2F21-3E1C-047BBCABE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42" y="1305736"/>
            <a:ext cx="1743716" cy="44764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0804FC0F-1FB9-D502-9EC6-18F961E9B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842" y="2789869"/>
            <a:ext cx="1506997" cy="443013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5594DDDE-FCF6-3B4A-7553-1031054072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790" y="3237550"/>
            <a:ext cx="1499612" cy="422491"/>
          </a:xfrm>
          <a:prstGeom prst="rect">
            <a:avLst/>
          </a:prstGeom>
        </p:spPr>
      </p:pic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10A27FF-9704-E0F9-BE86-738F8C2370AE}"/>
              </a:ext>
            </a:extLst>
          </p:cNvPr>
          <p:cNvSpPr/>
          <p:nvPr/>
        </p:nvSpPr>
        <p:spPr>
          <a:xfrm>
            <a:off x="778143" y="4599509"/>
            <a:ext cx="1743716" cy="42203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</a:rPr>
              <a:t>ロボットメーカ</a:t>
            </a:r>
            <a:endParaRPr kumimoji="1" lang="ja-JP" altLang="en-US" sz="1400" dirty="0" err="1">
              <a:solidFill>
                <a:schemeClr val="tx1"/>
              </a:solidFill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5277052-05B0-44A5-7809-9F1FEA9C3D24}"/>
              </a:ext>
            </a:extLst>
          </p:cNvPr>
          <p:cNvSpPr/>
          <p:nvPr/>
        </p:nvSpPr>
        <p:spPr>
          <a:xfrm>
            <a:off x="186773" y="1938749"/>
            <a:ext cx="2926454" cy="286327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600">
                <a:solidFill>
                  <a:schemeClr val="tx1"/>
                </a:solidFill>
              </a:rPr>
              <a:t>プロジェクトマネジメント</a:t>
            </a:r>
            <a:endParaRPr kumimoji="1" lang="en-US" altLang="ja-JP" sz="160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600">
                <a:solidFill>
                  <a:schemeClr val="tx1"/>
                </a:solidFill>
              </a:rPr>
              <a:t>システム開発</a:t>
            </a:r>
            <a:endParaRPr kumimoji="1" lang="ja-JP" altLang="en-US" sz="1600" dirty="0" err="1">
              <a:solidFill>
                <a:schemeClr val="tx1"/>
              </a:solidFill>
            </a:endParaRPr>
          </a:p>
        </p:txBody>
      </p:sp>
      <p:pic>
        <p:nvPicPr>
          <p:cNvPr id="23" name="Picture 2" descr="JTBコーポレートサイト｜感動のそばに、いつも。">
            <a:extLst>
              <a:ext uri="{FF2B5EF4-FFF2-40B4-BE49-F238E27FC236}">
                <a16:creationId xmlns:a16="http://schemas.microsoft.com/office/drawing/2014/main" id="{FBDF26A2-1642-3FCE-1005-EDCDBA53F2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27" r="11578"/>
          <a:stretch>
            <a:fillRect/>
          </a:stretch>
        </p:blipFill>
        <p:spPr bwMode="auto">
          <a:xfrm>
            <a:off x="8242642" y="4738848"/>
            <a:ext cx="2189526" cy="138264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C49BA756-8286-E48D-0786-FAF082DDDF8B}"/>
              </a:ext>
            </a:extLst>
          </p:cNvPr>
          <p:cNvCxnSpPr>
            <a:cxnSpLocks/>
          </p:cNvCxnSpPr>
          <p:nvPr/>
        </p:nvCxnSpPr>
        <p:spPr>
          <a:xfrm>
            <a:off x="5444455" y="5645929"/>
            <a:ext cx="2443704" cy="0"/>
          </a:xfrm>
          <a:prstGeom prst="straightConnector1">
            <a:avLst/>
          </a:prstGeom>
          <a:ln w="38100">
            <a:solidFill>
              <a:srgbClr val="061F4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8C0DDEE9-9886-D080-B693-DB925820111B}"/>
              </a:ext>
            </a:extLst>
          </p:cNvPr>
          <p:cNvSpPr/>
          <p:nvPr/>
        </p:nvSpPr>
        <p:spPr>
          <a:xfrm>
            <a:off x="5571244" y="5711590"/>
            <a:ext cx="2181736" cy="286327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600">
                <a:solidFill>
                  <a:schemeClr val="tx1"/>
                </a:solidFill>
              </a:rPr>
              <a:t>利用申し込み</a:t>
            </a:r>
            <a:endParaRPr kumimoji="1" lang="ja-JP" altLang="en-US" sz="1600" dirty="0" err="1">
              <a:solidFill>
                <a:schemeClr val="tx1"/>
              </a:solidFill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17E86609-C9B8-FE12-4B58-D619C122FC68}"/>
              </a:ext>
            </a:extLst>
          </p:cNvPr>
          <p:cNvSpPr/>
          <p:nvPr/>
        </p:nvSpPr>
        <p:spPr>
          <a:xfrm>
            <a:off x="8414882" y="2997070"/>
            <a:ext cx="1285313" cy="286327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600">
                <a:solidFill>
                  <a:schemeClr val="tx1"/>
                </a:solidFill>
              </a:rPr>
              <a:t>観光地への</a:t>
            </a:r>
            <a:endParaRPr lang="en-US" altLang="ja-JP" sz="1600">
              <a:solidFill>
                <a:schemeClr val="tx1"/>
              </a:solidFill>
            </a:endParaRPr>
          </a:p>
          <a:p>
            <a:pPr algn="ctr"/>
            <a:r>
              <a:rPr lang="ja-JP" altLang="en-US" sz="1600">
                <a:solidFill>
                  <a:schemeClr val="tx1"/>
                </a:solidFill>
              </a:rPr>
              <a:t>ロボット配備</a:t>
            </a:r>
            <a:endParaRPr kumimoji="1" lang="ja-JP" altLang="en-US" sz="1600" dirty="0" err="1">
              <a:solidFill>
                <a:schemeClr val="tx1"/>
              </a:solidFill>
            </a:endParaRPr>
          </a:p>
        </p:txBody>
      </p:sp>
      <p:pic>
        <p:nvPicPr>
          <p:cNvPr id="7172" name="Picture 4" descr="金閣寺のイラスト">
            <a:extLst>
              <a:ext uri="{FF2B5EF4-FFF2-40B4-BE49-F238E27FC236}">
                <a16:creationId xmlns:a16="http://schemas.microsoft.com/office/drawing/2014/main" id="{067EBDC9-87A6-A30B-BBB3-1F47CA4D0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5757" y="943856"/>
            <a:ext cx="1341796" cy="1311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0" name="Picture 12" descr="おもちゃのロボットのイラスト">
            <a:extLst>
              <a:ext uri="{FF2B5EF4-FFF2-40B4-BE49-F238E27FC236}">
                <a16:creationId xmlns:a16="http://schemas.microsoft.com/office/drawing/2014/main" id="{AC3FD6C9-8AE4-BCE1-D3A9-9D6F88D8B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0657" y="1550640"/>
            <a:ext cx="1015026" cy="1348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2" name="Picture 14" descr="座りながらスマホを使う人のイラスト（おばあさん）">
            <a:extLst>
              <a:ext uri="{FF2B5EF4-FFF2-40B4-BE49-F238E27FC236}">
                <a16:creationId xmlns:a16="http://schemas.microsoft.com/office/drawing/2014/main" id="{D2996877-0528-C133-5A77-1F31DB16C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7182" y="4279505"/>
            <a:ext cx="1433399" cy="1791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7EF55678-E95C-C809-C7C4-0B23932E08B6}"/>
              </a:ext>
            </a:extLst>
          </p:cNvPr>
          <p:cNvSpPr/>
          <p:nvPr/>
        </p:nvSpPr>
        <p:spPr>
          <a:xfrm>
            <a:off x="3647399" y="6058539"/>
            <a:ext cx="1145433" cy="286327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600">
                <a:solidFill>
                  <a:schemeClr val="tx1"/>
                </a:solidFill>
              </a:rPr>
              <a:t>利用者</a:t>
            </a:r>
            <a:endParaRPr kumimoji="1" lang="ja-JP" altLang="en-US" sz="1600" dirty="0" err="1">
              <a:solidFill>
                <a:schemeClr val="tx1"/>
              </a:solidFill>
            </a:endParaRPr>
          </a:p>
        </p:txBody>
      </p: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5A000625-561D-E41F-B176-B6F48FE5CDC2}"/>
              </a:ext>
            </a:extLst>
          </p:cNvPr>
          <p:cNvCxnSpPr>
            <a:cxnSpLocks/>
          </p:cNvCxnSpPr>
          <p:nvPr/>
        </p:nvCxnSpPr>
        <p:spPr>
          <a:xfrm flipH="1">
            <a:off x="5444455" y="5253645"/>
            <a:ext cx="2435315" cy="0"/>
          </a:xfrm>
          <a:prstGeom prst="straightConnector1">
            <a:avLst/>
          </a:prstGeom>
          <a:ln w="38100">
            <a:solidFill>
              <a:srgbClr val="061F4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09C9F3C0-BA86-50A8-7929-353FF3F10C15}"/>
              </a:ext>
            </a:extLst>
          </p:cNvPr>
          <p:cNvSpPr/>
          <p:nvPr/>
        </p:nvSpPr>
        <p:spPr>
          <a:xfrm>
            <a:off x="5571244" y="4889053"/>
            <a:ext cx="2181736" cy="286327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600">
                <a:solidFill>
                  <a:schemeClr val="tx1"/>
                </a:solidFill>
              </a:rPr>
              <a:t>サービス提供</a:t>
            </a:r>
            <a:endParaRPr kumimoji="1" lang="ja-JP" altLang="en-US" sz="1600" dirty="0" err="1">
              <a:solidFill>
                <a:schemeClr val="tx1"/>
              </a:solidFill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976176A3-A3DF-D64E-4EA0-FB5317BD7DB0}"/>
              </a:ext>
            </a:extLst>
          </p:cNvPr>
          <p:cNvSpPr/>
          <p:nvPr/>
        </p:nvSpPr>
        <p:spPr>
          <a:xfrm>
            <a:off x="3325492" y="3115645"/>
            <a:ext cx="1080853" cy="286327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600">
                <a:solidFill>
                  <a:schemeClr val="tx1"/>
                </a:solidFill>
              </a:rPr>
              <a:t>ロボット</a:t>
            </a:r>
            <a:endParaRPr lang="en-US" altLang="ja-JP" sz="1600">
              <a:solidFill>
                <a:schemeClr val="tx1"/>
              </a:solidFill>
            </a:endParaRPr>
          </a:p>
          <a:p>
            <a:pPr algn="ctr"/>
            <a:r>
              <a:rPr lang="ja-JP" altLang="en-US" sz="1600">
                <a:solidFill>
                  <a:schemeClr val="tx1"/>
                </a:solidFill>
              </a:rPr>
              <a:t>操作</a:t>
            </a:r>
            <a:endParaRPr kumimoji="1" lang="ja-JP" altLang="en-US" sz="1600" dirty="0" err="1">
              <a:solidFill>
                <a:schemeClr val="tx1"/>
              </a:solidFill>
            </a:endParaRPr>
          </a:p>
        </p:txBody>
      </p: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55627055-994A-9635-28B0-CFC0E140ECB2}"/>
              </a:ext>
            </a:extLst>
          </p:cNvPr>
          <p:cNvCxnSpPr>
            <a:cxnSpLocks/>
          </p:cNvCxnSpPr>
          <p:nvPr/>
        </p:nvCxnSpPr>
        <p:spPr>
          <a:xfrm flipH="1">
            <a:off x="4537268" y="3143958"/>
            <a:ext cx="671371" cy="1021110"/>
          </a:xfrm>
          <a:prstGeom prst="straightConnector1">
            <a:avLst/>
          </a:prstGeom>
          <a:ln w="38100">
            <a:solidFill>
              <a:srgbClr val="061F4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68DC71BE-264B-9BA6-1B0A-845C3B08E679}"/>
              </a:ext>
            </a:extLst>
          </p:cNvPr>
          <p:cNvSpPr/>
          <p:nvPr/>
        </p:nvSpPr>
        <p:spPr>
          <a:xfrm>
            <a:off x="4770624" y="3683329"/>
            <a:ext cx="1080853" cy="286327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600">
                <a:solidFill>
                  <a:schemeClr val="tx1"/>
                </a:solidFill>
              </a:rPr>
              <a:t>映像</a:t>
            </a:r>
            <a:endParaRPr lang="en-US" altLang="ja-JP" sz="1600">
              <a:solidFill>
                <a:schemeClr val="tx1"/>
              </a:solidFill>
            </a:endParaRPr>
          </a:p>
          <a:p>
            <a:pPr algn="ctr"/>
            <a:r>
              <a:rPr lang="ja-JP" altLang="en-US" sz="1600">
                <a:solidFill>
                  <a:schemeClr val="tx1"/>
                </a:solidFill>
              </a:rPr>
              <a:t>伝達</a:t>
            </a:r>
            <a:endParaRPr kumimoji="1" lang="ja-JP" altLang="en-US" sz="1600" dirty="0" err="1">
              <a:solidFill>
                <a:schemeClr val="tx1"/>
              </a:solidFill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AA8E14D7-F723-FB9B-E747-17F80EDB40A6}"/>
              </a:ext>
            </a:extLst>
          </p:cNvPr>
          <p:cNvSpPr/>
          <p:nvPr/>
        </p:nvSpPr>
        <p:spPr>
          <a:xfrm>
            <a:off x="5314691" y="1386276"/>
            <a:ext cx="743372" cy="286327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600">
                <a:solidFill>
                  <a:schemeClr val="tx1"/>
                </a:solidFill>
              </a:rPr>
              <a:t>移動</a:t>
            </a:r>
            <a:endParaRPr kumimoji="1" lang="ja-JP" altLang="en-US" sz="1600" dirty="0" err="1">
              <a:solidFill>
                <a:schemeClr val="tx1"/>
              </a:solidFill>
            </a:endParaRPr>
          </a:p>
        </p:txBody>
      </p: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A3E276A4-578D-26CF-D717-AC23CAB727CF}"/>
              </a:ext>
            </a:extLst>
          </p:cNvPr>
          <p:cNvCxnSpPr>
            <a:cxnSpLocks/>
          </p:cNvCxnSpPr>
          <p:nvPr/>
        </p:nvCxnSpPr>
        <p:spPr>
          <a:xfrm flipH="1" flipV="1">
            <a:off x="7549415" y="2775547"/>
            <a:ext cx="1367406" cy="1767160"/>
          </a:xfrm>
          <a:prstGeom prst="straightConnector1">
            <a:avLst/>
          </a:prstGeom>
          <a:ln w="38100">
            <a:solidFill>
              <a:srgbClr val="061F4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DD7DB0F7-719C-CF4F-CB18-93EE7A4B92EB}"/>
              </a:ext>
            </a:extLst>
          </p:cNvPr>
          <p:cNvCxnSpPr>
            <a:cxnSpLocks/>
          </p:cNvCxnSpPr>
          <p:nvPr/>
        </p:nvCxnSpPr>
        <p:spPr>
          <a:xfrm flipV="1">
            <a:off x="4220115" y="3011376"/>
            <a:ext cx="744174" cy="1073532"/>
          </a:xfrm>
          <a:prstGeom prst="straightConnector1">
            <a:avLst/>
          </a:prstGeom>
          <a:ln w="38100">
            <a:solidFill>
              <a:srgbClr val="061F4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F7EE2B4C-DACE-F1AA-5253-53000E949AEC}"/>
              </a:ext>
            </a:extLst>
          </p:cNvPr>
          <p:cNvSpPr/>
          <p:nvPr/>
        </p:nvSpPr>
        <p:spPr>
          <a:xfrm>
            <a:off x="1007343" y="5092479"/>
            <a:ext cx="1285313" cy="286327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600">
                <a:solidFill>
                  <a:schemeClr val="tx1"/>
                </a:solidFill>
              </a:rPr>
              <a:t>ロボット製造</a:t>
            </a:r>
            <a:endParaRPr kumimoji="1" lang="ja-JP" altLang="en-US" sz="1600" dirty="0" err="1">
              <a:solidFill>
                <a:schemeClr val="tx1"/>
              </a:solidFill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33392502-126C-9340-B577-0C39E4730389}"/>
              </a:ext>
            </a:extLst>
          </p:cNvPr>
          <p:cNvSpPr/>
          <p:nvPr/>
        </p:nvSpPr>
        <p:spPr>
          <a:xfrm>
            <a:off x="166084" y="3733400"/>
            <a:ext cx="2926454" cy="286327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600">
                <a:solidFill>
                  <a:schemeClr val="tx1"/>
                </a:solidFill>
              </a:rPr>
              <a:t>高品質</a:t>
            </a:r>
            <a:r>
              <a:rPr kumimoji="1" lang="en-US" altLang="ja-JP" sz="1600">
                <a:solidFill>
                  <a:schemeClr val="tx1"/>
                </a:solidFill>
              </a:rPr>
              <a:t>NW</a:t>
            </a:r>
            <a:r>
              <a:rPr kumimoji="1" lang="ja-JP" altLang="en-US" sz="1600">
                <a:solidFill>
                  <a:schemeClr val="tx1"/>
                </a:solidFill>
              </a:rPr>
              <a:t>提供</a:t>
            </a:r>
            <a:endParaRPr kumimoji="1" lang="ja-JP" altLang="en-US" sz="1600" dirty="0" err="1">
              <a:solidFill>
                <a:schemeClr val="tx1"/>
              </a:solidFill>
            </a:endParaRP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0F671A90-91DA-FC5D-FBC1-6877BDAFFA77}"/>
              </a:ext>
            </a:extLst>
          </p:cNvPr>
          <p:cNvSpPr/>
          <p:nvPr/>
        </p:nvSpPr>
        <p:spPr>
          <a:xfrm>
            <a:off x="813625" y="2789869"/>
            <a:ext cx="1584031" cy="91041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1792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FCE08-74D1-6BAC-23E3-8C643337F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4">
            <a:extLst>
              <a:ext uri="{FF2B5EF4-FFF2-40B4-BE49-F238E27FC236}">
                <a16:creationId xmlns:a16="http://schemas.microsoft.com/office/drawing/2014/main" id="{DF6480F2-86B2-E6AB-E0A3-DD342A859C4F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/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r>
              <a:rPr lang="ja-JP" altLang="en-US"/>
              <a:t>９．提供価値</a:t>
            </a:r>
          </a:p>
        </p:txBody>
      </p:sp>
      <p:sp>
        <p:nvSpPr>
          <p:cNvPr id="2" name="コンテンツ プレースホルダー 5">
            <a:extLst>
              <a:ext uri="{FF2B5EF4-FFF2-40B4-BE49-F238E27FC236}">
                <a16:creationId xmlns:a16="http://schemas.microsoft.com/office/drawing/2014/main" id="{AB3841F0-1217-C1F9-D756-FF6EE1C7C9E3}"/>
              </a:ext>
            </a:extLst>
          </p:cNvPr>
          <p:cNvSpPr txBox="1">
            <a:spLocks/>
          </p:cNvSpPr>
          <p:nvPr/>
        </p:nvSpPr>
        <p:spPr>
          <a:xfrm>
            <a:off x="371474" y="1038386"/>
            <a:ext cx="11448000" cy="5196814"/>
          </a:xfrm>
          <a:prstGeom prst="rect">
            <a:avLst/>
          </a:prstGeom>
        </p:spPr>
        <p:txBody>
          <a:bodyPr/>
          <a:lstStyle>
            <a:lvl1pPr marL="0" indent="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1pPr>
            <a:lvl2pPr marL="36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2pPr>
            <a:lvl3pPr marL="54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3pPr>
            <a:lvl4pPr marL="72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4pPr>
            <a:lvl5pPr marL="90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5pPr>
            <a:lvl6pPr marL="335254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利用者に感動体験を提供するとともに、孤独対策や地方創生といった</a:t>
            </a:r>
            <a:r>
              <a:rPr lang="ja-JP" altLang="en-US" b="1"/>
              <a:t>社会課題の解決</a:t>
            </a:r>
            <a:r>
              <a:rPr lang="ja-JP" altLang="en-US"/>
              <a:t>にもつなげる。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D470221C-844C-E8AC-CB8A-ADFA6D6925E7}"/>
              </a:ext>
            </a:extLst>
          </p:cNvPr>
          <p:cNvGrpSpPr/>
          <p:nvPr/>
        </p:nvGrpSpPr>
        <p:grpSpPr>
          <a:xfrm>
            <a:off x="759447" y="1957462"/>
            <a:ext cx="2838132" cy="3277269"/>
            <a:chOff x="759447" y="1957462"/>
            <a:chExt cx="2838132" cy="3277269"/>
          </a:xfrm>
        </p:grpSpPr>
        <p:sp>
          <p:nvSpPr>
            <p:cNvPr id="5" name="New shape">
              <a:extLst>
                <a:ext uri="{FF2B5EF4-FFF2-40B4-BE49-F238E27FC236}">
                  <a16:creationId xmlns:a16="http://schemas.microsoft.com/office/drawing/2014/main" id="{5C518774-2662-3759-9FC8-1DF56C6FF08E}"/>
                </a:ext>
              </a:extLst>
            </p:cNvPr>
            <p:cNvSpPr/>
            <p:nvPr/>
          </p:nvSpPr>
          <p:spPr>
            <a:xfrm>
              <a:off x="759447" y="1957463"/>
              <a:ext cx="2838132" cy="3277268"/>
            </a:xfrm>
            <a:custGeom>
              <a:avLst/>
              <a:gdLst/>
              <a:ahLst/>
              <a:cxnLst/>
              <a:rect l="l" t="t" r="r" b="b"/>
              <a:pathLst>
                <a:path w="9969500" h="4191000">
                  <a:moveTo>
                    <a:pt x="63500" y="0"/>
                  </a:moveTo>
                  <a:lnTo>
                    <a:pt x="9906000" y="0"/>
                  </a:lnTo>
                  <a:cubicBezTo>
                    <a:pt x="9941070" y="0"/>
                    <a:pt x="9969500" y="28430"/>
                    <a:pt x="9969500" y="63500"/>
                  </a:cubicBezTo>
                  <a:lnTo>
                    <a:pt x="9969500" y="4127500"/>
                  </a:lnTo>
                  <a:cubicBezTo>
                    <a:pt x="9969500" y="4162570"/>
                    <a:pt x="9941070" y="4191000"/>
                    <a:pt x="9906000" y="4191000"/>
                  </a:cubicBezTo>
                  <a:lnTo>
                    <a:pt x="63500" y="4191000"/>
                  </a:lnTo>
                  <a:cubicBezTo>
                    <a:pt x="28430" y="4191000"/>
                    <a:pt x="0" y="4162570"/>
                    <a:pt x="0" y="4127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5F9FF">
                <a:alpha val="100000"/>
              </a:srgbClr>
            </a:solidFill>
            <a:ln w="25400">
              <a:solidFill>
                <a:srgbClr val="90CAF9">
                  <a:alpha val="100000"/>
                </a:srgbClr>
              </a:solidFill>
            </a:ln>
          </p:spPr>
          <p:txBody>
            <a:bodyPr rtlCol="0" anchor="ctr"/>
            <a:lstStyle/>
            <a:p>
              <a:endParaRPr lang="en-US" altLang="ja-JP" sz="1400">
                <a:latin typeface="+mn-ea"/>
              </a:endParaRPr>
            </a:p>
            <a:p>
              <a:r>
                <a:rPr lang="en-US" altLang="ja-JP" sz="1600" b="1" u="sng">
                  <a:latin typeface="+mn-ea"/>
                </a:rPr>
                <a:t>Before</a:t>
              </a:r>
            </a:p>
            <a:p>
              <a:r>
                <a:rPr lang="ja-JP" altLang="en-US" sz="1600">
                  <a:latin typeface="+mn-ea"/>
                </a:rPr>
                <a:t>・旅行を諦めている</a:t>
              </a:r>
              <a:endParaRPr lang="en-US" altLang="ja-JP" sz="1600">
                <a:latin typeface="+mn-ea"/>
              </a:endParaRPr>
            </a:p>
            <a:p>
              <a:r>
                <a:rPr lang="ja-JP" altLang="en-US" sz="1600">
                  <a:latin typeface="+mn-ea"/>
                </a:rPr>
                <a:t>・家族へ遠慮</a:t>
              </a:r>
              <a:endParaRPr lang="en-US" altLang="ja-JP" sz="1600">
                <a:latin typeface="+mn-ea"/>
              </a:endParaRPr>
            </a:p>
            <a:p>
              <a:r>
                <a:rPr lang="ja-JP" altLang="en-US" sz="1600">
                  <a:latin typeface="+mn-ea"/>
                </a:rPr>
                <a:t>・孤独感</a:t>
              </a:r>
              <a:endParaRPr lang="en-US" altLang="ja-JP" sz="1600">
                <a:latin typeface="+mn-ea"/>
              </a:endParaRPr>
            </a:p>
            <a:p>
              <a:endParaRPr lang="en-US" altLang="ja-JP" sz="1600">
                <a:latin typeface="+mn-ea"/>
              </a:endParaRPr>
            </a:p>
            <a:p>
              <a:r>
                <a:rPr lang="ja-JP" altLang="en-US" sz="1600">
                  <a:latin typeface="+mn-ea"/>
                </a:rPr>
                <a:t>↓</a:t>
              </a:r>
              <a:endParaRPr lang="en-US" altLang="ja-JP" sz="1600">
                <a:latin typeface="+mn-ea"/>
              </a:endParaRPr>
            </a:p>
            <a:p>
              <a:endParaRPr lang="en-US" altLang="ja-JP" sz="1600">
                <a:latin typeface="+mn-ea"/>
              </a:endParaRPr>
            </a:p>
            <a:p>
              <a:r>
                <a:rPr lang="en-US" altLang="ja-JP" sz="1600" b="1" u="sng">
                  <a:latin typeface="+mn-ea"/>
                </a:rPr>
                <a:t>After</a:t>
              </a:r>
            </a:p>
            <a:p>
              <a:r>
                <a:rPr lang="ja-JP" altLang="en-US" sz="1600">
                  <a:latin typeface="+mn-ea"/>
                </a:rPr>
                <a:t>・自宅から旅行体験</a:t>
              </a:r>
              <a:endParaRPr lang="en-US" altLang="ja-JP" sz="1600">
                <a:latin typeface="+mn-ea"/>
              </a:endParaRPr>
            </a:p>
            <a:p>
              <a:r>
                <a:rPr lang="ja-JP" altLang="en-US" sz="1600">
                  <a:latin typeface="+mn-ea"/>
                </a:rPr>
                <a:t>・家族と感動共有</a:t>
              </a:r>
              <a:endParaRPr lang="en-US" altLang="ja-JP" sz="1600">
                <a:latin typeface="+mn-ea"/>
              </a:endParaRPr>
            </a:p>
            <a:p>
              <a:r>
                <a:rPr lang="ja-JP" altLang="en-US" sz="1600">
                  <a:latin typeface="+mn-ea"/>
                </a:rPr>
                <a:t>・社会とのつながり</a:t>
              </a:r>
              <a:endParaRPr lang="en-US" altLang="ja-JP" sz="1600">
                <a:latin typeface="+mn-ea"/>
              </a:endParaRPr>
            </a:p>
          </p:txBody>
        </p:sp>
        <p:sp>
          <p:nvSpPr>
            <p:cNvPr id="6" name="New shape">
              <a:extLst>
                <a:ext uri="{FF2B5EF4-FFF2-40B4-BE49-F238E27FC236}">
                  <a16:creationId xmlns:a16="http://schemas.microsoft.com/office/drawing/2014/main" id="{4192D476-54A1-045A-1D8E-ABF4E5E68E23}"/>
                </a:ext>
              </a:extLst>
            </p:cNvPr>
            <p:cNvSpPr/>
            <p:nvPr/>
          </p:nvSpPr>
          <p:spPr>
            <a:xfrm>
              <a:off x="759447" y="1957462"/>
              <a:ext cx="2838132" cy="274608"/>
            </a:xfrm>
            <a:custGeom>
              <a:avLst/>
              <a:gdLst/>
              <a:ahLst/>
              <a:cxnLst/>
              <a:rect l="l" t="t" r="r" b="b"/>
              <a:pathLst>
                <a:path w="9969500" h="635000">
                  <a:moveTo>
                    <a:pt x="63500" y="0"/>
                  </a:moveTo>
                  <a:lnTo>
                    <a:pt x="9906000" y="0"/>
                  </a:lnTo>
                  <a:cubicBezTo>
                    <a:pt x="9941070" y="0"/>
                    <a:pt x="9969500" y="28430"/>
                    <a:pt x="9969500" y="63500"/>
                  </a:cubicBezTo>
                  <a:lnTo>
                    <a:pt x="9969500" y="571500"/>
                  </a:lnTo>
                  <a:cubicBezTo>
                    <a:pt x="9969500" y="606570"/>
                    <a:pt x="9941070" y="635000"/>
                    <a:pt x="99060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3B82F6">
                <a:alpha val="100000"/>
              </a:srgbClr>
            </a:solidFill>
          </p:spPr>
          <p:txBody>
            <a:bodyPr rtlCol="0" anchor="ctr"/>
            <a:lstStyle/>
            <a:p>
              <a:pPr algn="ctr"/>
              <a:r>
                <a:rPr lang="ja-JP" altLang="en-US" sz="1600">
                  <a:solidFill>
                    <a:schemeClr val="bg1"/>
                  </a:solidFill>
                  <a:latin typeface="+mn-ea"/>
                </a:rPr>
                <a:t>利用者</a:t>
              </a:r>
              <a:endParaRPr sz="160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AA6CF762-9766-925C-D1C4-B16DBC17A564}"/>
              </a:ext>
            </a:extLst>
          </p:cNvPr>
          <p:cNvGrpSpPr/>
          <p:nvPr/>
        </p:nvGrpSpPr>
        <p:grpSpPr>
          <a:xfrm>
            <a:off x="7971970" y="1951326"/>
            <a:ext cx="2838132" cy="3277267"/>
            <a:chOff x="7065959" y="1951326"/>
            <a:chExt cx="2838132" cy="3277267"/>
          </a:xfrm>
        </p:grpSpPr>
        <p:sp>
          <p:nvSpPr>
            <p:cNvPr id="12" name="New shape">
              <a:extLst>
                <a:ext uri="{FF2B5EF4-FFF2-40B4-BE49-F238E27FC236}">
                  <a16:creationId xmlns:a16="http://schemas.microsoft.com/office/drawing/2014/main" id="{5FE96C67-DD8D-0398-00A6-BE29DCBD9824}"/>
                </a:ext>
              </a:extLst>
            </p:cNvPr>
            <p:cNvSpPr/>
            <p:nvPr/>
          </p:nvSpPr>
          <p:spPr>
            <a:xfrm>
              <a:off x="7065959" y="1951326"/>
              <a:ext cx="2838132" cy="3277267"/>
            </a:xfrm>
            <a:custGeom>
              <a:avLst/>
              <a:gdLst/>
              <a:ahLst/>
              <a:cxnLst/>
              <a:rect l="l" t="t" r="r" b="b"/>
              <a:pathLst>
                <a:path w="9969500" h="4191000">
                  <a:moveTo>
                    <a:pt x="63500" y="0"/>
                  </a:moveTo>
                  <a:lnTo>
                    <a:pt x="9906000" y="0"/>
                  </a:lnTo>
                  <a:cubicBezTo>
                    <a:pt x="9941070" y="0"/>
                    <a:pt x="9969500" y="28430"/>
                    <a:pt x="9969500" y="63500"/>
                  </a:cubicBezTo>
                  <a:lnTo>
                    <a:pt x="9969500" y="4127500"/>
                  </a:lnTo>
                  <a:cubicBezTo>
                    <a:pt x="9969500" y="4162570"/>
                    <a:pt x="9941070" y="4191000"/>
                    <a:pt x="9906000" y="4191000"/>
                  </a:cubicBezTo>
                  <a:lnTo>
                    <a:pt x="63500" y="4191000"/>
                  </a:lnTo>
                  <a:cubicBezTo>
                    <a:pt x="28430" y="4191000"/>
                    <a:pt x="0" y="4162570"/>
                    <a:pt x="0" y="4127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FBF0"/>
            </a:solidFill>
            <a:ln w="25400">
              <a:solidFill>
                <a:srgbClr val="FFCC80"/>
              </a:solidFill>
            </a:ln>
          </p:spPr>
          <p:txBody>
            <a:bodyPr rtlCol="0" anchor="ctr"/>
            <a:lstStyle/>
            <a:p>
              <a:endParaRPr lang="en-US" altLang="ja-JP" sz="1400">
                <a:latin typeface="+mn-ea"/>
              </a:endParaRPr>
            </a:p>
            <a:p>
              <a:r>
                <a:rPr lang="ja-JP" altLang="en-US" sz="1600">
                  <a:latin typeface="+mn-ea"/>
                </a:rPr>
                <a:t>・誰も取り残さない観光</a:t>
              </a:r>
              <a:endParaRPr lang="en-US" altLang="ja-JP" sz="1600">
                <a:latin typeface="+mn-ea"/>
              </a:endParaRPr>
            </a:p>
            <a:p>
              <a:endParaRPr lang="en-US" altLang="ja-JP" sz="1600">
                <a:latin typeface="+mn-ea"/>
              </a:endParaRPr>
            </a:p>
            <a:p>
              <a:r>
                <a:rPr lang="ja-JP" altLang="en-US" sz="1600">
                  <a:latin typeface="+mn-ea"/>
                </a:rPr>
                <a:t>・地方創生</a:t>
              </a:r>
              <a:endParaRPr lang="en-US" altLang="ja-JP" sz="1600">
                <a:latin typeface="+mn-ea"/>
              </a:endParaRPr>
            </a:p>
            <a:p>
              <a:endParaRPr lang="en-US" altLang="ja-JP" sz="1600">
                <a:latin typeface="+mn-ea"/>
              </a:endParaRPr>
            </a:p>
            <a:p>
              <a:r>
                <a:rPr lang="ja-JP" altLang="en-US" sz="1600">
                  <a:latin typeface="+mn-ea"/>
                </a:rPr>
                <a:t>・孤独対策</a:t>
              </a:r>
              <a:endParaRPr lang="en-US" altLang="ja-JP" sz="1600">
                <a:latin typeface="+mn-ea"/>
              </a:endParaRPr>
            </a:p>
            <a:p>
              <a:endParaRPr lang="en-US" altLang="ja-JP" sz="1600">
                <a:latin typeface="+mn-ea"/>
              </a:endParaRPr>
            </a:p>
            <a:p>
              <a:r>
                <a:rPr lang="ja-JP" altLang="en-US" sz="1600">
                  <a:latin typeface="+mn-ea"/>
                </a:rPr>
                <a:t>・社会参加促進</a:t>
              </a:r>
              <a:endParaRPr sz="1600">
                <a:latin typeface="+mn-ea"/>
              </a:endParaRPr>
            </a:p>
          </p:txBody>
        </p:sp>
        <p:sp>
          <p:nvSpPr>
            <p:cNvPr id="13" name="New shape">
              <a:extLst>
                <a:ext uri="{FF2B5EF4-FFF2-40B4-BE49-F238E27FC236}">
                  <a16:creationId xmlns:a16="http://schemas.microsoft.com/office/drawing/2014/main" id="{20AF4C7A-127A-846D-9250-182092FD4C76}"/>
                </a:ext>
              </a:extLst>
            </p:cNvPr>
            <p:cNvSpPr/>
            <p:nvPr/>
          </p:nvSpPr>
          <p:spPr>
            <a:xfrm>
              <a:off x="7065959" y="1951327"/>
              <a:ext cx="2838132" cy="274608"/>
            </a:xfrm>
            <a:custGeom>
              <a:avLst/>
              <a:gdLst/>
              <a:ahLst/>
              <a:cxnLst/>
              <a:rect l="l" t="t" r="r" b="b"/>
              <a:pathLst>
                <a:path w="9969500" h="635000">
                  <a:moveTo>
                    <a:pt x="63500" y="0"/>
                  </a:moveTo>
                  <a:lnTo>
                    <a:pt x="9906000" y="0"/>
                  </a:lnTo>
                  <a:cubicBezTo>
                    <a:pt x="9941070" y="0"/>
                    <a:pt x="9969500" y="28430"/>
                    <a:pt x="9969500" y="63500"/>
                  </a:cubicBezTo>
                  <a:lnTo>
                    <a:pt x="9969500" y="571500"/>
                  </a:lnTo>
                  <a:cubicBezTo>
                    <a:pt x="9969500" y="606570"/>
                    <a:pt x="9941070" y="635000"/>
                    <a:pt x="99060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59E0B"/>
            </a:solidFill>
          </p:spPr>
          <p:txBody>
            <a:bodyPr rtlCol="0" anchor="ctr"/>
            <a:lstStyle/>
            <a:p>
              <a:pPr algn="ctr"/>
              <a:r>
                <a:rPr lang="ja-JP" altLang="en-US" sz="1600">
                  <a:solidFill>
                    <a:schemeClr val="bg1"/>
                  </a:solidFill>
                  <a:latin typeface="+mn-ea"/>
                </a:rPr>
                <a:t>社会</a:t>
              </a:r>
              <a:endParaRPr sz="160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7A47E62C-CFF7-1FC8-012F-531CA3D07A01}"/>
              </a:ext>
            </a:extLst>
          </p:cNvPr>
          <p:cNvGrpSpPr/>
          <p:nvPr/>
        </p:nvGrpSpPr>
        <p:grpSpPr>
          <a:xfrm>
            <a:off x="4365709" y="1951327"/>
            <a:ext cx="2838132" cy="3277267"/>
            <a:chOff x="3912703" y="1951327"/>
            <a:chExt cx="2838132" cy="3277267"/>
          </a:xfrm>
        </p:grpSpPr>
        <p:sp>
          <p:nvSpPr>
            <p:cNvPr id="15" name="New shape">
              <a:extLst>
                <a:ext uri="{FF2B5EF4-FFF2-40B4-BE49-F238E27FC236}">
                  <a16:creationId xmlns:a16="http://schemas.microsoft.com/office/drawing/2014/main" id="{C5658B57-A13D-6DC1-FA40-B8EB5E86EE79}"/>
                </a:ext>
              </a:extLst>
            </p:cNvPr>
            <p:cNvSpPr/>
            <p:nvPr/>
          </p:nvSpPr>
          <p:spPr>
            <a:xfrm>
              <a:off x="3912703" y="1951327"/>
              <a:ext cx="2838132" cy="3277267"/>
            </a:xfrm>
            <a:custGeom>
              <a:avLst/>
              <a:gdLst/>
              <a:ahLst/>
              <a:cxnLst/>
              <a:rect l="l" t="t" r="r" b="b"/>
              <a:pathLst>
                <a:path w="9969500" h="4191000">
                  <a:moveTo>
                    <a:pt x="63500" y="0"/>
                  </a:moveTo>
                  <a:lnTo>
                    <a:pt x="9906000" y="0"/>
                  </a:lnTo>
                  <a:cubicBezTo>
                    <a:pt x="9941070" y="0"/>
                    <a:pt x="9969500" y="28430"/>
                    <a:pt x="9969500" y="63500"/>
                  </a:cubicBezTo>
                  <a:lnTo>
                    <a:pt x="9969500" y="4127500"/>
                  </a:lnTo>
                  <a:cubicBezTo>
                    <a:pt x="9969500" y="4162570"/>
                    <a:pt x="9941070" y="4191000"/>
                    <a:pt x="9906000" y="4191000"/>
                  </a:cubicBezTo>
                  <a:lnTo>
                    <a:pt x="63500" y="4191000"/>
                  </a:lnTo>
                  <a:cubicBezTo>
                    <a:pt x="28430" y="4191000"/>
                    <a:pt x="0" y="4162570"/>
                    <a:pt x="0" y="4127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5FFF5"/>
            </a:solidFill>
            <a:ln w="25400">
              <a:solidFill>
                <a:srgbClr val="A5D6A7"/>
              </a:solidFill>
            </a:ln>
          </p:spPr>
          <p:txBody>
            <a:bodyPr rtlCol="0" anchor="ctr"/>
            <a:lstStyle/>
            <a:p>
              <a:endParaRPr lang="en-US" altLang="ja-JP" sz="1400">
                <a:latin typeface="+mn-ea"/>
              </a:endParaRPr>
            </a:p>
            <a:p>
              <a:r>
                <a:rPr lang="ja-JP" altLang="en-US" sz="1600">
                  <a:latin typeface="+mn-ea"/>
                </a:rPr>
                <a:t>・移動困難者市場の開拓</a:t>
              </a:r>
              <a:endParaRPr lang="en-US" altLang="ja-JP" sz="1600">
                <a:latin typeface="+mn-ea"/>
              </a:endParaRPr>
            </a:p>
            <a:p>
              <a:endParaRPr lang="en-US" altLang="ja-JP" sz="1600">
                <a:latin typeface="+mn-ea"/>
              </a:endParaRPr>
            </a:p>
            <a:p>
              <a:r>
                <a:rPr lang="ja-JP" altLang="en-US" sz="1600">
                  <a:latin typeface="+mn-ea"/>
                </a:rPr>
                <a:t>・新しい観光体験サービス</a:t>
              </a:r>
              <a:endParaRPr lang="en-US" altLang="ja-JP" sz="1600">
                <a:latin typeface="+mn-ea"/>
              </a:endParaRPr>
            </a:p>
            <a:p>
              <a:endParaRPr lang="en-US" altLang="ja-JP" sz="1600">
                <a:latin typeface="+mn-ea"/>
              </a:endParaRPr>
            </a:p>
            <a:p>
              <a:r>
                <a:rPr lang="ja-JP" altLang="en-US" sz="1600">
                  <a:latin typeface="+mn-ea"/>
                </a:rPr>
                <a:t>・他社との差別化</a:t>
              </a:r>
              <a:endParaRPr lang="en-US" altLang="ja-JP" sz="1600">
                <a:latin typeface="+mn-ea"/>
              </a:endParaRPr>
            </a:p>
            <a:p>
              <a:endParaRPr lang="en-US" altLang="ja-JP" sz="1600">
                <a:latin typeface="+mn-ea"/>
              </a:endParaRPr>
            </a:p>
            <a:p>
              <a:r>
                <a:rPr lang="ja-JP" altLang="en-US" sz="1600">
                  <a:latin typeface="+mn-ea"/>
                </a:rPr>
                <a:t>・継続利用型サービス</a:t>
              </a:r>
              <a:endParaRPr lang="en-US" altLang="ja-JP" sz="1600">
                <a:latin typeface="+mn-ea"/>
              </a:endParaRPr>
            </a:p>
          </p:txBody>
        </p:sp>
        <p:sp>
          <p:nvSpPr>
            <p:cNvPr id="19" name="New shape">
              <a:extLst>
                <a:ext uri="{FF2B5EF4-FFF2-40B4-BE49-F238E27FC236}">
                  <a16:creationId xmlns:a16="http://schemas.microsoft.com/office/drawing/2014/main" id="{25BDC702-B0B5-6EDC-DC3D-D9A213113849}"/>
                </a:ext>
              </a:extLst>
            </p:cNvPr>
            <p:cNvSpPr/>
            <p:nvPr/>
          </p:nvSpPr>
          <p:spPr>
            <a:xfrm>
              <a:off x="3912703" y="1951328"/>
              <a:ext cx="2838132" cy="274608"/>
            </a:xfrm>
            <a:custGeom>
              <a:avLst/>
              <a:gdLst/>
              <a:ahLst/>
              <a:cxnLst/>
              <a:rect l="l" t="t" r="r" b="b"/>
              <a:pathLst>
                <a:path w="9969500" h="635000">
                  <a:moveTo>
                    <a:pt x="63500" y="0"/>
                  </a:moveTo>
                  <a:lnTo>
                    <a:pt x="9906000" y="0"/>
                  </a:lnTo>
                  <a:cubicBezTo>
                    <a:pt x="9941070" y="0"/>
                    <a:pt x="9969500" y="28430"/>
                    <a:pt x="9969500" y="63500"/>
                  </a:cubicBezTo>
                  <a:lnTo>
                    <a:pt x="9969500" y="571500"/>
                  </a:lnTo>
                  <a:cubicBezTo>
                    <a:pt x="9969500" y="606570"/>
                    <a:pt x="9941070" y="635000"/>
                    <a:pt x="99060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10B981"/>
            </a:solidFill>
          </p:spPr>
          <p:txBody>
            <a:bodyPr rtlCol="0" anchor="ctr"/>
            <a:lstStyle/>
            <a:p>
              <a:pPr algn="ctr"/>
              <a:r>
                <a:rPr lang="ja-JP" altLang="en-US" sz="1600">
                  <a:solidFill>
                    <a:schemeClr val="bg1"/>
                  </a:solidFill>
                  <a:latin typeface="+mn-ea"/>
                </a:rPr>
                <a:t>旅行会社</a:t>
              </a:r>
              <a:endParaRPr sz="1600">
                <a:solidFill>
                  <a:schemeClr val="bg1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692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55DF6-A1D4-FE4C-AB16-EADD7AEA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4">
            <a:extLst>
              <a:ext uri="{FF2B5EF4-FFF2-40B4-BE49-F238E27FC236}">
                <a16:creationId xmlns:a16="http://schemas.microsoft.com/office/drawing/2014/main" id="{95DC1BD4-A579-0AD8-CD0D-87FEBD35A7BE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/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r>
              <a:rPr lang="ja-JP" altLang="en-US"/>
              <a:t>１０．収益モデル</a:t>
            </a:r>
          </a:p>
        </p:txBody>
      </p:sp>
      <p:sp>
        <p:nvSpPr>
          <p:cNvPr id="2" name="コンテンツ プレースホルダー 5">
            <a:extLst>
              <a:ext uri="{FF2B5EF4-FFF2-40B4-BE49-F238E27FC236}">
                <a16:creationId xmlns:a16="http://schemas.microsoft.com/office/drawing/2014/main" id="{7CEE60B4-612C-0F30-CA17-FBE8381D6987}"/>
              </a:ext>
            </a:extLst>
          </p:cNvPr>
          <p:cNvSpPr txBox="1">
            <a:spLocks/>
          </p:cNvSpPr>
          <p:nvPr/>
        </p:nvSpPr>
        <p:spPr>
          <a:xfrm>
            <a:off x="371474" y="1038386"/>
            <a:ext cx="11448000" cy="5196814"/>
          </a:xfrm>
          <a:prstGeom prst="rect">
            <a:avLst/>
          </a:prstGeom>
        </p:spPr>
        <p:txBody>
          <a:bodyPr/>
          <a:lstStyle>
            <a:lvl1pPr marL="0" indent="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1pPr>
            <a:lvl2pPr marL="36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2pPr>
            <a:lvl3pPr marL="54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3pPr>
            <a:lvl4pPr marL="72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4pPr>
            <a:lvl5pPr marL="90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5pPr>
            <a:lvl6pPr marL="335254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個人利用の拡大と、</a:t>
            </a:r>
            <a:r>
              <a:rPr lang="en-US" altLang="ja-JP"/>
              <a:t>BtoB</a:t>
            </a:r>
            <a:r>
              <a:rPr lang="ja-JP" altLang="en-US"/>
              <a:t>契約による安定収益の両輪で、持続的な成長を実現する。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68A6C0A-A729-9BFA-F760-8BB82FBFF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083" y="1514171"/>
            <a:ext cx="8719834" cy="502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915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75736-F8FC-919C-5453-FC18572CB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4">
            <a:extLst>
              <a:ext uri="{FF2B5EF4-FFF2-40B4-BE49-F238E27FC236}">
                <a16:creationId xmlns:a16="http://schemas.microsoft.com/office/drawing/2014/main" id="{BE971E28-97D4-F92A-9AD0-CA5F9F425251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/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r>
              <a:rPr lang="ja-JP" altLang="en-US"/>
              <a:t>１１．リスク・課題</a:t>
            </a:r>
          </a:p>
        </p:txBody>
      </p:sp>
      <p:sp>
        <p:nvSpPr>
          <p:cNvPr id="2" name="コンテンツ プレースホルダー 5">
            <a:extLst>
              <a:ext uri="{FF2B5EF4-FFF2-40B4-BE49-F238E27FC236}">
                <a16:creationId xmlns:a16="http://schemas.microsoft.com/office/drawing/2014/main" id="{60395C8D-D3AE-C976-6506-28EEF4B995C7}"/>
              </a:ext>
            </a:extLst>
          </p:cNvPr>
          <p:cNvSpPr txBox="1">
            <a:spLocks/>
          </p:cNvSpPr>
          <p:nvPr/>
        </p:nvSpPr>
        <p:spPr>
          <a:xfrm>
            <a:off x="371474" y="1038386"/>
            <a:ext cx="11448000" cy="5196814"/>
          </a:xfrm>
          <a:prstGeom prst="rect">
            <a:avLst/>
          </a:prstGeom>
        </p:spPr>
        <p:txBody>
          <a:bodyPr/>
          <a:lstStyle>
            <a:lvl1pPr marL="0" indent="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1pPr>
            <a:lvl2pPr marL="36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2pPr>
            <a:lvl3pPr marL="54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3pPr>
            <a:lvl4pPr marL="72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4pPr>
            <a:lvl5pPr marL="90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5pPr>
            <a:lvl6pPr marL="335254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サービス導入にあたって考えられる主なリスクと対策は以下のとおり。</a:t>
            </a:r>
          </a:p>
        </p:txBody>
      </p:sp>
      <p:sp>
        <p:nvSpPr>
          <p:cNvPr id="3" name="New shape">
            <a:extLst>
              <a:ext uri="{FF2B5EF4-FFF2-40B4-BE49-F238E27FC236}">
                <a16:creationId xmlns:a16="http://schemas.microsoft.com/office/drawing/2014/main" id="{66CC320A-B9FA-9749-E32A-07538F81A77B}"/>
              </a:ext>
            </a:extLst>
          </p:cNvPr>
          <p:cNvSpPr/>
          <p:nvPr/>
        </p:nvSpPr>
        <p:spPr>
          <a:xfrm>
            <a:off x="1138442" y="1823442"/>
            <a:ext cx="4347427" cy="1084985"/>
          </a:xfrm>
          <a:custGeom>
            <a:avLst/>
            <a:gdLst/>
            <a:ahLst/>
            <a:cxnLst/>
            <a:rect l="l" t="t" r="r" b="b"/>
            <a:pathLst>
              <a:path w="9969500" h="4191000">
                <a:moveTo>
                  <a:pt x="63500" y="0"/>
                </a:moveTo>
                <a:lnTo>
                  <a:pt x="9906000" y="0"/>
                </a:lnTo>
                <a:cubicBezTo>
                  <a:pt x="9941070" y="0"/>
                  <a:pt x="9969500" y="28430"/>
                  <a:pt x="9969500" y="63500"/>
                </a:cubicBezTo>
                <a:lnTo>
                  <a:pt x="9969500" y="4127500"/>
                </a:lnTo>
                <a:cubicBezTo>
                  <a:pt x="9969500" y="4162570"/>
                  <a:pt x="9941070" y="4191000"/>
                  <a:pt x="9906000" y="4191000"/>
                </a:cubicBezTo>
                <a:lnTo>
                  <a:pt x="63500" y="4191000"/>
                </a:lnTo>
                <a:cubicBezTo>
                  <a:pt x="28430" y="4191000"/>
                  <a:pt x="0" y="4162570"/>
                  <a:pt x="0" y="412750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FF5F5"/>
          </a:solidFill>
          <a:ln w="25400">
            <a:solidFill>
              <a:srgbClr val="EF9A9A"/>
            </a:solidFill>
          </a:ln>
        </p:spPr>
        <p:txBody>
          <a:bodyPr rtlCol="0" anchor="ctr"/>
          <a:lstStyle/>
          <a:p>
            <a:endParaRPr lang="en-US" altLang="ja-JP" sz="1400">
              <a:latin typeface="+mn-ea"/>
            </a:endParaRPr>
          </a:p>
          <a:p>
            <a:r>
              <a:rPr lang="ja-JP" altLang="en-US" sz="1400" b="1">
                <a:latin typeface="+mn-ea"/>
              </a:rPr>
              <a:t>課題：</a:t>
            </a:r>
            <a:r>
              <a:rPr lang="ja-JP" altLang="en-US" sz="1400">
                <a:latin typeface="+mn-ea"/>
              </a:rPr>
              <a:t>階段がある、道が未舗装等でロボットが進めない</a:t>
            </a:r>
            <a:endParaRPr lang="en-US" altLang="ja-JP" sz="1400">
              <a:latin typeface="+mn-ea"/>
            </a:endParaRPr>
          </a:p>
          <a:p>
            <a:r>
              <a:rPr lang="ja-JP" altLang="en-US" sz="1400" b="1">
                <a:latin typeface="+mn-ea"/>
              </a:rPr>
              <a:t>対策：</a:t>
            </a:r>
            <a:r>
              <a:rPr lang="ja-JP" altLang="en-US" sz="1400">
                <a:latin typeface="+mn-ea"/>
              </a:rPr>
              <a:t>バリアフリールートに限定する、現地スタッフを付ける</a:t>
            </a:r>
            <a:endParaRPr lang="en-US" altLang="ja-JP" sz="1400">
              <a:latin typeface="+mn-ea"/>
            </a:endParaRPr>
          </a:p>
        </p:txBody>
      </p:sp>
      <p:sp>
        <p:nvSpPr>
          <p:cNvPr id="4" name="New shape">
            <a:extLst>
              <a:ext uri="{FF2B5EF4-FFF2-40B4-BE49-F238E27FC236}">
                <a16:creationId xmlns:a16="http://schemas.microsoft.com/office/drawing/2014/main" id="{AC68708B-BD1A-2D99-CA7E-EAB85C511F8E}"/>
              </a:ext>
            </a:extLst>
          </p:cNvPr>
          <p:cNvSpPr/>
          <p:nvPr/>
        </p:nvSpPr>
        <p:spPr>
          <a:xfrm>
            <a:off x="1138442" y="1823442"/>
            <a:ext cx="4347427" cy="274608"/>
          </a:xfrm>
          <a:custGeom>
            <a:avLst/>
            <a:gdLst/>
            <a:ahLst/>
            <a:cxnLst/>
            <a:rect l="l" t="t" r="r" b="b"/>
            <a:pathLst>
              <a:path w="9969500" h="635000">
                <a:moveTo>
                  <a:pt x="63500" y="0"/>
                </a:moveTo>
                <a:lnTo>
                  <a:pt x="9906000" y="0"/>
                </a:lnTo>
                <a:cubicBezTo>
                  <a:pt x="9941070" y="0"/>
                  <a:pt x="9969500" y="28430"/>
                  <a:pt x="9969500" y="63500"/>
                </a:cubicBezTo>
                <a:lnTo>
                  <a:pt x="9969500" y="571500"/>
                </a:lnTo>
                <a:cubicBezTo>
                  <a:pt x="9969500" y="606570"/>
                  <a:pt x="9941070" y="635000"/>
                  <a:pt x="9906000" y="635000"/>
                </a:cubicBezTo>
                <a:lnTo>
                  <a:pt x="63500" y="635000"/>
                </a:lnTo>
                <a:cubicBezTo>
                  <a:pt x="28430" y="635000"/>
                  <a:pt x="0" y="606570"/>
                  <a:pt x="0" y="57150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EF4444"/>
          </a:solidFill>
        </p:spPr>
        <p:txBody>
          <a:bodyPr rtlCol="0" anchor="ctr"/>
          <a:lstStyle/>
          <a:p>
            <a:pPr algn="ctr"/>
            <a:r>
              <a:rPr lang="ja-JP" altLang="en-US" sz="1600">
                <a:solidFill>
                  <a:schemeClr val="bg1"/>
                </a:solidFill>
                <a:latin typeface="+mn-ea"/>
              </a:rPr>
              <a:t>現地環境リスク</a:t>
            </a:r>
            <a:endParaRPr sz="160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New shape">
            <a:extLst>
              <a:ext uri="{FF2B5EF4-FFF2-40B4-BE49-F238E27FC236}">
                <a16:creationId xmlns:a16="http://schemas.microsoft.com/office/drawing/2014/main" id="{1A1B9A40-4726-B55B-EFA2-737C17B44F9F}"/>
              </a:ext>
            </a:extLst>
          </p:cNvPr>
          <p:cNvSpPr/>
          <p:nvPr/>
        </p:nvSpPr>
        <p:spPr>
          <a:xfrm>
            <a:off x="1138442" y="3393581"/>
            <a:ext cx="4347427" cy="1084985"/>
          </a:xfrm>
          <a:custGeom>
            <a:avLst/>
            <a:gdLst/>
            <a:ahLst/>
            <a:cxnLst/>
            <a:rect l="l" t="t" r="r" b="b"/>
            <a:pathLst>
              <a:path w="9969500" h="4191000">
                <a:moveTo>
                  <a:pt x="63500" y="0"/>
                </a:moveTo>
                <a:lnTo>
                  <a:pt x="9906000" y="0"/>
                </a:lnTo>
                <a:cubicBezTo>
                  <a:pt x="9941070" y="0"/>
                  <a:pt x="9969500" y="28430"/>
                  <a:pt x="9969500" y="63500"/>
                </a:cubicBezTo>
                <a:lnTo>
                  <a:pt x="9969500" y="4127500"/>
                </a:lnTo>
                <a:cubicBezTo>
                  <a:pt x="9969500" y="4162570"/>
                  <a:pt x="9941070" y="4191000"/>
                  <a:pt x="9906000" y="4191000"/>
                </a:cubicBezTo>
                <a:lnTo>
                  <a:pt x="63500" y="4191000"/>
                </a:lnTo>
                <a:cubicBezTo>
                  <a:pt x="28430" y="4191000"/>
                  <a:pt x="0" y="4162570"/>
                  <a:pt x="0" y="412750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FF5F5"/>
          </a:solidFill>
          <a:ln w="25400">
            <a:solidFill>
              <a:srgbClr val="EF9A9A"/>
            </a:solidFill>
          </a:ln>
        </p:spPr>
        <p:txBody>
          <a:bodyPr rtlCol="0" anchor="ctr"/>
          <a:lstStyle/>
          <a:p>
            <a:endParaRPr lang="en-US" altLang="ja-JP" sz="1400">
              <a:latin typeface="+mn-ea"/>
            </a:endParaRPr>
          </a:p>
          <a:p>
            <a:r>
              <a:rPr lang="ja-JP" altLang="en-US" sz="1400" b="1">
                <a:latin typeface="+mn-ea"/>
              </a:rPr>
              <a:t>課題：</a:t>
            </a:r>
            <a:r>
              <a:rPr lang="ja-JP" altLang="en-US" sz="1400">
                <a:latin typeface="+mn-ea"/>
              </a:rPr>
              <a:t>複雑な</a:t>
            </a:r>
            <a:r>
              <a:rPr lang="en-US" altLang="ja-JP" sz="1400">
                <a:latin typeface="+mn-ea"/>
              </a:rPr>
              <a:t>UI</a:t>
            </a:r>
            <a:r>
              <a:rPr lang="ja-JP" altLang="en-US" sz="1400">
                <a:latin typeface="+mn-ea"/>
              </a:rPr>
              <a:t>、誤操作による事故</a:t>
            </a:r>
            <a:endParaRPr lang="en-US" altLang="ja-JP" sz="1400">
              <a:latin typeface="+mn-ea"/>
            </a:endParaRPr>
          </a:p>
          <a:p>
            <a:r>
              <a:rPr lang="ja-JP" altLang="en-US" sz="1400" b="1">
                <a:latin typeface="+mn-ea"/>
              </a:rPr>
              <a:t>対策：</a:t>
            </a:r>
            <a:r>
              <a:rPr lang="ja-JP" altLang="en-US" sz="1400">
                <a:latin typeface="+mn-ea"/>
              </a:rPr>
              <a:t>シンプルな</a:t>
            </a:r>
            <a:r>
              <a:rPr lang="en-US" altLang="ja-JP" sz="1400">
                <a:latin typeface="+mn-ea"/>
              </a:rPr>
              <a:t>UI</a:t>
            </a:r>
            <a:r>
              <a:rPr lang="ja-JP" altLang="en-US" sz="1400">
                <a:latin typeface="+mn-ea"/>
              </a:rPr>
              <a:t>、自動停止、速度制限</a:t>
            </a:r>
            <a:endParaRPr lang="en-US" altLang="ja-JP" sz="1400">
              <a:latin typeface="+mn-ea"/>
            </a:endParaRPr>
          </a:p>
        </p:txBody>
      </p:sp>
      <p:sp>
        <p:nvSpPr>
          <p:cNvPr id="6" name="New shape">
            <a:extLst>
              <a:ext uri="{FF2B5EF4-FFF2-40B4-BE49-F238E27FC236}">
                <a16:creationId xmlns:a16="http://schemas.microsoft.com/office/drawing/2014/main" id="{BF6D5978-63AA-7E59-FEA2-35ED640898B3}"/>
              </a:ext>
            </a:extLst>
          </p:cNvPr>
          <p:cNvSpPr/>
          <p:nvPr/>
        </p:nvSpPr>
        <p:spPr>
          <a:xfrm>
            <a:off x="1138442" y="3393581"/>
            <a:ext cx="4347427" cy="274608"/>
          </a:xfrm>
          <a:custGeom>
            <a:avLst/>
            <a:gdLst/>
            <a:ahLst/>
            <a:cxnLst/>
            <a:rect l="l" t="t" r="r" b="b"/>
            <a:pathLst>
              <a:path w="9969500" h="635000">
                <a:moveTo>
                  <a:pt x="63500" y="0"/>
                </a:moveTo>
                <a:lnTo>
                  <a:pt x="9906000" y="0"/>
                </a:lnTo>
                <a:cubicBezTo>
                  <a:pt x="9941070" y="0"/>
                  <a:pt x="9969500" y="28430"/>
                  <a:pt x="9969500" y="63500"/>
                </a:cubicBezTo>
                <a:lnTo>
                  <a:pt x="9969500" y="571500"/>
                </a:lnTo>
                <a:cubicBezTo>
                  <a:pt x="9969500" y="606570"/>
                  <a:pt x="9941070" y="635000"/>
                  <a:pt x="9906000" y="635000"/>
                </a:cubicBezTo>
                <a:lnTo>
                  <a:pt x="63500" y="635000"/>
                </a:lnTo>
                <a:cubicBezTo>
                  <a:pt x="28430" y="635000"/>
                  <a:pt x="0" y="606570"/>
                  <a:pt x="0" y="57150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EF4444"/>
          </a:solidFill>
        </p:spPr>
        <p:txBody>
          <a:bodyPr rtlCol="0" anchor="ctr"/>
          <a:lstStyle/>
          <a:p>
            <a:pPr algn="ctr"/>
            <a:r>
              <a:rPr lang="ja-JP" altLang="en-US" sz="1600">
                <a:solidFill>
                  <a:schemeClr val="bg1"/>
                </a:solidFill>
                <a:latin typeface="+mn-ea"/>
              </a:rPr>
              <a:t>操作性リスク</a:t>
            </a:r>
            <a:endParaRPr sz="160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New shape">
            <a:extLst>
              <a:ext uri="{FF2B5EF4-FFF2-40B4-BE49-F238E27FC236}">
                <a16:creationId xmlns:a16="http://schemas.microsoft.com/office/drawing/2014/main" id="{10557EE2-2904-4BA7-8929-DB66711279DF}"/>
              </a:ext>
            </a:extLst>
          </p:cNvPr>
          <p:cNvSpPr/>
          <p:nvPr/>
        </p:nvSpPr>
        <p:spPr>
          <a:xfrm>
            <a:off x="6106123" y="1823442"/>
            <a:ext cx="4347427" cy="1084985"/>
          </a:xfrm>
          <a:custGeom>
            <a:avLst/>
            <a:gdLst/>
            <a:ahLst/>
            <a:cxnLst/>
            <a:rect l="l" t="t" r="r" b="b"/>
            <a:pathLst>
              <a:path w="9969500" h="4191000">
                <a:moveTo>
                  <a:pt x="63500" y="0"/>
                </a:moveTo>
                <a:lnTo>
                  <a:pt x="9906000" y="0"/>
                </a:lnTo>
                <a:cubicBezTo>
                  <a:pt x="9941070" y="0"/>
                  <a:pt x="9969500" y="28430"/>
                  <a:pt x="9969500" y="63500"/>
                </a:cubicBezTo>
                <a:lnTo>
                  <a:pt x="9969500" y="4127500"/>
                </a:lnTo>
                <a:cubicBezTo>
                  <a:pt x="9969500" y="4162570"/>
                  <a:pt x="9941070" y="4191000"/>
                  <a:pt x="9906000" y="4191000"/>
                </a:cubicBezTo>
                <a:lnTo>
                  <a:pt x="63500" y="4191000"/>
                </a:lnTo>
                <a:cubicBezTo>
                  <a:pt x="28430" y="4191000"/>
                  <a:pt x="0" y="4162570"/>
                  <a:pt x="0" y="412750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FF5F5"/>
          </a:solidFill>
          <a:ln w="25400">
            <a:solidFill>
              <a:srgbClr val="EF9A9A"/>
            </a:solidFill>
          </a:ln>
        </p:spPr>
        <p:txBody>
          <a:bodyPr rtlCol="0" anchor="ctr"/>
          <a:lstStyle/>
          <a:p>
            <a:endParaRPr lang="en-US" altLang="ja-JP" sz="1400">
              <a:latin typeface="+mn-ea"/>
            </a:endParaRPr>
          </a:p>
          <a:p>
            <a:r>
              <a:rPr lang="ja-JP" altLang="en-US" sz="1400" b="1">
                <a:latin typeface="+mn-ea"/>
              </a:rPr>
              <a:t>課題：</a:t>
            </a:r>
            <a:r>
              <a:rPr lang="ja-JP" altLang="en-US" sz="1400">
                <a:latin typeface="+mn-ea"/>
              </a:rPr>
              <a:t>旅行の「偽物感」</a:t>
            </a:r>
            <a:endParaRPr lang="en-US" altLang="ja-JP" sz="1400">
              <a:latin typeface="+mn-ea"/>
            </a:endParaRPr>
          </a:p>
          <a:p>
            <a:r>
              <a:rPr lang="ja-JP" altLang="en-US" sz="1400" b="1">
                <a:latin typeface="+mn-ea"/>
              </a:rPr>
              <a:t>対策：</a:t>
            </a:r>
            <a:r>
              <a:rPr lang="en-US" altLang="ja-JP" sz="1400">
                <a:latin typeface="+mn-ea"/>
              </a:rPr>
              <a:t>”</a:t>
            </a:r>
            <a:r>
              <a:rPr lang="ja-JP" altLang="en-US" sz="1400">
                <a:latin typeface="+mn-ea"/>
              </a:rPr>
              <a:t>代替</a:t>
            </a:r>
            <a:r>
              <a:rPr lang="en-US" altLang="ja-JP" sz="1400">
                <a:latin typeface="+mn-ea"/>
              </a:rPr>
              <a:t>”</a:t>
            </a:r>
            <a:r>
              <a:rPr lang="ja-JP" altLang="en-US" sz="1400">
                <a:latin typeface="+mn-ea"/>
              </a:rPr>
              <a:t>ではなく</a:t>
            </a:r>
            <a:r>
              <a:rPr lang="en-US" altLang="ja-JP" sz="1400">
                <a:latin typeface="+mn-ea"/>
              </a:rPr>
              <a:t>”</a:t>
            </a:r>
            <a:r>
              <a:rPr lang="ja-JP" altLang="en-US" sz="1400">
                <a:latin typeface="+mn-ea"/>
              </a:rPr>
              <a:t>新しい旅行体験</a:t>
            </a:r>
            <a:r>
              <a:rPr lang="en-US" altLang="ja-JP" sz="1400">
                <a:latin typeface="+mn-ea"/>
              </a:rPr>
              <a:t>”</a:t>
            </a:r>
            <a:r>
              <a:rPr lang="ja-JP" altLang="en-US" sz="1400">
                <a:latin typeface="+mn-ea"/>
              </a:rPr>
              <a:t>として定義</a:t>
            </a:r>
            <a:endParaRPr lang="en-US" altLang="ja-JP" sz="1400">
              <a:latin typeface="+mn-ea"/>
            </a:endParaRPr>
          </a:p>
        </p:txBody>
      </p:sp>
      <p:sp>
        <p:nvSpPr>
          <p:cNvPr id="8" name="New shape">
            <a:extLst>
              <a:ext uri="{FF2B5EF4-FFF2-40B4-BE49-F238E27FC236}">
                <a16:creationId xmlns:a16="http://schemas.microsoft.com/office/drawing/2014/main" id="{24A83789-864D-8ED8-8026-2AF58656B26F}"/>
              </a:ext>
            </a:extLst>
          </p:cNvPr>
          <p:cNvSpPr/>
          <p:nvPr/>
        </p:nvSpPr>
        <p:spPr>
          <a:xfrm>
            <a:off x="6106123" y="1823442"/>
            <a:ext cx="4347427" cy="274608"/>
          </a:xfrm>
          <a:custGeom>
            <a:avLst/>
            <a:gdLst/>
            <a:ahLst/>
            <a:cxnLst/>
            <a:rect l="l" t="t" r="r" b="b"/>
            <a:pathLst>
              <a:path w="9969500" h="635000">
                <a:moveTo>
                  <a:pt x="63500" y="0"/>
                </a:moveTo>
                <a:lnTo>
                  <a:pt x="9906000" y="0"/>
                </a:lnTo>
                <a:cubicBezTo>
                  <a:pt x="9941070" y="0"/>
                  <a:pt x="9969500" y="28430"/>
                  <a:pt x="9969500" y="63500"/>
                </a:cubicBezTo>
                <a:lnTo>
                  <a:pt x="9969500" y="571500"/>
                </a:lnTo>
                <a:cubicBezTo>
                  <a:pt x="9969500" y="606570"/>
                  <a:pt x="9941070" y="635000"/>
                  <a:pt x="9906000" y="635000"/>
                </a:cubicBezTo>
                <a:lnTo>
                  <a:pt x="63500" y="635000"/>
                </a:lnTo>
                <a:cubicBezTo>
                  <a:pt x="28430" y="635000"/>
                  <a:pt x="0" y="606570"/>
                  <a:pt x="0" y="57150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EF4444"/>
          </a:solidFill>
        </p:spPr>
        <p:txBody>
          <a:bodyPr rtlCol="0" anchor="ctr"/>
          <a:lstStyle/>
          <a:p>
            <a:pPr algn="ctr"/>
            <a:r>
              <a:rPr lang="ja-JP" altLang="en-US" sz="1600">
                <a:solidFill>
                  <a:schemeClr val="bg1"/>
                </a:solidFill>
                <a:latin typeface="+mn-ea"/>
              </a:rPr>
              <a:t>受容性リスク（利用者）</a:t>
            </a:r>
            <a:endParaRPr sz="160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New shape">
            <a:extLst>
              <a:ext uri="{FF2B5EF4-FFF2-40B4-BE49-F238E27FC236}">
                <a16:creationId xmlns:a16="http://schemas.microsoft.com/office/drawing/2014/main" id="{FC8C1CB9-AC08-B190-5788-A11EBDD95769}"/>
              </a:ext>
            </a:extLst>
          </p:cNvPr>
          <p:cNvSpPr/>
          <p:nvPr/>
        </p:nvSpPr>
        <p:spPr>
          <a:xfrm>
            <a:off x="6106123" y="3379002"/>
            <a:ext cx="4347427" cy="1084985"/>
          </a:xfrm>
          <a:custGeom>
            <a:avLst/>
            <a:gdLst/>
            <a:ahLst/>
            <a:cxnLst/>
            <a:rect l="l" t="t" r="r" b="b"/>
            <a:pathLst>
              <a:path w="9969500" h="4191000">
                <a:moveTo>
                  <a:pt x="63500" y="0"/>
                </a:moveTo>
                <a:lnTo>
                  <a:pt x="9906000" y="0"/>
                </a:lnTo>
                <a:cubicBezTo>
                  <a:pt x="9941070" y="0"/>
                  <a:pt x="9969500" y="28430"/>
                  <a:pt x="9969500" y="63500"/>
                </a:cubicBezTo>
                <a:lnTo>
                  <a:pt x="9969500" y="4127500"/>
                </a:lnTo>
                <a:cubicBezTo>
                  <a:pt x="9969500" y="4162570"/>
                  <a:pt x="9941070" y="4191000"/>
                  <a:pt x="9906000" y="4191000"/>
                </a:cubicBezTo>
                <a:lnTo>
                  <a:pt x="63500" y="4191000"/>
                </a:lnTo>
                <a:cubicBezTo>
                  <a:pt x="28430" y="4191000"/>
                  <a:pt x="0" y="4162570"/>
                  <a:pt x="0" y="412750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FF5F5"/>
          </a:solidFill>
          <a:ln w="25400">
            <a:solidFill>
              <a:srgbClr val="EF9A9A"/>
            </a:solidFill>
          </a:ln>
        </p:spPr>
        <p:txBody>
          <a:bodyPr rtlCol="0" anchor="ctr"/>
          <a:lstStyle/>
          <a:p>
            <a:endParaRPr lang="en-US" altLang="ja-JP" sz="1400">
              <a:latin typeface="+mn-ea"/>
            </a:endParaRPr>
          </a:p>
          <a:p>
            <a:r>
              <a:rPr lang="ja-JP" altLang="en-US" sz="1400" b="1">
                <a:latin typeface="+mn-ea"/>
              </a:rPr>
              <a:t>課題：</a:t>
            </a:r>
            <a:r>
              <a:rPr lang="ja-JP" altLang="en-US" sz="1400">
                <a:latin typeface="+mn-ea"/>
              </a:rPr>
              <a:t>景観問題、通行の邪魔</a:t>
            </a:r>
            <a:endParaRPr lang="en-US" altLang="ja-JP" sz="1400">
              <a:latin typeface="+mn-ea"/>
            </a:endParaRPr>
          </a:p>
          <a:p>
            <a:r>
              <a:rPr lang="ja-JP" altLang="en-US" sz="1400" b="1">
                <a:latin typeface="+mn-ea"/>
              </a:rPr>
              <a:t>対策：</a:t>
            </a:r>
            <a:r>
              <a:rPr lang="ja-JP" altLang="en-US" sz="1400">
                <a:latin typeface="+mn-ea"/>
              </a:rPr>
              <a:t>利用エリア制限、小型化</a:t>
            </a:r>
            <a:endParaRPr lang="en-US" altLang="ja-JP" sz="1400">
              <a:latin typeface="+mn-ea"/>
            </a:endParaRPr>
          </a:p>
        </p:txBody>
      </p:sp>
      <p:sp>
        <p:nvSpPr>
          <p:cNvPr id="10" name="New shape">
            <a:extLst>
              <a:ext uri="{FF2B5EF4-FFF2-40B4-BE49-F238E27FC236}">
                <a16:creationId xmlns:a16="http://schemas.microsoft.com/office/drawing/2014/main" id="{C1C8A3B4-008D-A91A-2D5F-34A37C4CC478}"/>
              </a:ext>
            </a:extLst>
          </p:cNvPr>
          <p:cNvSpPr/>
          <p:nvPr/>
        </p:nvSpPr>
        <p:spPr>
          <a:xfrm>
            <a:off x="6106123" y="3379002"/>
            <a:ext cx="4347427" cy="274608"/>
          </a:xfrm>
          <a:custGeom>
            <a:avLst/>
            <a:gdLst/>
            <a:ahLst/>
            <a:cxnLst/>
            <a:rect l="l" t="t" r="r" b="b"/>
            <a:pathLst>
              <a:path w="9969500" h="635000">
                <a:moveTo>
                  <a:pt x="63500" y="0"/>
                </a:moveTo>
                <a:lnTo>
                  <a:pt x="9906000" y="0"/>
                </a:lnTo>
                <a:cubicBezTo>
                  <a:pt x="9941070" y="0"/>
                  <a:pt x="9969500" y="28430"/>
                  <a:pt x="9969500" y="63500"/>
                </a:cubicBezTo>
                <a:lnTo>
                  <a:pt x="9969500" y="571500"/>
                </a:lnTo>
                <a:cubicBezTo>
                  <a:pt x="9969500" y="606570"/>
                  <a:pt x="9941070" y="635000"/>
                  <a:pt x="9906000" y="635000"/>
                </a:cubicBezTo>
                <a:lnTo>
                  <a:pt x="63500" y="635000"/>
                </a:lnTo>
                <a:cubicBezTo>
                  <a:pt x="28430" y="635000"/>
                  <a:pt x="0" y="606570"/>
                  <a:pt x="0" y="57150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EF4444"/>
          </a:solidFill>
        </p:spPr>
        <p:txBody>
          <a:bodyPr rtlCol="0" anchor="ctr"/>
          <a:lstStyle/>
          <a:p>
            <a:pPr algn="ctr"/>
            <a:r>
              <a:rPr lang="ja-JP" altLang="en-US" sz="1600">
                <a:solidFill>
                  <a:schemeClr val="bg1"/>
                </a:solidFill>
                <a:latin typeface="+mn-ea"/>
              </a:rPr>
              <a:t>受容性リスク（観光地）</a:t>
            </a:r>
            <a:endParaRPr lang="en-US" altLang="ja-JP" sz="160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New shape">
            <a:extLst>
              <a:ext uri="{FF2B5EF4-FFF2-40B4-BE49-F238E27FC236}">
                <a16:creationId xmlns:a16="http://schemas.microsoft.com/office/drawing/2014/main" id="{7863F850-2D3D-B499-25DD-598BC3F72258}"/>
              </a:ext>
            </a:extLst>
          </p:cNvPr>
          <p:cNvSpPr/>
          <p:nvPr/>
        </p:nvSpPr>
        <p:spPr>
          <a:xfrm>
            <a:off x="1138442" y="4981708"/>
            <a:ext cx="9315108" cy="885677"/>
          </a:xfrm>
          <a:custGeom>
            <a:avLst/>
            <a:gdLst/>
            <a:ahLst/>
            <a:cxnLst/>
            <a:rect l="l" t="t" r="r" b="b"/>
            <a:pathLst>
              <a:path w="9969500" h="4191000">
                <a:moveTo>
                  <a:pt x="63500" y="0"/>
                </a:moveTo>
                <a:lnTo>
                  <a:pt x="9906000" y="0"/>
                </a:lnTo>
                <a:cubicBezTo>
                  <a:pt x="9941070" y="0"/>
                  <a:pt x="9969500" y="28430"/>
                  <a:pt x="9969500" y="63500"/>
                </a:cubicBezTo>
                <a:lnTo>
                  <a:pt x="9969500" y="4127500"/>
                </a:lnTo>
                <a:cubicBezTo>
                  <a:pt x="9969500" y="4162570"/>
                  <a:pt x="9941070" y="4191000"/>
                  <a:pt x="9906000" y="4191000"/>
                </a:cubicBezTo>
                <a:lnTo>
                  <a:pt x="63500" y="4191000"/>
                </a:lnTo>
                <a:cubicBezTo>
                  <a:pt x="28430" y="4191000"/>
                  <a:pt x="0" y="4162570"/>
                  <a:pt x="0" y="412750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txBody>
          <a:bodyPr rtlCol="0" anchor="ctr"/>
          <a:lstStyle/>
          <a:p>
            <a:r>
              <a:rPr lang="ja-JP" altLang="en-US" sz="2000">
                <a:latin typeface="+mn-ea"/>
              </a:rPr>
              <a:t> </a:t>
            </a:r>
            <a:r>
              <a:rPr lang="ja-JP" altLang="en-US">
                <a:latin typeface="+mn-ea"/>
              </a:rPr>
              <a:t>▶ まずは</a:t>
            </a:r>
            <a:r>
              <a:rPr lang="ja-JP" altLang="en-US" u="sng">
                <a:latin typeface="+mn-ea"/>
              </a:rPr>
              <a:t>バリアフリー観光地</a:t>
            </a:r>
            <a:r>
              <a:rPr lang="ja-JP" altLang="en-US">
                <a:latin typeface="+mn-ea"/>
              </a:rPr>
              <a:t>や、</a:t>
            </a:r>
            <a:r>
              <a:rPr lang="ja-JP" altLang="en-US" u="sng">
                <a:latin typeface="+mn-ea"/>
              </a:rPr>
              <a:t>屋内施設</a:t>
            </a:r>
            <a:r>
              <a:rPr lang="ja-JP" altLang="en-US">
                <a:latin typeface="+mn-ea"/>
              </a:rPr>
              <a:t>から</a:t>
            </a:r>
            <a:r>
              <a:rPr lang="ja-JP" altLang="en-US" b="1">
                <a:latin typeface="+mn-ea"/>
              </a:rPr>
              <a:t>段階導入</a:t>
            </a:r>
            <a:r>
              <a:rPr lang="ja-JP" altLang="en-US">
                <a:latin typeface="+mn-ea"/>
              </a:rPr>
              <a:t>を行う</a:t>
            </a:r>
            <a:endParaRPr lang="en-US" altLang="ja-JP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71797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3C63-431D-6E0E-B0BD-2074C306C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6EC4C33-46E1-0738-2640-32722977E910}"/>
              </a:ext>
            </a:extLst>
          </p:cNvPr>
          <p:cNvSpPr/>
          <p:nvPr/>
        </p:nvSpPr>
        <p:spPr>
          <a:xfrm>
            <a:off x="370800" y="1356720"/>
            <a:ext cx="11022136" cy="4878479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3175">
            <a:noFill/>
          </a:ln>
          <a:effectLst>
            <a:softEdge rad="635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dirty="0" err="1">
              <a:solidFill>
                <a:schemeClr val="tx1"/>
              </a:solidFill>
            </a:endParaRPr>
          </a:p>
        </p:txBody>
      </p:sp>
      <p:sp>
        <p:nvSpPr>
          <p:cNvPr id="17" name="タイトル 4">
            <a:extLst>
              <a:ext uri="{FF2B5EF4-FFF2-40B4-BE49-F238E27FC236}">
                <a16:creationId xmlns:a16="http://schemas.microsoft.com/office/drawing/2014/main" id="{08A0E6D6-EB18-82A4-F78D-E72EE785D023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/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r>
              <a:rPr lang="ja-JP" altLang="en-US"/>
              <a:t>１２．今後の展望</a:t>
            </a:r>
          </a:p>
        </p:txBody>
      </p:sp>
      <p:sp>
        <p:nvSpPr>
          <p:cNvPr id="2" name="コンテンツ プレースホルダー 5">
            <a:extLst>
              <a:ext uri="{FF2B5EF4-FFF2-40B4-BE49-F238E27FC236}">
                <a16:creationId xmlns:a16="http://schemas.microsoft.com/office/drawing/2014/main" id="{03FEFA9C-4DC0-AF69-EA55-A2572EDB0588}"/>
              </a:ext>
            </a:extLst>
          </p:cNvPr>
          <p:cNvSpPr txBox="1">
            <a:spLocks/>
          </p:cNvSpPr>
          <p:nvPr/>
        </p:nvSpPr>
        <p:spPr>
          <a:xfrm>
            <a:off x="371474" y="1038386"/>
            <a:ext cx="11448000" cy="5196814"/>
          </a:xfrm>
          <a:prstGeom prst="rect">
            <a:avLst/>
          </a:prstGeom>
        </p:spPr>
        <p:txBody>
          <a:bodyPr/>
          <a:lstStyle>
            <a:lvl1pPr marL="0" indent="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1pPr>
            <a:lvl2pPr marL="36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2pPr>
            <a:lvl3pPr marL="54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3pPr>
            <a:lvl4pPr marL="72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4pPr>
            <a:lvl5pPr marL="90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5pPr>
            <a:lvl6pPr marL="335254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技術の進化を踏まえ、全ての人が世界中を疑似旅行できる社会を目指す。</a:t>
            </a:r>
          </a:p>
        </p:txBody>
      </p:sp>
      <p:sp>
        <p:nvSpPr>
          <p:cNvPr id="5" name="フリーフォーム 18">
            <a:extLst>
              <a:ext uri="{FF2B5EF4-FFF2-40B4-BE49-F238E27FC236}">
                <a16:creationId xmlns:a16="http://schemas.microsoft.com/office/drawing/2014/main" id="{F2D67E9C-665A-5254-C47C-282CD6B0B1D1}"/>
              </a:ext>
            </a:extLst>
          </p:cNvPr>
          <p:cNvSpPr/>
          <p:nvPr/>
        </p:nvSpPr>
        <p:spPr bwMode="auto">
          <a:xfrm>
            <a:off x="1040697" y="2735558"/>
            <a:ext cx="8574088" cy="2870200"/>
          </a:xfrm>
          <a:custGeom>
            <a:avLst/>
            <a:gdLst>
              <a:gd name="connsiteX0" fmla="*/ 0 w 7351486"/>
              <a:gd name="connsiteY0" fmla="*/ 2518229 h 3679371"/>
              <a:gd name="connsiteX1" fmla="*/ 6937829 w 7351486"/>
              <a:gd name="connsiteY1" fmla="*/ 87086 h 3679371"/>
              <a:gd name="connsiteX2" fmla="*/ 6749143 w 7351486"/>
              <a:gd name="connsiteY2" fmla="*/ 0 h 3679371"/>
              <a:gd name="connsiteX3" fmla="*/ 7307943 w 7351486"/>
              <a:gd name="connsiteY3" fmla="*/ 65314 h 3679371"/>
              <a:gd name="connsiteX4" fmla="*/ 7351486 w 7351486"/>
              <a:gd name="connsiteY4" fmla="*/ 420914 h 3679371"/>
              <a:gd name="connsiteX5" fmla="*/ 7155543 w 7351486"/>
              <a:gd name="connsiteY5" fmla="*/ 283029 h 3679371"/>
              <a:gd name="connsiteX6" fmla="*/ 341086 w 7351486"/>
              <a:gd name="connsiteY6" fmla="*/ 3679371 h 3679371"/>
              <a:gd name="connsiteX7" fmla="*/ 341086 w 7351486"/>
              <a:gd name="connsiteY7" fmla="*/ 3679371 h 3679371"/>
              <a:gd name="connsiteX8" fmla="*/ 341086 w 7351486"/>
              <a:gd name="connsiteY8" fmla="*/ 3679371 h 3679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51486" h="3679371">
                <a:moveTo>
                  <a:pt x="0" y="2518229"/>
                </a:moveTo>
                <a:lnTo>
                  <a:pt x="6937829" y="87086"/>
                </a:lnTo>
                <a:lnTo>
                  <a:pt x="6749143" y="0"/>
                </a:lnTo>
                <a:lnTo>
                  <a:pt x="7307943" y="65314"/>
                </a:lnTo>
                <a:lnTo>
                  <a:pt x="7351486" y="420914"/>
                </a:lnTo>
                <a:lnTo>
                  <a:pt x="7155543" y="283029"/>
                </a:lnTo>
                <a:lnTo>
                  <a:pt x="341086" y="3679371"/>
                </a:lnTo>
                <a:lnTo>
                  <a:pt x="341086" y="3679371"/>
                </a:lnTo>
                <a:lnTo>
                  <a:pt x="341086" y="3679371"/>
                </a:lnTo>
              </a:path>
            </a:pathLst>
          </a:custGeom>
          <a:gradFill>
            <a:gsLst>
              <a:gs pos="100000">
                <a:schemeClr val="accent1">
                  <a:tint val="66000"/>
                  <a:satMod val="160000"/>
                  <a:alpha val="48000"/>
                  <a:lumMod val="48000"/>
                  <a:lumOff val="52000"/>
                </a:schemeClr>
              </a:gs>
              <a:gs pos="0">
                <a:schemeClr val="bg1"/>
              </a:gs>
            </a:gsLst>
            <a:lin ang="2700000" scaled="0"/>
          </a:gradFill>
          <a:ln>
            <a:gradFill flip="none" rotWithShape="1">
              <a:gsLst>
                <a:gs pos="100000">
                  <a:schemeClr val="accent1">
                    <a:tint val="66000"/>
                    <a:satMod val="160000"/>
                  </a:schemeClr>
                </a:gs>
                <a:gs pos="0">
                  <a:schemeClr val="bg1"/>
                </a:gs>
              </a:gsLst>
              <a:lin ang="2700000" scaled="0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6400F22-72E0-AA2C-8385-AFB249C10409}"/>
              </a:ext>
            </a:extLst>
          </p:cNvPr>
          <p:cNvSpPr txBox="1"/>
          <p:nvPr/>
        </p:nvSpPr>
        <p:spPr bwMode="auto">
          <a:xfrm>
            <a:off x="7664334" y="3021724"/>
            <a:ext cx="880429" cy="369397"/>
          </a:xfrm>
          <a:prstGeom prst="rect">
            <a:avLst/>
          </a:prstGeom>
          <a:noFill/>
          <a:scene3d>
            <a:camera prst="isometricTopUp">
              <a:rot lat="19476224" lon="18883146" rev="3009746"/>
            </a:camera>
            <a:lightRig rig="threePt" dir="t"/>
          </a:scene3d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dirty="0">
                <a:latin typeface="+mn-lt"/>
                <a:ea typeface="+mn-ea"/>
              </a:rPr>
              <a:t>10</a:t>
            </a:r>
            <a:r>
              <a:rPr lang="ja-JP" altLang="en-US" dirty="0">
                <a:latin typeface="+mn-lt"/>
                <a:ea typeface="+mn-ea"/>
              </a:rPr>
              <a:t>年後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40BB9D6-C0AE-803D-C9D4-DD668B4AF652}"/>
              </a:ext>
            </a:extLst>
          </p:cNvPr>
          <p:cNvSpPr txBox="1"/>
          <p:nvPr/>
        </p:nvSpPr>
        <p:spPr bwMode="auto">
          <a:xfrm>
            <a:off x="4407547" y="3838170"/>
            <a:ext cx="1085628" cy="523312"/>
          </a:xfrm>
          <a:prstGeom prst="rect">
            <a:avLst/>
          </a:prstGeom>
          <a:noFill/>
          <a:scene3d>
            <a:camera prst="isometricTopUp">
              <a:rot lat="19476224" lon="18883146" rev="3009746"/>
            </a:camera>
            <a:lightRig rig="threePt" dir="t"/>
          </a:scene3d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2800" dirty="0">
                <a:latin typeface="+mn-lt"/>
                <a:ea typeface="+mn-ea"/>
              </a:rPr>
              <a:t>5</a:t>
            </a:r>
            <a:r>
              <a:rPr lang="ja-JP" altLang="en-US" sz="2800" dirty="0">
                <a:latin typeface="+mn-lt"/>
                <a:ea typeface="+mn-ea"/>
              </a:rPr>
              <a:t>年後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F27328C-CCE9-4179-492D-790679AF331A}"/>
              </a:ext>
            </a:extLst>
          </p:cNvPr>
          <p:cNvSpPr/>
          <p:nvPr/>
        </p:nvSpPr>
        <p:spPr>
          <a:xfrm>
            <a:off x="3701138" y="3010993"/>
            <a:ext cx="1792037" cy="286327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600">
                <a:solidFill>
                  <a:schemeClr val="tx1"/>
                </a:solidFill>
              </a:rPr>
              <a:t>現地スタッフ不要に</a:t>
            </a:r>
            <a:endParaRPr kumimoji="1" lang="ja-JP" altLang="en-US" sz="1600" dirty="0" err="1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17B7EA1-8849-B528-6BB9-1269E49DE80A}"/>
              </a:ext>
            </a:extLst>
          </p:cNvPr>
          <p:cNvSpPr/>
          <p:nvPr/>
        </p:nvSpPr>
        <p:spPr>
          <a:xfrm>
            <a:off x="2268750" y="5384060"/>
            <a:ext cx="1626603" cy="286327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600">
                <a:solidFill>
                  <a:schemeClr val="tx1"/>
                </a:solidFill>
              </a:rPr>
              <a:t>利用エリアの拡大</a:t>
            </a:r>
            <a:endParaRPr kumimoji="1" lang="ja-JP" altLang="en-US" sz="1600" dirty="0" err="1">
              <a:solidFill>
                <a:schemeClr val="tx1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1B1CC6B-9F51-8F08-D4D1-F59F778B938A}"/>
              </a:ext>
            </a:extLst>
          </p:cNvPr>
          <p:cNvSpPr/>
          <p:nvPr/>
        </p:nvSpPr>
        <p:spPr>
          <a:xfrm>
            <a:off x="7270738" y="3890136"/>
            <a:ext cx="1626603" cy="286327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600">
                <a:solidFill>
                  <a:schemeClr val="tx1"/>
                </a:solidFill>
              </a:rPr>
              <a:t>海外旅行も</a:t>
            </a:r>
            <a:endParaRPr kumimoji="1" lang="ja-JP" altLang="en-US" sz="1600" dirty="0" err="1">
              <a:solidFill>
                <a:schemeClr val="tx1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C919B80-A7E0-1896-5721-EFE94A054319}"/>
              </a:ext>
            </a:extLst>
          </p:cNvPr>
          <p:cNvSpPr/>
          <p:nvPr/>
        </p:nvSpPr>
        <p:spPr>
          <a:xfrm>
            <a:off x="7664334" y="1971055"/>
            <a:ext cx="2378991" cy="531941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600">
                <a:solidFill>
                  <a:schemeClr val="tx1"/>
                </a:solidFill>
              </a:rPr>
              <a:t>目や脳波のよる操作</a:t>
            </a:r>
            <a:endParaRPr kumimoji="1" lang="en-US" altLang="ja-JP" sz="160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600">
                <a:solidFill>
                  <a:schemeClr val="tx1"/>
                </a:solidFill>
              </a:rPr>
              <a:t>（手が不自由な方へも）</a:t>
            </a:r>
            <a:endParaRPr kumimoji="1" lang="ja-JP" altLang="en-US" sz="1600" dirty="0" err="1">
              <a:solidFill>
                <a:schemeClr val="tx1"/>
              </a:solidFill>
            </a:endParaRPr>
          </a:p>
        </p:txBody>
      </p:sp>
      <p:pic>
        <p:nvPicPr>
          <p:cNvPr id="2050" name="Picture 2" descr="自由の女神像のイラスト">
            <a:extLst>
              <a:ext uri="{FF2B5EF4-FFF2-40B4-BE49-F238E27FC236}">
                <a16:creationId xmlns:a16="http://schemas.microsoft.com/office/drawing/2014/main" id="{92EA982B-9872-75DC-2D4E-124603549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7067" y="3242875"/>
            <a:ext cx="1344327" cy="21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エッフェル塔のイラスト">
            <a:extLst>
              <a:ext uri="{FF2B5EF4-FFF2-40B4-BE49-F238E27FC236}">
                <a16:creationId xmlns:a16="http://schemas.microsoft.com/office/drawing/2014/main" id="{C24C6D24-AC5D-166D-F750-B2995ADA3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5485" y="3748070"/>
            <a:ext cx="1222115" cy="21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アバターロボットのイラスト（男性・アームあり）">
            <a:extLst>
              <a:ext uri="{FF2B5EF4-FFF2-40B4-BE49-F238E27FC236}">
                <a16:creationId xmlns:a16="http://schemas.microsoft.com/office/drawing/2014/main" id="{AE8C8359-7DEE-BAEA-116B-1D3898012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7288" y="2582253"/>
            <a:ext cx="1187608" cy="2111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脳波のイラスト">
            <a:extLst>
              <a:ext uri="{FF2B5EF4-FFF2-40B4-BE49-F238E27FC236}">
                <a16:creationId xmlns:a16="http://schemas.microsoft.com/office/drawing/2014/main" id="{2F515F4D-6302-4800-4D29-0C2F9F4B0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7535" y="1202879"/>
            <a:ext cx="1183054" cy="1278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日本地図のイラスト（都道府県ごとに区切り）">
            <a:extLst>
              <a:ext uri="{FF2B5EF4-FFF2-40B4-BE49-F238E27FC236}">
                <a16:creationId xmlns:a16="http://schemas.microsoft.com/office/drawing/2014/main" id="{8C9C38A6-2D17-2382-149D-5F46B13A1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545" y="3429000"/>
            <a:ext cx="2390614" cy="2390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4597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59851-5078-6E69-7762-24CC5F679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2876931"/>
      </p:ext>
    </p:extLst>
  </p:cSld>
  <p:clrMapOvr>
    <a:masterClrMapping/>
  </p:clrMapOvr>
</p:sld>
</file>

<file path=ppt/theme/theme1.xml><?xml version="1.0" encoding="utf-8"?>
<a:theme xmlns:a="http://schemas.openxmlformats.org/drawingml/2006/main" name="表紙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1BC"/>
      </a:accent2>
      <a:accent3>
        <a:srgbClr val="005B95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1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noAutofit/>
      </a:bodyPr>
      <a:lstStyle>
        <a:defPPr algn="l" defTabSz="288000">
          <a:defRPr kumimoji="1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プレゼンテーション1" id="{6B7A1FBE-C9E9-47D4-945C-DD3D4271A4BF}" vid="{01A0F777-B866-49B3-AFED-56A87BB0410F}"/>
    </a:ext>
  </a:extLst>
</a:theme>
</file>

<file path=ppt/theme/theme2.xml><?xml version="1.0" encoding="utf-8"?>
<a:theme xmlns:a="http://schemas.openxmlformats.org/drawingml/2006/main" name="中扉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noAutofit/>
      </a:bodyPr>
      <a:lstStyle>
        <a:defPPr algn="l" defTabSz="288000">
          <a:defRPr kumimoji="1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プレゼンテーション1" id="{6B7A1FBE-C9E9-47D4-945C-DD3D4271A4BF}" vid="{391FFFD0-EDC0-4AC5-B02A-41DAA3AAB718}"/>
    </a:ext>
  </a:extLst>
</a:theme>
</file>

<file path=ppt/theme/theme3.xml><?xml version="1.0" encoding="utf-8"?>
<a:theme xmlns:a="http://schemas.openxmlformats.org/drawingml/2006/main" name="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noAutofit/>
      </a:bodyPr>
      <a:lstStyle>
        <a:defPPr algn="l" defTabSz="288000">
          <a:defRPr kumimoji="1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プレゼンテーション1" id="{6B7A1FBE-C9E9-47D4-945C-DD3D4271A4BF}" vid="{D719EED7-A124-4B64-94B4-7E19BEC76123}"/>
    </a:ext>
  </a:extLst>
</a:theme>
</file>

<file path=ppt/theme/theme4.xml><?xml version="1.0" encoding="utf-8"?>
<a:theme xmlns:a="http://schemas.openxmlformats.org/drawingml/2006/main" name="裏表紙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noAutofit/>
      </a:bodyPr>
      <a:lstStyle>
        <a:defPPr algn="l" defTabSz="288000">
          <a:defRPr kumimoji="1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プレゼンテーション1" id="{6B7A1FBE-C9E9-47D4-945C-DD3D4271A4BF}" vid="{61AD1F74-F7B3-4084-867F-FF2A213976D4}"/>
    </a:ext>
  </a:extLst>
</a:theme>
</file>

<file path=ppt/theme/theme5.xml><?xml version="1.0" encoding="utf-8"?>
<a:theme xmlns:a="http://schemas.openxmlformats.org/drawingml/2006/main" name="表紙_Dark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noAutofit/>
      </a:bodyPr>
      <a:lstStyle>
        <a:defPPr algn="l" defTabSz="288000">
          <a:defRPr kumimoji="1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プレゼンテーション1" id="{6B7A1FBE-C9E9-47D4-945C-DD3D4271A4BF}" vid="{E3F0B4D0-C6CA-451C-BDD1-C1401C03DCB0}"/>
    </a:ext>
  </a:extLst>
</a:theme>
</file>

<file path=ppt/theme/theme6.xml><?xml version="1.0" encoding="utf-8"?>
<a:theme xmlns:a="http://schemas.openxmlformats.org/drawingml/2006/main" name="中扉_Dark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noAutofit/>
      </a:bodyPr>
      <a:lstStyle>
        <a:defPPr algn="l" defTabSz="288000">
          <a:defRPr kumimoji="1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プレゼンテーション1" id="{6B7A1FBE-C9E9-47D4-945C-DD3D4271A4BF}" vid="{B9DA8898-C54B-4CE0-AB3E-AAAD4DBE41FF}"/>
    </a:ext>
  </a:extLst>
</a:theme>
</file>

<file path=ppt/theme/theme7.xml><?xml version="1.0" encoding="utf-8"?>
<a:theme xmlns:a="http://schemas.openxmlformats.org/drawingml/2006/main" name="コンテンツ_Dark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noAutofit/>
      </a:bodyPr>
      <a:lstStyle>
        <a:defPPr algn="l" defTabSz="288000">
          <a:defRPr kumimoji="1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プレゼンテーション1" id="{6B7A1FBE-C9E9-47D4-945C-DD3D4271A4BF}" vid="{CBAFA1B3-3EE9-4294-BBB5-7B5F00DC5C8C}"/>
    </a:ext>
  </a:extLst>
</a:theme>
</file>

<file path=ppt/theme/theme8.xml><?xml version="1.0" encoding="utf-8"?>
<a:theme xmlns:a="http://schemas.openxmlformats.org/drawingml/2006/main" name="裏表紙_Dark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noAutofit/>
      </a:bodyPr>
      <a:lstStyle>
        <a:defPPr algn="l" defTabSz="288000">
          <a:defRPr kumimoji="1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プレゼンテーション1" id="{6B7A1FBE-C9E9-47D4-945C-DD3D4271A4BF}" vid="{B0D2E097-548C-4812-BA54-60519E23FF2C}"/>
    </a:ext>
  </a:extLst>
</a:theme>
</file>

<file path=ppt/theme/theme9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B57F87D80BC18745B0A2F78E3C2CA320" ma:contentTypeVersion="5" ma:contentTypeDescription="新しいドキュメントを作成します。" ma:contentTypeScope="" ma:versionID="734a0ddae43633f81809977fc1e95460">
  <xsd:schema xmlns:xsd="http://www.w3.org/2001/XMLSchema" xmlns:xs="http://www.w3.org/2001/XMLSchema" xmlns:p="http://schemas.microsoft.com/office/2006/metadata/properties" xmlns:ns2="11d8c85d-1826-47fa-a5d0-9526e53fc34b" targetNamespace="http://schemas.microsoft.com/office/2006/metadata/properties" ma:root="true" ma:fieldsID="b4b37303f987e88c1cbf265fbf704f98" ns2:_="">
    <xsd:import namespace="11d8c85d-1826-47fa-a5d0-9526e53fc3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_x30b0__x30eb__x30fc__x30d7_" minOccurs="0"/>
                <xsd:element ref="ns2:_x6c0f__x540d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d8c85d-1826-47fa-a5d0-9526e53fc3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x30b0__x30eb__x30fc__x30d7_" ma:index="11" nillable="true" ma:displayName="グループ" ma:format="Dropdown" ma:internalName="_x30b0__x30eb__x30fc__x30d7_">
      <xsd:simpleType>
        <xsd:restriction base="dms:Text">
          <xsd:maxLength value="255"/>
        </xsd:restriction>
      </xsd:simpleType>
    </xsd:element>
    <xsd:element name="_x6c0f__x540d_" ma:index="12" nillable="true" ma:displayName="氏名" ma:internalName="_x6c0f__x540d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x30b0__x30eb__x30fc__x30d7_ xmlns="11d8c85d-1826-47fa-a5d0-9526e53fc34b" xsi:nil="true"/>
    <_x6c0f__x540d_ xmlns="11d8c85d-1826-47fa-a5d0-9526e53fc34b" xsi:nil="true"/>
  </documentManagement>
</p:properties>
</file>

<file path=customXml/itemProps1.xml><?xml version="1.0" encoding="utf-8"?>
<ds:datastoreItem xmlns:ds="http://schemas.openxmlformats.org/officeDocument/2006/customXml" ds:itemID="{38664549-A0BD-401F-AF0E-095559C3CAE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77DE4D9-7552-4FCE-A904-F354CCDDA524}"/>
</file>

<file path=customXml/itemProps3.xml><?xml version="1.0" encoding="utf-8"?>
<ds:datastoreItem xmlns:ds="http://schemas.openxmlformats.org/officeDocument/2006/customXml" ds:itemID="{F25C4794-B724-4AE2-B809-707860B0BEEF}"/>
</file>

<file path=docProps/app.xml><?xml version="1.0" encoding="utf-8"?>
<Properties xmlns="http://schemas.openxmlformats.org/officeDocument/2006/extended-properties" xmlns:vt="http://schemas.openxmlformats.org/officeDocument/2006/docPropsVTypes">
  <Template>研修資料テンプレワイド版</Template>
  <TotalTime>1363</TotalTime>
  <Words>1194</Words>
  <Application>Microsoft Office PowerPoint</Application>
  <PresentationFormat>ワイド画面</PresentationFormat>
  <Paragraphs>247</Paragraphs>
  <Slides>14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8</vt:i4>
      </vt:variant>
      <vt:variant>
        <vt:lpstr>スライド タイトル</vt:lpstr>
      </vt:variant>
      <vt:variant>
        <vt:i4>14</vt:i4>
      </vt:variant>
    </vt:vector>
  </HeadingPairs>
  <TitlesOfParts>
    <vt:vector size="26" baseType="lpstr">
      <vt:lpstr>HGPｺﾞｼｯｸE</vt:lpstr>
      <vt:lpstr>Meiryo UI</vt:lpstr>
      <vt:lpstr>Arial</vt:lpstr>
      <vt:lpstr>Wingdings</vt:lpstr>
      <vt:lpstr>表紙_Light</vt:lpstr>
      <vt:lpstr>中扉_Light</vt:lpstr>
      <vt:lpstr>コンテンツ_Light</vt:lpstr>
      <vt:lpstr>裏表紙_Light</vt:lpstr>
      <vt:lpstr>表紙_Dark</vt:lpstr>
      <vt:lpstr>中扉_Dark</vt:lpstr>
      <vt:lpstr>コンテンツ_Dark</vt:lpstr>
      <vt:lpstr>裏表紙_Dark</vt:lpstr>
      <vt:lpstr>提案書サンプル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PS3 畑 裕貴/Hata, Yuki (NTT DATA)</dc:creator>
  <cp:lastModifiedBy>PS3 畑 裕貴/Hata, Yuki (NTT DATA)</cp:lastModifiedBy>
  <cp:revision>2</cp:revision>
  <dcterms:created xsi:type="dcterms:W3CDTF">2026-05-11T08:21:42Z</dcterms:created>
  <dcterms:modified xsi:type="dcterms:W3CDTF">2026-05-26T05:42:33Z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0x010100B57F87D80BC18745B0A2F78E3C2CA320</vt:lpwstr>
  </property>
</Properties>
</file>