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5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  <p:sldMasterId id="2147483667" r:id="rId5"/>
    <p:sldMasterId id="2147483671" r:id="rId6"/>
    <p:sldMasterId id="2147483674" r:id="rId7"/>
    <p:sldMasterId id="2147483676" r:id="rId8"/>
    <p:sldMasterId id="2147483747" r:id="rId9"/>
  </p:sldMasterIdLst>
  <p:notesMasterIdLst>
    <p:notesMasterId r:id="rId12"/>
  </p:notesMasterIdLst>
  <p:sldIdLst>
    <p:sldId id="265" r:id="rId10"/>
    <p:sldId id="266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F2A35E79-E8A8-454F-8F4E-68DF7136836C}">
          <p14:sldIdLst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0000FF"/>
    <a:srgbClr val="2E404D"/>
    <a:srgbClr val="FFFFFF"/>
    <a:srgbClr val="0070C0"/>
    <a:srgbClr val="D1ED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2A5A6B-E5AA-4FAC-B4E7-C43147F4BAFD}" v="4" dt="2026-06-01T11:13:27.575"/>
    <p1510:client id="{63EAA1C5-35A5-CED9-CAC1-B3B8E20F26E3}" v="1" dt="2026-06-02T02:34:52.922"/>
    <p1510:client id="{B84AEC93-0C3D-6E7D-78F6-EB7B24BE12E4}" v="1" dt="2026-06-02T02:43:52.557"/>
    <p1510:client id="{F1B6355D-C646-CDF3-7186-1F8437F7B065}" v="1" dt="2026-06-02T02:34:40.8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D 関 優花/Seki, Yuka (NTT DATA)" userId="S::yuka.seki@jp.nttdata.com::6a9afc18-3936-40a7-9a72-5c9abc133037" providerId="AD" clId="Web-{B84AEC93-0C3D-6E7D-78F6-EB7B24BE12E4}"/>
    <pc:docChg chg="sldOrd">
      <pc:chgData name="TSD 関 優花/Seki, Yuka (NTT DATA)" userId="S::yuka.seki@jp.nttdata.com::6a9afc18-3936-40a7-9a72-5c9abc133037" providerId="AD" clId="Web-{B84AEC93-0C3D-6E7D-78F6-EB7B24BE12E4}" dt="2026-06-02T02:43:52.557" v="0"/>
      <pc:docMkLst>
        <pc:docMk/>
      </pc:docMkLst>
      <pc:sldChg chg="ord">
        <pc:chgData name="TSD 関 優花/Seki, Yuka (NTT DATA)" userId="S::yuka.seki@jp.nttdata.com::6a9afc18-3936-40a7-9a72-5c9abc133037" providerId="AD" clId="Web-{B84AEC93-0C3D-6E7D-78F6-EB7B24BE12E4}" dt="2026-06-02T02:43:52.557" v="0"/>
        <pc:sldMkLst>
          <pc:docMk/>
          <pc:sldMk cId="2216332416" sldId="266"/>
        </pc:sldMkLst>
      </pc:sldChg>
    </pc:docChg>
  </pc:docChgLst>
  <pc:docChgLst>
    <pc:chgData name="PS3 和田 一希/Wada, Kazuki (NTT DATA)" userId="cb75e259-c707-4e64-bbcc-cecd618e2db0" providerId="ADAL" clId="{87AC910F-F4DF-4F28-B476-55FEF2BED0C3}"/>
    <pc:docChg chg="undo custSel addSld delSld modSld">
      <pc:chgData name="PS3 和田 一希/Wada, Kazuki (NTT DATA)" userId="cb75e259-c707-4e64-bbcc-cecd618e2db0" providerId="ADAL" clId="{87AC910F-F4DF-4F28-B476-55FEF2BED0C3}" dt="2026-05-21T03:52:35.424" v="1745" actId="20577"/>
      <pc:docMkLst>
        <pc:docMk/>
      </pc:docMkLst>
    </pc:docChg>
  </pc:docChgLst>
  <pc:docChgLst>
    <pc:chgData name="PS3 真弓 愛理/Mayumi, Airi (NTT DATA)" userId="e07d4397-fd95-4ff8-b894-9a2e3559abc1" providerId="ADAL" clId="{1ACAC170-4AFE-4D63-8712-BAADDA3B44F2}"/>
    <pc:docChg chg="undo redo custSel addSld delSld modSld delMainMaster addSection modSection">
      <pc:chgData name="PS3 真弓 愛理/Mayumi, Airi (NTT DATA)" userId="e07d4397-fd95-4ff8-b894-9a2e3559abc1" providerId="ADAL" clId="{1ACAC170-4AFE-4D63-8712-BAADDA3B44F2}" dt="2026-06-01T11:15:23.347" v="1493" actId="20577"/>
      <pc:docMkLst>
        <pc:docMk/>
      </pc:docMkLst>
      <pc:sldChg chg="addSp delSp modSp new add del mod">
        <pc:chgData name="PS3 真弓 愛理/Mayumi, Airi (NTT DATA)" userId="e07d4397-fd95-4ff8-b894-9a2e3559abc1" providerId="ADAL" clId="{1ACAC170-4AFE-4D63-8712-BAADDA3B44F2}" dt="2026-06-01T11:15:02.121" v="1482" actId="20577"/>
        <pc:sldMkLst>
          <pc:docMk/>
          <pc:sldMk cId="2481367999" sldId="265"/>
        </pc:sldMkLst>
        <pc:spChg chg="mod">
          <ac:chgData name="PS3 真弓 愛理/Mayumi, Airi (NTT DATA)" userId="e07d4397-fd95-4ff8-b894-9a2e3559abc1" providerId="ADAL" clId="{1ACAC170-4AFE-4D63-8712-BAADDA3B44F2}" dt="2026-05-22T12:01:07.146" v="198" actId="20577"/>
          <ac:spMkLst>
            <pc:docMk/>
            <pc:sldMk cId="2481367999" sldId="265"/>
            <ac:spMk id="2" creationId="{0533CF41-9007-CBB4-1077-8437C68E87A3}"/>
          </ac:spMkLst>
        </pc:spChg>
        <pc:spChg chg="add mod">
          <ac:chgData name="PS3 真弓 愛理/Mayumi, Airi (NTT DATA)" userId="e07d4397-fd95-4ff8-b894-9a2e3559abc1" providerId="ADAL" clId="{1ACAC170-4AFE-4D63-8712-BAADDA3B44F2}" dt="2026-05-22T11:53:50.508" v="127" actId="14100"/>
          <ac:spMkLst>
            <pc:docMk/>
            <pc:sldMk cId="2481367999" sldId="265"/>
            <ac:spMk id="4" creationId="{F17CAAA5-F6B1-D911-C9B7-1421DAA94E2F}"/>
          </ac:spMkLst>
        </pc:spChg>
        <pc:spChg chg="add mod">
          <ac:chgData name="PS3 真弓 愛理/Mayumi, Airi (NTT DATA)" userId="e07d4397-fd95-4ff8-b894-9a2e3559abc1" providerId="ADAL" clId="{1ACAC170-4AFE-4D63-8712-BAADDA3B44F2}" dt="2026-06-01T11:13:35.155" v="1302" actId="14100"/>
          <ac:spMkLst>
            <pc:docMk/>
            <pc:sldMk cId="2481367999" sldId="265"/>
            <ac:spMk id="8" creationId="{7B30F765-4481-1B03-556E-7AC0FF9FB2A4}"/>
          </ac:spMkLst>
        </pc:spChg>
        <pc:spChg chg="add mod">
          <ac:chgData name="PS3 真弓 愛理/Mayumi, Airi (NTT DATA)" userId="e07d4397-fd95-4ff8-b894-9a2e3559abc1" providerId="ADAL" clId="{1ACAC170-4AFE-4D63-8712-BAADDA3B44F2}" dt="2026-06-01T11:12:09.165" v="1234" actId="1076"/>
          <ac:spMkLst>
            <pc:docMk/>
            <pc:sldMk cId="2481367999" sldId="265"/>
            <ac:spMk id="9" creationId="{02D73882-DE11-8AED-9F7F-354C9D5F9BC5}"/>
          </ac:spMkLst>
        </pc:spChg>
        <pc:spChg chg="add mod">
          <ac:chgData name="PS3 真弓 愛理/Mayumi, Airi (NTT DATA)" userId="e07d4397-fd95-4ff8-b894-9a2e3559abc1" providerId="ADAL" clId="{1ACAC170-4AFE-4D63-8712-BAADDA3B44F2}" dt="2026-06-01T11:12:13.461" v="1237" actId="1076"/>
          <ac:spMkLst>
            <pc:docMk/>
            <pc:sldMk cId="2481367999" sldId="265"/>
            <ac:spMk id="10" creationId="{B41BA0ED-D182-9D5C-0B82-BEAA882FE84F}"/>
          </ac:spMkLst>
        </pc:spChg>
        <pc:spChg chg="add mod">
          <ac:chgData name="PS3 真弓 愛理/Mayumi, Airi (NTT DATA)" userId="e07d4397-fd95-4ff8-b894-9a2e3559abc1" providerId="ADAL" clId="{1ACAC170-4AFE-4D63-8712-BAADDA3B44F2}" dt="2026-06-01T11:12:07.420" v="1233" actId="1076"/>
          <ac:spMkLst>
            <pc:docMk/>
            <pc:sldMk cId="2481367999" sldId="265"/>
            <ac:spMk id="11" creationId="{0511BE91-B0EB-7108-5F61-2B826274D175}"/>
          </ac:spMkLst>
        </pc:spChg>
        <pc:spChg chg="add mod">
          <ac:chgData name="PS3 真弓 愛理/Mayumi, Airi (NTT DATA)" userId="e07d4397-fd95-4ff8-b894-9a2e3559abc1" providerId="ADAL" clId="{1ACAC170-4AFE-4D63-8712-BAADDA3B44F2}" dt="2026-06-01T11:12:21.960" v="1240" actId="1076"/>
          <ac:spMkLst>
            <pc:docMk/>
            <pc:sldMk cId="2481367999" sldId="265"/>
            <ac:spMk id="12" creationId="{9C7FC78C-3936-F2A6-42E7-A8BB22DA8C0C}"/>
          </ac:spMkLst>
        </pc:spChg>
        <pc:spChg chg="add mod">
          <ac:chgData name="PS3 真弓 愛理/Mayumi, Airi (NTT DATA)" userId="e07d4397-fd95-4ff8-b894-9a2e3559abc1" providerId="ADAL" clId="{1ACAC170-4AFE-4D63-8712-BAADDA3B44F2}" dt="2026-06-01T11:12:38.778" v="1272" actId="1035"/>
          <ac:spMkLst>
            <pc:docMk/>
            <pc:sldMk cId="2481367999" sldId="265"/>
            <ac:spMk id="13" creationId="{1E503C00-49B5-2C35-39BD-83EB074767BA}"/>
          </ac:spMkLst>
        </pc:spChg>
        <pc:spChg chg="add mod">
          <ac:chgData name="PS3 真弓 愛理/Mayumi, Airi (NTT DATA)" userId="e07d4397-fd95-4ff8-b894-9a2e3559abc1" providerId="ADAL" clId="{1ACAC170-4AFE-4D63-8712-BAADDA3B44F2}" dt="2026-06-01T11:13:10.008" v="1294" actId="20577"/>
          <ac:spMkLst>
            <pc:docMk/>
            <pc:sldMk cId="2481367999" sldId="265"/>
            <ac:spMk id="14" creationId="{63949550-BE80-F7A0-86A0-69432EF52ABB}"/>
          </ac:spMkLst>
        </pc:spChg>
        <pc:spChg chg="add mod">
          <ac:chgData name="PS3 真弓 愛理/Mayumi, Airi (NTT DATA)" userId="e07d4397-fd95-4ff8-b894-9a2e3559abc1" providerId="ADAL" clId="{1ACAC170-4AFE-4D63-8712-BAADDA3B44F2}" dt="2026-06-01T11:15:02.121" v="1482" actId="20577"/>
          <ac:spMkLst>
            <pc:docMk/>
            <pc:sldMk cId="2481367999" sldId="265"/>
            <ac:spMk id="15" creationId="{8E2A6A84-5787-BB6B-DD52-0E66BAB669C2}"/>
          </ac:spMkLst>
        </pc:spChg>
        <pc:picChg chg="add mod modCrop">
          <ac:chgData name="PS3 真弓 愛理/Mayumi, Airi (NTT DATA)" userId="e07d4397-fd95-4ff8-b894-9a2e3559abc1" providerId="ADAL" clId="{1ACAC170-4AFE-4D63-8712-BAADDA3B44F2}" dt="2026-06-01T11:12:11.329" v="1235" actId="1076"/>
          <ac:picMkLst>
            <pc:docMk/>
            <pc:sldMk cId="2481367999" sldId="265"/>
            <ac:picMk id="5" creationId="{FD05DBFA-C4FE-62BE-90A6-A03921776007}"/>
          </ac:picMkLst>
        </pc:picChg>
        <pc:picChg chg="add mod modCrop">
          <ac:chgData name="PS3 真弓 愛理/Mayumi, Airi (NTT DATA)" userId="e07d4397-fd95-4ff8-b894-9a2e3559abc1" providerId="ADAL" clId="{1ACAC170-4AFE-4D63-8712-BAADDA3B44F2}" dt="2026-06-01T11:12:05.645" v="1232" actId="1076"/>
          <ac:picMkLst>
            <pc:docMk/>
            <pc:sldMk cId="2481367999" sldId="265"/>
            <ac:picMk id="6" creationId="{526DCB21-7A0C-BABB-5EC7-CD8F94EC2F3D}"/>
          </ac:picMkLst>
        </pc:picChg>
        <pc:picChg chg="add mod">
          <ac:chgData name="PS3 真弓 愛理/Mayumi, Airi (NTT DATA)" userId="e07d4397-fd95-4ff8-b894-9a2e3559abc1" providerId="ADAL" clId="{1ACAC170-4AFE-4D63-8712-BAADDA3B44F2}" dt="2026-06-01T11:13:20.113" v="1299" actId="1076"/>
          <ac:picMkLst>
            <pc:docMk/>
            <pc:sldMk cId="2481367999" sldId="265"/>
            <ac:picMk id="7" creationId="{19CD6710-0F44-87EB-066E-A3632B129ED8}"/>
          </ac:picMkLst>
        </pc:picChg>
        <pc:picChg chg="add del mod">
          <ac:chgData name="PS3 真弓 愛理/Mayumi, Airi (NTT DATA)" userId="e07d4397-fd95-4ff8-b894-9a2e3559abc1" providerId="ADAL" clId="{1ACAC170-4AFE-4D63-8712-BAADDA3B44F2}" dt="2026-06-01T04:14:02.017" v="1085" actId="478"/>
          <ac:picMkLst>
            <pc:docMk/>
            <pc:sldMk cId="2481367999" sldId="265"/>
            <ac:picMk id="8" creationId="{C7A74B8D-4209-50A5-2336-60E628512C3E}"/>
          </ac:picMkLst>
        </pc:picChg>
      </pc:sldChg>
      <pc:sldChg chg="addSp delSp modSp new mod">
        <pc:chgData name="PS3 真弓 愛理/Mayumi, Airi (NTT DATA)" userId="e07d4397-fd95-4ff8-b894-9a2e3559abc1" providerId="ADAL" clId="{1ACAC170-4AFE-4D63-8712-BAADDA3B44F2}" dt="2026-06-01T11:15:23.347" v="1493" actId="20577"/>
        <pc:sldMkLst>
          <pc:docMk/>
          <pc:sldMk cId="2216332416" sldId="266"/>
        </pc:sldMkLst>
        <pc:spChg chg="mod">
          <ac:chgData name="PS3 真弓 愛理/Mayumi, Airi (NTT DATA)" userId="e07d4397-fd95-4ff8-b894-9a2e3559abc1" providerId="ADAL" clId="{1ACAC170-4AFE-4D63-8712-BAADDA3B44F2}" dt="2026-06-01T04:12:45.855" v="1084" actId="20577"/>
          <ac:spMkLst>
            <pc:docMk/>
            <pc:sldMk cId="2216332416" sldId="266"/>
            <ac:spMk id="2" creationId="{6D6F6E57-8680-1F9D-D045-F13CFA35B2A5}"/>
          </ac:spMkLst>
        </pc:spChg>
        <pc:spChg chg="del mod">
          <ac:chgData name="PS3 真弓 愛理/Mayumi, Airi (NTT DATA)" userId="e07d4397-fd95-4ff8-b894-9a2e3559abc1" providerId="ADAL" clId="{1ACAC170-4AFE-4D63-8712-BAADDA3B44F2}" dt="2026-06-01T04:16:00.352" v="1099" actId="478"/>
          <ac:spMkLst>
            <pc:docMk/>
            <pc:sldMk cId="2216332416" sldId="266"/>
            <ac:spMk id="3" creationId="{0C6F567F-209F-5110-01D0-E27401501776}"/>
          </ac:spMkLst>
        </pc:spChg>
        <pc:spChg chg="add mod">
          <ac:chgData name="PS3 真弓 愛理/Mayumi, Airi (NTT DATA)" userId="e07d4397-fd95-4ff8-b894-9a2e3559abc1" providerId="ADAL" clId="{1ACAC170-4AFE-4D63-8712-BAADDA3B44F2}" dt="2026-06-01T04:16:49.098" v="1147" actId="14100"/>
          <ac:spMkLst>
            <pc:docMk/>
            <pc:sldMk cId="2216332416" sldId="266"/>
            <ac:spMk id="4" creationId="{13C55C33-464E-87B6-E013-CF02A49E6FCB}"/>
          </ac:spMkLst>
        </pc:spChg>
        <pc:spChg chg="add mod">
          <ac:chgData name="PS3 真弓 愛理/Mayumi, Airi (NTT DATA)" userId="e07d4397-fd95-4ff8-b894-9a2e3559abc1" providerId="ADAL" clId="{1ACAC170-4AFE-4D63-8712-BAADDA3B44F2}" dt="2026-06-01T11:15:23.347" v="1493" actId="20577"/>
          <ac:spMkLst>
            <pc:docMk/>
            <pc:sldMk cId="2216332416" sldId="266"/>
            <ac:spMk id="5" creationId="{F49B6BB3-C69D-1FD8-160F-389D6A5A84C1}"/>
          </ac:spMkLst>
        </pc:spChg>
        <pc:spChg chg="add mod">
          <ac:chgData name="PS3 真弓 愛理/Mayumi, Airi (NTT DATA)" userId="e07d4397-fd95-4ff8-b894-9a2e3559abc1" providerId="ADAL" clId="{1ACAC170-4AFE-4D63-8712-BAADDA3B44F2}" dt="2026-06-01T09:06:08.786" v="1226" actId="1035"/>
          <ac:spMkLst>
            <pc:docMk/>
            <pc:sldMk cId="2216332416" sldId="266"/>
            <ac:spMk id="8" creationId="{C446BBAF-EA6C-DB36-1BC0-E67FC0341EFE}"/>
          </ac:spMkLst>
        </pc:spChg>
        <pc:picChg chg="add mod modCrop">
          <ac:chgData name="PS3 真弓 愛理/Mayumi, Airi (NTT DATA)" userId="e07d4397-fd95-4ff8-b894-9a2e3559abc1" providerId="ADAL" clId="{1ACAC170-4AFE-4D63-8712-BAADDA3B44F2}" dt="2026-06-01T09:06:08.786" v="1226" actId="1035"/>
          <ac:picMkLst>
            <pc:docMk/>
            <pc:sldMk cId="2216332416" sldId="266"/>
            <ac:picMk id="7" creationId="{21438861-07F9-36E1-A058-F954FC13335B}"/>
          </ac:picMkLst>
        </pc:picChg>
        <pc:picChg chg="add mod">
          <ac:chgData name="PS3 真弓 愛理/Mayumi, Airi (NTT DATA)" userId="e07d4397-fd95-4ff8-b894-9a2e3559abc1" providerId="ADAL" clId="{1ACAC170-4AFE-4D63-8712-BAADDA3B44F2}" dt="2026-06-01T09:06:08.786" v="1226" actId="1035"/>
          <ac:picMkLst>
            <pc:docMk/>
            <pc:sldMk cId="2216332416" sldId="266"/>
            <ac:picMk id="10" creationId="{809FA034-52EF-C7EA-C3EC-42B9275375CC}"/>
          </ac:picMkLst>
        </pc:picChg>
      </pc:sldChg>
    </pc:docChg>
  </pc:docChgLst>
  <pc:docChgLst>
    <pc:chgData name="PS3 藤澤 雅仁/Fujisawa, Masahito (NTT DATA)" userId="S::masahito.fujisawa@jp.nttdata.com::9eaca798-4246-42db-8c0e-6922501b4d6d" providerId="AD" clId="Web-{63EAA1C5-35A5-CED9-CAC1-B3B8E20F26E3}"/>
    <pc:docChg chg="sldOrd">
      <pc:chgData name="PS3 藤澤 雅仁/Fujisawa, Masahito (NTT DATA)" userId="S::masahito.fujisawa@jp.nttdata.com::9eaca798-4246-42db-8c0e-6922501b4d6d" providerId="AD" clId="Web-{63EAA1C5-35A5-CED9-CAC1-B3B8E20F26E3}" dt="2026-06-02T02:34:52.922" v="0"/>
      <pc:docMkLst>
        <pc:docMk/>
      </pc:docMkLst>
      <pc:sldChg chg="ord">
        <pc:chgData name="PS3 藤澤 雅仁/Fujisawa, Masahito (NTT DATA)" userId="S::masahito.fujisawa@jp.nttdata.com::9eaca798-4246-42db-8c0e-6922501b4d6d" providerId="AD" clId="Web-{63EAA1C5-35A5-CED9-CAC1-B3B8E20F26E3}" dt="2026-06-02T02:34:52.922" v="0"/>
        <pc:sldMkLst>
          <pc:docMk/>
          <pc:sldMk cId="2216332416" sldId="266"/>
        </pc:sldMkLst>
      </pc:sldChg>
    </pc:docChg>
  </pc:docChgLst>
  <pc:docChgLst>
    <pc:chgData name="TSD 青山 浩太朗/Aoyama, Kotaro (NTT DATA)" userId="S::kotaro.aoyama@jp.nttdata.com::8d2e5c6e-b168-4278-a6d3-bbdb4c3cbaf5" providerId="AD" clId="Web-{F1B6355D-C646-CDF3-7186-1F8437F7B065}"/>
    <pc:docChg chg="sldOrd">
      <pc:chgData name="TSD 青山 浩太朗/Aoyama, Kotaro (NTT DATA)" userId="S::kotaro.aoyama@jp.nttdata.com::8d2e5c6e-b168-4278-a6d3-bbdb4c3cbaf5" providerId="AD" clId="Web-{F1B6355D-C646-CDF3-7186-1F8437F7B065}" dt="2026-06-02T02:34:40.846" v="0"/>
      <pc:docMkLst>
        <pc:docMk/>
      </pc:docMkLst>
      <pc:sldChg chg="ord">
        <pc:chgData name="TSD 青山 浩太朗/Aoyama, Kotaro (NTT DATA)" userId="S::kotaro.aoyama@jp.nttdata.com::8d2e5c6e-b168-4278-a6d3-bbdb4c3cbaf5" providerId="AD" clId="Web-{F1B6355D-C646-CDF3-7186-1F8437F7B065}" dt="2026-06-02T02:34:40.846" v="0"/>
        <pc:sldMkLst>
          <pc:docMk/>
          <pc:sldMk cId="2481367999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D993D-4E88-0F4E-AB08-DEFE4C5E9673}" type="datetimeFigureOut">
              <a:rPr kumimoji="1" lang="ja-JP" altLang="en-US" smtClean="0"/>
              <a:t>2026/6/1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7A0334-E715-FF42-91AE-7E113A75B9A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3727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1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396000"/>
          </a:xfrm>
        </p:spPr>
        <p:txBody>
          <a:bodyPr tIns="0" bIns="0">
            <a:no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5165EBE-CE9B-A551-474B-E2D5D257B0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4" y="1038386"/>
            <a:ext cx="114480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3BB6FD-8126-0BC5-CD78-240E479EB679}"/>
              </a:ext>
            </a:extLst>
          </p:cNvPr>
          <p:cNvSpPr txBox="1"/>
          <p:nvPr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69599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サブタイトル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00110"/>
          </a:xfrm>
        </p:spPr>
        <p:txBody>
          <a:bodyPr tIns="0" bIns="0">
            <a:sp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2FFA65-3599-E725-9F45-9CF39BF996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727200"/>
            <a:ext cx="11448000" cy="288000"/>
          </a:xfrm>
        </p:spPr>
        <p:txBody>
          <a:bodyPr>
            <a:noAutofit/>
          </a:bodyPr>
          <a:lstStyle>
            <a:lvl1pPr>
              <a:defRPr b="1">
                <a:solidFill>
                  <a:schemeClr val="accent2"/>
                </a:solidFill>
              </a:defRPr>
            </a:lvl1pPr>
          </a:lstStyle>
          <a:p>
            <a:pPr lvl="0"/>
            <a:r>
              <a:rPr kumimoji="1" lang="ja-JP" altLang="en-US"/>
              <a:t>［サブタイトル］</a:t>
            </a:r>
          </a:p>
        </p:txBody>
      </p:sp>
      <p:sp>
        <p:nvSpPr>
          <p:cNvPr id="4" name="コンテンツ プレースホルダー 4">
            <a:extLst>
              <a:ext uri="{FF2B5EF4-FFF2-40B4-BE49-F238E27FC236}">
                <a16:creationId xmlns:a16="http://schemas.microsoft.com/office/drawing/2014/main" id="{FE40B33C-3077-F325-8EA7-EEDBA1AD5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1474" y="1411200"/>
            <a:ext cx="11448000" cy="4824000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A1A7CDA-C0AA-A8AC-8808-09E8B9AA91A2}"/>
              </a:ext>
            </a:extLst>
          </p:cNvPr>
          <p:cNvSpPr txBox="1"/>
          <p:nvPr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48830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イノベーションカー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E0E3DF-D30F-67F3-1120-4D08EF0597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798" y="687601"/>
            <a:ext cx="7315200" cy="1447199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01</a:t>
            </a:r>
            <a:endParaRPr kumimoji="1" lang="ja-JP" altLang="en-US"/>
          </a:p>
        </p:txBody>
      </p:sp>
      <p:sp>
        <p:nvSpPr>
          <p:cNvPr id="3" name="テキスト プレースホルダー 8">
            <a:extLst>
              <a:ext uri="{FF2B5EF4-FFF2-40B4-BE49-F238E27FC236}">
                <a16:creationId xmlns:a16="http://schemas.microsoft.com/office/drawing/2014/main" id="{14339CF7-9CA0-A841-448E-67A663E55C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0800" y="2286000"/>
            <a:ext cx="7315200" cy="3888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中扉タイトル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EB864475-214E-676F-1057-8A4E44927EF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0773" y="2431973"/>
            <a:ext cx="3740227" cy="3740227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2CEE08-CDC8-97A0-0539-B8FAF99A1769}"/>
              </a:ext>
            </a:extLst>
          </p:cNvPr>
          <p:cNvSpPr txBox="1"/>
          <p:nvPr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0223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イノベーションカー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E0E3DF-D30F-67F3-1120-4D08EF0597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798" y="687601"/>
            <a:ext cx="7315200" cy="1447199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01</a:t>
            </a:r>
            <a:endParaRPr kumimoji="1" lang="ja-JP" altLang="en-US"/>
          </a:p>
        </p:txBody>
      </p:sp>
      <p:sp>
        <p:nvSpPr>
          <p:cNvPr id="3" name="テキスト プレースホルダー 8">
            <a:extLst>
              <a:ext uri="{FF2B5EF4-FFF2-40B4-BE49-F238E27FC236}">
                <a16:creationId xmlns:a16="http://schemas.microsoft.com/office/drawing/2014/main" id="{14339CF7-9CA0-A841-448E-67A663E55C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0800" y="2286000"/>
            <a:ext cx="7315200" cy="3888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ja-JP" altLang="en-US"/>
              <a:t>中扉タイトル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EB864475-214E-676F-1057-8A4E44927EF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0773" y="2431973"/>
            <a:ext cx="3740227" cy="3740227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2CEE08-CDC8-97A0-0539-B8FAF99A1769}"/>
              </a:ext>
            </a:extLst>
          </p:cNvPr>
          <p:cNvSpPr txBox="1"/>
          <p:nvPr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63542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イノベーションカー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293D96B2-6F5E-EE7E-9F24-93B0B654C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200" y="0"/>
            <a:ext cx="6837800" cy="6876000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38584A2-F12B-7FC9-C3A1-97D2EFB00B41}"/>
              </a:ext>
            </a:extLst>
          </p:cNvPr>
          <p:cNvSpPr txBox="1"/>
          <p:nvPr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chemeClr val="bg1"/>
                </a:solidFill>
              </a:rPr>
              <a:t>© 2025 NTT DATA Japan Corporation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49A56B1-D141-A67A-825B-D1E94545EC0A}"/>
              </a:ext>
            </a:extLst>
          </p:cNvPr>
          <p:cNvSpPr txBox="1"/>
          <p:nvPr/>
        </p:nvSpPr>
        <p:spPr>
          <a:xfrm>
            <a:off x="2919470" y="7465383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0D3823B-3388-E760-683E-A407B9206B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1" y="234212"/>
            <a:ext cx="2243138" cy="567955"/>
          </a:xfrm>
          <a:prstGeom prst="rect">
            <a:avLst/>
          </a:prstGeom>
        </p:spPr>
      </p:pic>
      <p:sp>
        <p:nvSpPr>
          <p:cNvPr id="2" name="タイトル 2">
            <a:extLst>
              <a:ext uri="{FF2B5EF4-FFF2-40B4-BE49-F238E27FC236}">
                <a16:creationId xmlns:a16="http://schemas.microsoft.com/office/drawing/2014/main" id="{7139CB36-F706-D393-4452-485E697A86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600" y="864000"/>
            <a:ext cx="4842000" cy="795600"/>
          </a:xfrm>
          <a:prstGeom prst="rect">
            <a:avLst/>
          </a:prstGeom>
        </p:spPr>
        <p:txBody>
          <a:bodyPr lIns="0" r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9" name="テキスト プレースホルダー 6">
            <a:extLst>
              <a:ext uri="{FF2B5EF4-FFF2-40B4-BE49-F238E27FC236}">
                <a16:creationId xmlns:a16="http://schemas.microsoft.com/office/drawing/2014/main" id="{F6F0E5FE-0D87-D801-926F-E9D73F454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600" y="2188800"/>
            <a:ext cx="4842000" cy="2412000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10" name="テキスト プレースホルダー 10">
            <a:extLst>
              <a:ext uri="{FF2B5EF4-FFF2-40B4-BE49-F238E27FC236}">
                <a16:creationId xmlns:a16="http://schemas.microsoft.com/office/drawing/2014/main" id="{41F60515-2D92-20DF-0ADA-60483D7903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600" y="5191200"/>
            <a:ext cx="4842000" cy="1119600"/>
          </a:xfrm>
          <a:prstGeom prst="rect">
            <a:avLst/>
          </a:prstGeom>
        </p:spPr>
        <p:txBody>
          <a:bodyPr lIns="0" tIns="46800" rIns="0" anchor="b"/>
          <a:lstStyle>
            <a:lvl1pPr>
              <a:defRPr>
                <a:solidFill>
                  <a:schemeClr val="bg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2025</a:t>
            </a:r>
            <a:r>
              <a:rPr kumimoji="1" lang="ja-JP" altLang="en-US"/>
              <a:t>年〇月〇日</a:t>
            </a:r>
            <a:endParaRPr kumimoji="1" lang="en-US" altLang="ja-JP"/>
          </a:p>
          <a:p>
            <a:pPr lvl="0"/>
            <a:r>
              <a:rPr kumimoji="1" lang="ja-JP" altLang="en-US"/>
              <a:t>株式会社</a:t>
            </a:r>
            <a:r>
              <a:rPr kumimoji="1" lang="en-US" altLang="ja-JP"/>
              <a:t>NTT</a:t>
            </a:r>
            <a:r>
              <a:rPr kumimoji="1" lang="ja-JP" altLang="en-US"/>
              <a:t>データ ○○○○○○</a:t>
            </a:r>
          </a:p>
          <a:p>
            <a:pPr lvl="0"/>
            <a:r>
              <a:rPr kumimoji="1" lang="ja-JP" altLang="en-US"/>
              <a:t>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18471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イノベーションカーブ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6AA3F11-2310-C251-1D68-4B8F48D50146}"/>
              </a:ext>
            </a:extLst>
          </p:cNvPr>
          <p:cNvSpPr txBox="1"/>
          <p:nvPr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chemeClr val="bg1"/>
                </a:solidFill>
              </a:rPr>
              <a:t>© 2025 NTT DATA Japan Corporation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6C1596D-A3C7-4FF6-6DFA-9626A8F84014}"/>
              </a:ext>
            </a:extLst>
          </p:cNvPr>
          <p:cNvSpPr txBox="1"/>
          <p:nvPr/>
        </p:nvSpPr>
        <p:spPr>
          <a:xfrm>
            <a:off x="2919470" y="7465383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7EE3A34-DBA4-82F7-730D-88C7F852FF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8601" y="234212"/>
            <a:ext cx="2243138" cy="567955"/>
          </a:xfrm>
          <a:prstGeom prst="rect">
            <a:avLst/>
          </a:prstGeom>
        </p:spPr>
      </p:pic>
      <p:sp>
        <p:nvSpPr>
          <p:cNvPr id="7" name="タイトル 2">
            <a:extLst>
              <a:ext uri="{FF2B5EF4-FFF2-40B4-BE49-F238E27FC236}">
                <a16:creationId xmlns:a16="http://schemas.microsoft.com/office/drawing/2014/main" id="{80BA6ED3-66DB-8CAF-2782-5102EDA8F3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600" y="1450800"/>
            <a:ext cx="11440800" cy="795600"/>
          </a:xfrm>
          <a:prstGeom prst="rect">
            <a:avLst/>
          </a:prstGeom>
        </p:spPr>
        <p:txBody>
          <a:bodyPr lIns="0" r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11" name="テキスト プレースホルダー 6">
            <a:extLst>
              <a:ext uri="{FF2B5EF4-FFF2-40B4-BE49-F238E27FC236}">
                <a16:creationId xmlns:a16="http://schemas.microsoft.com/office/drawing/2014/main" id="{630EDCEA-B34B-905B-61E0-B69A53CE24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600" y="2246400"/>
            <a:ext cx="11440800" cy="1562400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21907321-9C68-C9E9-F305-451708BB0F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600" y="5191200"/>
            <a:ext cx="11440800" cy="1119600"/>
          </a:xfrm>
          <a:prstGeom prst="rect">
            <a:avLst/>
          </a:prstGeom>
        </p:spPr>
        <p:txBody>
          <a:bodyPr lIns="0" tIns="46800" rIns="0" anchor="b"/>
          <a:lstStyle>
            <a:lvl1pPr>
              <a:defRPr>
                <a:solidFill>
                  <a:schemeClr val="bg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2025</a:t>
            </a:r>
            <a:r>
              <a:rPr kumimoji="1" lang="ja-JP" altLang="en-US"/>
              <a:t>年〇月〇日</a:t>
            </a:r>
            <a:endParaRPr kumimoji="1" lang="en-US" altLang="ja-JP"/>
          </a:p>
          <a:p>
            <a:pPr lvl="0"/>
            <a:r>
              <a:rPr kumimoji="1" lang="ja-JP" altLang="en-US"/>
              <a:t>株式会社</a:t>
            </a:r>
            <a:r>
              <a:rPr kumimoji="1" lang="en-US" altLang="ja-JP"/>
              <a:t>NTT</a:t>
            </a:r>
            <a:r>
              <a:rPr kumimoji="1" lang="ja-JP" altLang="en-US"/>
              <a:t>データ ○○○○○○</a:t>
            </a:r>
          </a:p>
          <a:p>
            <a:pPr lvl="0"/>
            <a:r>
              <a:rPr kumimoji="1" lang="ja-JP" altLang="en-US"/>
              <a:t>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3588624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イノベーションカー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E0E3DF-D30F-67F3-1120-4D08EF0597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798" y="687601"/>
            <a:ext cx="7315200" cy="1447199"/>
          </a:xfrm>
          <a:prstGeom prst="rect">
            <a:avLst/>
          </a:prstGeom>
        </p:spPr>
        <p:txBody>
          <a:bodyPr/>
          <a:lstStyle/>
          <a:p>
            <a:r>
              <a:rPr kumimoji="1" lang="en-US" altLang="ja-JP"/>
              <a:t>01</a:t>
            </a:r>
            <a:endParaRPr kumimoji="1" lang="ja-JP" altLang="en-US"/>
          </a:p>
        </p:txBody>
      </p:sp>
      <p:sp>
        <p:nvSpPr>
          <p:cNvPr id="3" name="テキスト プレースホルダー 8">
            <a:extLst>
              <a:ext uri="{FF2B5EF4-FFF2-40B4-BE49-F238E27FC236}">
                <a16:creationId xmlns:a16="http://schemas.microsoft.com/office/drawing/2014/main" id="{14339CF7-9CA0-A841-448E-67A663E55CF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0800" y="2286000"/>
            <a:ext cx="7315200" cy="3888000"/>
          </a:xfrm>
          <a:prstGeom prst="rect">
            <a:avLst/>
          </a:prstGeom>
        </p:spPr>
        <p:txBody>
          <a:bodyPr lIns="0" tIns="0" rIns="0" bIns="0"/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中扉タイトル</a:t>
            </a:r>
          </a:p>
        </p:txBody>
      </p:sp>
      <p:pic>
        <p:nvPicPr>
          <p:cNvPr id="6" name="Innovationcurve">
            <a:extLst>
              <a:ext uri="{FF2B5EF4-FFF2-40B4-BE49-F238E27FC236}">
                <a16:creationId xmlns:a16="http://schemas.microsoft.com/office/drawing/2014/main" id="{7CF64CB9-660F-8471-3C6F-4FD9FD6E3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600" y="2433600"/>
            <a:ext cx="3729600" cy="3739975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43F721B-F20E-EF98-7C7E-D4DD73191926}"/>
              </a:ext>
            </a:extLst>
          </p:cNvPr>
          <p:cNvSpPr txBox="1"/>
          <p:nvPr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85003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1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396000"/>
          </a:xfrm>
        </p:spPr>
        <p:txBody>
          <a:bodyPr tIns="0" bIns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5165EBE-CE9B-A551-474B-E2D5D257B0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4" y="1038386"/>
            <a:ext cx="11448000" cy="5196814"/>
          </a:xfrm>
        </p:spPr>
        <p:txBody>
          <a:bodyPr t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3BB6FD-8126-0BC5-CD78-240E479EB679}"/>
              </a:ext>
            </a:extLst>
          </p:cNvPr>
          <p:cNvSpPr txBox="1"/>
          <p:nvPr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69598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サブタイトル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00110"/>
          </a:xfrm>
        </p:spPr>
        <p:txBody>
          <a:bodyPr tIns="0" bIns="0">
            <a:no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2FFA65-3599-E725-9F45-9CF39BF996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4" y="727200"/>
            <a:ext cx="11448000" cy="288000"/>
          </a:xfrm>
        </p:spPr>
        <p:txBody>
          <a:bodyPr>
            <a:noAutofit/>
          </a:bodyPr>
          <a:lstStyle>
            <a:lvl1pPr>
              <a:defRPr b="1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ja-JP" altLang="en-US"/>
              <a:t>［サブタイトル］</a:t>
            </a:r>
          </a:p>
        </p:txBody>
      </p:sp>
      <p:sp>
        <p:nvSpPr>
          <p:cNvPr id="4" name="コンテンツ プレースホルダー 4">
            <a:extLst>
              <a:ext uri="{FF2B5EF4-FFF2-40B4-BE49-F238E27FC236}">
                <a16:creationId xmlns:a16="http://schemas.microsoft.com/office/drawing/2014/main" id="{FE40B33C-3077-F325-8EA7-EEDBA1AD5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1474" y="1411200"/>
            <a:ext cx="11448000" cy="4824000"/>
          </a:xfrm>
        </p:spPr>
        <p:txBody>
          <a:bodyPr tIns="0" bIns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A1A7CDA-C0AA-A8AC-8808-09E8B9AA91A2}"/>
              </a:ext>
            </a:extLst>
          </p:cNvPr>
          <p:cNvSpPr txBox="1"/>
          <p:nvPr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3466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2"/>
          <p:cNvSpPr txBox="1">
            <a:spLocks/>
          </p:cNvSpPr>
          <p:nvPr userDrawn="1"/>
        </p:nvSpPr>
        <p:spPr>
          <a:xfrm>
            <a:off x="0" y="2229128"/>
            <a:ext cx="12193200" cy="2848525"/>
          </a:xfrm>
          <a:prstGeom prst="rect">
            <a:avLst/>
          </a:prstGeom>
          <a:solidFill>
            <a:srgbClr val="FFFFFF">
              <a:alpha val="65098"/>
            </a:srgbClr>
          </a:solidFill>
        </p:spPr>
        <p:txBody>
          <a:bodyPr anchor="ctr">
            <a:normAutofit/>
          </a:bodyPr>
          <a:lstStyle>
            <a:lvl1pPr algn="l" defTabSz="596768" rtl="0" eaLnBrk="1" fontAlgn="base" hangingPunct="1">
              <a:spcBef>
                <a:spcPct val="0"/>
              </a:spcBef>
              <a:spcAft>
                <a:spcPct val="0"/>
              </a:spcAft>
              <a:defRPr kumimoji="1" sz="2350" b="0" i="0" kern="1200" spc="197" baseline="0">
                <a:solidFill>
                  <a:srgbClr val="404040"/>
                </a:solidFill>
                <a:latin typeface="HGPGothicE" charset="-128"/>
                <a:ea typeface="HGPGothicE" charset="-128"/>
                <a:cs typeface="HGPGothicE" charset="-128"/>
              </a:defRPr>
            </a:lvl1pPr>
            <a:lvl2pPr algn="l" defTabSz="596768" rtl="0" eaLnBrk="1" fontAlgn="base" hangingPunct="1">
              <a:spcBef>
                <a:spcPct val="0"/>
              </a:spcBef>
              <a:spcAft>
                <a:spcPct val="0"/>
              </a:spcAft>
              <a:defRPr kumimoji="1" sz="2611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596768" rtl="0" eaLnBrk="1" fontAlgn="base" hangingPunct="1">
              <a:spcBef>
                <a:spcPct val="0"/>
              </a:spcBef>
              <a:spcAft>
                <a:spcPct val="0"/>
              </a:spcAft>
              <a:defRPr kumimoji="1" sz="2611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596768" rtl="0" eaLnBrk="1" fontAlgn="base" hangingPunct="1">
              <a:spcBef>
                <a:spcPct val="0"/>
              </a:spcBef>
              <a:spcAft>
                <a:spcPct val="0"/>
              </a:spcAft>
              <a:defRPr kumimoji="1" sz="2611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596768" rtl="0" eaLnBrk="1" fontAlgn="base" hangingPunct="1">
              <a:spcBef>
                <a:spcPct val="0"/>
              </a:spcBef>
              <a:spcAft>
                <a:spcPct val="0"/>
              </a:spcAft>
              <a:defRPr kumimoji="1" sz="2611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596768" algn="l" defTabSz="596768" rtl="0" eaLnBrk="1" fontAlgn="base" hangingPunct="1">
              <a:spcBef>
                <a:spcPct val="0"/>
              </a:spcBef>
              <a:spcAft>
                <a:spcPct val="0"/>
              </a:spcAft>
              <a:defRPr kumimoji="1" sz="2611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193540" algn="l" defTabSz="596768" rtl="0" eaLnBrk="1" fontAlgn="base" hangingPunct="1">
              <a:spcBef>
                <a:spcPct val="0"/>
              </a:spcBef>
              <a:spcAft>
                <a:spcPct val="0"/>
              </a:spcAft>
              <a:defRPr kumimoji="1" sz="2611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790307" algn="l" defTabSz="596768" rtl="0" eaLnBrk="1" fontAlgn="base" hangingPunct="1">
              <a:spcBef>
                <a:spcPct val="0"/>
              </a:spcBef>
              <a:spcAft>
                <a:spcPct val="0"/>
              </a:spcAft>
              <a:defRPr kumimoji="1" sz="2611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387075" algn="l" defTabSz="596768" rtl="0" eaLnBrk="1" fontAlgn="base" hangingPunct="1">
              <a:spcBef>
                <a:spcPct val="0"/>
              </a:spcBef>
              <a:spcAft>
                <a:spcPct val="0"/>
              </a:spcAft>
              <a:defRPr kumimoji="1" sz="2611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algn="ctr"/>
            <a:endParaRPr lang="ja-JP" altLang="en-US" sz="4431" b="1">
              <a:solidFill>
                <a:schemeClr val="tx1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2229128"/>
            <a:ext cx="9144000" cy="181061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24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4039739"/>
            <a:ext cx="9144000" cy="10106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5574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 userDrawn="1"/>
        </p:nvSpPr>
        <p:spPr>
          <a:xfrm>
            <a:off x="-2" y="-1"/>
            <a:ext cx="7380000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745029" y="1234911"/>
            <a:ext cx="5760000" cy="50400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45028" y="365125"/>
            <a:ext cx="5760001" cy="68575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en-US" altLang="ja-JP"/>
              <a:t>[</a:t>
            </a:r>
            <a:r>
              <a:rPr kumimoji="1" lang="ja-JP" altLang="en-US"/>
              <a:t>目次</a:t>
            </a:r>
            <a:r>
              <a:rPr kumimoji="1" lang="en-US" altLang="ja-JP"/>
              <a:t>]</a:t>
            </a:r>
            <a:endParaRPr kumimoji="1" lang="ja-JP" altLang="en-US"/>
          </a:p>
        </p:txBody>
      </p:sp>
      <p:sp>
        <p:nvSpPr>
          <p:cNvPr id="11" name="TextBox 16"/>
          <p:cNvSpPr txBox="1"/>
          <p:nvPr userDrawn="1"/>
        </p:nvSpPr>
        <p:spPr>
          <a:xfrm>
            <a:off x="5683550" y="6552000"/>
            <a:ext cx="824900" cy="22730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0F9AC1C8-10F2-4A77-9A6E-9375F974715F}" type="slidenum">
              <a:rPr lang="en-US" sz="1477" b="0" i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GPGothicE" charset="-128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477" b="0" i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  <a:cs typeface="HGPGothicE" charset="-128"/>
            </a:endParaRPr>
          </a:p>
        </p:txBody>
      </p:sp>
      <p:sp>
        <p:nvSpPr>
          <p:cNvPr id="12" name="TextBox 12"/>
          <p:cNvSpPr txBox="1"/>
          <p:nvPr userDrawn="1"/>
        </p:nvSpPr>
        <p:spPr>
          <a:xfrm>
            <a:off x="262595" y="6500396"/>
            <a:ext cx="5014256" cy="2923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marL="0" marR="0" indent="0" algn="l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INTERNAL</a:t>
            </a:r>
            <a:r>
              <a:rPr kumimoji="1" lang="ja-JP" altLang="en-US" sz="11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 </a:t>
            </a:r>
            <a:r>
              <a:rPr kumimoji="1" lang="en-US" altLang="ja-JP" sz="11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USE</a:t>
            </a:r>
            <a:r>
              <a:rPr kumimoji="1" lang="ja-JP" altLang="en-US" sz="11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 </a:t>
            </a:r>
            <a:r>
              <a:rPr kumimoji="1" lang="en-US" altLang="ja-JP" sz="11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ONLY</a:t>
            </a:r>
            <a:r>
              <a:rPr kumimoji="1" lang="ja-JP" altLang="en-US" sz="11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　</a:t>
            </a:r>
            <a:endParaRPr kumimoji="1" lang="en-US" altLang="ja-JP" sz="1100" kern="1200">
              <a:solidFill>
                <a:schemeClr val="tx1"/>
              </a:solidFill>
              <a:effectLst/>
              <a:latin typeface="+mn-ea"/>
              <a:ea typeface="+mn-ea"/>
              <a:cs typeface="+mn-cs"/>
            </a:endParaRPr>
          </a:p>
          <a:p>
            <a:pPr marL="0" marR="0" indent="0" algn="l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©2024</a:t>
            </a:r>
            <a:r>
              <a:rPr kumimoji="1" lang="ja-JP" altLang="en-US" sz="8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 </a:t>
            </a:r>
            <a:r>
              <a:rPr kumimoji="1" lang="en-US" altLang="ja-JP" sz="800" kern="1200">
                <a:solidFill>
                  <a:schemeClr val="tx1"/>
                </a:solidFill>
                <a:effectLst/>
                <a:latin typeface="+mn-ea"/>
                <a:ea typeface="+mn-ea"/>
                <a:cs typeface="+mn-cs"/>
              </a:rPr>
              <a:t>Public &amp; Social Infrastructure Segment</a:t>
            </a:r>
          </a:p>
        </p:txBody>
      </p:sp>
    </p:spTree>
    <p:extLst>
      <p:ext uri="{BB962C8B-B14F-4D97-AF65-F5344CB8AC3E}">
        <p14:creationId xmlns:p14="http://schemas.microsoft.com/office/powerpoint/2010/main" val="33524781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 userDrawn="1"/>
        </p:nvSpPr>
        <p:spPr>
          <a:xfrm>
            <a:off x="-2" y="0"/>
            <a:ext cx="12192000" cy="64171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2000" y="36935"/>
            <a:ext cx="11808000" cy="685753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cxnSp>
        <p:nvCxnSpPr>
          <p:cNvPr id="4" name="直線コネクタ 3"/>
          <p:cNvCxnSpPr/>
          <p:nvPr userDrawn="1"/>
        </p:nvCxnSpPr>
        <p:spPr>
          <a:xfrm>
            <a:off x="192000" y="722688"/>
            <a:ext cx="11808000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>
          <a:xfrm>
            <a:off x="533341" y="923925"/>
            <a:ext cx="11302738" cy="533547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143000" indent="-228600">
              <a:buFont typeface="Arial" panose="020B0604020202020204" pitchFamily="34" charset="0"/>
              <a:buChar char="•"/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TextBox 16"/>
          <p:cNvSpPr txBox="1"/>
          <p:nvPr userDrawn="1"/>
        </p:nvSpPr>
        <p:spPr>
          <a:xfrm>
            <a:off x="5683550" y="6552000"/>
            <a:ext cx="824900" cy="22730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0F9AC1C8-10F2-4A77-9A6E-9375F974715F}" type="slidenum">
              <a:rPr lang="en-US" sz="1477" b="0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GPGothicE" charset="-128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477" b="0" i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HGPGothicE" charset="-128"/>
            </a:endParaRPr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44" b="16171"/>
          <a:stretch/>
        </p:blipFill>
        <p:spPr>
          <a:xfrm>
            <a:off x="9753189" y="6460634"/>
            <a:ext cx="2246811" cy="39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417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 userDrawn="1"/>
        </p:nvSpPr>
        <p:spPr>
          <a:xfrm>
            <a:off x="-2" y="0"/>
            <a:ext cx="12192000" cy="64171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2000" y="36935"/>
            <a:ext cx="11808000" cy="685753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cxnSp>
        <p:nvCxnSpPr>
          <p:cNvPr id="4" name="直線コネクタ 3"/>
          <p:cNvCxnSpPr/>
          <p:nvPr userDrawn="1"/>
        </p:nvCxnSpPr>
        <p:spPr>
          <a:xfrm>
            <a:off x="192000" y="722688"/>
            <a:ext cx="11808000" cy="0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>
          <a:xfrm>
            <a:off x="533341" y="923925"/>
            <a:ext cx="11302738" cy="533547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143000" indent="-228600">
              <a:buFont typeface="Arial" panose="020B0604020202020204" pitchFamily="34" charset="0"/>
              <a:buChar char="•"/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TextBox 16"/>
          <p:cNvSpPr txBox="1"/>
          <p:nvPr userDrawn="1"/>
        </p:nvSpPr>
        <p:spPr>
          <a:xfrm>
            <a:off x="5683550" y="6552000"/>
            <a:ext cx="824900" cy="22730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0F9AC1C8-10F2-4A77-9A6E-9375F974715F}" type="slidenum">
              <a:rPr lang="en-US" sz="1477" b="0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GPGothicE" charset="-128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477" b="0" i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HGPGothicE" charset="-128"/>
            </a:endParaRPr>
          </a:p>
        </p:txBody>
      </p:sp>
      <p:sp>
        <p:nvSpPr>
          <p:cNvPr id="9" name="テキスト ボックス 8"/>
          <p:cNvSpPr txBox="1"/>
          <p:nvPr userDrawn="1"/>
        </p:nvSpPr>
        <p:spPr>
          <a:xfrm>
            <a:off x="8791574" y="55985"/>
            <a:ext cx="32670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200" b="1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Be</a:t>
            </a:r>
            <a:r>
              <a:rPr kumimoji="1" lang="ja-JP" altLang="en-US" sz="2200" b="1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2200" b="1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a</a:t>
            </a:r>
            <a:r>
              <a:rPr kumimoji="1" lang="ja-JP" altLang="en-US" sz="2200" b="1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2200" b="1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Social</a:t>
            </a:r>
            <a:r>
              <a:rPr kumimoji="1" lang="ja-JP" altLang="en-US" sz="2200" b="1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2200" b="1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Designer</a:t>
            </a:r>
            <a:endParaRPr kumimoji="1" lang="ja-JP" altLang="en-US" sz="2200" b="1" err="1">
              <a:solidFill>
                <a:srgbClr val="0070C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/>
          <p:cNvSpPr txBox="1"/>
          <p:nvPr userDrawn="1"/>
        </p:nvSpPr>
        <p:spPr>
          <a:xfrm>
            <a:off x="8972549" y="426297"/>
            <a:ext cx="3027451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850" b="1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Create</a:t>
            </a:r>
            <a:r>
              <a:rPr kumimoji="1" lang="ja-JP" altLang="en-US" sz="850" b="1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850" b="1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innovative Value for a harmonious future</a:t>
            </a:r>
            <a:endParaRPr kumimoji="1" lang="ja-JP" altLang="en-US" sz="850" b="1" err="1">
              <a:solidFill>
                <a:srgbClr val="0070C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4873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 userDrawn="1"/>
        </p:nvSpPr>
        <p:spPr>
          <a:xfrm>
            <a:off x="-2" y="738004"/>
            <a:ext cx="12192000" cy="56790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2000" y="36935"/>
            <a:ext cx="11808000" cy="685753"/>
          </a:xfrm>
          <a:prstGeom prst="rect">
            <a:avLst/>
          </a:prstGeom>
        </p:spPr>
        <p:txBody>
          <a:bodyPr anchor="ctr"/>
          <a:lstStyle>
            <a:lvl1pPr>
              <a:defRPr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>
          <a:xfrm>
            <a:off x="533341" y="923925"/>
            <a:ext cx="11302738" cy="533547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143000" indent="-228600">
              <a:buFont typeface="Arial" panose="020B0604020202020204" pitchFamily="34" charset="0"/>
              <a:buChar char="•"/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TextBox 16"/>
          <p:cNvSpPr txBox="1"/>
          <p:nvPr userDrawn="1"/>
        </p:nvSpPr>
        <p:spPr>
          <a:xfrm>
            <a:off x="5683550" y="6552000"/>
            <a:ext cx="824900" cy="22730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0F9AC1C8-10F2-4A77-9A6E-9375F974715F}" type="slidenum">
              <a:rPr lang="en-US" sz="1477" b="0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GPGothicE" charset="-128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477" b="0" i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HGPGothicE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418847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2"/>
          <p:cNvSpPr txBox="1">
            <a:spLocks/>
          </p:cNvSpPr>
          <p:nvPr userDrawn="1"/>
        </p:nvSpPr>
        <p:spPr>
          <a:xfrm>
            <a:off x="-1200" y="0"/>
            <a:ext cx="12193200" cy="6858000"/>
          </a:xfrm>
          <a:prstGeom prst="rect">
            <a:avLst/>
          </a:prstGeom>
          <a:solidFill>
            <a:srgbClr val="FFFFFF">
              <a:alpha val="65098"/>
            </a:srgbClr>
          </a:solidFill>
        </p:spPr>
        <p:txBody>
          <a:bodyPr anchor="ctr">
            <a:normAutofit/>
          </a:bodyPr>
          <a:lstStyle>
            <a:lvl1pPr algn="l" defTabSz="596768" rtl="0" eaLnBrk="1" fontAlgn="base" hangingPunct="1">
              <a:spcBef>
                <a:spcPct val="0"/>
              </a:spcBef>
              <a:spcAft>
                <a:spcPct val="0"/>
              </a:spcAft>
              <a:defRPr kumimoji="1" sz="2350" b="0" i="0" kern="1200" spc="197" baseline="0">
                <a:solidFill>
                  <a:srgbClr val="404040"/>
                </a:solidFill>
                <a:latin typeface="HGPGothicE" charset="-128"/>
                <a:ea typeface="HGPGothicE" charset="-128"/>
                <a:cs typeface="HGPGothicE" charset="-128"/>
              </a:defRPr>
            </a:lvl1pPr>
            <a:lvl2pPr algn="l" defTabSz="596768" rtl="0" eaLnBrk="1" fontAlgn="base" hangingPunct="1">
              <a:spcBef>
                <a:spcPct val="0"/>
              </a:spcBef>
              <a:spcAft>
                <a:spcPct val="0"/>
              </a:spcAft>
              <a:defRPr kumimoji="1" sz="2611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2pPr>
            <a:lvl3pPr algn="l" defTabSz="596768" rtl="0" eaLnBrk="1" fontAlgn="base" hangingPunct="1">
              <a:spcBef>
                <a:spcPct val="0"/>
              </a:spcBef>
              <a:spcAft>
                <a:spcPct val="0"/>
              </a:spcAft>
              <a:defRPr kumimoji="1" sz="2611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3pPr>
            <a:lvl4pPr algn="l" defTabSz="596768" rtl="0" eaLnBrk="1" fontAlgn="base" hangingPunct="1">
              <a:spcBef>
                <a:spcPct val="0"/>
              </a:spcBef>
              <a:spcAft>
                <a:spcPct val="0"/>
              </a:spcAft>
              <a:defRPr kumimoji="1" sz="2611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4pPr>
            <a:lvl5pPr algn="l" defTabSz="596768" rtl="0" eaLnBrk="1" fontAlgn="base" hangingPunct="1">
              <a:spcBef>
                <a:spcPct val="0"/>
              </a:spcBef>
              <a:spcAft>
                <a:spcPct val="0"/>
              </a:spcAft>
              <a:defRPr kumimoji="1" sz="2611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5pPr>
            <a:lvl6pPr marL="596768" algn="l" defTabSz="596768" rtl="0" eaLnBrk="1" fontAlgn="base" hangingPunct="1">
              <a:spcBef>
                <a:spcPct val="0"/>
              </a:spcBef>
              <a:spcAft>
                <a:spcPct val="0"/>
              </a:spcAft>
              <a:defRPr kumimoji="1" sz="2611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6pPr>
            <a:lvl7pPr marL="1193540" algn="l" defTabSz="596768" rtl="0" eaLnBrk="1" fontAlgn="base" hangingPunct="1">
              <a:spcBef>
                <a:spcPct val="0"/>
              </a:spcBef>
              <a:spcAft>
                <a:spcPct val="0"/>
              </a:spcAft>
              <a:defRPr kumimoji="1" sz="2611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7pPr>
            <a:lvl8pPr marL="1790307" algn="l" defTabSz="596768" rtl="0" eaLnBrk="1" fontAlgn="base" hangingPunct="1">
              <a:spcBef>
                <a:spcPct val="0"/>
              </a:spcBef>
              <a:spcAft>
                <a:spcPct val="0"/>
              </a:spcAft>
              <a:defRPr kumimoji="1" sz="2611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8pPr>
            <a:lvl9pPr marL="2387075" algn="l" defTabSz="596768" rtl="0" eaLnBrk="1" fontAlgn="base" hangingPunct="1">
              <a:spcBef>
                <a:spcPct val="0"/>
              </a:spcBef>
              <a:spcAft>
                <a:spcPct val="0"/>
              </a:spcAft>
              <a:defRPr kumimoji="1" sz="2611">
                <a:solidFill>
                  <a:schemeClr val="tx1"/>
                </a:solidFill>
                <a:latin typeface="Arial" pitchFamily="34" charset="0"/>
                <a:ea typeface="HGP創英角ｺﾞｼｯｸUB"/>
                <a:cs typeface="Arial" pitchFamily="34" charset="0"/>
              </a:defRPr>
            </a:lvl9pPr>
          </a:lstStyle>
          <a:p>
            <a:pPr algn="ctr"/>
            <a:endParaRPr lang="ja-JP" altLang="en-US" sz="4431" b="1">
              <a:solidFill>
                <a:schemeClr val="tx1">
                  <a:lumMod val="7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524000" y="2523695"/>
            <a:ext cx="9144000" cy="181061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2400" b="1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en-US" altLang="ja-JP"/>
              <a:t>[</a:t>
            </a:r>
            <a:r>
              <a:rPr kumimoji="1" lang="ja-JP" altLang="en-US"/>
              <a:t>中扉</a:t>
            </a:r>
            <a:r>
              <a:rPr kumimoji="1" lang="en-US" altLang="ja-JP"/>
              <a:t>]</a:t>
            </a:r>
            <a:endParaRPr kumimoji="1" lang="ja-JP" altLang="en-US"/>
          </a:p>
        </p:txBody>
      </p:sp>
      <p:sp>
        <p:nvSpPr>
          <p:cNvPr id="6" name="TextBox 16"/>
          <p:cNvSpPr txBox="1"/>
          <p:nvPr userDrawn="1"/>
        </p:nvSpPr>
        <p:spPr>
          <a:xfrm>
            <a:off x="5683550" y="6552000"/>
            <a:ext cx="824900" cy="22730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0F9AC1C8-10F2-4A77-9A6E-9375F974715F}" type="slidenum">
              <a:rPr lang="en-US" sz="1477" b="0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GPGothicE" charset="-128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1477" b="0" i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HGPGothicE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52586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とコンテンツ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グループ化 124">
            <a:extLst>
              <a:ext uri="{FF2B5EF4-FFF2-40B4-BE49-F238E27FC236}">
                <a16:creationId xmlns:a16="http://schemas.microsoft.com/office/drawing/2014/main" id="{8A3BDECB-513F-45D6-847F-9CD23282F23B}"/>
              </a:ext>
            </a:extLst>
          </p:cNvPr>
          <p:cNvGrpSpPr/>
          <p:nvPr userDrawn="1"/>
        </p:nvGrpSpPr>
        <p:grpSpPr>
          <a:xfrm>
            <a:off x="549847" y="981274"/>
            <a:ext cx="11088683" cy="5184576"/>
            <a:chOff x="481012" y="908720"/>
            <a:chExt cx="11088683" cy="5184576"/>
          </a:xfrm>
        </p:grpSpPr>
        <p:sp>
          <p:nvSpPr>
            <p:cNvPr id="5" name="Rectangle 104">
              <a:extLst>
                <a:ext uri="{FF2B5EF4-FFF2-40B4-BE49-F238E27FC236}">
                  <a16:creationId xmlns:a16="http://schemas.microsoft.com/office/drawing/2014/main" id="{D513922F-3990-4271-816D-E7359ACBFB5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81013" y="908720"/>
              <a:ext cx="11088682" cy="5184573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grpSp>
          <p:nvGrpSpPr>
            <p:cNvPr id="123" name="グループ化 122">
              <a:extLst>
                <a:ext uri="{FF2B5EF4-FFF2-40B4-BE49-F238E27FC236}">
                  <a16:creationId xmlns:a16="http://schemas.microsoft.com/office/drawing/2014/main" id="{67D4F6B8-B7F3-45CC-8F05-757CFFE3C184}"/>
                </a:ext>
              </a:extLst>
            </p:cNvPr>
            <p:cNvGrpSpPr/>
            <p:nvPr userDrawn="1"/>
          </p:nvGrpSpPr>
          <p:grpSpPr>
            <a:xfrm>
              <a:off x="481012" y="1061819"/>
              <a:ext cx="11088682" cy="4895850"/>
              <a:chOff x="481012" y="1061819"/>
              <a:chExt cx="11088682" cy="4895850"/>
            </a:xfrm>
          </p:grpSpPr>
          <p:sp>
            <p:nvSpPr>
              <p:cNvPr id="73" name="Line 102">
                <a:extLst>
                  <a:ext uri="{FF2B5EF4-FFF2-40B4-BE49-F238E27FC236}">
                    <a16:creationId xmlns:a16="http://schemas.microsoft.com/office/drawing/2014/main" id="{F02D2295-64A0-4A05-B9F7-FB8D9E209B8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3653747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74" name="Line 6">
                <a:extLst>
                  <a:ext uri="{FF2B5EF4-FFF2-40B4-BE49-F238E27FC236}">
                    <a16:creationId xmlns:a16="http://schemas.microsoft.com/office/drawing/2014/main" id="{5BCB8D4F-43CC-4573-B443-2C361BAC131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5957669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75" name="Line 7">
                <a:extLst>
                  <a:ext uri="{FF2B5EF4-FFF2-40B4-BE49-F238E27FC236}">
                    <a16:creationId xmlns:a16="http://schemas.microsoft.com/office/drawing/2014/main" id="{A331014E-F4E9-4DCC-A7B3-7437A1299F0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5813687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76" name="Line 8">
                <a:extLst>
                  <a:ext uri="{FF2B5EF4-FFF2-40B4-BE49-F238E27FC236}">
                    <a16:creationId xmlns:a16="http://schemas.microsoft.com/office/drawing/2014/main" id="{65FCE750-355C-4E37-A488-D2FB2EAFF80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5669691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77" name="Line 9">
                <a:extLst>
                  <a:ext uri="{FF2B5EF4-FFF2-40B4-BE49-F238E27FC236}">
                    <a16:creationId xmlns:a16="http://schemas.microsoft.com/office/drawing/2014/main" id="{32EBF008-761E-43D1-917D-28ACB1B12D7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5525695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78" name="Line 10">
                <a:extLst>
                  <a:ext uri="{FF2B5EF4-FFF2-40B4-BE49-F238E27FC236}">
                    <a16:creationId xmlns:a16="http://schemas.microsoft.com/office/drawing/2014/main" id="{B8FC9CA8-5F09-41D2-AB13-D5B6F256197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5381699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79" name="Line 11">
                <a:extLst>
                  <a:ext uri="{FF2B5EF4-FFF2-40B4-BE49-F238E27FC236}">
                    <a16:creationId xmlns:a16="http://schemas.microsoft.com/office/drawing/2014/main" id="{0A61F322-5F28-4234-9B46-C67ED42CC5E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5237703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0" name="Line 12">
                <a:extLst>
                  <a:ext uri="{FF2B5EF4-FFF2-40B4-BE49-F238E27FC236}">
                    <a16:creationId xmlns:a16="http://schemas.microsoft.com/office/drawing/2014/main" id="{65D118E4-D099-4828-A355-704F849C3CB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5093707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1" name="Line 13">
                <a:extLst>
                  <a:ext uri="{FF2B5EF4-FFF2-40B4-BE49-F238E27FC236}">
                    <a16:creationId xmlns:a16="http://schemas.microsoft.com/office/drawing/2014/main" id="{42A67A8E-0B98-4C5A-8D4D-7D31722E946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4949711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2" name="Line 14">
                <a:extLst>
                  <a:ext uri="{FF2B5EF4-FFF2-40B4-BE49-F238E27FC236}">
                    <a16:creationId xmlns:a16="http://schemas.microsoft.com/office/drawing/2014/main" id="{2C68D75B-4547-4E8B-BB66-E850CFDF902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4805715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3" name="Line 15">
                <a:extLst>
                  <a:ext uri="{FF2B5EF4-FFF2-40B4-BE49-F238E27FC236}">
                    <a16:creationId xmlns:a16="http://schemas.microsoft.com/office/drawing/2014/main" id="{81EC9384-B893-4508-847F-89581A5D841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4661719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4" name="Line 16">
                <a:extLst>
                  <a:ext uri="{FF2B5EF4-FFF2-40B4-BE49-F238E27FC236}">
                    <a16:creationId xmlns:a16="http://schemas.microsoft.com/office/drawing/2014/main" id="{4F379003-0351-40CB-B244-7F0B7963F69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4517723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5" name="Line 17">
                <a:extLst>
                  <a:ext uri="{FF2B5EF4-FFF2-40B4-BE49-F238E27FC236}">
                    <a16:creationId xmlns:a16="http://schemas.microsoft.com/office/drawing/2014/main" id="{091BC48C-FDD9-4FB7-8346-0B4175DE7F4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4373727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6" name="Line 18">
                <a:extLst>
                  <a:ext uri="{FF2B5EF4-FFF2-40B4-BE49-F238E27FC236}">
                    <a16:creationId xmlns:a16="http://schemas.microsoft.com/office/drawing/2014/main" id="{19D1865D-B616-4705-B1CA-11F5407754A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4229731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7" name="Line 19">
                <a:extLst>
                  <a:ext uri="{FF2B5EF4-FFF2-40B4-BE49-F238E27FC236}">
                    <a16:creationId xmlns:a16="http://schemas.microsoft.com/office/drawing/2014/main" id="{ADD496BA-202A-4D88-B847-F796DE87EAC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4085735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8" name="Line 20">
                <a:extLst>
                  <a:ext uri="{FF2B5EF4-FFF2-40B4-BE49-F238E27FC236}">
                    <a16:creationId xmlns:a16="http://schemas.microsoft.com/office/drawing/2014/main" id="{851D4A4D-2BE8-4969-AEAC-DD40B745E0B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3941739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89" name="Line 21">
                <a:extLst>
                  <a:ext uri="{FF2B5EF4-FFF2-40B4-BE49-F238E27FC236}">
                    <a16:creationId xmlns:a16="http://schemas.microsoft.com/office/drawing/2014/main" id="{84E77591-5206-4A1B-88C4-88D7050ECDB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3797743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0" name="Line 22">
                <a:extLst>
                  <a:ext uri="{FF2B5EF4-FFF2-40B4-BE49-F238E27FC236}">
                    <a16:creationId xmlns:a16="http://schemas.microsoft.com/office/drawing/2014/main" id="{DEDD6B35-BCE6-4F14-8C43-FBAD214D7F6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3509751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1" name="Line 23">
                <a:extLst>
                  <a:ext uri="{FF2B5EF4-FFF2-40B4-BE49-F238E27FC236}">
                    <a16:creationId xmlns:a16="http://schemas.microsoft.com/office/drawing/2014/main" id="{C357E224-2AFE-40F3-A926-7900AE6FB9C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3365755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2" name="Line 24">
                <a:extLst>
                  <a:ext uri="{FF2B5EF4-FFF2-40B4-BE49-F238E27FC236}">
                    <a16:creationId xmlns:a16="http://schemas.microsoft.com/office/drawing/2014/main" id="{8F5D6673-2609-4580-8B19-271BC04E326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3221759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3" name="Line 25">
                <a:extLst>
                  <a:ext uri="{FF2B5EF4-FFF2-40B4-BE49-F238E27FC236}">
                    <a16:creationId xmlns:a16="http://schemas.microsoft.com/office/drawing/2014/main" id="{A1CA30A5-83EA-4EE5-96FF-0C4C99435B9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3077763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4" name="Line 26">
                <a:extLst>
                  <a:ext uri="{FF2B5EF4-FFF2-40B4-BE49-F238E27FC236}">
                    <a16:creationId xmlns:a16="http://schemas.microsoft.com/office/drawing/2014/main" id="{DBF24C02-6337-46DA-8B3D-DA1D8868D55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2933767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5" name="Line 27">
                <a:extLst>
                  <a:ext uri="{FF2B5EF4-FFF2-40B4-BE49-F238E27FC236}">
                    <a16:creationId xmlns:a16="http://schemas.microsoft.com/office/drawing/2014/main" id="{BD70EDE5-88EE-4DD4-AE75-DC67C9CC97D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2789771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6" name="Line 28">
                <a:extLst>
                  <a:ext uri="{FF2B5EF4-FFF2-40B4-BE49-F238E27FC236}">
                    <a16:creationId xmlns:a16="http://schemas.microsoft.com/office/drawing/2014/main" id="{68533A31-9C6E-465F-946C-11578379EB3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2645775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7" name="Line 29">
                <a:extLst>
                  <a:ext uri="{FF2B5EF4-FFF2-40B4-BE49-F238E27FC236}">
                    <a16:creationId xmlns:a16="http://schemas.microsoft.com/office/drawing/2014/main" id="{ACB9EE8B-3CFE-4CE5-AF7C-8648A1EFC6E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2501779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8" name="Line 30">
                <a:extLst>
                  <a:ext uri="{FF2B5EF4-FFF2-40B4-BE49-F238E27FC236}">
                    <a16:creationId xmlns:a16="http://schemas.microsoft.com/office/drawing/2014/main" id="{7173DDDB-05BA-4A79-9E74-1042190CA32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2357783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9" name="Line 31">
                <a:extLst>
                  <a:ext uri="{FF2B5EF4-FFF2-40B4-BE49-F238E27FC236}">
                    <a16:creationId xmlns:a16="http://schemas.microsoft.com/office/drawing/2014/main" id="{E79E051E-A32A-4EB1-8D97-B0E39E3B673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2213787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0" name="Line 32">
                <a:extLst>
                  <a:ext uri="{FF2B5EF4-FFF2-40B4-BE49-F238E27FC236}">
                    <a16:creationId xmlns:a16="http://schemas.microsoft.com/office/drawing/2014/main" id="{26594B73-4CB6-45F1-904C-346EB3FCADB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2069791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1" name="Line 33">
                <a:extLst>
                  <a:ext uri="{FF2B5EF4-FFF2-40B4-BE49-F238E27FC236}">
                    <a16:creationId xmlns:a16="http://schemas.microsoft.com/office/drawing/2014/main" id="{555ABBFE-FB7C-4D9F-BF20-51309C138E3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1925795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2" name="Line 34">
                <a:extLst>
                  <a:ext uri="{FF2B5EF4-FFF2-40B4-BE49-F238E27FC236}">
                    <a16:creationId xmlns:a16="http://schemas.microsoft.com/office/drawing/2014/main" id="{600B0610-30B4-4E50-922F-9AB5B617DB6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1781799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3" name="Line 35">
                <a:extLst>
                  <a:ext uri="{FF2B5EF4-FFF2-40B4-BE49-F238E27FC236}">
                    <a16:creationId xmlns:a16="http://schemas.microsoft.com/office/drawing/2014/main" id="{661E8CE6-190E-4042-AA5A-FC922AE9681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1637803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4" name="Line 36">
                <a:extLst>
                  <a:ext uri="{FF2B5EF4-FFF2-40B4-BE49-F238E27FC236}">
                    <a16:creationId xmlns:a16="http://schemas.microsoft.com/office/drawing/2014/main" id="{2AFA3F51-DCA3-4037-8A5A-898A93032A1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1493807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5" name="Line 37">
                <a:extLst>
                  <a:ext uri="{FF2B5EF4-FFF2-40B4-BE49-F238E27FC236}">
                    <a16:creationId xmlns:a16="http://schemas.microsoft.com/office/drawing/2014/main" id="{B942A1CB-0322-4E47-8C21-11C2C5E63EA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1349811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6" name="Line 38">
                <a:extLst>
                  <a:ext uri="{FF2B5EF4-FFF2-40B4-BE49-F238E27FC236}">
                    <a16:creationId xmlns:a16="http://schemas.microsoft.com/office/drawing/2014/main" id="{160AA591-4EBA-4003-8241-FFDB8CE306C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1205815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7" name="Line 39">
                <a:extLst>
                  <a:ext uri="{FF2B5EF4-FFF2-40B4-BE49-F238E27FC236}">
                    <a16:creationId xmlns:a16="http://schemas.microsoft.com/office/drawing/2014/main" id="{71DBA42F-2ECC-49E4-9073-198670BB5E7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1012" y="1061819"/>
                <a:ext cx="11088682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</p:grpSp>
        <p:grpSp>
          <p:nvGrpSpPr>
            <p:cNvPr id="124" name="グループ化 123">
              <a:extLst>
                <a:ext uri="{FF2B5EF4-FFF2-40B4-BE49-F238E27FC236}">
                  <a16:creationId xmlns:a16="http://schemas.microsoft.com/office/drawing/2014/main" id="{AC74640D-7C86-4DA8-AFB2-BD415BBD9E26}"/>
                </a:ext>
              </a:extLst>
            </p:cNvPr>
            <p:cNvGrpSpPr/>
            <p:nvPr userDrawn="1"/>
          </p:nvGrpSpPr>
          <p:grpSpPr>
            <a:xfrm>
              <a:off x="625475" y="917357"/>
              <a:ext cx="10799762" cy="5175939"/>
              <a:chOff x="625475" y="917357"/>
              <a:chExt cx="10799762" cy="5175939"/>
            </a:xfrm>
          </p:grpSpPr>
          <p:sp>
            <p:nvSpPr>
              <p:cNvPr id="7" name="Line 6">
                <a:extLst>
                  <a:ext uri="{FF2B5EF4-FFF2-40B4-BE49-F238E27FC236}">
                    <a16:creationId xmlns:a16="http://schemas.microsoft.com/office/drawing/2014/main" id="{AAFAC30F-7FF0-407A-BBEB-16373321498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208212" y="6093296"/>
                <a:ext cx="8929688" cy="0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" name="Line 41">
                <a:extLst>
                  <a:ext uri="{FF2B5EF4-FFF2-40B4-BE49-F238E27FC236}">
                    <a16:creationId xmlns:a16="http://schemas.microsoft.com/office/drawing/2014/main" id="{AFBF539F-6A04-4A82-8448-01D5634D3C7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497138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" name="Line 42">
                <a:extLst>
                  <a:ext uri="{FF2B5EF4-FFF2-40B4-BE49-F238E27FC236}">
                    <a16:creationId xmlns:a16="http://schemas.microsoft.com/office/drawing/2014/main" id="{A61D359E-4165-468A-966F-D1412CF725A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641600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2" name="Line 43">
                <a:extLst>
                  <a:ext uri="{FF2B5EF4-FFF2-40B4-BE49-F238E27FC236}">
                    <a16:creationId xmlns:a16="http://schemas.microsoft.com/office/drawing/2014/main" id="{926A4684-4A49-4900-B42C-F8FDFE08EC7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786063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3" name="Line 44">
                <a:extLst>
                  <a:ext uri="{FF2B5EF4-FFF2-40B4-BE49-F238E27FC236}">
                    <a16:creationId xmlns:a16="http://schemas.microsoft.com/office/drawing/2014/main" id="{D4D590F4-3B9F-431C-9C82-4649EAEB332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928938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4" name="Line 45">
                <a:extLst>
                  <a:ext uri="{FF2B5EF4-FFF2-40B4-BE49-F238E27FC236}">
                    <a16:creationId xmlns:a16="http://schemas.microsoft.com/office/drawing/2014/main" id="{06B4D706-EDBA-432E-BE25-C7E6EC3A372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3073400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5" name="Line 46">
                <a:extLst>
                  <a:ext uri="{FF2B5EF4-FFF2-40B4-BE49-F238E27FC236}">
                    <a16:creationId xmlns:a16="http://schemas.microsoft.com/office/drawing/2014/main" id="{DF5E90AD-4F9A-4001-A00D-9736016BB10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3217863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6" name="Line 47">
                <a:extLst>
                  <a:ext uri="{FF2B5EF4-FFF2-40B4-BE49-F238E27FC236}">
                    <a16:creationId xmlns:a16="http://schemas.microsoft.com/office/drawing/2014/main" id="{FE7BB207-A961-47B0-9E6B-EC6AFAFCF8D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3362325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7" name="Line 48">
                <a:extLst>
                  <a:ext uri="{FF2B5EF4-FFF2-40B4-BE49-F238E27FC236}">
                    <a16:creationId xmlns:a16="http://schemas.microsoft.com/office/drawing/2014/main" id="{A8987793-242C-43F9-9434-DA664C77230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3505200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8" name="Line 49">
                <a:extLst>
                  <a:ext uri="{FF2B5EF4-FFF2-40B4-BE49-F238E27FC236}">
                    <a16:creationId xmlns:a16="http://schemas.microsoft.com/office/drawing/2014/main" id="{FEFAA746-1D24-4D51-BA38-F84009DE7F3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3649663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9" name="Line 50">
                <a:extLst>
                  <a:ext uri="{FF2B5EF4-FFF2-40B4-BE49-F238E27FC236}">
                    <a16:creationId xmlns:a16="http://schemas.microsoft.com/office/drawing/2014/main" id="{59C78DF2-6A00-445C-8353-0633A46C2A5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3794125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Line 51">
                <a:extLst>
                  <a:ext uri="{FF2B5EF4-FFF2-40B4-BE49-F238E27FC236}">
                    <a16:creationId xmlns:a16="http://schemas.microsoft.com/office/drawing/2014/main" id="{1743E081-D0B5-43D9-9063-A0653B4DA85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3937000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" name="Line 52">
                <a:extLst>
                  <a:ext uri="{FF2B5EF4-FFF2-40B4-BE49-F238E27FC236}">
                    <a16:creationId xmlns:a16="http://schemas.microsoft.com/office/drawing/2014/main" id="{1BC687D5-783C-4318-ADF2-A1AC3872E3A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081463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Line 53">
                <a:extLst>
                  <a:ext uri="{FF2B5EF4-FFF2-40B4-BE49-F238E27FC236}">
                    <a16:creationId xmlns:a16="http://schemas.microsoft.com/office/drawing/2014/main" id="{3F07B38B-2070-4AFE-933C-416CF375440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225925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3" name="Line 54">
                <a:extLst>
                  <a:ext uri="{FF2B5EF4-FFF2-40B4-BE49-F238E27FC236}">
                    <a16:creationId xmlns:a16="http://schemas.microsoft.com/office/drawing/2014/main" id="{A49DD4B5-D9A4-4CF7-A21D-33B5484630B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370388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Line 55">
                <a:extLst>
                  <a:ext uri="{FF2B5EF4-FFF2-40B4-BE49-F238E27FC236}">
                    <a16:creationId xmlns:a16="http://schemas.microsoft.com/office/drawing/2014/main" id="{723190DC-9218-4E6A-ABCA-DC42F8090C4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513263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5" name="Line 56">
                <a:extLst>
                  <a:ext uri="{FF2B5EF4-FFF2-40B4-BE49-F238E27FC236}">
                    <a16:creationId xmlns:a16="http://schemas.microsoft.com/office/drawing/2014/main" id="{F3D192B5-608B-47FE-B694-9CC38DAFAF1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657725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6" name="Line 57">
                <a:extLst>
                  <a:ext uri="{FF2B5EF4-FFF2-40B4-BE49-F238E27FC236}">
                    <a16:creationId xmlns:a16="http://schemas.microsoft.com/office/drawing/2014/main" id="{B489368B-BE7B-4E2A-8FAD-BCBA0CE333A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802188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7" name="Line 58">
                <a:extLst>
                  <a:ext uri="{FF2B5EF4-FFF2-40B4-BE49-F238E27FC236}">
                    <a16:creationId xmlns:a16="http://schemas.microsoft.com/office/drawing/2014/main" id="{94F74F22-6B93-4A9F-963E-6A0B938ED95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945063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8" name="Line 59">
                <a:extLst>
                  <a:ext uri="{FF2B5EF4-FFF2-40B4-BE49-F238E27FC236}">
                    <a16:creationId xmlns:a16="http://schemas.microsoft.com/office/drawing/2014/main" id="{AFAD83AB-464C-45E3-A253-2B8F3FFD34E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089525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9" name="Line 60">
                <a:extLst>
                  <a:ext uri="{FF2B5EF4-FFF2-40B4-BE49-F238E27FC236}">
                    <a16:creationId xmlns:a16="http://schemas.microsoft.com/office/drawing/2014/main" id="{445D3841-CF91-4989-866F-E1CF41A5F8F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233988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0" name="Line 61">
                <a:extLst>
                  <a:ext uri="{FF2B5EF4-FFF2-40B4-BE49-F238E27FC236}">
                    <a16:creationId xmlns:a16="http://schemas.microsoft.com/office/drawing/2014/main" id="{048267A1-ABC6-419B-8890-AD479F24849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378450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1" name="Line 62">
                <a:extLst>
                  <a:ext uri="{FF2B5EF4-FFF2-40B4-BE49-F238E27FC236}">
                    <a16:creationId xmlns:a16="http://schemas.microsoft.com/office/drawing/2014/main" id="{FA885FBB-41BD-4EB6-995B-E4213FA5995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521325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2" name="Line 63">
                <a:extLst>
                  <a:ext uri="{FF2B5EF4-FFF2-40B4-BE49-F238E27FC236}">
                    <a16:creationId xmlns:a16="http://schemas.microsoft.com/office/drawing/2014/main" id="{74BFEBEA-F65C-4F8D-A1C9-C2D9918E216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665788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3" name="Line 64">
                <a:extLst>
                  <a:ext uri="{FF2B5EF4-FFF2-40B4-BE49-F238E27FC236}">
                    <a16:creationId xmlns:a16="http://schemas.microsoft.com/office/drawing/2014/main" id="{82487F3E-6FE4-449C-9E73-E5F73AAC0C4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810250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4" name="Line 65">
                <a:extLst>
                  <a:ext uri="{FF2B5EF4-FFF2-40B4-BE49-F238E27FC236}">
                    <a16:creationId xmlns:a16="http://schemas.microsoft.com/office/drawing/2014/main" id="{EBE51825-241B-4719-8C57-E3E419A0452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954713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5" name="Line 66">
                <a:extLst>
                  <a:ext uri="{FF2B5EF4-FFF2-40B4-BE49-F238E27FC236}">
                    <a16:creationId xmlns:a16="http://schemas.microsoft.com/office/drawing/2014/main" id="{B7E7A2D4-849D-450E-81E3-D3530755020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6097588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6" name="Line 67">
                <a:extLst>
                  <a:ext uri="{FF2B5EF4-FFF2-40B4-BE49-F238E27FC236}">
                    <a16:creationId xmlns:a16="http://schemas.microsoft.com/office/drawing/2014/main" id="{52865223-4921-4801-9BFC-38D8B7C8C17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6242050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7" name="Line 68">
                <a:extLst>
                  <a:ext uri="{FF2B5EF4-FFF2-40B4-BE49-F238E27FC236}">
                    <a16:creationId xmlns:a16="http://schemas.microsoft.com/office/drawing/2014/main" id="{1F0184CB-ED93-4263-873E-947CCA148C2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6386513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8" name="Line 69">
                <a:extLst>
                  <a:ext uri="{FF2B5EF4-FFF2-40B4-BE49-F238E27FC236}">
                    <a16:creationId xmlns:a16="http://schemas.microsoft.com/office/drawing/2014/main" id="{D180ADCE-FA88-4923-B402-296D4C9640C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6529388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9" name="Line 70">
                <a:extLst>
                  <a:ext uri="{FF2B5EF4-FFF2-40B4-BE49-F238E27FC236}">
                    <a16:creationId xmlns:a16="http://schemas.microsoft.com/office/drawing/2014/main" id="{53206145-4C87-47A6-9AEA-D41AB84617A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6816725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0" name="Line 71">
                <a:extLst>
                  <a:ext uri="{FF2B5EF4-FFF2-40B4-BE49-F238E27FC236}">
                    <a16:creationId xmlns:a16="http://schemas.microsoft.com/office/drawing/2014/main" id="{E7FC2429-C6FF-4D02-A29F-1A0574202C4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6959600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1" name="Line 72">
                <a:extLst>
                  <a:ext uri="{FF2B5EF4-FFF2-40B4-BE49-F238E27FC236}">
                    <a16:creationId xmlns:a16="http://schemas.microsoft.com/office/drawing/2014/main" id="{06CA8A39-CBE7-431B-824C-0ADAD3DAC56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104063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2" name="Line 73">
                <a:extLst>
                  <a:ext uri="{FF2B5EF4-FFF2-40B4-BE49-F238E27FC236}">
                    <a16:creationId xmlns:a16="http://schemas.microsoft.com/office/drawing/2014/main" id="{F708981B-35E2-46FF-B526-8311D833500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248525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3" name="Line 74">
                <a:extLst>
                  <a:ext uri="{FF2B5EF4-FFF2-40B4-BE49-F238E27FC236}">
                    <a16:creationId xmlns:a16="http://schemas.microsoft.com/office/drawing/2014/main" id="{D371D43F-CE6D-4866-B599-D70A172D5AD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391400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4" name="Line 75">
                <a:extLst>
                  <a:ext uri="{FF2B5EF4-FFF2-40B4-BE49-F238E27FC236}">
                    <a16:creationId xmlns:a16="http://schemas.microsoft.com/office/drawing/2014/main" id="{DD5E1406-F8F5-44E9-AF2B-83BA2FC400A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535863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5" name="Line 76">
                <a:extLst>
                  <a:ext uri="{FF2B5EF4-FFF2-40B4-BE49-F238E27FC236}">
                    <a16:creationId xmlns:a16="http://schemas.microsoft.com/office/drawing/2014/main" id="{418F9296-7F5D-459F-A61F-E8118E16105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680325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6" name="Line 77">
                <a:extLst>
                  <a:ext uri="{FF2B5EF4-FFF2-40B4-BE49-F238E27FC236}">
                    <a16:creationId xmlns:a16="http://schemas.microsoft.com/office/drawing/2014/main" id="{189689EC-691B-4006-A046-5F77E915A15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824788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7" name="Line 78">
                <a:extLst>
                  <a:ext uri="{FF2B5EF4-FFF2-40B4-BE49-F238E27FC236}">
                    <a16:creationId xmlns:a16="http://schemas.microsoft.com/office/drawing/2014/main" id="{7705A446-D2C4-44AC-A011-80E0DF50401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967663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8" name="Line 79">
                <a:extLst>
                  <a:ext uri="{FF2B5EF4-FFF2-40B4-BE49-F238E27FC236}">
                    <a16:creationId xmlns:a16="http://schemas.microsoft.com/office/drawing/2014/main" id="{BFB873EB-C127-41B8-847D-CA80556CF43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8112125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9" name="Line 80">
                <a:extLst>
                  <a:ext uri="{FF2B5EF4-FFF2-40B4-BE49-F238E27FC236}">
                    <a16:creationId xmlns:a16="http://schemas.microsoft.com/office/drawing/2014/main" id="{62CE71DE-EF93-42BA-893B-0F439AD450B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8256588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0" name="Line 81">
                <a:extLst>
                  <a:ext uri="{FF2B5EF4-FFF2-40B4-BE49-F238E27FC236}">
                    <a16:creationId xmlns:a16="http://schemas.microsoft.com/office/drawing/2014/main" id="{00998994-37C6-4FD3-91D7-EF1C8235459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8401050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1" name="Line 82">
                <a:extLst>
                  <a:ext uri="{FF2B5EF4-FFF2-40B4-BE49-F238E27FC236}">
                    <a16:creationId xmlns:a16="http://schemas.microsoft.com/office/drawing/2014/main" id="{C4A6FAF2-0B1D-437A-9994-809485BDCD4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8543925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2" name="Line 83">
                <a:extLst>
                  <a:ext uri="{FF2B5EF4-FFF2-40B4-BE49-F238E27FC236}">
                    <a16:creationId xmlns:a16="http://schemas.microsoft.com/office/drawing/2014/main" id="{B2E06D68-D531-47D2-BC94-78DC6E41F28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8688388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3" name="Line 84">
                <a:extLst>
                  <a:ext uri="{FF2B5EF4-FFF2-40B4-BE49-F238E27FC236}">
                    <a16:creationId xmlns:a16="http://schemas.microsoft.com/office/drawing/2014/main" id="{883A0A1F-407F-4708-821C-6DA75156B58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8832850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4" name="Line 85">
                <a:extLst>
                  <a:ext uri="{FF2B5EF4-FFF2-40B4-BE49-F238E27FC236}">
                    <a16:creationId xmlns:a16="http://schemas.microsoft.com/office/drawing/2014/main" id="{5F718A7B-6A5C-4A01-BAC8-BE5127CFD74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8975725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5" name="Line 86">
                <a:extLst>
                  <a:ext uri="{FF2B5EF4-FFF2-40B4-BE49-F238E27FC236}">
                    <a16:creationId xmlns:a16="http://schemas.microsoft.com/office/drawing/2014/main" id="{B0FB12D4-5B47-4F84-89BA-C20CB82A44A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9120188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6" name="Line 87">
                <a:extLst>
                  <a:ext uri="{FF2B5EF4-FFF2-40B4-BE49-F238E27FC236}">
                    <a16:creationId xmlns:a16="http://schemas.microsoft.com/office/drawing/2014/main" id="{84DC98F0-82DE-497C-A121-121BE9C7848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9264650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7" name="Line 88">
                <a:extLst>
                  <a:ext uri="{FF2B5EF4-FFF2-40B4-BE49-F238E27FC236}">
                    <a16:creationId xmlns:a16="http://schemas.microsoft.com/office/drawing/2014/main" id="{6389AE4C-8113-42B9-9153-8DCC3B9CCFD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9409113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Line 89">
                <a:extLst>
                  <a:ext uri="{FF2B5EF4-FFF2-40B4-BE49-F238E27FC236}">
                    <a16:creationId xmlns:a16="http://schemas.microsoft.com/office/drawing/2014/main" id="{474098EA-1B89-4348-8C53-409CCF1AF2E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9551988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9" name="Line 90">
                <a:extLst>
                  <a:ext uri="{FF2B5EF4-FFF2-40B4-BE49-F238E27FC236}">
                    <a16:creationId xmlns:a16="http://schemas.microsoft.com/office/drawing/2014/main" id="{B1A16427-E949-4BAB-9666-9D9C9AD7853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9696450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Line 91">
                <a:extLst>
                  <a:ext uri="{FF2B5EF4-FFF2-40B4-BE49-F238E27FC236}">
                    <a16:creationId xmlns:a16="http://schemas.microsoft.com/office/drawing/2014/main" id="{D54E1715-9C62-472B-A3FC-1BB2E6F89A9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9840913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1" name="Line 92">
                <a:extLst>
                  <a:ext uri="{FF2B5EF4-FFF2-40B4-BE49-F238E27FC236}">
                    <a16:creationId xmlns:a16="http://schemas.microsoft.com/office/drawing/2014/main" id="{DB6E3FA5-8EE3-448E-8910-598E8706BB8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9983788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Line 93">
                <a:extLst>
                  <a:ext uri="{FF2B5EF4-FFF2-40B4-BE49-F238E27FC236}">
                    <a16:creationId xmlns:a16="http://schemas.microsoft.com/office/drawing/2014/main" id="{71EC09C0-1910-4C5C-A3FF-B03A7572167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0128250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3" name="Line 94">
                <a:extLst>
                  <a:ext uri="{FF2B5EF4-FFF2-40B4-BE49-F238E27FC236}">
                    <a16:creationId xmlns:a16="http://schemas.microsoft.com/office/drawing/2014/main" id="{306663D7-AC92-4D50-A542-79E16350CAF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0272713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4" name="Line 95">
                <a:extLst>
                  <a:ext uri="{FF2B5EF4-FFF2-40B4-BE49-F238E27FC236}">
                    <a16:creationId xmlns:a16="http://schemas.microsoft.com/office/drawing/2014/main" id="{CEB84DA1-3BE8-45A4-8D3D-58CD99F809B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0417175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5" name="Line 96">
                <a:extLst>
                  <a:ext uri="{FF2B5EF4-FFF2-40B4-BE49-F238E27FC236}">
                    <a16:creationId xmlns:a16="http://schemas.microsoft.com/office/drawing/2014/main" id="{C67067B3-6DFD-4979-9C3F-D3379F17FB6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0560050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6" name="Line 97">
                <a:extLst>
                  <a:ext uri="{FF2B5EF4-FFF2-40B4-BE49-F238E27FC236}">
                    <a16:creationId xmlns:a16="http://schemas.microsoft.com/office/drawing/2014/main" id="{B97940A1-CAAA-4A8F-A2EF-366F549DC1D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0704513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7" name="Line 98">
                <a:extLst>
                  <a:ext uri="{FF2B5EF4-FFF2-40B4-BE49-F238E27FC236}">
                    <a16:creationId xmlns:a16="http://schemas.microsoft.com/office/drawing/2014/main" id="{00708841-2237-4DB6-83E4-604CD6E3100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0848975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8" name="Line 99">
                <a:extLst>
                  <a:ext uri="{FF2B5EF4-FFF2-40B4-BE49-F238E27FC236}">
                    <a16:creationId xmlns:a16="http://schemas.microsoft.com/office/drawing/2014/main" id="{CA93B556-401B-432E-A27E-EE2A1960F73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352675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9" name="Line 100">
                <a:extLst>
                  <a:ext uri="{FF2B5EF4-FFF2-40B4-BE49-F238E27FC236}">
                    <a16:creationId xmlns:a16="http://schemas.microsoft.com/office/drawing/2014/main" id="{5DF8019F-66D4-4F8B-A7EC-CA428530ABD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0993438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70" name="Line 95">
                <a:extLst>
                  <a:ext uri="{FF2B5EF4-FFF2-40B4-BE49-F238E27FC236}">
                    <a16:creationId xmlns:a16="http://schemas.microsoft.com/office/drawing/2014/main" id="{1E6336D4-BAC5-48FF-894A-8BF8EF21A0B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282362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71" name="Line 96">
                <a:extLst>
                  <a:ext uri="{FF2B5EF4-FFF2-40B4-BE49-F238E27FC236}">
                    <a16:creationId xmlns:a16="http://schemas.microsoft.com/office/drawing/2014/main" id="{8C3176FE-9CB7-473D-922F-939C4F9EF8C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425237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72" name="Line 97">
                <a:extLst>
                  <a:ext uri="{FF2B5EF4-FFF2-40B4-BE49-F238E27FC236}">
                    <a16:creationId xmlns:a16="http://schemas.microsoft.com/office/drawing/2014/main" id="{D91A38C5-9E19-425B-8A5A-2E7F40A2317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137900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09" name="Line 42">
                <a:extLst>
                  <a:ext uri="{FF2B5EF4-FFF2-40B4-BE49-F238E27FC236}">
                    <a16:creationId xmlns:a16="http://schemas.microsoft.com/office/drawing/2014/main" id="{60E25A37-1947-47BD-A7A2-CD8708E162A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6673056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0" name="Line 43">
                <a:extLst>
                  <a:ext uri="{FF2B5EF4-FFF2-40B4-BE49-F238E27FC236}">
                    <a16:creationId xmlns:a16="http://schemas.microsoft.com/office/drawing/2014/main" id="{E46D2B19-0DD9-4652-BAF3-EED32A13C74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625475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1" name="Line 44">
                <a:extLst>
                  <a:ext uri="{FF2B5EF4-FFF2-40B4-BE49-F238E27FC236}">
                    <a16:creationId xmlns:a16="http://schemas.microsoft.com/office/drawing/2014/main" id="{3D98C7BA-B52B-4EB7-AA4A-E36815D8A82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68350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2" name="Line 45">
                <a:extLst>
                  <a:ext uri="{FF2B5EF4-FFF2-40B4-BE49-F238E27FC236}">
                    <a16:creationId xmlns:a16="http://schemas.microsoft.com/office/drawing/2014/main" id="{081E379F-637B-4DD0-AF9C-05058D1BFE5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912812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3" name="Line 46">
                <a:extLst>
                  <a:ext uri="{FF2B5EF4-FFF2-40B4-BE49-F238E27FC236}">
                    <a16:creationId xmlns:a16="http://schemas.microsoft.com/office/drawing/2014/main" id="{833B601E-58B7-44CC-8464-884A1AF5241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057275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4" name="Line 47">
                <a:extLst>
                  <a:ext uri="{FF2B5EF4-FFF2-40B4-BE49-F238E27FC236}">
                    <a16:creationId xmlns:a16="http://schemas.microsoft.com/office/drawing/2014/main" id="{F4939864-35FE-43BF-B0A2-0FFE7DF0991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201737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5" name="Line 48">
                <a:extLst>
                  <a:ext uri="{FF2B5EF4-FFF2-40B4-BE49-F238E27FC236}">
                    <a16:creationId xmlns:a16="http://schemas.microsoft.com/office/drawing/2014/main" id="{3BE7EBF9-8F94-4FBE-968B-DE7676A8FAF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344612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6" name="Line 49">
                <a:extLst>
                  <a:ext uri="{FF2B5EF4-FFF2-40B4-BE49-F238E27FC236}">
                    <a16:creationId xmlns:a16="http://schemas.microsoft.com/office/drawing/2014/main" id="{7F959B38-89F2-43FB-A0BA-DCF5DA09CB2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489075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7" name="Line 50">
                <a:extLst>
                  <a:ext uri="{FF2B5EF4-FFF2-40B4-BE49-F238E27FC236}">
                    <a16:creationId xmlns:a16="http://schemas.microsoft.com/office/drawing/2014/main" id="{BB7531F3-E1A3-4976-9F3C-AA898ACA6A8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633537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8" name="Line 51">
                <a:extLst>
                  <a:ext uri="{FF2B5EF4-FFF2-40B4-BE49-F238E27FC236}">
                    <a16:creationId xmlns:a16="http://schemas.microsoft.com/office/drawing/2014/main" id="{350B9A34-8A93-4D9A-92EF-0344AA74800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776412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19" name="Line 52">
                <a:extLst>
                  <a:ext uri="{FF2B5EF4-FFF2-40B4-BE49-F238E27FC236}">
                    <a16:creationId xmlns:a16="http://schemas.microsoft.com/office/drawing/2014/main" id="{461A37D9-0462-4E0A-A019-62EEF65ADB5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920875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20" name="Line 53">
                <a:extLst>
                  <a:ext uri="{FF2B5EF4-FFF2-40B4-BE49-F238E27FC236}">
                    <a16:creationId xmlns:a16="http://schemas.microsoft.com/office/drawing/2014/main" id="{A1F3838E-6A45-4A31-BDF7-AC227252C56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065337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21" name="Line 54">
                <a:extLst>
                  <a:ext uri="{FF2B5EF4-FFF2-40B4-BE49-F238E27FC236}">
                    <a16:creationId xmlns:a16="http://schemas.microsoft.com/office/drawing/2014/main" id="{9434A795-74C8-452F-96AA-4B1FE6E8C85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209800" y="917357"/>
                <a:ext cx="0" cy="5175936"/>
              </a:xfrm>
              <a:prstGeom prst="line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</p:grpSp>
      </p:grpSp>
      <p:sp>
        <p:nvSpPr>
          <p:cNvPr id="8" name="タイトル 1"/>
          <p:cNvSpPr>
            <a:spLocks noGrp="1"/>
          </p:cNvSpPr>
          <p:nvPr>
            <p:ph type="title" hasCustomPrompt="1"/>
          </p:nvPr>
        </p:nvSpPr>
        <p:spPr>
          <a:xfrm>
            <a:off x="172188" y="0"/>
            <a:ext cx="11844000" cy="722902"/>
          </a:xfrm>
          <a:prstGeom prst="rect">
            <a:avLst/>
          </a:prstGeom>
        </p:spPr>
        <p:txBody>
          <a:bodyPr tIns="108000" anchor="ctr" anchorCtr="0">
            <a:normAutofit/>
          </a:bodyPr>
          <a:lstStyle>
            <a:lvl1pPr>
              <a:defRPr lang="ja-JP" altLang="en-US" b="1" spc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/>
              </a:defRPr>
            </a:lvl1pPr>
          </a:lstStyle>
          <a:p>
            <a:pPr marL="226468" marR="0" lvl="0" indent="-226468" latinLnBrk="0">
              <a:lnSpc>
                <a:spcPct val="100000"/>
              </a:lnSpc>
              <a:spcBef>
                <a:spcPct val="20000"/>
              </a:spcBef>
              <a:buClrTx/>
              <a:buSzTx/>
              <a:buFont typeface="+mj-lt"/>
              <a:buNone/>
              <a:tabLst/>
            </a:pPr>
            <a:r>
              <a:rPr kumimoji="1" lang="ja-JP" altLang="en-US"/>
              <a:t>［タイトル］</a:t>
            </a:r>
          </a:p>
        </p:txBody>
      </p:sp>
    </p:spTree>
    <p:extLst>
      <p:ext uri="{BB962C8B-B14F-4D97-AF65-F5344CB8AC3E}">
        <p14:creationId xmlns:p14="http://schemas.microsoft.com/office/powerpoint/2010/main" val="2256983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18">
          <p15:clr>
            <a:srgbClr val="FBAE40"/>
          </p15:clr>
        </p15:guide>
        <p15:guide id="2" pos="347">
          <p15:clr>
            <a:srgbClr val="FBAE40"/>
          </p15:clr>
        </p15:guide>
        <p15:guide id="3" orient="horz" pos="3884">
          <p15:clr>
            <a:srgbClr val="FBAE40"/>
          </p15:clr>
        </p15:guide>
        <p15:guide id="4" pos="7333">
          <p15:clr>
            <a:srgbClr val="FBAE40"/>
          </p15:clr>
        </p15:guide>
        <p15:guide id="5" orient="horz" pos="2251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イノベーションカーブな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図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47" r="-78"/>
          <a:stretch/>
        </p:blipFill>
        <p:spPr>
          <a:xfrm>
            <a:off x="-85724" y="-11431"/>
            <a:ext cx="12268200" cy="6878955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70D6933-50FC-7553-7845-69CEDA1C00C5}"/>
              </a:ext>
            </a:extLst>
          </p:cNvPr>
          <p:cNvSpPr/>
          <p:nvPr userDrawn="1"/>
        </p:nvSpPr>
        <p:spPr>
          <a:xfrm>
            <a:off x="0" y="0"/>
            <a:ext cx="12187500" cy="6858001"/>
          </a:xfrm>
          <a:prstGeom prst="rect">
            <a:avLst/>
          </a:prstGeom>
          <a:solidFill>
            <a:srgbClr val="050D24">
              <a:alpha val="58080"/>
            </a:srgbClr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1400" err="1">
              <a:solidFill>
                <a:schemeClr val="tx1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4FF15F3-493A-8C15-9F64-F076696160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31864" y="191534"/>
            <a:ext cx="2237123" cy="569864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6AA3F11-2310-C251-1D68-4B8F48D50146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chemeClr val="bg1"/>
                </a:solidFill>
              </a:rPr>
              <a:t>© 2024 NTT DATA Japan Corporation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6C1596D-A3C7-4FF6-6DFA-9626A8F84014}"/>
              </a:ext>
            </a:extLst>
          </p:cNvPr>
          <p:cNvSpPr txBox="1"/>
          <p:nvPr userDrawn="1"/>
        </p:nvSpPr>
        <p:spPr>
          <a:xfrm>
            <a:off x="2919470" y="7465383"/>
            <a:ext cx="6797407" cy="29745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marL="0" marR="0" lvl="0" indent="0" algn="ctr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>
                <a:solidFill>
                  <a:srgbClr val="C00000"/>
                </a:solidFill>
                <a:latin typeface="+mn-ea"/>
              </a:rPr>
              <a:t>写真の差し替えはマスタより行ってください。</a:t>
            </a:r>
            <a:endParaRPr kumimoji="1" lang="ja-JP" altLang="en-US">
              <a:solidFill>
                <a:srgbClr val="C00000"/>
              </a:solidFill>
            </a:endParaRPr>
          </a:p>
          <a:p>
            <a:pPr algn="ctr" defTabSz="288000"/>
            <a:endParaRPr kumimoji="1" lang="ja-JP" altLang="en-US">
              <a:solidFill>
                <a:srgbClr val="C00000"/>
              </a:solidFill>
              <a:latin typeface="+mn-ea"/>
            </a:endParaRPr>
          </a:p>
        </p:txBody>
      </p:sp>
      <p:sp>
        <p:nvSpPr>
          <p:cNvPr id="7" name="タイトル 2">
            <a:extLst>
              <a:ext uri="{FF2B5EF4-FFF2-40B4-BE49-F238E27FC236}">
                <a16:creationId xmlns:a16="http://schemas.microsoft.com/office/drawing/2014/main" id="{8D564593-F08C-BEC6-7F51-ED1F5CE127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600" y="1450800"/>
            <a:ext cx="11440800" cy="795600"/>
          </a:xfrm>
          <a:prstGeom prst="rect">
            <a:avLst/>
          </a:prstGeom>
        </p:spPr>
        <p:txBody>
          <a:bodyPr lIns="0" rIns="0"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11" name="テキスト プレースホルダー 6">
            <a:extLst>
              <a:ext uri="{FF2B5EF4-FFF2-40B4-BE49-F238E27FC236}">
                <a16:creationId xmlns:a16="http://schemas.microsoft.com/office/drawing/2014/main" id="{0B4BDF00-A209-76C8-BB25-F0D0D8A5CF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600" y="2246400"/>
            <a:ext cx="11440800" cy="1562400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07CC41DA-AB1D-B096-5118-CDEB9ED3AA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600" y="5191200"/>
            <a:ext cx="11440800" cy="1119600"/>
          </a:xfrm>
          <a:prstGeom prst="rect">
            <a:avLst/>
          </a:prstGeom>
        </p:spPr>
        <p:txBody>
          <a:bodyPr lIns="0" tIns="46800" rIns="0" anchor="b"/>
          <a:lstStyle>
            <a:lvl1pPr>
              <a:defRPr>
                <a:solidFill>
                  <a:schemeClr val="bg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2023</a:t>
            </a:r>
            <a:r>
              <a:rPr kumimoji="1" lang="ja-JP" altLang="en-US"/>
              <a:t>年〇月〇日</a:t>
            </a:r>
            <a:endParaRPr kumimoji="1" lang="en-US" altLang="ja-JP"/>
          </a:p>
          <a:p>
            <a:pPr lvl="0"/>
            <a:r>
              <a:rPr kumimoji="1" lang="ja-JP" altLang="en-US"/>
              <a:t>株式会社</a:t>
            </a:r>
            <a:r>
              <a:rPr kumimoji="1" lang="en-US" altLang="ja-JP"/>
              <a:t>NTT</a:t>
            </a:r>
            <a:r>
              <a:rPr kumimoji="1" lang="ja-JP" altLang="en-US"/>
              <a:t>データ ○○○○○○</a:t>
            </a:r>
          </a:p>
          <a:p>
            <a:pPr lvl="0"/>
            <a:r>
              <a:rPr kumimoji="1" lang="ja-JP" altLang="en-US"/>
              <a:t>○○○○○○○○○○○○○○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3960699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コンテンツ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1F77EE-9DF9-8847-B74D-DAE7D40F8D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57AB5C0-48AC-A342-8863-43A853452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8355" y="692151"/>
            <a:ext cx="11375292" cy="648970"/>
          </a:xfrm>
        </p:spPr>
        <p:txBody>
          <a:bodyPr/>
          <a:lstStyle/>
          <a:p>
            <a:pPr lvl="0"/>
            <a:r>
              <a:rPr kumimoji="1" lang="ja-JP" altLang="en-US"/>
              <a:t>テキストの入力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4979899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タイトルと1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740B46CC-2CF9-284F-9F56-02D00E754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396000"/>
          </a:xfrm>
        </p:spPr>
        <p:txBody>
          <a:bodyPr tIns="0" bIns="0">
            <a:noAutofit/>
          </a:bodyPr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65165EBE-CE9B-A551-474B-E2D5D257B0E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1474" y="1038386"/>
            <a:ext cx="11448000" cy="5196814"/>
          </a:xfrm>
        </p:spPr>
        <p:txBody>
          <a:bodyPr tIns="0" bIns="0"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3BB6FD-8126-0BC5-CD78-240E479EB679}"/>
              </a:ext>
            </a:extLst>
          </p:cNvPr>
          <p:cNvSpPr txBox="1"/>
          <p:nvPr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585368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コンテンツ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9AD4885B-2DFA-D04D-AE48-F73602DA6A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/>
              <a:t>［タイトル］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3BFEB-E3E2-40B7-A253-8DF9A4ADA8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988" y="689355"/>
            <a:ext cx="11376026" cy="363157"/>
          </a:xfrm>
          <a:prstGeom prst="rect">
            <a:avLst/>
          </a:prstGeom>
        </p:spPr>
        <p:txBody>
          <a:bodyPr tIns="46800" anchor="ctr" anchorCtr="0">
            <a:noAutofit/>
          </a:bodyPr>
          <a:lstStyle>
            <a:lvl1pPr>
              <a:defRPr lang="en-US" sz="2000" b="1" spc="0" baseline="0" dirty="0">
                <a:solidFill>
                  <a:schemeClr val="tx1"/>
                </a:solidFill>
                <a:latin typeface="+mj-ea"/>
                <a:ea typeface="+mj-ea"/>
                <a:cs typeface="Arial"/>
              </a:defRPr>
            </a:lvl1pPr>
          </a:lstStyle>
          <a:p>
            <a:pPr marL="226468" marR="0" lvl="0" indent="-226468">
              <a:lnSpc>
                <a:spcPct val="100000"/>
              </a:lnSpc>
              <a:spcBef>
                <a:spcPct val="20000"/>
              </a:spcBef>
              <a:buClrTx/>
              <a:buSzTx/>
              <a:buFont typeface="+mj-lt"/>
              <a:buNone/>
              <a:tabLst/>
            </a:pPr>
            <a:r>
              <a:rPr lang="ja-JP" altLang="en-US"/>
              <a:t>［サブタイトル］</a:t>
            </a:r>
            <a:endParaRPr lang="en-US"/>
          </a:p>
        </p:txBody>
      </p:sp>
      <p:sp>
        <p:nvSpPr>
          <p:cNvPr id="7" name="テキスト プレースホルダー 7">
            <a:extLst>
              <a:ext uri="{FF2B5EF4-FFF2-40B4-BE49-F238E27FC236}">
                <a16:creationId xmlns:a16="http://schemas.microsoft.com/office/drawing/2014/main" id="{C1BF904A-EDA9-CB42-9930-B694DF35C5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9" y="1160463"/>
            <a:ext cx="11376026" cy="6692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テキストの入力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4376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6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コンテンツ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9AD4885B-2DFA-D04D-AE48-F73602DA6A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/>
              <a:t>［タイトル］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3BFEB-E3E2-40B7-A253-8DF9A4ADA8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7988" y="689355"/>
            <a:ext cx="11376026" cy="363157"/>
          </a:xfrm>
          <a:prstGeom prst="rect">
            <a:avLst/>
          </a:prstGeom>
        </p:spPr>
        <p:txBody>
          <a:bodyPr tIns="46800" anchor="ctr" anchorCtr="0">
            <a:noAutofit/>
          </a:bodyPr>
          <a:lstStyle>
            <a:lvl1pPr>
              <a:defRPr lang="en-US" sz="2000" b="1" spc="0" baseline="0" dirty="0">
                <a:solidFill>
                  <a:schemeClr val="tx1"/>
                </a:solidFill>
                <a:latin typeface="+mj-ea"/>
                <a:ea typeface="+mj-ea"/>
                <a:cs typeface="Arial"/>
              </a:defRPr>
            </a:lvl1pPr>
          </a:lstStyle>
          <a:p>
            <a:pPr marL="226468" marR="0" lvl="0" indent="-226468">
              <a:lnSpc>
                <a:spcPct val="100000"/>
              </a:lnSpc>
              <a:spcBef>
                <a:spcPct val="20000"/>
              </a:spcBef>
              <a:buClrTx/>
              <a:buSzTx/>
              <a:buFont typeface="+mj-lt"/>
              <a:buNone/>
              <a:tabLst/>
            </a:pPr>
            <a:r>
              <a:rPr lang="ja-JP" altLang="en-US"/>
              <a:t>［サブタイトル］</a:t>
            </a:r>
            <a:endParaRPr lang="en-US"/>
          </a:p>
        </p:txBody>
      </p:sp>
      <p:sp>
        <p:nvSpPr>
          <p:cNvPr id="7" name="テキスト プレースホルダー 7">
            <a:extLst>
              <a:ext uri="{FF2B5EF4-FFF2-40B4-BE49-F238E27FC236}">
                <a16:creationId xmlns:a16="http://schemas.microsoft.com/office/drawing/2014/main" id="{C1BF904A-EDA9-CB42-9930-B694DF35C5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9" y="1160463"/>
            <a:ext cx="11376026" cy="6692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n-ea"/>
                <a:ea typeface="+mn-ea"/>
              </a:defRPr>
            </a:lvl1pPr>
            <a:lvl2pPr>
              <a:defRPr>
                <a:latin typeface="+mn-ea"/>
                <a:ea typeface="+mn-ea"/>
              </a:defRPr>
            </a:lvl2pPr>
            <a:lvl3pPr>
              <a:defRPr>
                <a:latin typeface="+mn-ea"/>
                <a:ea typeface="+mn-ea"/>
              </a:defRPr>
            </a:lvl3pPr>
            <a:lvl4pPr>
              <a:defRPr>
                <a:latin typeface="+mn-ea"/>
                <a:ea typeface="+mn-ea"/>
              </a:defRPr>
            </a:lvl4pPr>
            <a:lvl5pPr>
              <a:defRPr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テキストの入力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722476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63">
          <p15:clr>
            <a:srgbClr val="FBAE40"/>
          </p15:clr>
        </p15:guide>
        <p15:guide id="4" orient="horz" pos="73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image" Target="../media/image6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2025 NTT DATA Japan Corporation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3E53550-F5D0-7FBB-5328-17A5EB036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268" y="6393775"/>
            <a:ext cx="1475058" cy="37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509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accent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accent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>
          <p15:clr>
            <a:srgbClr val="F26B43"/>
          </p15:clr>
        </p15:guide>
        <p15:guide id="4" orient="horz" pos="2160">
          <p15:clr>
            <a:srgbClr val="F26B43"/>
          </p15:clr>
        </p15:guide>
        <p15:guide id="6" orient="horz" pos="663">
          <p15:clr>
            <a:srgbClr val="F26B43"/>
          </p15:clr>
        </p15:guide>
        <p15:guide id="7" pos="3840">
          <p15:clr>
            <a:srgbClr val="F26B43"/>
          </p15:clr>
        </p15:guide>
        <p15:guide id="8" pos="7446">
          <p15:clr>
            <a:srgbClr val="F26B43"/>
          </p15:clr>
        </p15:guide>
        <p15:guide id="9" orient="horz" pos="3929">
          <p15:clr>
            <a:srgbClr val="F26B43"/>
          </p15:clr>
        </p15:guide>
        <p15:guide id="10" orient="horz" pos="210">
          <p15:clr>
            <a:srgbClr val="F26B43"/>
          </p15:clr>
        </p15:guide>
        <p15:guide id="12" orient="horz" pos="420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2A0D56C-E1F5-E3B7-AD07-B9E1E5DD0E11}"/>
              </a:ext>
            </a:extLst>
          </p:cNvPr>
          <p:cNvSpPr txBox="1"/>
          <p:nvPr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2025 NTT DATA Japan Corporation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06AEB77-6E88-8ACF-2C93-992597FBD5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8268" y="6393775"/>
            <a:ext cx="1475058" cy="37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64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745" r:id="rId2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9600" b="1" i="0" kern="1200" spc="200" baseline="0">
          <a:solidFill>
            <a:schemeClr val="accent2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None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910099" indent="-30054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2pPr>
      <a:lvl3pPr marL="1454042" indent="-23493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3pPr>
      <a:lvl4pPr marL="2059363" indent="-230701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4pPr>
      <a:lvl5pPr marL="2666800" indent="-228584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420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01BF0E7-CA3F-2C26-0703-F0CB01EA9A9E}"/>
              </a:ext>
            </a:extLst>
          </p:cNvPr>
          <p:cNvSpPr txBox="1"/>
          <p:nvPr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chemeClr val="bg1"/>
                </a:solidFill>
              </a:rPr>
              <a:t>© 2025 NTT DATA Japan Corporation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AB9C5D-DBB2-F3AC-7527-30B13EFFFBF0}"/>
              </a:ext>
            </a:extLst>
          </p:cNvPr>
          <p:cNvSpPr txBox="1"/>
          <p:nvPr/>
        </p:nvSpPr>
        <p:spPr>
          <a:xfrm>
            <a:off x="690926" y="7065341"/>
            <a:ext cx="10810147" cy="329192"/>
          </a:xfrm>
          <a:prstGeom prst="rect">
            <a:avLst/>
          </a:prstGeom>
          <a:noFill/>
        </p:spPr>
        <p:txBody>
          <a:bodyPr wrap="none" lIns="0" rIns="0" rtlCol="0">
            <a:noAutofit/>
          </a:bodyPr>
          <a:lstStyle/>
          <a:p>
            <a:pPr algn="ctr" defTabSz="288000"/>
            <a:r>
              <a:rPr kumimoji="1" lang="ja-JP" altLang="en-US">
                <a:solidFill>
                  <a:srgbClr val="C00000"/>
                </a:solidFill>
                <a:latin typeface="+mn-ea"/>
              </a:rPr>
              <a:t>コピーライトを修正するときは、ホームタブの「置換」から、文字列を</a:t>
            </a:r>
            <a:r>
              <a:rPr kumimoji="1" lang="ja-JP" altLang="en-US" b="1">
                <a:solidFill>
                  <a:srgbClr val="C00000"/>
                </a:solidFill>
                <a:latin typeface="+mn-ea"/>
              </a:rPr>
              <a:t>すべて置換</a:t>
            </a:r>
            <a:r>
              <a:rPr kumimoji="1" lang="ja-JP" altLang="en-US">
                <a:solidFill>
                  <a:srgbClr val="C00000"/>
                </a:solidFill>
                <a:latin typeface="+mn-ea"/>
              </a:rPr>
              <a:t>してください。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6B403E0B-3127-FA6B-0035-52A28EA8D7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8601" y="234212"/>
            <a:ext cx="2243138" cy="56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767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000" b="0" i="0" kern="1200" spc="0" baseline="0">
          <a:solidFill>
            <a:srgbClr val="F8F8F8"/>
          </a:solidFill>
          <a:latin typeface="+mn-ea"/>
          <a:ea typeface="+mn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None/>
        <a:defRPr kumimoji="1" sz="2000" kern="1200">
          <a:solidFill>
            <a:schemeClr val="tx1"/>
          </a:solidFill>
          <a:latin typeface="+mn-ea"/>
          <a:ea typeface="+mn-ea"/>
          <a:cs typeface="Arial"/>
        </a:defRPr>
      </a:lvl1pPr>
      <a:lvl2pPr marL="910099" indent="-30054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2pPr>
      <a:lvl3pPr marL="1454042" indent="-23493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3pPr>
      <a:lvl4pPr marL="2059363" indent="-230701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4pPr>
      <a:lvl5pPr marL="2666800" indent="-228584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>
          <p15:clr>
            <a:srgbClr val="F26B43"/>
          </p15:clr>
        </p15:guide>
        <p15:guide id="2" pos="3840">
          <p15:clr>
            <a:srgbClr val="F26B43"/>
          </p15:clr>
        </p15:guide>
        <p15:guide id="4" pos="7446">
          <p15:clr>
            <a:srgbClr val="F26B43"/>
          </p15:clr>
        </p15:guide>
        <p15:guide id="6" orient="horz" pos="4201">
          <p15:clr>
            <a:srgbClr val="F26B43"/>
          </p15:clr>
        </p15:guide>
        <p15:guide id="11" orient="horz" pos="21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8C1424A-EE89-C720-553C-1637224A6A99}"/>
              </a:ext>
            </a:extLst>
          </p:cNvPr>
          <p:cNvSpPr txBox="1"/>
          <p:nvPr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chemeClr val="bg1"/>
                </a:solidFill>
              </a:rPr>
              <a:t>© 2025 NTT DATA Japan Corporation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DDD9884-C1AB-088F-0842-6BB47D63CB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438268" y="6393775"/>
            <a:ext cx="1475057" cy="37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570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9600" b="1" i="0" kern="1200" spc="200" baseline="0">
          <a:solidFill>
            <a:schemeClr val="bg2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None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910099" indent="-30054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2pPr>
      <a:lvl3pPr marL="1454042" indent="-234933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3pPr>
      <a:lvl4pPr marL="2059363" indent="-230701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4pPr>
      <a:lvl5pPr marL="2666800" indent="-228584" algn="l" defTabSz="60955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umimoji="1" sz="2667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orient="horz" pos="420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D1C27BE-E0A7-BBB4-DB0E-D4D404FF82A4}"/>
              </a:ext>
            </a:extLst>
          </p:cNvPr>
          <p:cNvSpPr txBox="1"/>
          <p:nvPr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chemeClr val="bg1"/>
                </a:solidFill>
              </a:rPr>
              <a:t>© 2025 NTT DATA Japan Corporation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BA698A3-CFDA-15AF-6157-609477B032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438268" y="6393775"/>
            <a:ext cx="1475057" cy="37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38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bg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bg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bg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bg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bg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bg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>
          <p15:clr>
            <a:srgbClr val="F26B43"/>
          </p15:clr>
        </p15:guide>
        <p15:guide id="4" orient="horz" pos="2160">
          <p15:clr>
            <a:srgbClr val="F26B43"/>
          </p15:clr>
        </p15:guide>
        <p15:guide id="6" orient="horz" pos="663">
          <p15:clr>
            <a:srgbClr val="F26B43"/>
          </p15:clr>
        </p15:guide>
        <p15:guide id="7" pos="3840">
          <p15:clr>
            <a:srgbClr val="F26B43"/>
          </p15:clr>
        </p15:guide>
        <p15:guide id="8" pos="7446">
          <p15:clr>
            <a:srgbClr val="F26B43"/>
          </p15:clr>
        </p15:guide>
        <p15:guide id="9" orient="horz" pos="3929">
          <p15:clr>
            <a:srgbClr val="F26B43"/>
          </p15:clr>
        </p15:guide>
        <p15:guide id="10" orient="horz" pos="210">
          <p15:clr>
            <a:srgbClr val="F26B43"/>
          </p15:clr>
        </p15:guide>
        <p15:guide id="12" orient="horz" pos="420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正方形/長方形 7"/>
          <p:cNvSpPr/>
          <p:nvPr userDrawn="1"/>
        </p:nvSpPr>
        <p:spPr>
          <a:xfrm>
            <a:off x="-2" y="-2"/>
            <a:ext cx="12192000" cy="2952751"/>
          </a:xfrm>
          <a:prstGeom prst="rect">
            <a:avLst/>
          </a:prstGeom>
          <a:gradFill flip="none" rotWithShape="1">
            <a:gsLst>
              <a:gs pos="37000">
                <a:srgbClr val="0065AD">
                  <a:alpha val="0"/>
                </a:srgbClr>
              </a:gs>
              <a:gs pos="0">
                <a:srgbClr val="0065AD"/>
              </a:gs>
              <a:gs pos="100000">
                <a:srgbClr val="0065AD">
                  <a:tint val="23500"/>
                  <a:satMod val="160000"/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43" b="16190"/>
          <a:stretch/>
        </p:blipFill>
        <p:spPr>
          <a:xfrm>
            <a:off x="8791575" y="78376"/>
            <a:ext cx="3208836" cy="562406"/>
          </a:xfrm>
          <a:prstGeom prst="rect">
            <a:avLst/>
          </a:prstGeom>
        </p:spPr>
      </p:pic>
      <p:sp>
        <p:nvSpPr>
          <p:cNvPr id="9" name="TextBox 12"/>
          <p:cNvSpPr txBox="1"/>
          <p:nvPr userDrawn="1"/>
        </p:nvSpPr>
        <p:spPr>
          <a:xfrm>
            <a:off x="262595" y="6500396"/>
            <a:ext cx="5014256" cy="29238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marL="0" marR="0" indent="0" algn="l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kern="1200">
                <a:solidFill>
                  <a:schemeClr val="bg1"/>
                </a:solidFill>
                <a:effectLst/>
                <a:latin typeface="+mn-ea"/>
                <a:ea typeface="+mn-ea"/>
                <a:cs typeface="+mn-cs"/>
              </a:rPr>
              <a:t>INTERNAL</a:t>
            </a:r>
            <a:r>
              <a:rPr kumimoji="1" lang="ja-JP" altLang="en-US" sz="1100" kern="1200">
                <a:solidFill>
                  <a:schemeClr val="bg1"/>
                </a:solidFill>
                <a:effectLst/>
                <a:latin typeface="+mn-ea"/>
                <a:ea typeface="+mn-ea"/>
                <a:cs typeface="+mn-cs"/>
              </a:rPr>
              <a:t> </a:t>
            </a:r>
            <a:r>
              <a:rPr kumimoji="1" lang="en-US" altLang="ja-JP" sz="1100" kern="1200">
                <a:solidFill>
                  <a:schemeClr val="bg1"/>
                </a:solidFill>
                <a:effectLst/>
                <a:latin typeface="+mn-ea"/>
                <a:ea typeface="+mn-ea"/>
                <a:cs typeface="+mn-cs"/>
              </a:rPr>
              <a:t>USE</a:t>
            </a:r>
            <a:r>
              <a:rPr kumimoji="1" lang="ja-JP" altLang="en-US" sz="1100" kern="1200">
                <a:solidFill>
                  <a:schemeClr val="bg1"/>
                </a:solidFill>
                <a:effectLst/>
                <a:latin typeface="+mn-ea"/>
                <a:ea typeface="+mn-ea"/>
                <a:cs typeface="+mn-cs"/>
              </a:rPr>
              <a:t> </a:t>
            </a:r>
            <a:r>
              <a:rPr kumimoji="1" lang="en-US" altLang="ja-JP" sz="1100" kern="1200">
                <a:solidFill>
                  <a:schemeClr val="bg1"/>
                </a:solidFill>
                <a:effectLst/>
                <a:latin typeface="+mn-ea"/>
                <a:ea typeface="+mn-ea"/>
                <a:cs typeface="+mn-cs"/>
              </a:rPr>
              <a:t>ONLY</a:t>
            </a:r>
            <a:r>
              <a:rPr kumimoji="1" lang="ja-JP" altLang="en-US" sz="1100" kern="1200">
                <a:solidFill>
                  <a:schemeClr val="bg1"/>
                </a:solidFill>
                <a:effectLst/>
                <a:latin typeface="+mn-ea"/>
                <a:ea typeface="+mn-ea"/>
                <a:cs typeface="+mn-cs"/>
              </a:rPr>
              <a:t>　</a:t>
            </a:r>
            <a:endParaRPr kumimoji="1" lang="en-US" altLang="ja-JP" sz="1100" kern="1200">
              <a:solidFill>
                <a:schemeClr val="bg1"/>
              </a:solidFill>
              <a:effectLst/>
              <a:latin typeface="+mn-ea"/>
              <a:ea typeface="+mn-ea"/>
              <a:cs typeface="+mn-cs"/>
            </a:endParaRPr>
          </a:p>
          <a:p>
            <a:pPr marL="0" marR="0" indent="0" algn="l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kern="1200">
                <a:solidFill>
                  <a:schemeClr val="bg1"/>
                </a:solidFill>
                <a:effectLst/>
                <a:latin typeface="+mn-ea"/>
                <a:ea typeface="+mn-ea"/>
                <a:cs typeface="+mn-cs"/>
              </a:rPr>
              <a:t>©2025</a:t>
            </a:r>
            <a:r>
              <a:rPr kumimoji="1" lang="ja-JP" altLang="en-US" sz="800" kern="1200">
                <a:solidFill>
                  <a:schemeClr val="bg1"/>
                </a:solidFill>
                <a:effectLst/>
                <a:latin typeface="+mn-ea"/>
                <a:ea typeface="+mn-ea"/>
                <a:cs typeface="+mn-cs"/>
              </a:rPr>
              <a:t> </a:t>
            </a:r>
            <a:r>
              <a:rPr kumimoji="1" lang="en-US" altLang="ja-JP" sz="800" kern="1200">
                <a:solidFill>
                  <a:schemeClr val="bg1"/>
                </a:solidFill>
                <a:effectLst/>
                <a:latin typeface="+mn-ea"/>
                <a:ea typeface="+mn-ea"/>
                <a:cs typeface="+mn-cs"/>
              </a:rPr>
              <a:t>Public &amp; Social Infrastructure Segment</a:t>
            </a:r>
          </a:p>
        </p:txBody>
      </p:sp>
    </p:spTree>
    <p:extLst>
      <p:ext uri="{BB962C8B-B14F-4D97-AF65-F5344CB8AC3E}">
        <p14:creationId xmlns:p14="http://schemas.microsoft.com/office/powerpoint/2010/main" val="787268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800" kern="1200">
          <a:solidFill>
            <a:schemeClr val="tx1"/>
          </a:solidFill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33CF41-9007-CBB4-1077-8437C68E8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GitHub</a:t>
            </a:r>
            <a:r>
              <a:rPr lang="ja-JP" altLang="en-US"/>
              <a:t> </a:t>
            </a:r>
            <a:r>
              <a:rPr lang="en-US" altLang="ja-JP"/>
              <a:t>Copilot</a:t>
            </a:r>
            <a:r>
              <a:rPr lang="ja-JP" altLang="en-US"/>
              <a:t>の</a:t>
            </a:r>
            <a:r>
              <a:rPr lang="en-US" altLang="ja-JP"/>
              <a:t>LLM</a:t>
            </a:r>
            <a:r>
              <a:rPr lang="ja-JP" altLang="en-US"/>
              <a:t>選択について</a:t>
            </a:r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F17CAAA5-F6B1-D911-C9B7-1421DAA94E2F}"/>
              </a:ext>
            </a:extLst>
          </p:cNvPr>
          <p:cNvSpPr/>
          <p:nvPr/>
        </p:nvSpPr>
        <p:spPr>
          <a:xfrm>
            <a:off x="533341" y="923925"/>
            <a:ext cx="5856573" cy="488315"/>
          </a:xfrm>
          <a:prstGeom prst="roundRect">
            <a:avLst/>
          </a:prstGeom>
          <a:solidFill>
            <a:schemeClr val="accent5"/>
          </a:solidFill>
          <a:ln w="3175">
            <a:solidFill>
              <a:schemeClr val="accent5"/>
            </a:solidFill>
          </a:ln>
        </p:spPr>
        <p:txBody>
          <a:bodyPr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kumimoji="1" lang="en-US" altLang="ja-JP" sz="2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ＭＳ Ｐゴシック" panose="020B0600070205080204" pitchFamily="50" charset="-128"/>
              </a:rPr>
              <a:t>GitHub Copilot</a:t>
            </a:r>
            <a:r>
              <a:rPr kumimoji="1" lang="ja-JP" altLang="en-US" sz="2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ＭＳ Ｐゴシック" panose="020B0600070205080204" pitchFamily="50" charset="-128"/>
              </a:rPr>
              <a:t>は使用する</a:t>
            </a:r>
            <a:r>
              <a:rPr kumimoji="1" lang="en-US" altLang="ja-JP" sz="2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ＭＳ Ｐゴシック" panose="020B0600070205080204" pitchFamily="50" charset="-128"/>
              </a:rPr>
              <a:t>LLM</a:t>
            </a:r>
            <a:r>
              <a:rPr kumimoji="1" lang="ja-JP" altLang="en-US" sz="2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ＭＳ Ｐゴシック" panose="020B0600070205080204" pitchFamily="50" charset="-128"/>
              </a:rPr>
              <a:t>を選ぶことができる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26DCB21-7A0C-BABB-5EC7-CD8F94EC2F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118"/>
          <a:stretch>
            <a:fillRect/>
          </a:stretch>
        </p:blipFill>
        <p:spPr>
          <a:xfrm>
            <a:off x="533341" y="2088689"/>
            <a:ext cx="4186217" cy="1735251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02D73882-DE11-8AED-9F7F-354C9D5F9BC5}"/>
              </a:ext>
            </a:extLst>
          </p:cNvPr>
          <p:cNvSpPr/>
          <p:nvPr/>
        </p:nvSpPr>
        <p:spPr>
          <a:xfrm>
            <a:off x="5083544" y="2808359"/>
            <a:ext cx="729343" cy="446314"/>
          </a:xfrm>
          <a:prstGeom prst="rightArrow">
            <a:avLst/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txBody>
          <a:bodyPr rtlCol="0" anchor="ctr">
            <a:noAutofit/>
          </a:bodyPr>
          <a:lstStyle/>
          <a:p>
            <a:pPr algn="ctr">
              <a:spcAft>
                <a:spcPts val="0"/>
              </a:spcAft>
            </a:pPr>
            <a:endParaRPr kumimoji="1" lang="ja-JP" altLang="en-US" sz="4000">
              <a:solidFill>
                <a:srgbClr val="1F497D"/>
              </a:solidFill>
              <a:latin typeface="Meiryo UI" panose="020B0604030504040204" pitchFamily="50" charset="-128"/>
              <a:ea typeface="Meiryo UI" panose="020B0604030504040204" pitchFamily="50" charset="-128"/>
              <a:cs typeface="ＭＳ Ｐゴシック" panose="020B060007020508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41BA0ED-D182-9D5C-0B82-BEAA882FE84F}"/>
              </a:ext>
            </a:extLst>
          </p:cNvPr>
          <p:cNvSpPr txBox="1"/>
          <p:nvPr/>
        </p:nvSpPr>
        <p:spPr>
          <a:xfrm>
            <a:off x="533340" y="1442358"/>
            <a:ext cx="99036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GitHub Copilot </a:t>
            </a:r>
            <a:r>
              <a:rPr lang="ja-JP" altLang="en-US"/>
              <a:t>では、</a:t>
            </a:r>
            <a:r>
              <a:rPr lang="en-US" altLang="ja-JP"/>
              <a:t>VS Code</a:t>
            </a:r>
            <a:r>
              <a:rPr lang="ja-JP" altLang="en-US"/>
              <a:t>上で利用する生成</a:t>
            </a:r>
            <a:r>
              <a:rPr lang="en-US" altLang="ja-JP"/>
              <a:t>AI</a:t>
            </a:r>
            <a:r>
              <a:rPr lang="ja-JP" altLang="en-US"/>
              <a:t>モデル（</a:t>
            </a:r>
            <a:r>
              <a:rPr lang="en-US" altLang="ja-JP"/>
              <a:t>LLM</a:t>
            </a:r>
            <a:r>
              <a:rPr lang="ja-JP" altLang="en-US"/>
              <a:t>）を選択することができます。</a:t>
            </a:r>
            <a:br>
              <a:rPr lang="ja-JP" altLang="en-US"/>
            </a:br>
            <a:r>
              <a:rPr lang="ja-JP" altLang="en-US"/>
              <a:t>同じ質問や指示を入力しても、選択するモデルによって返ってくるコードや説明の傾向が変わることがあります。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511BE91-B0EB-7108-5F61-2B826274D175}"/>
              </a:ext>
            </a:extLst>
          </p:cNvPr>
          <p:cNvSpPr/>
          <p:nvPr/>
        </p:nvSpPr>
        <p:spPr>
          <a:xfrm>
            <a:off x="1719913" y="3083986"/>
            <a:ext cx="1305106" cy="4299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>
              <a:spcAft>
                <a:spcPts val="0"/>
              </a:spcAft>
            </a:pPr>
            <a:endParaRPr kumimoji="1" lang="ja-JP" altLang="en-US" sz="4000">
              <a:solidFill>
                <a:srgbClr val="1F497D"/>
              </a:solidFill>
              <a:latin typeface="Meiryo UI" panose="020B0604030504040204" pitchFamily="50" charset="-128"/>
              <a:ea typeface="Meiryo UI" panose="020B0604030504040204" pitchFamily="50" charset="-128"/>
              <a:cs typeface="ＭＳ Ｐゴシック" panose="020B060007020508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C7FC78C-3936-F2A6-42E7-A8BB22DA8C0C}"/>
              </a:ext>
            </a:extLst>
          </p:cNvPr>
          <p:cNvSpPr txBox="1"/>
          <p:nvPr/>
        </p:nvSpPr>
        <p:spPr>
          <a:xfrm>
            <a:off x="432508" y="3823940"/>
            <a:ext cx="115114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モデルによって強み・弱みがあり、「どのモデルが常に最適」という正解はありません。</a:t>
            </a:r>
            <a:endParaRPr lang="en-US" altLang="ja-JP"/>
          </a:p>
          <a:p>
            <a:r>
              <a:rPr lang="ja-JP" altLang="en-US"/>
              <a:t>そのため、実際に使い比べながら、どのモデルがどんな作業に適しているかを自分で考え、学びながら使い分けることが重要です。</a:t>
            </a:r>
            <a:endParaRPr lang="en-US" altLang="ja-JP"/>
          </a:p>
          <a:p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1E503C00-49B5-2C35-39BD-83EB074767BA}"/>
              </a:ext>
            </a:extLst>
          </p:cNvPr>
          <p:cNvSpPr/>
          <p:nvPr/>
        </p:nvSpPr>
        <p:spPr>
          <a:xfrm>
            <a:off x="567206" y="4497351"/>
            <a:ext cx="2700926" cy="488315"/>
          </a:xfrm>
          <a:prstGeom prst="roundRect">
            <a:avLst/>
          </a:prstGeom>
          <a:solidFill>
            <a:schemeClr val="accent5"/>
          </a:solidFill>
          <a:ln w="3175">
            <a:solidFill>
              <a:schemeClr val="accent5"/>
            </a:solidFill>
          </a:ln>
        </p:spPr>
        <p:txBody>
          <a:bodyPr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kumimoji="1" lang="ja-JP" altLang="en-US" sz="2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ＭＳ Ｐゴシック" panose="020B0600070205080204" pitchFamily="50" charset="-128"/>
              </a:rPr>
              <a:t>モデル選択時の注意点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3949550-BE80-F7A0-86A0-69432EF52ABB}"/>
              </a:ext>
            </a:extLst>
          </p:cNvPr>
          <p:cNvSpPr txBox="1"/>
          <p:nvPr/>
        </p:nvSpPr>
        <p:spPr>
          <a:xfrm>
            <a:off x="432508" y="5044326"/>
            <a:ext cx="56733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利用するモデルによって、消費コストが異なる場合があります。</a:t>
            </a:r>
            <a:endParaRPr lang="en-US" altLang="ja-JP"/>
          </a:p>
          <a:p>
            <a:r>
              <a:rPr lang="ja-JP" altLang="en-US"/>
              <a:t>一般的に高性能モデルほどコストが高く、</a:t>
            </a:r>
            <a:endParaRPr lang="en-US" altLang="ja-JP"/>
          </a:p>
          <a:p>
            <a:r>
              <a:rPr lang="ja-JP" altLang="en-US"/>
              <a:t>処理時間が長い傾向があるため、</a:t>
            </a:r>
            <a:endParaRPr lang="en-US" altLang="ja-JP"/>
          </a:p>
          <a:p>
            <a:r>
              <a:rPr lang="ja-JP" altLang="en-US"/>
              <a:t>用途に応じて適切なモデルを選択することが大切です。</a:t>
            </a:r>
            <a:endParaRPr lang="en-US" altLang="ja-JP"/>
          </a:p>
          <a:p>
            <a:endParaRPr lang="en-US" altLang="ja-JP"/>
          </a:p>
          <a:p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D05DBFA-C4FE-62BE-90A6-A039217760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06" b="50244"/>
          <a:stretch>
            <a:fillRect/>
          </a:stretch>
        </p:blipFill>
        <p:spPr>
          <a:xfrm>
            <a:off x="6188250" y="2073367"/>
            <a:ext cx="3179348" cy="1750573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19CD6710-0F44-87EB-066E-A3632B129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2021" y="4804184"/>
            <a:ext cx="6257601" cy="1985170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B30F765-4481-1B03-556E-7AC0FF9FB2A4}"/>
              </a:ext>
            </a:extLst>
          </p:cNvPr>
          <p:cNvSpPr/>
          <p:nvPr/>
        </p:nvSpPr>
        <p:spPr>
          <a:xfrm>
            <a:off x="5892021" y="4842244"/>
            <a:ext cx="2381122" cy="194710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>
              <a:spcAft>
                <a:spcPts val="0"/>
              </a:spcAft>
            </a:pPr>
            <a:endParaRPr kumimoji="1" lang="ja-JP" altLang="en-US" sz="4000">
              <a:solidFill>
                <a:srgbClr val="1F497D"/>
              </a:solidFill>
              <a:latin typeface="Meiryo UI" panose="020B0604030504040204" pitchFamily="50" charset="-128"/>
              <a:ea typeface="Meiryo UI" panose="020B0604030504040204" pitchFamily="50" charset="-128"/>
              <a:cs typeface="ＭＳ Ｐゴシック" panose="020B0600070205080204" pitchFamily="50" charset="-128"/>
            </a:endParaRPr>
          </a:p>
        </p:txBody>
      </p:sp>
      <p:sp>
        <p:nvSpPr>
          <p:cNvPr id="15" name="吹き出し: 四角形 14">
            <a:extLst>
              <a:ext uri="{FF2B5EF4-FFF2-40B4-BE49-F238E27FC236}">
                <a16:creationId xmlns:a16="http://schemas.microsoft.com/office/drawing/2014/main" id="{8E2A6A84-5787-BB6B-DD52-0E66BAB669C2}"/>
              </a:ext>
            </a:extLst>
          </p:cNvPr>
          <p:cNvSpPr/>
          <p:nvPr/>
        </p:nvSpPr>
        <p:spPr>
          <a:xfrm>
            <a:off x="9367598" y="4471639"/>
            <a:ext cx="2460172" cy="923330"/>
          </a:xfrm>
          <a:prstGeom prst="wedgeRectCallout">
            <a:avLst>
              <a:gd name="adj1" fmla="val -51364"/>
              <a:gd name="adj2" fmla="val 95511"/>
            </a:avLst>
          </a:prstGeom>
          <a:solidFill>
            <a:schemeClr val="accent4"/>
          </a:solidFill>
          <a:ln w="3175">
            <a:solidFill>
              <a:schemeClr val="tx1"/>
            </a:solidFill>
          </a:ln>
        </p:spPr>
        <p:txBody>
          <a:bodyPr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kumimoji="1" lang="en-US" altLang="ja-JP" sz="1400">
                <a:solidFill>
                  <a:srgbClr val="1F497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ＭＳ Ｐゴシック" panose="020B0600070205080204" pitchFamily="50" charset="-128"/>
              </a:rPr>
              <a:t>LLM</a:t>
            </a:r>
            <a:r>
              <a:rPr kumimoji="1" lang="ja-JP" altLang="en-US" sz="1400">
                <a:solidFill>
                  <a:srgbClr val="1F497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ＭＳ Ｐゴシック" panose="020B0600070205080204" pitchFamily="50" charset="-128"/>
              </a:rPr>
              <a:t>選択時にモデル名にカーソルをあてると</a:t>
            </a:r>
            <a:r>
              <a:rPr kumimoji="1" lang="en-US" altLang="ja-JP" sz="1400">
                <a:solidFill>
                  <a:srgbClr val="1F497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ＭＳ Ｐゴシック" panose="020B0600070205080204" pitchFamily="50" charset="-128"/>
              </a:rPr>
              <a:t>LLM</a:t>
            </a:r>
            <a:r>
              <a:rPr kumimoji="1" lang="ja-JP" altLang="en-US" sz="1400">
                <a:solidFill>
                  <a:srgbClr val="1F497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ＭＳ Ｐゴシック" panose="020B0600070205080204" pitchFamily="50" charset="-128"/>
              </a:rPr>
              <a:t>の特徴や使用するクレジット量を確認できます</a:t>
            </a:r>
          </a:p>
        </p:txBody>
      </p:sp>
    </p:spTree>
    <p:extLst>
      <p:ext uri="{BB962C8B-B14F-4D97-AF65-F5344CB8AC3E}">
        <p14:creationId xmlns:p14="http://schemas.microsoft.com/office/powerpoint/2010/main" val="2481367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6F6E57-8680-1F9D-D045-F13CFA35B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本研修内で気を付けること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13C55C33-464E-87B6-E013-CF02A49E6FCB}"/>
              </a:ext>
            </a:extLst>
          </p:cNvPr>
          <p:cNvSpPr/>
          <p:nvPr/>
        </p:nvSpPr>
        <p:spPr>
          <a:xfrm>
            <a:off x="533341" y="923925"/>
            <a:ext cx="3722973" cy="488315"/>
          </a:xfrm>
          <a:prstGeom prst="roundRect">
            <a:avLst/>
          </a:prstGeom>
          <a:solidFill>
            <a:schemeClr val="accent5"/>
          </a:solidFill>
          <a:ln w="3175">
            <a:solidFill>
              <a:schemeClr val="accent5"/>
            </a:solidFill>
          </a:ln>
        </p:spPr>
        <p:txBody>
          <a:bodyPr rtlCol="0" anchor="ctr">
            <a:noAutofit/>
          </a:bodyPr>
          <a:lstStyle/>
          <a:p>
            <a:pPr algn="ctr">
              <a:spcAft>
                <a:spcPts val="0"/>
              </a:spcAft>
            </a:pPr>
            <a:r>
              <a:rPr kumimoji="1" lang="ja-JP" altLang="en-US" sz="2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ＭＳ Ｐゴシック" panose="020B0600070205080204" pitchFamily="50" charset="-128"/>
              </a:rPr>
              <a:t>クレジットの消費量を確認する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49B6BB3-C69D-1FD8-160F-389D6A5A84C1}"/>
              </a:ext>
            </a:extLst>
          </p:cNvPr>
          <p:cNvSpPr txBox="1"/>
          <p:nvPr/>
        </p:nvSpPr>
        <p:spPr>
          <a:xfrm>
            <a:off x="533340" y="1442358"/>
            <a:ext cx="4830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自身のクレジットの消費量を適宜確認してください。</a:t>
            </a:r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1438861-07F9-36E1-A058-F954FC1333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862"/>
          <a:stretch>
            <a:fillRect/>
          </a:stretch>
        </p:blipFill>
        <p:spPr>
          <a:xfrm>
            <a:off x="533341" y="2046515"/>
            <a:ext cx="4027774" cy="1460481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446BBAF-EA6C-DB36-1BC0-E67FC0341EFE}"/>
              </a:ext>
            </a:extLst>
          </p:cNvPr>
          <p:cNvSpPr/>
          <p:nvPr/>
        </p:nvSpPr>
        <p:spPr>
          <a:xfrm>
            <a:off x="3015343" y="3178629"/>
            <a:ext cx="391886" cy="32836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>
              <a:spcAft>
                <a:spcPts val="0"/>
              </a:spcAft>
            </a:pPr>
            <a:endParaRPr kumimoji="1" lang="ja-JP" altLang="en-US" sz="4000">
              <a:solidFill>
                <a:srgbClr val="1F497D"/>
              </a:solidFill>
              <a:latin typeface="Meiryo UI" panose="020B0604030504040204" pitchFamily="50" charset="-128"/>
              <a:ea typeface="Meiryo UI" panose="020B0604030504040204" pitchFamily="50" charset="-128"/>
              <a:cs typeface="ＭＳ Ｐゴシック" panose="020B0600070205080204" pitchFamily="50" charset="-128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809FA034-52EF-C7EA-C3EC-42B9275375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8009" y="2046514"/>
            <a:ext cx="3905389" cy="388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332416"/>
      </p:ext>
    </p:extLst>
  </p:cSld>
  <p:clrMapOvr>
    <a:masterClrMapping/>
  </p:clrMapOvr>
</p:sld>
</file>

<file path=ppt/theme/theme1.xml><?xml version="1.0" encoding="utf-8"?>
<a:theme xmlns:a="http://schemas.openxmlformats.org/drawingml/2006/main" name="NTTDATA_FY2025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 defTabSz="288000">
          <a:defRPr kumimoji="1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DATA_FY2025" id="{5C37A17C-A6A1-3441-A5C3-9C027F0E85A1}" vid="{9307C713-94FE-2045-960E-462311C39222}"/>
    </a:ext>
  </a:extLst>
</a:theme>
</file>

<file path=ppt/theme/theme2.xml><?xml version="1.0" encoding="utf-8"?>
<a:theme xmlns:a="http://schemas.openxmlformats.org/drawingml/2006/main" name="中扉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 defTabSz="288000">
          <a:defRPr kumimoji="1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プレゼンテーション1" id="{6B7A1FBE-C9E9-47D4-945C-DD3D4271A4BF}" vid="{391FFFD0-EDC0-4AC5-B02A-41DAA3AAB718}"/>
    </a:ext>
  </a:extLst>
</a:theme>
</file>

<file path=ppt/theme/theme3.xml><?xml version="1.0" encoding="utf-8"?>
<a:theme xmlns:a="http://schemas.openxmlformats.org/drawingml/2006/main" name="表紙_Dark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 defTabSz="288000">
          <a:defRPr kumimoji="1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プレゼンテーション1" id="{6B7A1FBE-C9E9-47D4-945C-DD3D4271A4BF}" vid="{E3F0B4D0-C6CA-451C-BDD1-C1401C03DCB0}"/>
    </a:ext>
  </a:extLst>
</a:theme>
</file>

<file path=ppt/theme/theme4.xml><?xml version="1.0" encoding="utf-8"?>
<a:theme xmlns:a="http://schemas.openxmlformats.org/drawingml/2006/main" name="中扉_Dark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 defTabSz="288000">
          <a:defRPr kumimoji="1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プレゼンテーション1" id="{6B7A1FBE-C9E9-47D4-945C-DD3D4271A4BF}" vid="{B9DA8898-C54B-4CE0-AB3E-AAAD4DBE41FF}"/>
    </a:ext>
  </a:extLst>
</a:theme>
</file>

<file path=ppt/theme/theme5.xml><?xml version="1.0" encoding="utf-8"?>
<a:theme xmlns:a="http://schemas.openxmlformats.org/drawingml/2006/main" name="コンテンツ_Dark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noAutofit/>
      </a:bodyPr>
      <a:lstStyle>
        <a:defPPr algn="l" defTabSz="288000">
          <a:defRPr kumimoji="1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プレゼンテーション1" id="{6B7A1FBE-C9E9-47D4-945C-DD3D4271A4BF}" vid="{CBAFA1B3-3EE9-4294-BBB5-7B5F00DC5C8C}"/>
    </a:ext>
  </a:extLst>
</a:theme>
</file>

<file path=ppt/theme/theme6.xml><?xml version="1.0" encoding="utf-8"?>
<a:theme xmlns:a="http://schemas.openxmlformats.org/drawingml/2006/main" name="3_CDC_B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DC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 w="3175">
          <a:solidFill>
            <a:schemeClr val="tx1"/>
          </a:solidFill>
        </a:ln>
      </a:spPr>
      <a:bodyPr rtlCol="0" anchor="ctr">
        <a:noAutofit/>
      </a:bodyPr>
      <a:lstStyle>
        <a:defPPr algn="ctr">
          <a:spcAft>
            <a:spcPts val="0"/>
          </a:spcAft>
          <a:defRPr kumimoji="1" sz="4000" dirty="0" smtClean="0">
            <a:solidFill>
              <a:srgbClr val="1F497D"/>
            </a:solidFill>
            <a:latin typeface="Meiryo UI" panose="020B0604030504040204" pitchFamily="50" charset="-128"/>
            <a:ea typeface="Meiryo UI" panose="020B0604030504040204" pitchFamily="50" charset="-128"/>
            <a:cs typeface="ＭＳ Ｐゴシック" panose="020B0600070205080204" pitchFamily="50" charset="-128"/>
          </a:defRPr>
        </a:defPPr>
      </a:lstStyle>
    </a:spDef>
    <a:txDef>
      <a:spPr>
        <a:noFill/>
      </a:spPr>
      <a:bodyPr wrap="none" rtlCol="0">
        <a:spAutoFit/>
      </a:bodyPr>
      <a:lstStyle>
        <a:defPPr>
          <a:defRPr kumimoji="1" dirty="0" err="1" smtClean="0"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1" id="{D4466CD5-D4CE-4793-8678-EE0889943894}" vid="{44D69B9E-D775-403D-A19A-764B23500ED9}"/>
    </a:ext>
  </a:extLst>
</a:theme>
</file>

<file path=ppt/theme/theme7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B57F87D80BC18745B0A2F78E3C2CA320" ma:contentTypeVersion="3" ma:contentTypeDescription="新しいドキュメントを作成します。" ma:contentTypeScope="" ma:versionID="219b608f28962122c458bdba41ff8225">
  <xsd:schema xmlns:xsd="http://www.w3.org/2001/XMLSchema" xmlns:xs="http://www.w3.org/2001/XMLSchema" xmlns:p="http://schemas.microsoft.com/office/2006/metadata/properties" xmlns:ns2="11d8c85d-1826-47fa-a5d0-9526e53fc34b" targetNamespace="http://schemas.microsoft.com/office/2006/metadata/properties" ma:root="true" ma:fieldsID="7ea3c1caea18927db56b37cdd8f3f590" ns2:_="">
    <xsd:import namespace="11d8c85d-1826-47fa-a5d0-9526e53fc3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d8c85d-1826-47fa-a5d0-9526e53fc3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2AF1F5-FD04-4037-9C2D-CA33137904E5}">
  <ds:schemaRefs>
    <ds:schemaRef ds:uri="76c3601a-363f-43d4-a036-3992c2f72613"/>
    <ds:schemaRef ds:uri="e78bdc00-a74b-48b7-906b-ce2f11e16a8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10A7E6E-EEF9-4F16-B914-CED458645EB5}">
  <ds:schemaRefs>
    <ds:schemaRef ds:uri="11d8c85d-1826-47fa-a5d0-9526e53fc3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2D0CC9D1-3ECD-444B-8757-5321B9A42D8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NTTDATA_FY2025</Template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NTTDATA_FY2025</vt:lpstr>
      <vt:lpstr>中扉_Light</vt:lpstr>
      <vt:lpstr>表紙_Dark</vt:lpstr>
      <vt:lpstr>中扉_Dark</vt:lpstr>
      <vt:lpstr>コンテンツ_Dark</vt:lpstr>
      <vt:lpstr>3_CDC_B テーマ</vt:lpstr>
      <vt:lpstr>GitHub CopilotのLLM選択について</vt:lpstr>
      <vt:lpstr>本研修内で気を付けること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PTD 白井 博章/Shirai, Hiroaki (NTT DATA)</dc:creator>
  <cp:revision>1</cp:revision>
  <dcterms:created xsi:type="dcterms:W3CDTF">2025-10-06T01:04:32Z</dcterms:created>
  <dcterms:modified xsi:type="dcterms:W3CDTF">2026-06-02T02:43:54Z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0x010100B57F87D80BC18745B0A2F78E3C2CA320</vt:lpwstr>
  </property>
  <property fmtid="{D5CDD505-2E9C-101B-9397-08002B2CF9AE}" pid="3" name="MediaServiceImageTags">
    <vt:lpwstr/>
  </property>
</Properties>
</file>