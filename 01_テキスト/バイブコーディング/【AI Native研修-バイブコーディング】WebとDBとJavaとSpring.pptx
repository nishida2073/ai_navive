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7.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9" r:id="rId4"/>
    <p:sldMasterId id="2147483971" r:id="rId5"/>
    <p:sldMasterId id="2147483975" r:id="rId6"/>
    <p:sldMasterId id="2147483989" r:id="rId7"/>
    <p:sldMasterId id="2147484001" r:id="rId8"/>
    <p:sldMasterId id="2147483962" r:id="rId9"/>
    <p:sldMasterId id="2147483908" r:id="rId10"/>
    <p:sldMasterId id="2147483852" r:id="rId11"/>
  </p:sldMasterIdLst>
  <p:notesMasterIdLst>
    <p:notesMasterId r:id="rId57"/>
  </p:notesMasterIdLst>
  <p:handoutMasterIdLst>
    <p:handoutMasterId r:id="rId58"/>
  </p:handoutMasterIdLst>
  <p:sldIdLst>
    <p:sldId id="288" r:id="rId12"/>
    <p:sldId id="470" r:id="rId13"/>
    <p:sldId id="449" r:id="rId14"/>
    <p:sldId id="566" r:id="rId15"/>
    <p:sldId id="472" r:id="rId16"/>
    <p:sldId id="544" r:id="rId17"/>
    <p:sldId id="471" r:id="rId18"/>
    <p:sldId id="475" r:id="rId19"/>
    <p:sldId id="476" r:id="rId20"/>
    <p:sldId id="477" r:id="rId21"/>
    <p:sldId id="482" r:id="rId22"/>
    <p:sldId id="483" r:id="rId23"/>
    <p:sldId id="567" r:id="rId24"/>
    <p:sldId id="565" r:id="rId25"/>
    <p:sldId id="451" r:id="rId26"/>
    <p:sldId id="423" r:id="rId27"/>
    <p:sldId id="562" r:id="rId28"/>
    <p:sldId id="405" r:id="rId29"/>
    <p:sldId id="408" r:id="rId30"/>
    <p:sldId id="412" r:id="rId31"/>
    <p:sldId id="409" r:id="rId32"/>
    <p:sldId id="569" r:id="rId33"/>
    <p:sldId id="568" r:id="rId34"/>
    <p:sldId id="559" r:id="rId35"/>
    <p:sldId id="491" r:id="rId36"/>
    <p:sldId id="503" r:id="rId37"/>
    <p:sldId id="570" r:id="rId38"/>
    <p:sldId id="571" r:id="rId39"/>
    <p:sldId id="547" r:id="rId40"/>
    <p:sldId id="572" r:id="rId41"/>
    <p:sldId id="507" r:id="rId42"/>
    <p:sldId id="510" r:id="rId43"/>
    <p:sldId id="511" r:id="rId44"/>
    <p:sldId id="573" r:id="rId45"/>
    <p:sldId id="514" r:id="rId46"/>
    <p:sldId id="538" r:id="rId47"/>
    <p:sldId id="518" r:id="rId48"/>
    <p:sldId id="519" r:id="rId49"/>
    <p:sldId id="520" r:id="rId50"/>
    <p:sldId id="521" r:id="rId51"/>
    <p:sldId id="522" r:id="rId52"/>
    <p:sldId id="523" r:id="rId53"/>
    <p:sldId id="524" r:id="rId54"/>
    <p:sldId id="530" r:id="rId55"/>
    <p:sldId id="282" r:id="rId5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D9D9D9"/>
    <a:srgbClr val="FFE1C5"/>
    <a:srgbClr val="C5ADEA"/>
    <a:srgbClr val="9B59B6"/>
    <a:srgbClr val="27AE60"/>
    <a:srgbClr val="1ABC9C"/>
    <a:srgbClr val="2980B9"/>
    <a:srgbClr val="815EAD"/>
    <a:srgbClr val="0000FF"/>
    <a:srgbClr val="2E40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E09CC5-5678-2EAF-D910-E34590E4F591}" v="1" dt="2026-06-02T01:25:22.288"/>
    <p1510:client id="{104C4E10-D495-97AB-32F1-7826B888423A}" v="1" dt="2026-06-02T00:48:23.969"/>
    <p1510:client id="{31AC503C-DEAE-5DBF-F57A-5561048F30BE}" v="2" dt="2026-06-02T02:09:57.880"/>
    <p1510:client id="{7238715A-EF9D-825B-6E93-3C79D39EC3D1}" v="2" dt="2026-06-02T01:44:19.580"/>
    <p1510:client id="{7B02CC7B-BBC9-79A0-37EF-2FA33FD23519}" v="2" dt="2026-06-02T00:52:03.279"/>
    <p1510:client id="{8BD3D94A-338B-51B1-B614-1CC9AA07C13A}" v="1" dt="2026-06-02T01:42:06.831"/>
    <p1510:client id="{9A8FF97C-D8B9-C78A-A161-AD849DB2FA00}" v="2" dt="2026-06-02T02:26:03.508"/>
    <p1510:client id="{A417664C-932B-4D85-9AAD-8BE903FEAAB5}" v="2" dt="2026-06-02T01:22:46.414"/>
    <p1510:client id="{D566B060-B90C-4547-B33B-A65FBD1D3517}" v="2" dt="2026-06-02T01:10:45.996"/>
    <p1510:client id="{EEDAE07F-AA26-5E23-0BCE-32135A35B0A5}" v="2" dt="2026-06-02T02:27:20.966"/>
    <p1510:client id="{F9E0A50C-DD83-29C2-2861-2E405A9A047C}" v="1" dt="2026-06-02T01:21:38.56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slide" Target="slides/slide44.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handoutMaster" Target="handoutMasters/handoutMaster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commentAuthors" Target="commentAuthors.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notesMaster" Target="notesMasters/notesMaster1.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S3 山田 悠翔/Yamada, Yuto (NTT DATA)" userId="S::yuto.yamada@jp.nttdata.com::09058da7-4bfe-43fc-9275-80682cb04050" providerId="AD" clId="Web-{7238715A-EF9D-825B-6E93-3C79D39EC3D1}"/>
    <pc:docChg chg="modSld">
      <pc:chgData name="PS3 山田 悠翔/Yamada, Yuto (NTT DATA)" userId="S::yuto.yamada@jp.nttdata.com::09058da7-4bfe-43fc-9275-80682cb04050" providerId="AD" clId="Web-{7238715A-EF9D-825B-6E93-3C79D39EC3D1}" dt="2026-06-02T01:44:19.580" v="1" actId="1076"/>
      <pc:docMkLst>
        <pc:docMk/>
      </pc:docMkLst>
      <pc:sldChg chg="modSp">
        <pc:chgData name="PS3 山田 悠翔/Yamada, Yuto (NTT DATA)" userId="S::yuto.yamada@jp.nttdata.com::09058da7-4bfe-43fc-9275-80682cb04050" providerId="AD" clId="Web-{7238715A-EF9D-825B-6E93-3C79D39EC3D1}" dt="2026-06-02T01:44:19.580" v="1" actId="1076"/>
        <pc:sldMkLst>
          <pc:docMk/>
          <pc:sldMk cId="1554877844" sldId="569"/>
        </pc:sldMkLst>
        <pc:spChg chg="mod">
          <ac:chgData name="PS3 山田 悠翔/Yamada, Yuto (NTT DATA)" userId="S::yuto.yamada@jp.nttdata.com::09058da7-4bfe-43fc-9275-80682cb04050" providerId="AD" clId="Web-{7238715A-EF9D-825B-6E93-3C79D39EC3D1}" dt="2026-06-02T01:44:19.580" v="1" actId="1076"/>
          <ac:spMkLst>
            <pc:docMk/>
            <pc:sldMk cId="1554877844" sldId="569"/>
            <ac:spMk id="24" creationId="{6611821B-F76C-5407-D45F-10050827033D}"/>
          </ac:spMkLst>
        </pc:spChg>
      </pc:sldChg>
    </pc:docChg>
  </pc:docChgLst>
  <pc:docChgLst>
    <pc:chgData name="TSD 高井 亮輔/Takai, Ryosuke (NTT DATA)" userId="S::ryosuke.takai@jp.nttdata.com::7a8e9869-3d39-41bf-a0ff-0d345102c64b" providerId="AD" clId="Web-{EEDAE07F-AA26-5E23-0BCE-32135A35B0A5}"/>
    <pc:docChg chg="modSld">
      <pc:chgData name="TSD 高井 亮輔/Takai, Ryosuke (NTT DATA)" userId="S::ryosuke.takai@jp.nttdata.com::7a8e9869-3d39-41bf-a0ff-0d345102c64b" providerId="AD" clId="Web-{EEDAE07F-AA26-5E23-0BCE-32135A35B0A5}" dt="2026-06-02T02:27:20.966" v="1" actId="1076"/>
      <pc:docMkLst>
        <pc:docMk/>
      </pc:docMkLst>
      <pc:sldChg chg="modSp">
        <pc:chgData name="TSD 高井 亮輔/Takai, Ryosuke (NTT DATA)" userId="S::ryosuke.takai@jp.nttdata.com::7a8e9869-3d39-41bf-a0ff-0d345102c64b" providerId="AD" clId="Web-{EEDAE07F-AA26-5E23-0BCE-32135A35B0A5}" dt="2026-06-02T02:27:20.966" v="1" actId="1076"/>
        <pc:sldMkLst>
          <pc:docMk/>
          <pc:sldMk cId="2188114405" sldId="520"/>
        </pc:sldMkLst>
        <pc:picChg chg="mod">
          <ac:chgData name="TSD 高井 亮輔/Takai, Ryosuke (NTT DATA)" userId="S::ryosuke.takai@jp.nttdata.com::7a8e9869-3d39-41bf-a0ff-0d345102c64b" providerId="AD" clId="Web-{EEDAE07F-AA26-5E23-0BCE-32135A35B0A5}" dt="2026-06-02T02:27:20.966" v="1" actId="1076"/>
          <ac:picMkLst>
            <pc:docMk/>
            <pc:sldMk cId="2188114405" sldId="520"/>
            <ac:picMk id="4" creationId="{7F190738-BAAC-B00A-1EA8-EF0711A08F97}"/>
          </ac:picMkLst>
        </pc:picChg>
      </pc:sldChg>
      <pc:sldChg chg="modSp">
        <pc:chgData name="TSD 高井 亮輔/Takai, Ryosuke (NTT DATA)" userId="S::ryosuke.takai@jp.nttdata.com::7a8e9869-3d39-41bf-a0ff-0d345102c64b" providerId="AD" clId="Web-{EEDAE07F-AA26-5E23-0BCE-32135A35B0A5}" dt="2026-06-02T01:57:18.145" v="0" actId="1076"/>
        <pc:sldMkLst>
          <pc:docMk/>
          <pc:sldMk cId="925123254" sldId="570"/>
        </pc:sldMkLst>
        <pc:picChg chg="mod">
          <ac:chgData name="TSD 高井 亮輔/Takai, Ryosuke (NTT DATA)" userId="S::ryosuke.takai@jp.nttdata.com::7a8e9869-3d39-41bf-a0ff-0d345102c64b" providerId="AD" clId="Web-{EEDAE07F-AA26-5E23-0BCE-32135A35B0A5}" dt="2026-06-02T01:57:18.145" v="0" actId="1076"/>
          <ac:picMkLst>
            <pc:docMk/>
            <pc:sldMk cId="925123254" sldId="570"/>
            <ac:picMk id="4" creationId="{BD9D6F7C-8CD4-48B0-7F35-695A477EBD08}"/>
          </ac:picMkLst>
        </pc:picChg>
      </pc:sldChg>
    </pc:docChg>
  </pc:docChgLst>
  <pc:docChgLst>
    <pc:chgData name="TSD 松並 駿/Matsunami, Shun (NTT DATA)" userId="S::shun.matsunami@jp.nttdata.com::1a57dc66-8a1d-4d45-bbcd-6b81f8d36a48" providerId="AD" clId="Web-{F9E0A50C-DD83-29C2-2861-2E405A9A047C}"/>
    <pc:docChg chg="delSld">
      <pc:chgData name="TSD 松並 駿/Matsunami, Shun (NTT DATA)" userId="S::shun.matsunami@jp.nttdata.com::1a57dc66-8a1d-4d45-bbcd-6b81f8d36a48" providerId="AD" clId="Web-{F9E0A50C-DD83-29C2-2861-2E405A9A047C}" dt="2026-06-02T01:21:38.561" v="0"/>
      <pc:docMkLst>
        <pc:docMk/>
      </pc:docMkLst>
      <pc:sldChg chg="del">
        <pc:chgData name="TSD 松並 駿/Matsunami, Shun (NTT DATA)" userId="S::shun.matsunami@jp.nttdata.com::1a57dc66-8a1d-4d45-bbcd-6b81f8d36a48" providerId="AD" clId="Web-{F9E0A50C-DD83-29C2-2861-2E405A9A047C}" dt="2026-06-02T01:21:38.561" v="0"/>
        <pc:sldMkLst>
          <pc:docMk/>
          <pc:sldMk cId="1308732370" sldId="574"/>
        </pc:sldMkLst>
      </pc:sldChg>
    </pc:docChg>
  </pc:docChgLst>
  <pc:docChgLst>
    <pc:chgData name="PS3 後藤 花観/Goto, Hanami (NTT DATA)" userId="S::hanami.goto@jp.nttdata.com::f56af3a6-a194-4e3f-83d2-efb57d93d454" providerId="AD" clId="Web-{8BD3D94A-338B-51B1-B614-1CC9AA07C13A}"/>
    <pc:docChg chg="modSld">
      <pc:chgData name="PS3 後藤 花観/Goto, Hanami (NTT DATA)" userId="S::hanami.goto@jp.nttdata.com::f56af3a6-a194-4e3f-83d2-efb57d93d454" providerId="AD" clId="Web-{8BD3D94A-338B-51B1-B614-1CC9AA07C13A}" dt="2026-06-02T01:42:06.831" v="0"/>
      <pc:docMkLst>
        <pc:docMk/>
      </pc:docMkLst>
      <pc:sldChg chg="mod modShow">
        <pc:chgData name="PS3 後藤 花観/Goto, Hanami (NTT DATA)" userId="S::hanami.goto@jp.nttdata.com::f56af3a6-a194-4e3f-83d2-efb57d93d454" providerId="AD" clId="Web-{8BD3D94A-338B-51B1-B614-1CC9AA07C13A}" dt="2026-06-02T01:42:06.831" v="0"/>
        <pc:sldMkLst>
          <pc:docMk/>
          <pc:sldMk cId="1554877844" sldId="569"/>
        </pc:sldMkLst>
      </pc:sldChg>
    </pc:docChg>
  </pc:docChgLst>
  <pc:docChgLst>
    <pc:chgData name="PS3 飯田 亜衣/Iida, Ai (NTT DATA)" userId="S::ai.iida@jp.nttdata.com::cbefb846-ac07-4449-bf49-90d637710d23" providerId="AD" clId="Web-{A417664C-932B-4D85-9AAD-8BE903FEAAB5}"/>
    <pc:docChg chg="addSld modSld">
      <pc:chgData name="PS3 飯田 亜衣/Iida, Ai (NTT DATA)" userId="S::ai.iida@jp.nttdata.com::cbefb846-ac07-4449-bf49-90d637710d23" providerId="AD" clId="Web-{A417664C-932B-4D85-9AAD-8BE903FEAAB5}" dt="2026-06-02T01:22:46.414" v="1" actId="1076"/>
      <pc:docMkLst>
        <pc:docMk/>
      </pc:docMkLst>
      <pc:sldChg chg="modSp">
        <pc:chgData name="PS3 飯田 亜衣/Iida, Ai (NTT DATA)" userId="S::ai.iida@jp.nttdata.com::cbefb846-ac07-4449-bf49-90d637710d23" providerId="AD" clId="Web-{A417664C-932B-4D85-9AAD-8BE903FEAAB5}" dt="2026-06-02T01:22:46.414" v="1" actId="1076"/>
        <pc:sldMkLst>
          <pc:docMk/>
          <pc:sldMk cId="693779182" sldId="412"/>
        </pc:sldMkLst>
        <pc:spChg chg="mod">
          <ac:chgData name="PS3 飯田 亜衣/Iida, Ai (NTT DATA)" userId="S::ai.iida@jp.nttdata.com::cbefb846-ac07-4449-bf49-90d637710d23" providerId="AD" clId="Web-{A417664C-932B-4D85-9AAD-8BE903FEAAB5}" dt="2026-06-02T01:22:46.414" v="1" actId="1076"/>
          <ac:spMkLst>
            <pc:docMk/>
            <pc:sldMk cId="693779182" sldId="412"/>
            <ac:spMk id="24" creationId="{00000000-0000-0000-0000-000000000000}"/>
          </ac:spMkLst>
        </pc:spChg>
      </pc:sldChg>
      <pc:sldChg chg="new">
        <pc:chgData name="PS3 飯田 亜衣/Iida, Ai (NTT DATA)" userId="S::ai.iida@jp.nttdata.com::cbefb846-ac07-4449-bf49-90d637710d23" providerId="AD" clId="Web-{A417664C-932B-4D85-9AAD-8BE903FEAAB5}" dt="2026-06-02T01:17:29.793" v="0"/>
        <pc:sldMkLst>
          <pc:docMk/>
          <pc:sldMk cId="1308732370" sldId="574"/>
        </pc:sldMkLst>
      </pc:sldChg>
    </pc:docChg>
  </pc:docChgLst>
  <pc:docChgLst>
    <pc:chgData name="PS3 寺田 紘基/Terada, Hiroki (NTT DATA)" userId="S::hiroki.terada@jp.nttdata.com::6452da50-096b-4bed-9d1d-c79b9ac416b6" providerId="AD" clId="Web-{104C4E10-D495-97AB-32F1-7826B888423A}"/>
    <pc:docChg chg="sldOrd">
      <pc:chgData name="PS3 寺田 紘基/Terada, Hiroki (NTT DATA)" userId="S::hiroki.terada@jp.nttdata.com::6452da50-096b-4bed-9d1d-c79b9ac416b6" providerId="AD" clId="Web-{104C4E10-D495-97AB-32F1-7826B888423A}" dt="2026-06-02T00:48:23.969" v="0"/>
      <pc:docMkLst>
        <pc:docMk/>
      </pc:docMkLst>
      <pc:sldChg chg="ord">
        <pc:chgData name="PS3 寺田 紘基/Terada, Hiroki (NTT DATA)" userId="S::hiroki.terada@jp.nttdata.com::6452da50-096b-4bed-9d1d-c79b9ac416b6" providerId="AD" clId="Web-{104C4E10-D495-97AB-32F1-7826B888423A}" dt="2026-06-02T00:48:23.969" v="0"/>
        <pc:sldMkLst>
          <pc:docMk/>
          <pc:sldMk cId="1321618490" sldId="471"/>
        </pc:sldMkLst>
      </pc:sldChg>
    </pc:docChg>
  </pc:docChgLst>
  <pc:docChgLst>
    <pc:chgData name="PS3 小泉 舞夏/Koizumi, Maika (NTT DATA)" userId="S::maika.koizumi@jp.nttdata.com::c0025cec-c154-4c8e-9424-1aa1c7792711" providerId="AD" clId="Web-{06E09CC5-5678-2EAF-D910-E34590E4F591}"/>
    <pc:docChg chg="modSld">
      <pc:chgData name="PS3 小泉 舞夏/Koizumi, Maika (NTT DATA)" userId="S::maika.koizumi@jp.nttdata.com::c0025cec-c154-4c8e-9424-1aa1c7792711" providerId="AD" clId="Web-{06E09CC5-5678-2EAF-D910-E34590E4F591}" dt="2026-06-02T01:25:22.288" v="0"/>
      <pc:docMkLst>
        <pc:docMk/>
      </pc:docMkLst>
      <pc:sldChg chg="mod modShow">
        <pc:chgData name="PS3 小泉 舞夏/Koizumi, Maika (NTT DATA)" userId="S::maika.koizumi@jp.nttdata.com::c0025cec-c154-4c8e-9424-1aa1c7792711" providerId="AD" clId="Web-{06E09CC5-5678-2EAF-D910-E34590E4F591}" dt="2026-06-02T01:25:22.288" v="0"/>
        <pc:sldMkLst>
          <pc:docMk/>
          <pc:sldMk cId="1554877844" sldId="569"/>
        </pc:sldMkLst>
      </pc:sldChg>
    </pc:docChg>
  </pc:docChgLst>
  <pc:docChgLst>
    <pc:chgData name="PS3 石川 星/Ishikawa, Sho (NTT DATA)" userId="02c132a7-2049-4e7b-a292-e2101025765b" providerId="ADAL" clId="{5963EF00-8023-431A-B5E3-7791A55D19A7}"/>
    <pc:docChg chg="modSld">
      <pc:chgData name="PS3 石川 星/Ishikawa, Sho (NTT DATA)" userId="02c132a7-2049-4e7b-a292-e2101025765b" providerId="ADAL" clId="{5963EF00-8023-431A-B5E3-7791A55D19A7}" dt="2026-05-29T09:46:41.167" v="6" actId="20577"/>
      <pc:docMkLst>
        <pc:docMk/>
      </pc:docMkLst>
      <pc:sldChg chg="modSp mod">
        <pc:chgData name="PS3 石川 星/Ishikawa, Sho (NTT DATA)" userId="02c132a7-2049-4e7b-a292-e2101025765b" providerId="ADAL" clId="{5963EF00-8023-431A-B5E3-7791A55D19A7}" dt="2026-05-29T09:46:41.167" v="6" actId="20577"/>
        <pc:sldMkLst>
          <pc:docMk/>
          <pc:sldMk cId="1121628382" sldId="288"/>
        </pc:sldMkLst>
        <pc:spChg chg="mod">
          <ac:chgData name="PS3 石川 星/Ishikawa, Sho (NTT DATA)" userId="02c132a7-2049-4e7b-a292-e2101025765b" providerId="ADAL" clId="{5963EF00-8023-431A-B5E3-7791A55D19A7}" dt="2026-05-29T09:46:41.167" v="6" actId="20577"/>
          <ac:spMkLst>
            <pc:docMk/>
            <pc:sldMk cId="1121628382" sldId="288"/>
            <ac:spMk id="3" creationId="{364265A2-61B5-45D8-6463-6418F44F076D}"/>
          </ac:spMkLst>
        </pc:spChg>
      </pc:sldChg>
    </pc:docChg>
  </pc:docChgLst>
  <pc:docChgLst>
    <pc:chgData name="TSD 溝上 智也/Mizoue, Tomoya (NTT DATA)" userId="S::tomoya.mizoue@jp.nttdata.com::6461030d-50a7-4e66-a896-f54bc6329c70" providerId="AD" clId="Web-{9A8FF97C-D8B9-C78A-A161-AD849DB2FA00}"/>
    <pc:docChg chg="modSld">
      <pc:chgData name="TSD 溝上 智也/Mizoue, Tomoya (NTT DATA)" userId="S::tomoya.mizoue@jp.nttdata.com::6461030d-50a7-4e66-a896-f54bc6329c70" providerId="AD" clId="Web-{9A8FF97C-D8B9-C78A-A161-AD849DB2FA00}" dt="2026-06-02T02:26:03.508" v="1" actId="1076"/>
      <pc:docMkLst>
        <pc:docMk/>
      </pc:docMkLst>
      <pc:sldChg chg="modSp">
        <pc:chgData name="TSD 溝上 智也/Mizoue, Tomoya (NTT DATA)" userId="S::tomoya.mizoue@jp.nttdata.com::6461030d-50a7-4e66-a896-f54bc6329c70" providerId="AD" clId="Web-{9A8FF97C-D8B9-C78A-A161-AD849DB2FA00}" dt="2026-06-02T02:26:03.508" v="1" actId="1076"/>
        <pc:sldMkLst>
          <pc:docMk/>
          <pc:sldMk cId="1156862169" sldId="521"/>
        </pc:sldMkLst>
        <pc:picChg chg="mod">
          <ac:chgData name="TSD 溝上 智也/Mizoue, Tomoya (NTT DATA)" userId="S::tomoya.mizoue@jp.nttdata.com::6461030d-50a7-4e66-a896-f54bc6329c70" providerId="AD" clId="Web-{9A8FF97C-D8B9-C78A-A161-AD849DB2FA00}" dt="2026-06-02T02:26:03.508" v="1" actId="1076"/>
          <ac:picMkLst>
            <pc:docMk/>
            <pc:sldMk cId="1156862169" sldId="521"/>
            <ac:picMk id="11" creationId="{4F4950C6-D77B-7C5C-4802-4511A4BE29A1}"/>
          </ac:picMkLst>
        </pc:picChg>
      </pc:sldChg>
    </pc:docChg>
  </pc:docChgLst>
  <pc:docChgLst>
    <pc:chgData name="PS3 藤澤 雅仁/Fujisawa, Masahito (NTT DATA)" userId="S::masahito.fujisawa@jp.nttdata.com::9eaca798-4246-42db-8c0e-6922501b4d6d" providerId="AD" clId="Web-{D566B060-B90C-4547-B33B-A65FBD1D3517}"/>
    <pc:docChg chg="modSld">
      <pc:chgData name="PS3 藤澤 雅仁/Fujisawa, Masahito (NTT DATA)" userId="S::masahito.fujisawa@jp.nttdata.com::9eaca798-4246-42db-8c0e-6922501b4d6d" providerId="AD" clId="Web-{D566B060-B90C-4547-B33B-A65FBD1D3517}" dt="2026-06-02T01:10:45.996" v="1"/>
      <pc:docMkLst>
        <pc:docMk/>
      </pc:docMkLst>
      <pc:sldChg chg="modSp">
        <pc:chgData name="PS3 藤澤 雅仁/Fujisawa, Masahito (NTT DATA)" userId="S::masahito.fujisawa@jp.nttdata.com::9eaca798-4246-42db-8c0e-6922501b4d6d" providerId="AD" clId="Web-{D566B060-B90C-4547-B33B-A65FBD1D3517}" dt="2026-06-02T01:10:45.996" v="1"/>
        <pc:sldMkLst>
          <pc:docMk/>
          <pc:sldMk cId="1057202214" sldId="565"/>
        </pc:sldMkLst>
        <pc:graphicFrameChg chg="mod modGraphic">
          <ac:chgData name="PS3 藤澤 雅仁/Fujisawa, Masahito (NTT DATA)" userId="S::masahito.fujisawa@jp.nttdata.com::9eaca798-4246-42db-8c0e-6922501b4d6d" providerId="AD" clId="Web-{D566B060-B90C-4547-B33B-A65FBD1D3517}" dt="2026-06-02T01:10:45.996" v="1"/>
          <ac:graphicFrameMkLst>
            <pc:docMk/>
            <pc:sldMk cId="1057202214" sldId="565"/>
            <ac:graphicFrameMk id="66" creationId="{1DBB59A8-0A71-FE66-BA79-AABE6F873D05}"/>
          </ac:graphicFrameMkLst>
        </pc:graphicFrameChg>
      </pc:sldChg>
    </pc:docChg>
  </pc:docChgLst>
  <pc:docChgLst>
    <pc:chgData name="PS3 天野 学/Amano, Gaku (NTT DATA)" userId="cb64374a-b8ae-459f-8218-8fe0a6ba244e" providerId="ADAL" clId="{D11B0B6E-B536-465D-989F-9C53E44D9774}"/>
    <pc:docChg chg="undo custSel modSld">
      <pc:chgData name="PS3 天野 学/Amano, Gaku (NTT DATA)" userId="cb64374a-b8ae-459f-8218-8fe0a6ba244e" providerId="ADAL" clId="{D11B0B6E-B536-465D-989F-9C53E44D9774}" dt="2026-05-27T02:55:18.552" v="1221" actId="20577"/>
      <pc:docMkLst>
        <pc:docMk/>
      </pc:docMkLst>
      <pc:sldChg chg="modSp mod">
        <pc:chgData name="PS3 天野 学/Amano, Gaku (NTT DATA)" userId="cb64374a-b8ae-459f-8218-8fe0a6ba244e" providerId="ADAL" clId="{D11B0B6E-B536-465D-989F-9C53E44D9774}" dt="2026-05-26T10:26:33.255" v="10" actId="242"/>
        <pc:sldMkLst>
          <pc:docMk/>
          <pc:sldMk cId="1121628382" sldId="288"/>
        </pc:sldMkLst>
        <pc:spChg chg="mod">
          <ac:chgData name="PS3 天野 学/Amano, Gaku (NTT DATA)" userId="cb64374a-b8ae-459f-8218-8fe0a6ba244e" providerId="ADAL" clId="{D11B0B6E-B536-465D-989F-9C53E44D9774}" dt="2026-05-26T10:26:33.255" v="10" actId="242"/>
          <ac:spMkLst>
            <pc:docMk/>
            <pc:sldMk cId="1121628382" sldId="288"/>
            <ac:spMk id="2" creationId="{06A9E939-369F-529C-41CE-AE77427D8A45}"/>
          </ac:spMkLst>
        </pc:spChg>
      </pc:sldChg>
      <pc:sldChg chg="modTransition modAnim">
        <pc:chgData name="PS3 天野 学/Amano, Gaku (NTT DATA)" userId="cb64374a-b8ae-459f-8218-8fe0a6ba244e" providerId="ADAL" clId="{D11B0B6E-B536-465D-989F-9C53E44D9774}" dt="2026-05-26T12:02:28.231" v="1124"/>
        <pc:sldMkLst>
          <pc:docMk/>
          <pc:sldMk cId="820515785" sldId="405"/>
        </pc:sldMkLst>
      </pc:sldChg>
      <pc:sldChg chg="modSp mod modTransition">
        <pc:chgData name="PS3 天野 学/Amano, Gaku (NTT DATA)" userId="cb64374a-b8ae-459f-8218-8fe0a6ba244e" providerId="ADAL" clId="{D11B0B6E-B536-465D-989F-9C53E44D9774}" dt="2026-05-26T12:02:28.231" v="1124"/>
        <pc:sldMkLst>
          <pc:docMk/>
          <pc:sldMk cId="2575012704" sldId="408"/>
        </pc:sldMkLst>
        <pc:spChg chg="mod">
          <ac:chgData name="PS3 天野 学/Amano, Gaku (NTT DATA)" userId="cb64374a-b8ae-459f-8218-8fe0a6ba244e" providerId="ADAL" clId="{D11B0B6E-B536-465D-989F-9C53E44D9774}" dt="2026-05-26T10:48:39.676" v="56" actId="20577"/>
          <ac:spMkLst>
            <pc:docMk/>
            <pc:sldMk cId="2575012704" sldId="408"/>
            <ac:spMk id="24" creationId="{00000000-0000-0000-0000-000000000000}"/>
          </ac:spMkLst>
        </pc:spChg>
      </pc:sldChg>
      <pc:sldChg chg="addSp delSp modSp mod modTransition">
        <pc:chgData name="PS3 天野 学/Amano, Gaku (NTT DATA)" userId="cb64374a-b8ae-459f-8218-8fe0a6ba244e" providerId="ADAL" clId="{D11B0B6E-B536-465D-989F-9C53E44D9774}" dt="2026-05-27T02:47:45" v="1145" actId="167"/>
        <pc:sldMkLst>
          <pc:docMk/>
          <pc:sldMk cId="1327339830" sldId="409"/>
        </pc:sldMkLst>
        <pc:spChg chg="ord">
          <ac:chgData name="PS3 天野 学/Amano, Gaku (NTT DATA)" userId="cb64374a-b8ae-459f-8218-8fe0a6ba244e" providerId="ADAL" clId="{D11B0B6E-B536-465D-989F-9C53E44D9774}" dt="2026-05-27T02:47:45" v="1145" actId="167"/>
          <ac:spMkLst>
            <pc:docMk/>
            <pc:sldMk cId="1327339830" sldId="409"/>
            <ac:spMk id="24" creationId="{00000000-0000-0000-0000-000000000000}"/>
          </ac:spMkLst>
        </pc:spChg>
        <pc:picChg chg="add mod ord">
          <ac:chgData name="PS3 天野 学/Amano, Gaku (NTT DATA)" userId="cb64374a-b8ae-459f-8218-8fe0a6ba244e" providerId="ADAL" clId="{D11B0B6E-B536-465D-989F-9C53E44D9774}" dt="2026-05-27T02:47:37.810" v="1144" actId="1037"/>
          <ac:picMkLst>
            <pc:docMk/>
            <pc:sldMk cId="1327339830" sldId="409"/>
            <ac:picMk id="11" creationId="{1CE23C98-1805-452F-E4A0-FA727E3DCEA0}"/>
          </ac:picMkLst>
        </pc:picChg>
      </pc:sldChg>
      <pc:sldChg chg="modTransition">
        <pc:chgData name="PS3 天野 学/Amano, Gaku (NTT DATA)" userId="cb64374a-b8ae-459f-8218-8fe0a6ba244e" providerId="ADAL" clId="{D11B0B6E-B536-465D-989F-9C53E44D9774}" dt="2026-05-26T12:02:28.231" v="1124"/>
        <pc:sldMkLst>
          <pc:docMk/>
          <pc:sldMk cId="693779182" sldId="412"/>
        </pc:sldMkLst>
      </pc:sldChg>
      <pc:sldChg chg="modSp mod modTransition">
        <pc:chgData name="PS3 天野 学/Amano, Gaku (NTT DATA)" userId="cb64374a-b8ae-459f-8218-8fe0a6ba244e" providerId="ADAL" clId="{D11B0B6E-B536-465D-989F-9C53E44D9774}" dt="2026-05-26T12:02:28.231" v="1124"/>
        <pc:sldMkLst>
          <pc:docMk/>
          <pc:sldMk cId="3948244610" sldId="423"/>
        </pc:sldMkLst>
        <pc:spChg chg="mod">
          <ac:chgData name="PS3 天野 学/Amano, Gaku (NTT DATA)" userId="cb64374a-b8ae-459f-8218-8fe0a6ba244e" providerId="ADAL" clId="{D11B0B6E-B536-465D-989F-9C53E44D9774}" dt="2026-05-26T10:47:46.934" v="52" actId="6549"/>
          <ac:spMkLst>
            <pc:docMk/>
            <pc:sldMk cId="3948244610" sldId="423"/>
            <ac:spMk id="14" creationId="{E728B83E-70CF-409D-801B-5D2496F51D93}"/>
          </ac:spMkLst>
        </pc:spChg>
      </pc:sldChg>
      <pc:sldChg chg="modTransition">
        <pc:chgData name="PS3 天野 学/Amano, Gaku (NTT DATA)" userId="cb64374a-b8ae-459f-8218-8fe0a6ba244e" providerId="ADAL" clId="{D11B0B6E-B536-465D-989F-9C53E44D9774}" dt="2026-05-26T12:02:28.231" v="1124"/>
        <pc:sldMkLst>
          <pc:docMk/>
          <pc:sldMk cId="2670889523" sldId="451"/>
        </pc:sldMkLst>
      </pc:sldChg>
      <pc:sldChg chg="modSp mod">
        <pc:chgData name="PS3 天野 学/Amano, Gaku (NTT DATA)" userId="cb64374a-b8ae-459f-8218-8fe0a6ba244e" providerId="ADAL" clId="{D11B0B6E-B536-465D-989F-9C53E44D9774}" dt="2026-05-26T10:27:15.101" v="11" actId="20577"/>
        <pc:sldMkLst>
          <pc:docMk/>
          <pc:sldMk cId="1323623538" sldId="470"/>
        </pc:sldMkLst>
        <pc:spChg chg="mod">
          <ac:chgData name="PS3 天野 学/Amano, Gaku (NTT DATA)" userId="cb64374a-b8ae-459f-8218-8fe0a6ba244e" providerId="ADAL" clId="{D11B0B6E-B536-465D-989F-9C53E44D9774}" dt="2026-05-26T10:27:15.101" v="11" actId="20577"/>
          <ac:spMkLst>
            <pc:docMk/>
            <pc:sldMk cId="1323623538" sldId="470"/>
            <ac:spMk id="3" creationId="{FAE86DCD-505D-9C04-D1AF-AEF50C61D393}"/>
          </ac:spMkLst>
        </pc:spChg>
      </pc:sldChg>
      <pc:sldChg chg="modSp mod">
        <pc:chgData name="PS3 天野 学/Amano, Gaku (NTT DATA)" userId="cb64374a-b8ae-459f-8218-8fe0a6ba244e" providerId="ADAL" clId="{D11B0B6E-B536-465D-989F-9C53E44D9774}" dt="2026-05-26T11:24:29.608" v="767" actId="20577"/>
        <pc:sldMkLst>
          <pc:docMk/>
          <pc:sldMk cId="1321618490" sldId="471"/>
        </pc:sldMkLst>
        <pc:spChg chg="mod">
          <ac:chgData name="PS3 天野 学/Amano, Gaku (NTT DATA)" userId="cb64374a-b8ae-459f-8218-8fe0a6ba244e" providerId="ADAL" clId="{D11B0B6E-B536-465D-989F-9C53E44D9774}" dt="2026-05-26T11:24:18.516" v="756" actId="13822"/>
          <ac:spMkLst>
            <pc:docMk/>
            <pc:sldMk cId="1321618490" sldId="471"/>
            <ac:spMk id="19" creationId="{C13AB128-FEC5-112C-9D8F-D15321E1B3BC}"/>
          </ac:spMkLst>
        </pc:spChg>
        <pc:spChg chg="mod">
          <ac:chgData name="PS3 天野 学/Amano, Gaku (NTT DATA)" userId="cb64374a-b8ae-459f-8218-8fe0a6ba244e" providerId="ADAL" clId="{D11B0B6E-B536-465D-989F-9C53E44D9774}" dt="2026-05-26T11:24:29.608" v="767" actId="20577"/>
          <ac:spMkLst>
            <pc:docMk/>
            <pc:sldMk cId="1321618490" sldId="471"/>
            <ac:spMk id="20" creationId="{E8D1C200-8EF8-76F2-49FE-0A436DAD30F5}"/>
          </ac:spMkLst>
        </pc:spChg>
        <pc:spChg chg="mod">
          <ac:chgData name="PS3 天野 学/Amano, Gaku (NTT DATA)" userId="cb64374a-b8ae-459f-8218-8fe0a6ba244e" providerId="ADAL" clId="{D11B0B6E-B536-465D-989F-9C53E44D9774}" dt="2026-05-26T10:27:34.307" v="12" actId="1076"/>
          <ac:spMkLst>
            <pc:docMk/>
            <pc:sldMk cId="1321618490" sldId="471"/>
            <ac:spMk id="21" creationId="{C295A6B4-6124-3798-C52E-C498EFA251B3}"/>
          </ac:spMkLst>
        </pc:spChg>
        <pc:spChg chg="mod">
          <ac:chgData name="PS3 天野 学/Amano, Gaku (NTT DATA)" userId="cb64374a-b8ae-459f-8218-8fe0a6ba244e" providerId="ADAL" clId="{D11B0B6E-B536-465D-989F-9C53E44D9774}" dt="2026-05-26T10:27:34.307" v="12" actId="1076"/>
          <ac:spMkLst>
            <pc:docMk/>
            <pc:sldMk cId="1321618490" sldId="471"/>
            <ac:spMk id="22" creationId="{CA25083F-1879-62FE-00DC-F11898970D5D}"/>
          </ac:spMkLst>
        </pc:spChg>
        <pc:spChg chg="mod">
          <ac:chgData name="PS3 天野 学/Amano, Gaku (NTT DATA)" userId="cb64374a-b8ae-459f-8218-8fe0a6ba244e" providerId="ADAL" clId="{D11B0B6E-B536-465D-989F-9C53E44D9774}" dt="2026-05-26T10:27:34.307" v="12" actId="1076"/>
          <ac:spMkLst>
            <pc:docMk/>
            <pc:sldMk cId="1321618490" sldId="471"/>
            <ac:spMk id="23" creationId="{73077DB9-7939-F5E1-6502-CC9E516F4E5C}"/>
          </ac:spMkLst>
        </pc:spChg>
        <pc:grpChg chg="mod">
          <ac:chgData name="PS3 天野 学/Amano, Gaku (NTT DATA)" userId="cb64374a-b8ae-459f-8218-8fe0a6ba244e" providerId="ADAL" clId="{D11B0B6E-B536-465D-989F-9C53E44D9774}" dt="2026-05-26T10:27:34.307" v="12" actId="1076"/>
          <ac:grpSpMkLst>
            <pc:docMk/>
            <pc:sldMk cId="1321618490" sldId="471"/>
            <ac:grpSpMk id="4" creationId="{7BE90177-7C3C-126B-7C7E-F0AF7C720FE8}"/>
          </ac:grpSpMkLst>
        </pc:grpChg>
      </pc:sldChg>
      <pc:sldChg chg="addSp delSp modSp mod">
        <pc:chgData name="PS3 天野 学/Amano, Gaku (NTT DATA)" userId="cb64374a-b8ae-459f-8218-8fe0a6ba244e" providerId="ADAL" clId="{D11B0B6E-B536-465D-989F-9C53E44D9774}" dt="2026-05-26T11:24:10.536" v="755" actId="1076"/>
        <pc:sldMkLst>
          <pc:docMk/>
          <pc:sldMk cId="4087550941" sldId="472"/>
        </pc:sldMkLst>
        <pc:spChg chg="mod">
          <ac:chgData name="PS3 天野 学/Amano, Gaku (NTT DATA)" userId="cb64374a-b8ae-459f-8218-8fe0a6ba244e" providerId="ADAL" clId="{D11B0B6E-B536-465D-989F-9C53E44D9774}" dt="2026-05-26T11:24:02.133" v="754" actId="15"/>
          <ac:spMkLst>
            <pc:docMk/>
            <pc:sldMk cId="4087550941" sldId="472"/>
            <ac:spMk id="3" creationId="{60F61816-5428-A174-CFEC-E54CC2A913B0}"/>
          </ac:spMkLst>
        </pc:spChg>
        <pc:spChg chg="mod">
          <ac:chgData name="PS3 天野 学/Amano, Gaku (NTT DATA)" userId="cb64374a-b8ae-459f-8218-8fe0a6ba244e" providerId="ADAL" clId="{D11B0B6E-B536-465D-989F-9C53E44D9774}" dt="2026-05-26T11:24:10.536" v="755" actId="1076"/>
          <ac:spMkLst>
            <pc:docMk/>
            <pc:sldMk cId="4087550941" sldId="472"/>
            <ac:spMk id="4" creationId="{49C4DE7D-4DEC-D0C9-3502-F5FB9801A7D4}"/>
          </ac:spMkLst>
        </pc:spChg>
        <pc:spChg chg="mod">
          <ac:chgData name="PS3 天野 学/Amano, Gaku (NTT DATA)" userId="cb64374a-b8ae-459f-8218-8fe0a6ba244e" providerId="ADAL" clId="{D11B0B6E-B536-465D-989F-9C53E44D9774}" dt="2026-05-26T11:24:10.536" v="755" actId="1076"/>
          <ac:spMkLst>
            <pc:docMk/>
            <pc:sldMk cId="4087550941" sldId="472"/>
            <ac:spMk id="5" creationId="{8A624C16-10CD-9B4D-A4D4-2C71229579E6}"/>
          </ac:spMkLst>
        </pc:spChg>
        <pc:spChg chg="mod">
          <ac:chgData name="PS3 天野 学/Amano, Gaku (NTT DATA)" userId="cb64374a-b8ae-459f-8218-8fe0a6ba244e" providerId="ADAL" clId="{D11B0B6E-B536-465D-989F-9C53E44D9774}" dt="2026-05-26T11:24:10.536" v="755" actId="1076"/>
          <ac:spMkLst>
            <pc:docMk/>
            <pc:sldMk cId="4087550941" sldId="472"/>
            <ac:spMk id="6" creationId="{A62FA375-DEB0-A036-254E-2A2F0718DDCB}"/>
          </ac:spMkLst>
        </pc:spChg>
        <pc:spChg chg="mod">
          <ac:chgData name="PS3 天野 学/Amano, Gaku (NTT DATA)" userId="cb64374a-b8ae-459f-8218-8fe0a6ba244e" providerId="ADAL" clId="{D11B0B6E-B536-465D-989F-9C53E44D9774}" dt="2026-05-26T11:24:10.536" v="755" actId="1076"/>
          <ac:spMkLst>
            <pc:docMk/>
            <pc:sldMk cId="4087550941" sldId="472"/>
            <ac:spMk id="9" creationId="{D8728F1F-0175-BC10-ABE1-5769E9FC396E}"/>
          </ac:spMkLst>
        </pc:spChg>
        <pc:spChg chg="mod">
          <ac:chgData name="PS3 天野 学/Amano, Gaku (NTT DATA)" userId="cb64374a-b8ae-459f-8218-8fe0a6ba244e" providerId="ADAL" clId="{D11B0B6E-B536-465D-989F-9C53E44D9774}" dt="2026-05-26T11:24:10.536" v="755" actId="1076"/>
          <ac:spMkLst>
            <pc:docMk/>
            <pc:sldMk cId="4087550941" sldId="472"/>
            <ac:spMk id="12" creationId="{26796997-2178-0015-233C-81337856FA21}"/>
          </ac:spMkLst>
        </pc:spChg>
        <pc:spChg chg="mod">
          <ac:chgData name="PS3 天野 学/Amano, Gaku (NTT DATA)" userId="cb64374a-b8ae-459f-8218-8fe0a6ba244e" providerId="ADAL" clId="{D11B0B6E-B536-465D-989F-9C53E44D9774}" dt="2026-05-26T11:22:13.016" v="730" actId="1076"/>
          <ac:spMkLst>
            <pc:docMk/>
            <pc:sldMk cId="4087550941" sldId="472"/>
            <ac:spMk id="13" creationId="{DE40F7CC-5E42-5FD5-1E63-C825F41BB685}"/>
          </ac:spMkLst>
        </pc:spChg>
        <pc:spChg chg="mod">
          <ac:chgData name="PS3 天野 学/Amano, Gaku (NTT DATA)" userId="cb64374a-b8ae-459f-8218-8fe0a6ba244e" providerId="ADAL" clId="{D11B0B6E-B536-465D-989F-9C53E44D9774}" dt="2026-05-26T11:24:10.536" v="755" actId="1076"/>
          <ac:spMkLst>
            <pc:docMk/>
            <pc:sldMk cId="4087550941" sldId="472"/>
            <ac:spMk id="14" creationId="{BBC86DEC-944B-888D-3058-6B2F2AAB39BB}"/>
          </ac:spMkLst>
        </pc:spChg>
        <pc:spChg chg="mod">
          <ac:chgData name="PS3 天野 学/Amano, Gaku (NTT DATA)" userId="cb64374a-b8ae-459f-8218-8fe0a6ba244e" providerId="ADAL" clId="{D11B0B6E-B536-465D-989F-9C53E44D9774}" dt="2026-05-26T11:24:10.536" v="755" actId="1076"/>
          <ac:spMkLst>
            <pc:docMk/>
            <pc:sldMk cId="4087550941" sldId="472"/>
            <ac:spMk id="15" creationId="{D7266C7C-A722-A7BC-80F5-CDE6E63B194B}"/>
          </ac:spMkLst>
        </pc:spChg>
        <pc:spChg chg="mod">
          <ac:chgData name="PS3 天野 学/Amano, Gaku (NTT DATA)" userId="cb64374a-b8ae-459f-8218-8fe0a6ba244e" providerId="ADAL" clId="{D11B0B6E-B536-465D-989F-9C53E44D9774}" dt="2026-05-26T11:24:10.536" v="755" actId="1076"/>
          <ac:spMkLst>
            <pc:docMk/>
            <pc:sldMk cId="4087550941" sldId="472"/>
            <ac:spMk id="16" creationId="{FCCB8016-86F9-3F47-76E7-E2EF40655560}"/>
          </ac:spMkLst>
        </pc:spChg>
        <pc:spChg chg="mod">
          <ac:chgData name="PS3 天野 学/Amano, Gaku (NTT DATA)" userId="cb64374a-b8ae-459f-8218-8fe0a6ba244e" providerId="ADAL" clId="{D11B0B6E-B536-465D-989F-9C53E44D9774}" dt="2026-05-26T11:24:10.536" v="755" actId="1076"/>
          <ac:spMkLst>
            <pc:docMk/>
            <pc:sldMk cId="4087550941" sldId="472"/>
            <ac:spMk id="17" creationId="{05BB1894-DD77-C778-BCF5-BDD1208C682F}"/>
          </ac:spMkLst>
        </pc:spChg>
        <pc:spChg chg="mod">
          <ac:chgData name="PS3 天野 学/Amano, Gaku (NTT DATA)" userId="cb64374a-b8ae-459f-8218-8fe0a6ba244e" providerId="ADAL" clId="{D11B0B6E-B536-465D-989F-9C53E44D9774}" dt="2026-05-26T11:24:10.536" v="755" actId="1076"/>
          <ac:spMkLst>
            <pc:docMk/>
            <pc:sldMk cId="4087550941" sldId="472"/>
            <ac:spMk id="18" creationId="{26EB05F5-3050-02B9-9EE0-7D068917D6E0}"/>
          </ac:spMkLst>
        </pc:spChg>
      </pc:sldChg>
      <pc:sldChg chg="modSp mod">
        <pc:chgData name="PS3 天野 学/Amano, Gaku (NTT DATA)" userId="cb64374a-b8ae-459f-8218-8fe0a6ba244e" providerId="ADAL" clId="{D11B0B6E-B536-465D-989F-9C53E44D9774}" dt="2026-05-27T02:51:25.850" v="1165" actId="1076"/>
        <pc:sldMkLst>
          <pc:docMk/>
          <pc:sldMk cId="3724666129" sldId="475"/>
        </pc:sldMkLst>
        <pc:spChg chg="mod">
          <ac:chgData name="PS3 天野 学/Amano, Gaku (NTT DATA)" userId="cb64374a-b8ae-459f-8218-8fe0a6ba244e" providerId="ADAL" clId="{D11B0B6E-B536-465D-989F-9C53E44D9774}" dt="2026-05-27T02:51:25.850" v="1165" actId="1076"/>
          <ac:spMkLst>
            <pc:docMk/>
            <pc:sldMk cId="3724666129" sldId="475"/>
            <ac:spMk id="9" creationId="{03C311B0-55C9-19A6-C56C-DE565287704E}"/>
          </ac:spMkLst>
        </pc:spChg>
        <pc:spChg chg="mod">
          <ac:chgData name="PS3 天野 学/Amano, Gaku (NTT DATA)" userId="cb64374a-b8ae-459f-8218-8fe0a6ba244e" providerId="ADAL" clId="{D11B0B6E-B536-465D-989F-9C53E44D9774}" dt="2026-05-27T02:51:08.730" v="1162" actId="1076"/>
          <ac:spMkLst>
            <pc:docMk/>
            <pc:sldMk cId="3724666129" sldId="475"/>
            <ac:spMk id="11" creationId="{BA54CBA3-6FF5-7308-50E3-DAC8AF50D8BE}"/>
          </ac:spMkLst>
        </pc:spChg>
        <pc:spChg chg="mod">
          <ac:chgData name="PS3 天野 学/Amano, Gaku (NTT DATA)" userId="cb64374a-b8ae-459f-8218-8fe0a6ba244e" providerId="ADAL" clId="{D11B0B6E-B536-465D-989F-9C53E44D9774}" dt="2026-05-27T02:51:22.528" v="1164" actId="1076"/>
          <ac:spMkLst>
            <pc:docMk/>
            <pc:sldMk cId="3724666129" sldId="475"/>
            <ac:spMk id="12" creationId="{87BC27A8-86B1-2C9B-62E1-BA35954C2054}"/>
          </ac:spMkLst>
        </pc:spChg>
        <pc:picChg chg="mod">
          <ac:chgData name="PS3 天野 学/Amano, Gaku (NTT DATA)" userId="cb64374a-b8ae-459f-8218-8fe0a6ba244e" providerId="ADAL" clId="{D11B0B6E-B536-465D-989F-9C53E44D9774}" dt="2026-05-27T02:51:14.093" v="1163" actId="1076"/>
          <ac:picMkLst>
            <pc:docMk/>
            <pc:sldMk cId="3724666129" sldId="475"/>
            <ac:picMk id="13" creationId="{BD2122E8-FA3C-18A7-9B04-CB2E6AB5FC2A}"/>
          </ac:picMkLst>
        </pc:picChg>
        <pc:cxnChg chg="mod">
          <ac:chgData name="PS3 天野 学/Amano, Gaku (NTT DATA)" userId="cb64374a-b8ae-459f-8218-8fe0a6ba244e" providerId="ADAL" clId="{D11B0B6E-B536-465D-989F-9C53E44D9774}" dt="2026-05-27T02:51:25.850" v="1165" actId="1076"/>
          <ac:cxnSpMkLst>
            <pc:docMk/>
            <pc:sldMk cId="3724666129" sldId="475"/>
            <ac:cxnSpMk id="10" creationId="{F5CED8C4-16D3-1F7E-00AD-8E449B695915}"/>
          </ac:cxnSpMkLst>
        </pc:cxnChg>
        <pc:cxnChg chg="mod">
          <ac:chgData name="PS3 天野 学/Amano, Gaku (NTT DATA)" userId="cb64374a-b8ae-459f-8218-8fe0a6ba244e" providerId="ADAL" clId="{D11B0B6E-B536-465D-989F-9C53E44D9774}" dt="2026-05-27T02:51:08.730" v="1162" actId="1076"/>
          <ac:cxnSpMkLst>
            <pc:docMk/>
            <pc:sldMk cId="3724666129" sldId="475"/>
            <ac:cxnSpMk id="14" creationId="{6E10355D-6B25-F916-1172-E97C0AD44E4C}"/>
          </ac:cxnSpMkLst>
        </pc:cxnChg>
      </pc:sldChg>
      <pc:sldChg chg="modSp mod">
        <pc:chgData name="PS3 天野 学/Amano, Gaku (NTT DATA)" userId="cb64374a-b8ae-459f-8218-8fe0a6ba244e" providerId="ADAL" clId="{D11B0B6E-B536-465D-989F-9C53E44D9774}" dt="2026-05-26T10:30:33.408" v="42" actId="20577"/>
        <pc:sldMkLst>
          <pc:docMk/>
          <pc:sldMk cId="4153627797" sldId="476"/>
        </pc:sldMkLst>
        <pc:spChg chg="mod">
          <ac:chgData name="PS3 天野 学/Amano, Gaku (NTT DATA)" userId="cb64374a-b8ae-459f-8218-8fe0a6ba244e" providerId="ADAL" clId="{D11B0B6E-B536-465D-989F-9C53E44D9774}" dt="2026-05-26T10:30:24.398" v="41" actId="20577"/>
          <ac:spMkLst>
            <pc:docMk/>
            <pc:sldMk cId="4153627797" sldId="476"/>
            <ac:spMk id="3" creationId="{6029C17D-7777-B790-6CC9-FDE95206087A}"/>
          </ac:spMkLst>
        </pc:spChg>
        <pc:spChg chg="mod">
          <ac:chgData name="PS3 天野 学/Amano, Gaku (NTT DATA)" userId="cb64374a-b8ae-459f-8218-8fe0a6ba244e" providerId="ADAL" clId="{D11B0B6E-B536-465D-989F-9C53E44D9774}" dt="2026-05-26T10:30:33.408" v="42" actId="20577"/>
          <ac:spMkLst>
            <pc:docMk/>
            <pc:sldMk cId="4153627797" sldId="476"/>
            <ac:spMk id="6" creationId="{4912F2D3-C0BA-EA40-F25E-43832FC7DA18}"/>
          </ac:spMkLst>
        </pc:spChg>
      </pc:sldChg>
      <pc:sldChg chg="modSp">
        <pc:chgData name="PS3 天野 学/Amano, Gaku (NTT DATA)" userId="cb64374a-b8ae-459f-8218-8fe0a6ba244e" providerId="ADAL" clId="{D11B0B6E-B536-465D-989F-9C53E44D9774}" dt="2026-05-27T02:51:51.484" v="1166"/>
        <pc:sldMkLst>
          <pc:docMk/>
          <pc:sldMk cId="1551571922" sldId="483"/>
        </pc:sldMkLst>
        <pc:spChg chg="mod">
          <ac:chgData name="PS3 天野 学/Amano, Gaku (NTT DATA)" userId="cb64374a-b8ae-459f-8218-8fe0a6ba244e" providerId="ADAL" clId="{D11B0B6E-B536-465D-989F-9C53E44D9774}" dt="2026-05-27T02:51:51.484" v="1166"/>
          <ac:spMkLst>
            <pc:docMk/>
            <pc:sldMk cId="1551571922" sldId="483"/>
            <ac:spMk id="2" creationId="{4ACCBAA2-8AC4-B1E8-1FE2-43A1C040318A}"/>
          </ac:spMkLst>
        </pc:spChg>
      </pc:sldChg>
      <pc:sldChg chg="addSp delSp modSp mod">
        <pc:chgData name="PS3 天野 学/Amano, Gaku (NTT DATA)" userId="cb64374a-b8ae-459f-8218-8fe0a6ba244e" providerId="ADAL" clId="{D11B0B6E-B536-465D-989F-9C53E44D9774}" dt="2026-05-26T11:28:20.375" v="859" actId="1076"/>
        <pc:sldMkLst>
          <pc:docMk/>
          <pc:sldMk cId="2617334241" sldId="491"/>
        </pc:sldMkLst>
        <pc:spChg chg="mod ord">
          <ac:chgData name="PS3 天野 学/Amano, Gaku (NTT DATA)" userId="cb64374a-b8ae-459f-8218-8fe0a6ba244e" providerId="ADAL" clId="{D11B0B6E-B536-465D-989F-9C53E44D9774}" dt="2026-05-26T11:28:13.935" v="858" actId="404"/>
          <ac:spMkLst>
            <pc:docMk/>
            <pc:sldMk cId="2617334241" sldId="491"/>
            <ac:spMk id="3" creationId="{FFD3850B-B2D0-ABFB-1CF8-4A836F934FD7}"/>
          </ac:spMkLst>
        </pc:spChg>
        <pc:spChg chg="mod ord">
          <ac:chgData name="PS3 天野 学/Amano, Gaku (NTT DATA)" userId="cb64374a-b8ae-459f-8218-8fe0a6ba244e" providerId="ADAL" clId="{D11B0B6E-B536-465D-989F-9C53E44D9774}" dt="2026-05-26T11:07:02.107" v="422" actId="1035"/>
          <ac:spMkLst>
            <pc:docMk/>
            <pc:sldMk cId="2617334241" sldId="491"/>
            <ac:spMk id="4" creationId="{BBDCC4DC-EC50-402B-EF66-BFE2ACFDE342}"/>
          </ac:spMkLst>
        </pc:spChg>
        <pc:spChg chg="mod ord">
          <ac:chgData name="PS3 天野 学/Amano, Gaku (NTT DATA)" userId="cb64374a-b8ae-459f-8218-8fe0a6ba244e" providerId="ADAL" clId="{D11B0B6E-B536-465D-989F-9C53E44D9774}" dt="2026-05-26T11:07:02.107" v="422" actId="1035"/>
          <ac:spMkLst>
            <pc:docMk/>
            <pc:sldMk cId="2617334241" sldId="491"/>
            <ac:spMk id="5" creationId="{21EB4D58-1358-BDB9-EE3C-2B39A1CFDC71}"/>
          </ac:spMkLst>
        </pc:spChg>
        <pc:spChg chg="mod ord">
          <ac:chgData name="PS3 天野 学/Amano, Gaku (NTT DATA)" userId="cb64374a-b8ae-459f-8218-8fe0a6ba244e" providerId="ADAL" clId="{D11B0B6E-B536-465D-989F-9C53E44D9774}" dt="2026-05-26T11:07:02.107" v="422" actId="1035"/>
          <ac:spMkLst>
            <pc:docMk/>
            <pc:sldMk cId="2617334241" sldId="491"/>
            <ac:spMk id="8" creationId="{505215D4-8F8F-47A9-C64F-AA07650DCD3D}"/>
          </ac:spMkLst>
        </pc:spChg>
        <pc:spChg chg="mod ord">
          <ac:chgData name="PS3 天野 学/Amano, Gaku (NTT DATA)" userId="cb64374a-b8ae-459f-8218-8fe0a6ba244e" providerId="ADAL" clId="{D11B0B6E-B536-465D-989F-9C53E44D9774}" dt="2026-05-26T11:07:02.107" v="422" actId="1035"/>
          <ac:spMkLst>
            <pc:docMk/>
            <pc:sldMk cId="2617334241" sldId="491"/>
            <ac:spMk id="9" creationId="{E0F54C8E-C865-B590-5560-22B9BF49E96D}"/>
          </ac:spMkLst>
        </pc:spChg>
        <pc:spChg chg="mod ord">
          <ac:chgData name="PS3 天野 学/Amano, Gaku (NTT DATA)" userId="cb64374a-b8ae-459f-8218-8fe0a6ba244e" providerId="ADAL" clId="{D11B0B6E-B536-465D-989F-9C53E44D9774}" dt="2026-05-26T11:06:51.585" v="414" actId="1076"/>
          <ac:spMkLst>
            <pc:docMk/>
            <pc:sldMk cId="2617334241" sldId="491"/>
            <ac:spMk id="10" creationId="{45026768-8931-A277-10EE-3E69FF479E19}"/>
          </ac:spMkLst>
        </pc:spChg>
        <pc:spChg chg="mod ord">
          <ac:chgData name="PS3 天野 学/Amano, Gaku (NTT DATA)" userId="cb64374a-b8ae-459f-8218-8fe0a6ba244e" providerId="ADAL" clId="{D11B0B6E-B536-465D-989F-9C53E44D9774}" dt="2026-05-26T11:06:51.585" v="414" actId="1076"/>
          <ac:spMkLst>
            <pc:docMk/>
            <pc:sldMk cId="2617334241" sldId="491"/>
            <ac:spMk id="13" creationId="{D0FA82E6-D7E9-824C-5AAC-644F3D67633A}"/>
          </ac:spMkLst>
        </pc:spChg>
        <pc:spChg chg="mod ord">
          <ac:chgData name="PS3 天野 学/Amano, Gaku (NTT DATA)" userId="cb64374a-b8ae-459f-8218-8fe0a6ba244e" providerId="ADAL" clId="{D11B0B6E-B536-465D-989F-9C53E44D9774}" dt="2026-05-26T11:07:02.107" v="422" actId="1035"/>
          <ac:spMkLst>
            <pc:docMk/>
            <pc:sldMk cId="2617334241" sldId="491"/>
            <ac:spMk id="14" creationId="{4CAA0485-44CA-D349-1652-9F3D43A7028F}"/>
          </ac:spMkLst>
        </pc:spChg>
        <pc:spChg chg="mod ord">
          <ac:chgData name="PS3 天野 学/Amano, Gaku (NTT DATA)" userId="cb64374a-b8ae-459f-8218-8fe0a6ba244e" providerId="ADAL" clId="{D11B0B6E-B536-465D-989F-9C53E44D9774}" dt="2026-05-26T11:07:02.107" v="422" actId="1035"/>
          <ac:spMkLst>
            <pc:docMk/>
            <pc:sldMk cId="2617334241" sldId="491"/>
            <ac:spMk id="15" creationId="{1ABA9EA8-02AF-9D68-E9AB-60DDC2C44573}"/>
          </ac:spMkLst>
        </pc:spChg>
        <pc:spChg chg="mod ord">
          <ac:chgData name="PS3 天野 学/Amano, Gaku (NTT DATA)" userId="cb64374a-b8ae-459f-8218-8fe0a6ba244e" providerId="ADAL" clId="{D11B0B6E-B536-465D-989F-9C53E44D9774}" dt="2026-05-26T11:07:02.107" v="422" actId="1035"/>
          <ac:spMkLst>
            <pc:docMk/>
            <pc:sldMk cId="2617334241" sldId="491"/>
            <ac:spMk id="16" creationId="{3FA6E1E4-D8F1-D15A-2FA0-ED9916F22254}"/>
          </ac:spMkLst>
        </pc:spChg>
        <pc:spChg chg="mod ord">
          <ac:chgData name="PS3 天野 学/Amano, Gaku (NTT DATA)" userId="cb64374a-b8ae-459f-8218-8fe0a6ba244e" providerId="ADAL" clId="{D11B0B6E-B536-465D-989F-9C53E44D9774}" dt="2026-05-26T11:06:51.585" v="414" actId="1076"/>
          <ac:spMkLst>
            <pc:docMk/>
            <pc:sldMk cId="2617334241" sldId="491"/>
            <ac:spMk id="17" creationId="{9ACE2657-96A8-BAE7-AA2B-D2F3F720DB5B}"/>
          </ac:spMkLst>
        </pc:spChg>
        <pc:spChg chg="add mod ord">
          <ac:chgData name="PS3 天野 学/Amano, Gaku (NTT DATA)" userId="cb64374a-b8ae-459f-8218-8fe0a6ba244e" providerId="ADAL" clId="{D11B0B6E-B536-465D-989F-9C53E44D9774}" dt="2026-05-26T11:07:02.107" v="422" actId="1035"/>
          <ac:spMkLst>
            <pc:docMk/>
            <pc:sldMk cId="2617334241" sldId="491"/>
            <ac:spMk id="29" creationId="{A3037CFA-2BF7-1AC9-14FB-D5981534BC9A}"/>
          </ac:spMkLst>
        </pc:spChg>
        <pc:spChg chg="add mod">
          <ac:chgData name="PS3 天野 学/Amano, Gaku (NTT DATA)" userId="cb64374a-b8ae-459f-8218-8fe0a6ba244e" providerId="ADAL" clId="{D11B0B6E-B536-465D-989F-9C53E44D9774}" dt="2026-05-26T11:15:20.816" v="603" actId="20577"/>
          <ac:spMkLst>
            <pc:docMk/>
            <pc:sldMk cId="2617334241" sldId="491"/>
            <ac:spMk id="30" creationId="{B03A9A4F-EFBC-B040-B74E-DADB15866477}"/>
          </ac:spMkLst>
        </pc:spChg>
        <pc:spChg chg="add mod">
          <ac:chgData name="PS3 天野 学/Amano, Gaku (NTT DATA)" userId="cb64374a-b8ae-459f-8218-8fe0a6ba244e" providerId="ADAL" clId="{D11B0B6E-B536-465D-989F-9C53E44D9774}" dt="2026-05-26T11:07:02.107" v="422" actId="1035"/>
          <ac:spMkLst>
            <pc:docMk/>
            <pc:sldMk cId="2617334241" sldId="491"/>
            <ac:spMk id="31" creationId="{2F889E10-2925-7084-1579-5301DB6FF97B}"/>
          </ac:spMkLst>
        </pc:spChg>
        <pc:picChg chg="mod">
          <ac:chgData name="PS3 天野 学/Amano, Gaku (NTT DATA)" userId="cb64374a-b8ae-459f-8218-8fe0a6ba244e" providerId="ADAL" clId="{D11B0B6E-B536-465D-989F-9C53E44D9774}" dt="2026-05-26T11:28:20.375" v="859" actId="1076"/>
          <ac:picMkLst>
            <pc:docMk/>
            <pc:sldMk cId="2617334241" sldId="491"/>
            <ac:picMk id="1026" creationId="{803B00CE-8DCE-FF09-CBA1-8C85E262EEDA}"/>
          </ac:picMkLst>
        </pc:picChg>
        <pc:cxnChg chg="mod">
          <ac:chgData name="PS3 天野 学/Amano, Gaku (NTT DATA)" userId="cb64374a-b8ae-459f-8218-8fe0a6ba244e" providerId="ADAL" clId="{D11B0B6E-B536-465D-989F-9C53E44D9774}" dt="2026-05-26T10:57:29.764" v="202" actId="1076"/>
          <ac:cxnSpMkLst>
            <pc:docMk/>
            <pc:sldMk cId="2617334241" sldId="491"/>
            <ac:cxnSpMk id="6" creationId="{23033846-BCE9-7BD3-4216-819CE122EAA1}"/>
          </ac:cxnSpMkLst>
        </pc:cxnChg>
        <pc:cxnChg chg="mod">
          <ac:chgData name="PS3 天野 学/Amano, Gaku (NTT DATA)" userId="cb64374a-b8ae-459f-8218-8fe0a6ba244e" providerId="ADAL" clId="{D11B0B6E-B536-465D-989F-9C53E44D9774}" dt="2026-05-26T11:05:44.246" v="397" actId="1076"/>
          <ac:cxnSpMkLst>
            <pc:docMk/>
            <pc:sldMk cId="2617334241" sldId="491"/>
            <ac:cxnSpMk id="11" creationId="{E0D1AAB1-D069-78FF-B7FE-672993A0CE19}"/>
          </ac:cxnSpMkLst>
        </pc:cxnChg>
        <pc:cxnChg chg="mod">
          <ac:chgData name="PS3 天野 学/Amano, Gaku (NTT DATA)" userId="cb64374a-b8ae-459f-8218-8fe0a6ba244e" providerId="ADAL" clId="{D11B0B6E-B536-465D-989F-9C53E44D9774}" dt="2026-05-26T11:05:44.246" v="397" actId="1076"/>
          <ac:cxnSpMkLst>
            <pc:docMk/>
            <pc:sldMk cId="2617334241" sldId="491"/>
            <ac:cxnSpMk id="12" creationId="{1151E799-5E19-2001-9D84-09DFD7A0B129}"/>
          </ac:cxnSpMkLst>
        </pc:cxnChg>
      </pc:sldChg>
      <pc:sldChg chg="addSp delSp modSp mod">
        <pc:chgData name="PS3 天野 学/Amano, Gaku (NTT DATA)" userId="cb64374a-b8ae-459f-8218-8fe0a6ba244e" providerId="ADAL" clId="{D11B0B6E-B536-465D-989F-9C53E44D9774}" dt="2026-05-26T11:27:35.469" v="842" actId="1582"/>
        <pc:sldMkLst>
          <pc:docMk/>
          <pc:sldMk cId="2425671965" sldId="507"/>
        </pc:sldMkLst>
        <pc:spChg chg="add mod">
          <ac:chgData name="PS3 天野 学/Amano, Gaku (NTT DATA)" userId="cb64374a-b8ae-459f-8218-8fe0a6ba244e" providerId="ADAL" clId="{D11B0B6E-B536-465D-989F-9C53E44D9774}" dt="2026-05-26T11:27:35.469" v="842" actId="1582"/>
          <ac:spMkLst>
            <pc:docMk/>
            <pc:sldMk cId="2425671965" sldId="507"/>
            <ac:spMk id="6" creationId="{AA21ED7C-4F61-A48D-F69F-2BC8FC577460}"/>
          </ac:spMkLst>
        </pc:spChg>
      </pc:sldChg>
      <pc:sldChg chg="modSp mod">
        <pc:chgData name="PS3 天野 学/Amano, Gaku (NTT DATA)" userId="cb64374a-b8ae-459f-8218-8fe0a6ba244e" providerId="ADAL" clId="{D11B0B6E-B536-465D-989F-9C53E44D9774}" dt="2026-05-26T11:28:54.594" v="879" actId="113"/>
        <pc:sldMkLst>
          <pc:docMk/>
          <pc:sldMk cId="2782264403" sldId="510"/>
        </pc:sldMkLst>
        <pc:spChg chg="mod">
          <ac:chgData name="PS3 天野 学/Amano, Gaku (NTT DATA)" userId="cb64374a-b8ae-459f-8218-8fe0a6ba244e" providerId="ADAL" clId="{D11B0B6E-B536-465D-989F-9C53E44D9774}" dt="2026-05-26T11:28:54.594" v="879" actId="113"/>
          <ac:spMkLst>
            <pc:docMk/>
            <pc:sldMk cId="2782264403" sldId="510"/>
            <ac:spMk id="3" creationId="{00344609-3E82-1814-8C2C-F2A5EBE0E423}"/>
          </ac:spMkLst>
        </pc:spChg>
      </pc:sldChg>
      <pc:sldChg chg="modSp mod">
        <pc:chgData name="PS3 天野 学/Amano, Gaku (NTT DATA)" userId="cb64374a-b8ae-459f-8218-8fe0a6ba244e" providerId="ADAL" clId="{D11B0B6E-B536-465D-989F-9C53E44D9774}" dt="2026-05-26T11:30:21.591" v="929" actId="14861"/>
        <pc:sldMkLst>
          <pc:docMk/>
          <pc:sldMk cId="2093795432" sldId="511"/>
        </pc:sldMkLst>
        <pc:spChg chg="mod">
          <ac:chgData name="PS3 天野 学/Amano, Gaku (NTT DATA)" userId="cb64374a-b8ae-459f-8218-8fe0a6ba244e" providerId="ADAL" clId="{D11B0B6E-B536-465D-989F-9C53E44D9774}" dt="2026-05-26T11:30:15.320" v="928" actId="1076"/>
          <ac:spMkLst>
            <pc:docMk/>
            <pc:sldMk cId="2093795432" sldId="511"/>
            <ac:spMk id="5" creationId="{C412EE76-AD57-4CE4-AE4F-27F50E277DD0}"/>
          </ac:spMkLst>
        </pc:spChg>
        <pc:picChg chg="mod">
          <ac:chgData name="PS3 天野 学/Amano, Gaku (NTT DATA)" userId="cb64374a-b8ae-459f-8218-8fe0a6ba244e" providerId="ADAL" clId="{D11B0B6E-B536-465D-989F-9C53E44D9774}" dt="2026-05-26T11:30:21.591" v="929" actId="14861"/>
          <ac:picMkLst>
            <pc:docMk/>
            <pc:sldMk cId="2093795432" sldId="511"/>
            <ac:picMk id="4" creationId="{F55F3306-6CC1-DFA3-EAA2-4966FF77326E}"/>
          </ac:picMkLst>
        </pc:picChg>
      </pc:sldChg>
      <pc:sldChg chg="modSp mod">
        <pc:chgData name="PS3 天野 学/Amano, Gaku (NTT DATA)" userId="cb64374a-b8ae-459f-8218-8fe0a6ba244e" providerId="ADAL" clId="{D11B0B6E-B536-465D-989F-9C53E44D9774}" dt="2026-05-27T02:55:18.552" v="1221" actId="20577"/>
        <pc:sldMkLst>
          <pc:docMk/>
          <pc:sldMk cId="1964824996" sldId="514"/>
        </pc:sldMkLst>
        <pc:spChg chg="mod">
          <ac:chgData name="PS3 天野 学/Amano, Gaku (NTT DATA)" userId="cb64374a-b8ae-459f-8218-8fe0a6ba244e" providerId="ADAL" clId="{D11B0B6E-B536-465D-989F-9C53E44D9774}" dt="2026-05-27T02:55:18.552" v="1221" actId="20577"/>
          <ac:spMkLst>
            <pc:docMk/>
            <pc:sldMk cId="1964824996" sldId="514"/>
            <ac:spMk id="4" creationId="{5AC549F3-A388-E8CE-C05B-A94AAB0EBDA0}"/>
          </ac:spMkLst>
        </pc:spChg>
        <pc:spChg chg="mod">
          <ac:chgData name="PS3 天野 学/Amano, Gaku (NTT DATA)" userId="cb64374a-b8ae-459f-8218-8fe0a6ba244e" providerId="ADAL" clId="{D11B0B6E-B536-465D-989F-9C53E44D9774}" dt="2026-05-27T02:54:57.864" v="1207" actId="1076"/>
          <ac:spMkLst>
            <pc:docMk/>
            <pc:sldMk cId="1964824996" sldId="514"/>
            <ac:spMk id="6" creationId="{B6B91C2D-79DB-B153-8FA9-872A07AC77D7}"/>
          </ac:spMkLst>
        </pc:spChg>
        <pc:spChg chg="mod">
          <ac:chgData name="PS3 天野 学/Amano, Gaku (NTT DATA)" userId="cb64374a-b8ae-459f-8218-8fe0a6ba244e" providerId="ADAL" clId="{D11B0B6E-B536-465D-989F-9C53E44D9774}" dt="2026-05-27T02:54:57.864" v="1207" actId="1076"/>
          <ac:spMkLst>
            <pc:docMk/>
            <pc:sldMk cId="1964824996" sldId="514"/>
            <ac:spMk id="9" creationId="{B9245876-49D4-3926-7FAE-E1B4A1A98F4C}"/>
          </ac:spMkLst>
        </pc:spChg>
        <pc:spChg chg="mod">
          <ac:chgData name="PS3 天野 学/Amano, Gaku (NTT DATA)" userId="cb64374a-b8ae-459f-8218-8fe0a6ba244e" providerId="ADAL" clId="{D11B0B6E-B536-465D-989F-9C53E44D9774}" dt="2026-05-27T02:54:52.436" v="1206" actId="1076"/>
          <ac:spMkLst>
            <pc:docMk/>
            <pc:sldMk cId="1964824996" sldId="514"/>
            <ac:spMk id="12" creationId="{FDA3DBDE-367D-E568-0C3B-18FDF7E8A534}"/>
          </ac:spMkLst>
        </pc:spChg>
        <pc:spChg chg="mod">
          <ac:chgData name="PS3 天野 学/Amano, Gaku (NTT DATA)" userId="cb64374a-b8ae-459f-8218-8fe0a6ba244e" providerId="ADAL" clId="{D11B0B6E-B536-465D-989F-9C53E44D9774}" dt="2026-05-27T02:55:04.436" v="1210" actId="1076"/>
          <ac:spMkLst>
            <pc:docMk/>
            <pc:sldMk cId="1964824996" sldId="514"/>
            <ac:spMk id="21" creationId="{EAC4BFAC-4699-B722-1B4C-3059584CE578}"/>
          </ac:spMkLst>
        </pc:spChg>
        <pc:cxnChg chg="mod">
          <ac:chgData name="PS3 天野 学/Amano, Gaku (NTT DATA)" userId="cb64374a-b8ae-459f-8218-8fe0a6ba244e" providerId="ADAL" clId="{D11B0B6E-B536-465D-989F-9C53E44D9774}" dt="2026-05-27T02:54:57.864" v="1207" actId="1076"/>
          <ac:cxnSpMkLst>
            <pc:docMk/>
            <pc:sldMk cId="1964824996" sldId="514"/>
            <ac:cxnSpMk id="7" creationId="{7E56BCF8-8983-47E3-1F8D-3AF45DD9EE94}"/>
          </ac:cxnSpMkLst>
        </pc:cxnChg>
      </pc:sldChg>
      <pc:sldChg chg="modSp mod">
        <pc:chgData name="PS3 天野 学/Amano, Gaku (NTT DATA)" userId="cb64374a-b8ae-459f-8218-8fe0a6ba244e" providerId="ADAL" clId="{D11B0B6E-B536-465D-989F-9C53E44D9774}" dt="2026-05-26T11:35:40.295" v="1006" actId="1076"/>
        <pc:sldMkLst>
          <pc:docMk/>
          <pc:sldMk cId="3136898271" sldId="518"/>
        </pc:sldMkLst>
        <pc:spChg chg="mod">
          <ac:chgData name="PS3 天野 学/Amano, Gaku (NTT DATA)" userId="cb64374a-b8ae-459f-8218-8fe0a6ba244e" providerId="ADAL" clId="{D11B0B6E-B536-465D-989F-9C53E44D9774}" dt="2026-05-26T11:35:31.264" v="1005" actId="14100"/>
          <ac:spMkLst>
            <pc:docMk/>
            <pc:sldMk cId="3136898271" sldId="518"/>
            <ac:spMk id="3" creationId="{FE0374AF-1672-7526-008F-14621401455B}"/>
          </ac:spMkLst>
        </pc:spChg>
        <pc:spChg chg="mod">
          <ac:chgData name="PS3 天野 学/Amano, Gaku (NTT DATA)" userId="cb64374a-b8ae-459f-8218-8fe0a6ba244e" providerId="ADAL" clId="{D11B0B6E-B536-465D-989F-9C53E44D9774}" dt="2026-05-26T11:35:40.295" v="1006" actId="1076"/>
          <ac:spMkLst>
            <pc:docMk/>
            <pc:sldMk cId="3136898271" sldId="518"/>
            <ac:spMk id="6" creationId="{DC1F15F2-0DD1-5DDB-5A93-CC712C340B5E}"/>
          </ac:spMkLst>
        </pc:spChg>
        <pc:spChg chg="mod">
          <ac:chgData name="PS3 天野 学/Amano, Gaku (NTT DATA)" userId="cb64374a-b8ae-459f-8218-8fe0a6ba244e" providerId="ADAL" clId="{D11B0B6E-B536-465D-989F-9C53E44D9774}" dt="2026-05-26T11:35:40.295" v="1006" actId="1076"/>
          <ac:spMkLst>
            <pc:docMk/>
            <pc:sldMk cId="3136898271" sldId="518"/>
            <ac:spMk id="7" creationId="{90A738B5-F252-AC37-EF74-790D45572AC6}"/>
          </ac:spMkLst>
        </pc:spChg>
        <pc:spChg chg="mod">
          <ac:chgData name="PS3 天野 学/Amano, Gaku (NTT DATA)" userId="cb64374a-b8ae-459f-8218-8fe0a6ba244e" providerId="ADAL" clId="{D11B0B6E-B536-465D-989F-9C53E44D9774}" dt="2026-05-26T11:35:40.295" v="1006" actId="1076"/>
          <ac:spMkLst>
            <pc:docMk/>
            <pc:sldMk cId="3136898271" sldId="518"/>
            <ac:spMk id="8" creationId="{4016B2A5-6C1A-86C9-0C03-100AEBBC5C17}"/>
          </ac:spMkLst>
        </pc:spChg>
        <pc:spChg chg="mod">
          <ac:chgData name="PS3 天野 学/Amano, Gaku (NTT DATA)" userId="cb64374a-b8ae-459f-8218-8fe0a6ba244e" providerId="ADAL" clId="{D11B0B6E-B536-465D-989F-9C53E44D9774}" dt="2026-05-26T11:35:40.295" v="1006" actId="1076"/>
          <ac:spMkLst>
            <pc:docMk/>
            <pc:sldMk cId="3136898271" sldId="518"/>
            <ac:spMk id="9" creationId="{5400AF4E-DCAC-5BC7-DDF9-3D56C3A14212}"/>
          </ac:spMkLst>
        </pc:spChg>
        <pc:spChg chg="mod">
          <ac:chgData name="PS3 天野 学/Amano, Gaku (NTT DATA)" userId="cb64374a-b8ae-459f-8218-8fe0a6ba244e" providerId="ADAL" clId="{D11B0B6E-B536-465D-989F-9C53E44D9774}" dt="2026-05-26T11:35:40.295" v="1006" actId="1076"/>
          <ac:spMkLst>
            <pc:docMk/>
            <pc:sldMk cId="3136898271" sldId="518"/>
            <ac:spMk id="10" creationId="{74897889-C7AC-ECB7-074B-F514372C16C7}"/>
          </ac:spMkLst>
        </pc:spChg>
        <pc:spChg chg="mod">
          <ac:chgData name="PS3 天野 学/Amano, Gaku (NTT DATA)" userId="cb64374a-b8ae-459f-8218-8fe0a6ba244e" providerId="ADAL" clId="{D11B0B6E-B536-465D-989F-9C53E44D9774}" dt="2026-05-26T11:35:40.295" v="1006" actId="1076"/>
          <ac:spMkLst>
            <pc:docMk/>
            <pc:sldMk cId="3136898271" sldId="518"/>
            <ac:spMk id="12" creationId="{3573959D-0754-B386-3D01-E79B962819A3}"/>
          </ac:spMkLst>
        </pc:spChg>
        <pc:spChg chg="mod">
          <ac:chgData name="PS3 天野 学/Amano, Gaku (NTT DATA)" userId="cb64374a-b8ae-459f-8218-8fe0a6ba244e" providerId="ADAL" clId="{D11B0B6E-B536-465D-989F-9C53E44D9774}" dt="2026-05-26T11:35:40.295" v="1006" actId="1076"/>
          <ac:spMkLst>
            <pc:docMk/>
            <pc:sldMk cId="3136898271" sldId="518"/>
            <ac:spMk id="13" creationId="{F7C40172-6CB2-6E6E-4E6D-17D8A830417D}"/>
          </ac:spMkLst>
        </pc:spChg>
        <pc:picChg chg="mod">
          <ac:chgData name="PS3 天野 学/Amano, Gaku (NTT DATA)" userId="cb64374a-b8ae-459f-8218-8fe0a6ba244e" providerId="ADAL" clId="{D11B0B6E-B536-465D-989F-9C53E44D9774}" dt="2026-05-26T11:35:40.295" v="1006" actId="1076"/>
          <ac:picMkLst>
            <pc:docMk/>
            <pc:sldMk cId="3136898271" sldId="518"/>
            <ac:picMk id="4" creationId="{B429926F-39EF-7B20-52C3-B65BFB0C63AF}"/>
          </ac:picMkLst>
        </pc:picChg>
        <pc:picChg chg="mod">
          <ac:chgData name="PS3 天野 学/Amano, Gaku (NTT DATA)" userId="cb64374a-b8ae-459f-8218-8fe0a6ba244e" providerId="ADAL" clId="{D11B0B6E-B536-465D-989F-9C53E44D9774}" dt="2026-05-26T11:35:40.295" v="1006" actId="1076"/>
          <ac:picMkLst>
            <pc:docMk/>
            <pc:sldMk cId="3136898271" sldId="518"/>
            <ac:picMk id="5" creationId="{6DDEF6A1-F37D-BA73-DC8B-742B26C2A169}"/>
          </ac:picMkLst>
        </pc:picChg>
        <pc:cxnChg chg="mod">
          <ac:chgData name="PS3 天野 学/Amano, Gaku (NTT DATA)" userId="cb64374a-b8ae-459f-8218-8fe0a6ba244e" providerId="ADAL" clId="{D11B0B6E-B536-465D-989F-9C53E44D9774}" dt="2026-05-26T11:35:40.295" v="1006" actId="1076"/>
          <ac:cxnSpMkLst>
            <pc:docMk/>
            <pc:sldMk cId="3136898271" sldId="518"/>
            <ac:cxnSpMk id="11" creationId="{3D40BFDA-E415-CFDE-E99D-38A6DFF917AC}"/>
          </ac:cxnSpMkLst>
        </pc:cxnChg>
      </pc:sldChg>
      <pc:sldChg chg="addSp delSp modSp mod">
        <pc:chgData name="PS3 天野 学/Amano, Gaku (NTT DATA)" userId="cb64374a-b8ae-459f-8218-8fe0a6ba244e" providerId="ADAL" clId="{D11B0B6E-B536-465D-989F-9C53E44D9774}" dt="2026-05-26T11:54:55.785" v="1017" actId="478"/>
        <pc:sldMkLst>
          <pc:docMk/>
          <pc:sldMk cId="2188114405" sldId="520"/>
        </pc:sldMkLst>
        <pc:spChg chg="mod">
          <ac:chgData name="PS3 天野 学/Amano, Gaku (NTT DATA)" userId="cb64374a-b8ae-459f-8218-8fe0a6ba244e" providerId="ADAL" clId="{D11B0B6E-B536-465D-989F-9C53E44D9774}" dt="2026-05-26T11:54:53.779" v="1016" actId="1076"/>
          <ac:spMkLst>
            <pc:docMk/>
            <pc:sldMk cId="2188114405" sldId="520"/>
            <ac:spMk id="5" creationId="{347198E9-001D-61BA-C8DB-FF5E1115BF5A}"/>
          </ac:spMkLst>
        </pc:spChg>
        <pc:spChg chg="mod">
          <ac:chgData name="PS3 天野 学/Amano, Gaku (NTT DATA)" userId="cb64374a-b8ae-459f-8218-8fe0a6ba244e" providerId="ADAL" clId="{D11B0B6E-B536-465D-989F-9C53E44D9774}" dt="2026-05-26T11:54:49.958" v="1015" actId="1076"/>
          <ac:spMkLst>
            <pc:docMk/>
            <pc:sldMk cId="2188114405" sldId="520"/>
            <ac:spMk id="7" creationId="{C7A309D4-EBB4-BA46-56EF-0ADEE90CBECC}"/>
          </ac:spMkLst>
        </pc:spChg>
        <pc:picChg chg="mod">
          <ac:chgData name="PS3 天野 学/Amano, Gaku (NTT DATA)" userId="cb64374a-b8ae-459f-8218-8fe0a6ba244e" providerId="ADAL" clId="{D11B0B6E-B536-465D-989F-9C53E44D9774}" dt="2026-05-26T11:54:53.779" v="1016" actId="1076"/>
          <ac:picMkLst>
            <pc:docMk/>
            <pc:sldMk cId="2188114405" sldId="520"/>
            <ac:picMk id="4" creationId="{7F190738-BAAC-B00A-1EA8-EF0711A08F97}"/>
          </ac:picMkLst>
        </pc:picChg>
      </pc:sldChg>
      <pc:sldChg chg="addSp delSp modSp mod">
        <pc:chgData name="PS3 天野 学/Amano, Gaku (NTT DATA)" userId="cb64374a-b8ae-459f-8218-8fe0a6ba244e" providerId="ADAL" clId="{D11B0B6E-B536-465D-989F-9C53E44D9774}" dt="2026-05-26T11:55:29.209" v="1020" actId="166"/>
        <pc:sldMkLst>
          <pc:docMk/>
          <pc:sldMk cId="1156862169" sldId="521"/>
        </pc:sldMkLst>
        <pc:spChg chg="ord">
          <ac:chgData name="PS3 天野 学/Amano, Gaku (NTT DATA)" userId="cb64374a-b8ae-459f-8218-8fe0a6ba244e" providerId="ADAL" clId="{D11B0B6E-B536-465D-989F-9C53E44D9774}" dt="2026-05-26T11:55:29.209" v="1020" actId="166"/>
          <ac:spMkLst>
            <pc:docMk/>
            <pc:sldMk cId="1156862169" sldId="521"/>
            <ac:spMk id="8" creationId="{8191F516-D62D-C6D5-D442-025A33E7C7E5}"/>
          </ac:spMkLst>
        </pc:spChg>
        <pc:spChg chg="add mod">
          <ac:chgData name="PS3 天野 学/Amano, Gaku (NTT DATA)" userId="cb64374a-b8ae-459f-8218-8fe0a6ba244e" providerId="ADAL" clId="{D11B0B6E-B536-465D-989F-9C53E44D9774}" dt="2026-05-26T11:55:25.904" v="1019"/>
          <ac:spMkLst>
            <pc:docMk/>
            <pc:sldMk cId="1156862169" sldId="521"/>
            <ac:spMk id="10" creationId="{3D6B5C52-BA80-87D7-259B-E61BF073959C}"/>
          </ac:spMkLst>
        </pc:spChg>
        <pc:spChg chg="add mod">
          <ac:chgData name="PS3 天野 学/Amano, Gaku (NTT DATA)" userId="cb64374a-b8ae-459f-8218-8fe0a6ba244e" providerId="ADAL" clId="{D11B0B6E-B536-465D-989F-9C53E44D9774}" dt="2026-05-26T11:55:25.904" v="1019"/>
          <ac:spMkLst>
            <pc:docMk/>
            <pc:sldMk cId="1156862169" sldId="521"/>
            <ac:spMk id="12" creationId="{37FA321E-A9C7-B004-BA0F-36EE3957E2C0}"/>
          </ac:spMkLst>
        </pc:spChg>
        <pc:picChg chg="add mod">
          <ac:chgData name="PS3 天野 学/Amano, Gaku (NTT DATA)" userId="cb64374a-b8ae-459f-8218-8fe0a6ba244e" providerId="ADAL" clId="{D11B0B6E-B536-465D-989F-9C53E44D9774}" dt="2026-05-26T11:55:25.904" v="1019"/>
          <ac:picMkLst>
            <pc:docMk/>
            <pc:sldMk cId="1156862169" sldId="521"/>
            <ac:picMk id="9" creationId="{6624177A-AA18-7FB0-9A4F-BDC206E8648F}"/>
          </ac:picMkLst>
        </pc:picChg>
        <pc:picChg chg="add mod">
          <ac:chgData name="PS3 天野 学/Amano, Gaku (NTT DATA)" userId="cb64374a-b8ae-459f-8218-8fe0a6ba244e" providerId="ADAL" clId="{D11B0B6E-B536-465D-989F-9C53E44D9774}" dt="2026-05-26T11:55:25.904" v="1019"/>
          <ac:picMkLst>
            <pc:docMk/>
            <pc:sldMk cId="1156862169" sldId="521"/>
            <ac:picMk id="11" creationId="{4F4950C6-D77B-7C5C-4802-4511A4BE29A1}"/>
          </ac:picMkLst>
        </pc:picChg>
      </pc:sldChg>
      <pc:sldChg chg="modSp mod">
        <pc:chgData name="PS3 天野 学/Amano, Gaku (NTT DATA)" userId="cb64374a-b8ae-459f-8218-8fe0a6ba244e" providerId="ADAL" clId="{D11B0B6E-B536-465D-989F-9C53E44D9774}" dt="2026-05-26T11:56:53.509" v="1033" actId="1076"/>
        <pc:sldMkLst>
          <pc:docMk/>
          <pc:sldMk cId="1647485175" sldId="522"/>
        </pc:sldMkLst>
        <pc:spChg chg="mod">
          <ac:chgData name="PS3 天野 学/Amano, Gaku (NTT DATA)" userId="cb64374a-b8ae-459f-8218-8fe0a6ba244e" providerId="ADAL" clId="{D11B0B6E-B536-465D-989F-9C53E44D9774}" dt="2026-05-26T11:56:53.509" v="1033" actId="1076"/>
          <ac:spMkLst>
            <pc:docMk/>
            <pc:sldMk cId="1647485175" sldId="522"/>
            <ac:spMk id="5" creationId="{C19F0DD4-7F76-C64F-C563-8C357E902FD1}"/>
          </ac:spMkLst>
        </pc:spChg>
        <pc:spChg chg="mod">
          <ac:chgData name="PS3 天野 学/Amano, Gaku (NTT DATA)" userId="cb64374a-b8ae-459f-8218-8fe0a6ba244e" providerId="ADAL" clId="{D11B0B6E-B536-465D-989F-9C53E44D9774}" dt="2026-05-26T11:56:05.837" v="1027" actId="14100"/>
          <ac:spMkLst>
            <pc:docMk/>
            <pc:sldMk cId="1647485175" sldId="522"/>
            <ac:spMk id="6" creationId="{FC52A979-A32F-35CE-AC9A-17A0CC2AE803}"/>
          </ac:spMkLst>
        </pc:spChg>
        <pc:spChg chg="mod">
          <ac:chgData name="PS3 天野 学/Amano, Gaku (NTT DATA)" userId="cb64374a-b8ae-459f-8218-8fe0a6ba244e" providerId="ADAL" clId="{D11B0B6E-B536-465D-989F-9C53E44D9774}" dt="2026-05-26T11:55:42.309" v="1021" actId="1076"/>
          <ac:spMkLst>
            <pc:docMk/>
            <pc:sldMk cId="1647485175" sldId="522"/>
            <ac:spMk id="7" creationId="{77F6E10C-733F-E649-37A5-9D3643429447}"/>
          </ac:spMkLst>
        </pc:spChg>
        <pc:picChg chg="mod">
          <ac:chgData name="PS3 天野 学/Amano, Gaku (NTT DATA)" userId="cb64374a-b8ae-459f-8218-8fe0a6ba244e" providerId="ADAL" clId="{D11B0B6E-B536-465D-989F-9C53E44D9774}" dt="2026-05-26T11:55:42.309" v="1021" actId="1076"/>
          <ac:picMkLst>
            <pc:docMk/>
            <pc:sldMk cId="1647485175" sldId="522"/>
            <ac:picMk id="4" creationId="{BE3800A8-0671-61B5-F131-7495BB6AB80F}"/>
          </ac:picMkLst>
        </pc:picChg>
      </pc:sldChg>
      <pc:sldChg chg="modSp mod">
        <pc:chgData name="PS3 天野 学/Amano, Gaku (NTT DATA)" userId="cb64374a-b8ae-459f-8218-8fe0a6ba244e" providerId="ADAL" clId="{D11B0B6E-B536-465D-989F-9C53E44D9774}" dt="2026-05-26T11:58:47.348" v="1051" actId="20577"/>
        <pc:sldMkLst>
          <pc:docMk/>
          <pc:sldMk cId="4049179204" sldId="523"/>
        </pc:sldMkLst>
        <pc:spChg chg="mod">
          <ac:chgData name="PS3 天野 学/Amano, Gaku (NTT DATA)" userId="cb64374a-b8ae-459f-8218-8fe0a6ba244e" providerId="ADAL" clId="{D11B0B6E-B536-465D-989F-9C53E44D9774}" dt="2026-05-26T11:58:43.762" v="1046" actId="20577"/>
          <ac:spMkLst>
            <pc:docMk/>
            <pc:sldMk cId="4049179204" sldId="523"/>
            <ac:spMk id="4" creationId="{FF395AB2-C448-6E49-3503-5E0AF3F2C9CD}"/>
          </ac:spMkLst>
        </pc:spChg>
        <pc:spChg chg="mod">
          <ac:chgData name="PS3 天野 学/Amano, Gaku (NTT DATA)" userId="cb64374a-b8ae-459f-8218-8fe0a6ba244e" providerId="ADAL" clId="{D11B0B6E-B536-465D-989F-9C53E44D9774}" dt="2026-05-26T11:58:47.348" v="1051" actId="20577"/>
          <ac:spMkLst>
            <pc:docMk/>
            <pc:sldMk cId="4049179204" sldId="523"/>
            <ac:spMk id="5" creationId="{63CC4DB8-C642-D9A5-E512-631A7F745B5C}"/>
          </ac:spMkLst>
        </pc:spChg>
        <pc:spChg chg="mod">
          <ac:chgData name="PS3 天野 学/Amano, Gaku (NTT DATA)" userId="cb64374a-b8ae-459f-8218-8fe0a6ba244e" providerId="ADAL" clId="{D11B0B6E-B536-465D-989F-9C53E44D9774}" dt="2026-05-26T11:57:14.426" v="1034" actId="1076"/>
          <ac:spMkLst>
            <pc:docMk/>
            <pc:sldMk cId="4049179204" sldId="523"/>
            <ac:spMk id="11" creationId="{F0425E15-6A1F-1BC8-FD1F-D7B3446BA375}"/>
          </ac:spMkLst>
        </pc:spChg>
        <pc:spChg chg="mod">
          <ac:chgData name="PS3 天野 学/Amano, Gaku (NTT DATA)" userId="cb64374a-b8ae-459f-8218-8fe0a6ba244e" providerId="ADAL" clId="{D11B0B6E-B536-465D-989F-9C53E44D9774}" dt="2026-05-26T11:57:14.426" v="1034" actId="1076"/>
          <ac:spMkLst>
            <pc:docMk/>
            <pc:sldMk cId="4049179204" sldId="523"/>
            <ac:spMk id="12" creationId="{4038AD2E-8D30-AF83-75A0-3210686C6B1A}"/>
          </ac:spMkLst>
        </pc:spChg>
        <pc:spChg chg="mod">
          <ac:chgData name="PS3 天野 学/Amano, Gaku (NTT DATA)" userId="cb64374a-b8ae-459f-8218-8fe0a6ba244e" providerId="ADAL" clId="{D11B0B6E-B536-465D-989F-9C53E44D9774}" dt="2026-05-26T11:57:14.426" v="1034" actId="1076"/>
          <ac:spMkLst>
            <pc:docMk/>
            <pc:sldMk cId="4049179204" sldId="523"/>
            <ac:spMk id="13" creationId="{1BE48B40-26B4-F619-A943-084D716AB415}"/>
          </ac:spMkLst>
        </pc:spChg>
        <pc:spChg chg="mod">
          <ac:chgData name="PS3 天野 学/Amano, Gaku (NTT DATA)" userId="cb64374a-b8ae-459f-8218-8fe0a6ba244e" providerId="ADAL" clId="{D11B0B6E-B536-465D-989F-9C53E44D9774}" dt="2026-05-26T11:58:28.367" v="1041" actId="1076"/>
          <ac:spMkLst>
            <pc:docMk/>
            <pc:sldMk cId="4049179204" sldId="523"/>
            <ac:spMk id="14" creationId="{578C5C47-E04A-CD67-AEF1-503861CB3294}"/>
          </ac:spMkLst>
        </pc:spChg>
        <pc:spChg chg="mod">
          <ac:chgData name="PS3 天野 学/Amano, Gaku (NTT DATA)" userId="cb64374a-b8ae-459f-8218-8fe0a6ba244e" providerId="ADAL" clId="{D11B0B6E-B536-465D-989F-9C53E44D9774}" dt="2026-05-26T11:58:28.367" v="1041" actId="1076"/>
          <ac:spMkLst>
            <pc:docMk/>
            <pc:sldMk cId="4049179204" sldId="523"/>
            <ac:spMk id="15" creationId="{1A9EF946-801D-140D-BACC-E33FE483759B}"/>
          </ac:spMkLst>
        </pc:spChg>
        <pc:picChg chg="mod">
          <ac:chgData name="PS3 天野 学/Amano, Gaku (NTT DATA)" userId="cb64374a-b8ae-459f-8218-8fe0a6ba244e" providerId="ADAL" clId="{D11B0B6E-B536-465D-989F-9C53E44D9774}" dt="2026-05-26T11:58:28.367" v="1041" actId="1076"/>
          <ac:picMkLst>
            <pc:docMk/>
            <pc:sldMk cId="4049179204" sldId="523"/>
            <ac:picMk id="6" creationId="{E9F5EFCE-FC17-95E9-5E79-288EF3FADAC6}"/>
          </ac:picMkLst>
        </pc:picChg>
        <pc:picChg chg="mod">
          <ac:chgData name="PS3 天野 学/Amano, Gaku (NTT DATA)" userId="cb64374a-b8ae-459f-8218-8fe0a6ba244e" providerId="ADAL" clId="{D11B0B6E-B536-465D-989F-9C53E44D9774}" dt="2026-05-26T11:58:28.367" v="1041" actId="1076"/>
          <ac:picMkLst>
            <pc:docMk/>
            <pc:sldMk cId="4049179204" sldId="523"/>
            <ac:picMk id="9" creationId="{70E47BB0-3BE4-0759-8909-2AEE737D2750}"/>
          </ac:picMkLst>
        </pc:picChg>
        <pc:picChg chg="mod">
          <ac:chgData name="PS3 天野 学/Amano, Gaku (NTT DATA)" userId="cb64374a-b8ae-459f-8218-8fe0a6ba244e" providerId="ADAL" clId="{D11B0B6E-B536-465D-989F-9C53E44D9774}" dt="2026-05-26T11:57:14.426" v="1034" actId="1076"/>
          <ac:picMkLst>
            <pc:docMk/>
            <pc:sldMk cId="4049179204" sldId="523"/>
            <ac:picMk id="10" creationId="{73C56225-E75F-E495-4B85-72A7D876F3A4}"/>
          </ac:picMkLst>
        </pc:picChg>
      </pc:sldChg>
      <pc:sldChg chg="modSp mod">
        <pc:chgData name="PS3 天野 学/Amano, Gaku (NTT DATA)" userId="cb64374a-b8ae-459f-8218-8fe0a6ba244e" providerId="ADAL" clId="{D11B0B6E-B536-465D-989F-9C53E44D9774}" dt="2026-05-26T12:00:50.239" v="1092" actId="14100"/>
        <pc:sldMkLst>
          <pc:docMk/>
          <pc:sldMk cId="1146008506" sldId="524"/>
        </pc:sldMkLst>
        <pc:spChg chg="mod">
          <ac:chgData name="PS3 天野 学/Amano, Gaku (NTT DATA)" userId="cb64374a-b8ae-459f-8218-8fe0a6ba244e" providerId="ADAL" clId="{D11B0B6E-B536-465D-989F-9C53E44D9774}" dt="2026-05-26T11:59:31.653" v="1075" actId="14100"/>
          <ac:spMkLst>
            <pc:docMk/>
            <pc:sldMk cId="1146008506" sldId="524"/>
            <ac:spMk id="4" creationId="{13996090-2ECE-FA81-7507-F5A8DFB3F438}"/>
          </ac:spMkLst>
        </pc:spChg>
        <pc:spChg chg="mod">
          <ac:chgData name="PS3 天野 学/Amano, Gaku (NTT DATA)" userId="cb64374a-b8ae-459f-8218-8fe0a6ba244e" providerId="ADAL" clId="{D11B0B6E-B536-465D-989F-9C53E44D9774}" dt="2026-05-26T12:00:19.421" v="1085" actId="20577"/>
          <ac:spMkLst>
            <pc:docMk/>
            <pc:sldMk cId="1146008506" sldId="524"/>
            <ac:spMk id="7" creationId="{5F945A5D-D46D-8A0B-D92D-9EB3BF8B7EA6}"/>
          </ac:spMkLst>
        </pc:spChg>
        <pc:spChg chg="mod">
          <ac:chgData name="PS3 天野 学/Amano, Gaku (NTT DATA)" userId="cb64374a-b8ae-459f-8218-8fe0a6ba244e" providerId="ADAL" clId="{D11B0B6E-B536-465D-989F-9C53E44D9774}" dt="2026-05-26T12:00:35.386" v="1089" actId="12788"/>
          <ac:spMkLst>
            <pc:docMk/>
            <pc:sldMk cId="1146008506" sldId="524"/>
            <ac:spMk id="8" creationId="{3B54A11F-1C02-4DA6-F586-159DE59DA81B}"/>
          </ac:spMkLst>
        </pc:spChg>
        <pc:spChg chg="mod">
          <ac:chgData name="PS3 天野 学/Amano, Gaku (NTT DATA)" userId="cb64374a-b8ae-459f-8218-8fe0a6ba244e" providerId="ADAL" clId="{D11B0B6E-B536-465D-989F-9C53E44D9774}" dt="2026-05-26T12:00:35.386" v="1089" actId="12788"/>
          <ac:spMkLst>
            <pc:docMk/>
            <pc:sldMk cId="1146008506" sldId="524"/>
            <ac:spMk id="9" creationId="{E1B2371C-5AAE-CC0B-71A2-DFF480D06CD7}"/>
          </ac:spMkLst>
        </pc:spChg>
        <pc:spChg chg="mod">
          <ac:chgData name="PS3 天野 学/Amano, Gaku (NTT DATA)" userId="cb64374a-b8ae-459f-8218-8fe0a6ba244e" providerId="ADAL" clId="{D11B0B6E-B536-465D-989F-9C53E44D9774}" dt="2026-05-26T12:00:50.239" v="1092" actId="14100"/>
          <ac:spMkLst>
            <pc:docMk/>
            <pc:sldMk cId="1146008506" sldId="524"/>
            <ac:spMk id="10" creationId="{206E37E6-8754-C0B3-7DF3-C785BCFAE45E}"/>
          </ac:spMkLst>
        </pc:spChg>
        <pc:spChg chg="mod">
          <ac:chgData name="PS3 天野 学/Amano, Gaku (NTT DATA)" userId="cb64374a-b8ae-459f-8218-8fe0a6ba244e" providerId="ADAL" clId="{D11B0B6E-B536-465D-989F-9C53E44D9774}" dt="2026-05-26T12:00:47.896" v="1091" actId="1076"/>
          <ac:spMkLst>
            <pc:docMk/>
            <pc:sldMk cId="1146008506" sldId="524"/>
            <ac:spMk id="11" creationId="{711B3B7A-B23E-12FC-396C-FBAD29F95ABA}"/>
          </ac:spMkLst>
        </pc:spChg>
        <pc:picChg chg="mod">
          <ac:chgData name="PS3 天野 学/Amano, Gaku (NTT DATA)" userId="cb64374a-b8ae-459f-8218-8fe0a6ba244e" providerId="ADAL" clId="{D11B0B6E-B536-465D-989F-9C53E44D9774}" dt="2026-05-26T12:00:07.566" v="1081" actId="1076"/>
          <ac:picMkLst>
            <pc:docMk/>
            <pc:sldMk cId="1146008506" sldId="524"/>
            <ac:picMk id="5" creationId="{73551FB4-FDB0-76AA-69F7-E7D293950AFF}"/>
          </ac:picMkLst>
        </pc:picChg>
        <pc:picChg chg="mod">
          <ac:chgData name="PS3 天野 学/Amano, Gaku (NTT DATA)" userId="cb64374a-b8ae-459f-8218-8fe0a6ba244e" providerId="ADAL" clId="{D11B0B6E-B536-465D-989F-9C53E44D9774}" dt="2026-05-26T12:00:07.566" v="1081" actId="1076"/>
          <ac:picMkLst>
            <pc:docMk/>
            <pc:sldMk cId="1146008506" sldId="524"/>
            <ac:picMk id="6" creationId="{DCF1696C-CAC8-4EA1-B342-19301FA26F3A}"/>
          </ac:picMkLst>
        </pc:picChg>
      </pc:sldChg>
      <pc:sldChg chg="modSp mod">
        <pc:chgData name="PS3 天野 学/Amano, Gaku (NTT DATA)" userId="cb64374a-b8ae-459f-8218-8fe0a6ba244e" providerId="ADAL" clId="{D11B0B6E-B536-465D-989F-9C53E44D9774}" dt="2026-05-26T12:01:50.025" v="1123" actId="20577"/>
        <pc:sldMkLst>
          <pc:docMk/>
          <pc:sldMk cId="2186002946" sldId="530"/>
        </pc:sldMkLst>
        <pc:spChg chg="mod">
          <ac:chgData name="PS3 天野 学/Amano, Gaku (NTT DATA)" userId="cb64374a-b8ae-459f-8218-8fe0a6ba244e" providerId="ADAL" clId="{D11B0B6E-B536-465D-989F-9C53E44D9774}" dt="2026-05-26T12:01:50.025" v="1123" actId="20577"/>
          <ac:spMkLst>
            <pc:docMk/>
            <pc:sldMk cId="2186002946" sldId="530"/>
            <ac:spMk id="3" creationId="{DC0BE4C3-97CE-F9E8-C2F1-A2901C5797BA}"/>
          </ac:spMkLst>
        </pc:spChg>
      </pc:sldChg>
      <pc:sldChg chg="modSp mod">
        <pc:chgData name="PS3 天野 学/Amano, Gaku (NTT DATA)" userId="cb64374a-b8ae-459f-8218-8fe0a6ba244e" providerId="ADAL" clId="{D11B0B6E-B536-465D-989F-9C53E44D9774}" dt="2026-05-26T11:33:50.732" v="987" actId="122"/>
        <pc:sldMkLst>
          <pc:docMk/>
          <pc:sldMk cId="774479429" sldId="538"/>
        </pc:sldMkLst>
        <pc:graphicFrameChg chg="mod modGraphic">
          <ac:chgData name="PS3 天野 学/Amano, Gaku (NTT DATA)" userId="cb64374a-b8ae-459f-8218-8fe0a6ba244e" providerId="ADAL" clId="{D11B0B6E-B536-465D-989F-9C53E44D9774}" dt="2026-05-26T11:33:50.732" v="987" actId="122"/>
          <ac:graphicFrameMkLst>
            <pc:docMk/>
            <pc:sldMk cId="774479429" sldId="538"/>
            <ac:graphicFrameMk id="16" creationId="{69CC2CD0-244F-82CA-FB92-BFA29109880A}"/>
          </ac:graphicFrameMkLst>
        </pc:graphicFrameChg>
      </pc:sldChg>
      <pc:sldChg chg="modSp mod">
        <pc:chgData name="PS3 天野 学/Amano, Gaku (NTT DATA)" userId="cb64374a-b8ae-459f-8218-8fe0a6ba244e" providerId="ADAL" clId="{D11B0B6E-B536-465D-989F-9C53E44D9774}" dt="2026-05-26T10:31:29.766" v="46" actId="1076"/>
        <pc:sldMkLst>
          <pc:docMk/>
          <pc:sldMk cId="2433816098" sldId="544"/>
        </pc:sldMkLst>
        <pc:spChg chg="mod">
          <ac:chgData name="PS3 天野 学/Amano, Gaku (NTT DATA)" userId="cb64374a-b8ae-459f-8218-8fe0a6ba244e" providerId="ADAL" clId="{D11B0B6E-B536-465D-989F-9C53E44D9774}" dt="2026-05-26T10:29:24.559" v="29" actId="1036"/>
          <ac:spMkLst>
            <pc:docMk/>
            <pc:sldMk cId="2433816098" sldId="544"/>
            <ac:spMk id="3" creationId="{0CA59EC4-E5C5-4465-73E5-FDCAB359EF54}"/>
          </ac:spMkLst>
        </pc:spChg>
        <pc:spChg chg="mod">
          <ac:chgData name="PS3 天野 学/Amano, Gaku (NTT DATA)" userId="cb64374a-b8ae-459f-8218-8fe0a6ba244e" providerId="ADAL" clId="{D11B0B6E-B536-465D-989F-9C53E44D9774}" dt="2026-05-26T10:31:22.577" v="45" actId="1076"/>
          <ac:spMkLst>
            <pc:docMk/>
            <pc:sldMk cId="2433816098" sldId="544"/>
            <ac:spMk id="4" creationId="{D2E1E17C-18DE-F9BB-37FA-C62E20523024}"/>
          </ac:spMkLst>
        </pc:spChg>
        <pc:spChg chg="mod">
          <ac:chgData name="PS3 天野 学/Amano, Gaku (NTT DATA)" userId="cb64374a-b8ae-459f-8218-8fe0a6ba244e" providerId="ADAL" clId="{D11B0B6E-B536-465D-989F-9C53E44D9774}" dt="2026-05-26T10:31:29.766" v="46" actId="1076"/>
          <ac:spMkLst>
            <pc:docMk/>
            <pc:sldMk cId="2433816098" sldId="544"/>
            <ac:spMk id="13" creationId="{C9FAD21B-F6F8-0EBD-050A-DB185484C49A}"/>
          </ac:spMkLst>
        </pc:spChg>
        <pc:spChg chg="mod">
          <ac:chgData name="PS3 天野 学/Amano, Gaku (NTT DATA)" userId="cb64374a-b8ae-459f-8218-8fe0a6ba244e" providerId="ADAL" clId="{D11B0B6E-B536-465D-989F-9C53E44D9774}" dt="2026-05-26T10:31:22.577" v="45" actId="1076"/>
          <ac:spMkLst>
            <pc:docMk/>
            <pc:sldMk cId="2433816098" sldId="544"/>
            <ac:spMk id="14" creationId="{13893BD7-8C98-43EE-F0DF-A70C3C10B890}"/>
          </ac:spMkLst>
        </pc:spChg>
        <pc:spChg chg="mod">
          <ac:chgData name="PS3 天野 学/Amano, Gaku (NTT DATA)" userId="cb64374a-b8ae-459f-8218-8fe0a6ba244e" providerId="ADAL" clId="{D11B0B6E-B536-465D-989F-9C53E44D9774}" dt="2026-05-26T10:31:29.766" v="46" actId="1076"/>
          <ac:spMkLst>
            <pc:docMk/>
            <pc:sldMk cId="2433816098" sldId="544"/>
            <ac:spMk id="15" creationId="{B84B67B3-84BD-7BA5-F81E-4A0C17201E00}"/>
          </ac:spMkLst>
        </pc:spChg>
        <pc:graphicFrameChg chg="mod modGraphic">
          <ac:chgData name="PS3 天野 学/Amano, Gaku (NTT DATA)" userId="cb64374a-b8ae-459f-8218-8fe0a6ba244e" providerId="ADAL" clId="{D11B0B6E-B536-465D-989F-9C53E44D9774}" dt="2026-05-26T10:31:15.895" v="44" actId="14100"/>
          <ac:graphicFrameMkLst>
            <pc:docMk/>
            <pc:sldMk cId="2433816098" sldId="544"/>
            <ac:graphicFrameMk id="8" creationId="{5E1E9AAE-CB18-C03C-DE41-6F8DC71E890C}"/>
          </ac:graphicFrameMkLst>
        </pc:graphicFrameChg>
        <pc:picChg chg="mod">
          <ac:chgData name="PS3 天野 学/Amano, Gaku (NTT DATA)" userId="cb64374a-b8ae-459f-8218-8fe0a6ba244e" providerId="ADAL" clId="{D11B0B6E-B536-465D-989F-9C53E44D9774}" dt="2026-05-26T10:31:29.766" v="46" actId="1076"/>
          <ac:picMkLst>
            <pc:docMk/>
            <pc:sldMk cId="2433816098" sldId="544"/>
            <ac:picMk id="9" creationId="{67920E72-1527-A7E0-289A-DC286E868049}"/>
          </ac:picMkLst>
        </pc:picChg>
        <pc:picChg chg="mod">
          <ac:chgData name="PS3 天野 学/Amano, Gaku (NTT DATA)" userId="cb64374a-b8ae-459f-8218-8fe0a6ba244e" providerId="ADAL" clId="{D11B0B6E-B536-465D-989F-9C53E44D9774}" dt="2026-05-26T10:31:22.577" v="45" actId="1076"/>
          <ac:picMkLst>
            <pc:docMk/>
            <pc:sldMk cId="2433816098" sldId="544"/>
            <ac:picMk id="1026" creationId="{1FB228BA-1DF9-4A9D-1D5C-E6F3529D4139}"/>
          </ac:picMkLst>
        </pc:picChg>
        <pc:cxnChg chg="mod">
          <ac:chgData name="PS3 天野 学/Amano, Gaku (NTT DATA)" userId="cb64374a-b8ae-459f-8218-8fe0a6ba244e" providerId="ADAL" clId="{D11B0B6E-B536-465D-989F-9C53E44D9774}" dt="2026-05-26T10:31:22.577" v="45" actId="1076"/>
          <ac:cxnSpMkLst>
            <pc:docMk/>
            <pc:sldMk cId="2433816098" sldId="544"/>
            <ac:cxnSpMk id="5" creationId="{DFE70754-56D6-19F2-0229-22393E05D53C}"/>
          </ac:cxnSpMkLst>
        </pc:cxnChg>
        <pc:cxnChg chg="mod">
          <ac:chgData name="PS3 天野 学/Amano, Gaku (NTT DATA)" userId="cb64374a-b8ae-459f-8218-8fe0a6ba244e" providerId="ADAL" clId="{D11B0B6E-B536-465D-989F-9C53E44D9774}" dt="2026-05-26T10:31:22.577" v="45" actId="1076"/>
          <ac:cxnSpMkLst>
            <pc:docMk/>
            <pc:sldMk cId="2433816098" sldId="544"/>
            <ac:cxnSpMk id="7" creationId="{B5DFDA58-51D0-7284-F99E-062693C1A475}"/>
          </ac:cxnSpMkLst>
        </pc:cxnChg>
      </pc:sldChg>
      <pc:sldChg chg="addSp delSp modSp mod">
        <pc:chgData name="PS3 天野 学/Amano, Gaku (NTT DATA)" userId="cb64374a-b8ae-459f-8218-8fe0a6ba244e" providerId="ADAL" clId="{D11B0B6E-B536-465D-989F-9C53E44D9774}" dt="2026-05-26T11:26:23.640" v="781" actId="21"/>
        <pc:sldMkLst>
          <pc:docMk/>
          <pc:sldMk cId="1116895528" sldId="547"/>
        </pc:sldMkLst>
        <pc:spChg chg="mod">
          <ac:chgData name="PS3 天野 学/Amano, Gaku (NTT DATA)" userId="cb64374a-b8ae-459f-8218-8fe0a6ba244e" providerId="ADAL" clId="{D11B0B6E-B536-465D-989F-9C53E44D9774}" dt="2026-05-26T11:25:54.601" v="776" actId="207"/>
          <ac:spMkLst>
            <pc:docMk/>
            <pc:sldMk cId="1116895528" sldId="547"/>
            <ac:spMk id="6" creationId="{4BA76282-E3B0-A73A-C8FA-F44938BCECDA}"/>
          </ac:spMkLst>
        </pc:spChg>
        <pc:spChg chg="mod">
          <ac:chgData name="PS3 天野 学/Amano, Gaku (NTT DATA)" userId="cb64374a-b8ae-459f-8218-8fe0a6ba244e" providerId="ADAL" clId="{D11B0B6E-B536-465D-989F-9C53E44D9774}" dt="2026-05-26T11:25:54.601" v="776" actId="207"/>
          <ac:spMkLst>
            <pc:docMk/>
            <pc:sldMk cId="1116895528" sldId="547"/>
            <ac:spMk id="10" creationId="{157EEBE7-5816-807E-24CD-24D26CC51963}"/>
          </ac:spMkLst>
        </pc:spChg>
        <pc:spChg chg="mod">
          <ac:chgData name="PS3 天野 学/Amano, Gaku (NTT DATA)" userId="cb64374a-b8ae-459f-8218-8fe0a6ba244e" providerId="ADAL" clId="{D11B0B6E-B536-465D-989F-9C53E44D9774}" dt="2026-05-26T11:26:13.758" v="779" actId="207"/>
          <ac:spMkLst>
            <pc:docMk/>
            <pc:sldMk cId="1116895528" sldId="547"/>
            <ac:spMk id="23" creationId="{02B610A3-EC77-613F-0874-6BB1172C53EA}"/>
          </ac:spMkLst>
        </pc:spChg>
        <pc:spChg chg="mod">
          <ac:chgData name="PS3 天野 学/Amano, Gaku (NTT DATA)" userId="cb64374a-b8ae-459f-8218-8fe0a6ba244e" providerId="ADAL" clId="{D11B0B6E-B536-465D-989F-9C53E44D9774}" dt="2026-05-26T11:26:13.758" v="779" actId="207"/>
          <ac:spMkLst>
            <pc:docMk/>
            <pc:sldMk cId="1116895528" sldId="547"/>
            <ac:spMk id="24" creationId="{7F6DD0B2-96C1-3FAE-62DC-809477AC4F39}"/>
          </ac:spMkLst>
        </pc:spChg>
        <pc:spChg chg="mod">
          <ac:chgData name="PS3 天野 学/Amano, Gaku (NTT DATA)" userId="cb64374a-b8ae-459f-8218-8fe0a6ba244e" providerId="ADAL" clId="{D11B0B6E-B536-465D-989F-9C53E44D9774}" dt="2026-05-26T11:26:13.758" v="779" actId="207"/>
          <ac:spMkLst>
            <pc:docMk/>
            <pc:sldMk cId="1116895528" sldId="547"/>
            <ac:spMk id="25" creationId="{5292F1BE-B23F-E37D-77B0-8168339EAEBB}"/>
          </ac:spMkLst>
        </pc:spChg>
        <pc:spChg chg="mod">
          <ac:chgData name="PS3 天野 学/Amano, Gaku (NTT DATA)" userId="cb64374a-b8ae-459f-8218-8fe0a6ba244e" providerId="ADAL" clId="{D11B0B6E-B536-465D-989F-9C53E44D9774}" dt="2026-05-26T11:26:13.758" v="779" actId="207"/>
          <ac:spMkLst>
            <pc:docMk/>
            <pc:sldMk cId="1116895528" sldId="547"/>
            <ac:spMk id="28" creationId="{41361CAC-39C1-E417-B630-C7C2CDBE09AF}"/>
          </ac:spMkLst>
        </pc:spChg>
        <pc:graphicFrameChg chg="mod modGraphic">
          <ac:chgData name="PS3 天野 学/Amano, Gaku (NTT DATA)" userId="cb64374a-b8ae-459f-8218-8fe0a6ba244e" providerId="ADAL" clId="{D11B0B6E-B536-465D-989F-9C53E44D9774}" dt="2026-05-26T11:18:44.194" v="653" actId="1035"/>
          <ac:graphicFrameMkLst>
            <pc:docMk/>
            <pc:sldMk cId="1116895528" sldId="547"/>
            <ac:graphicFrameMk id="4" creationId="{C612346F-3CD2-763F-CF5C-F686C42162CA}"/>
          </ac:graphicFrameMkLst>
        </pc:graphicFrameChg>
      </pc:sldChg>
      <pc:sldChg chg="modSp mod">
        <pc:chgData name="PS3 天野 学/Amano, Gaku (NTT DATA)" userId="cb64374a-b8ae-459f-8218-8fe0a6ba244e" providerId="ADAL" clId="{D11B0B6E-B536-465D-989F-9C53E44D9774}" dt="2026-05-26T10:51:54.417" v="100" actId="12"/>
        <pc:sldMkLst>
          <pc:docMk/>
          <pc:sldMk cId="495488063" sldId="559"/>
        </pc:sldMkLst>
        <pc:spChg chg="mod">
          <ac:chgData name="PS3 天野 学/Amano, Gaku (NTT DATA)" userId="cb64374a-b8ae-459f-8218-8fe0a6ba244e" providerId="ADAL" clId="{D11B0B6E-B536-465D-989F-9C53E44D9774}" dt="2026-05-26T10:51:54.417" v="100" actId="12"/>
          <ac:spMkLst>
            <pc:docMk/>
            <pc:sldMk cId="495488063" sldId="559"/>
            <ac:spMk id="3" creationId="{491634B0-A494-5D32-5E19-AB54502B0D73}"/>
          </ac:spMkLst>
        </pc:spChg>
      </pc:sldChg>
      <pc:sldChg chg="modTransition addAnim delAnim modAnim">
        <pc:chgData name="PS3 天野 学/Amano, Gaku (NTT DATA)" userId="cb64374a-b8ae-459f-8218-8fe0a6ba244e" providerId="ADAL" clId="{D11B0B6E-B536-465D-989F-9C53E44D9774}" dt="2026-05-26T12:03:21.866" v="1127"/>
        <pc:sldMkLst>
          <pc:docMk/>
          <pc:sldMk cId="1477312237" sldId="562"/>
        </pc:sldMkLst>
      </pc:sldChg>
      <pc:sldChg chg="modTransition">
        <pc:chgData name="PS3 天野 学/Amano, Gaku (NTT DATA)" userId="cb64374a-b8ae-459f-8218-8fe0a6ba244e" providerId="ADAL" clId="{D11B0B6E-B536-465D-989F-9C53E44D9774}" dt="2026-05-26T12:02:28.231" v="1124"/>
        <pc:sldMkLst>
          <pc:docMk/>
          <pc:sldMk cId="1057202214" sldId="565"/>
        </pc:sldMkLst>
      </pc:sldChg>
      <pc:sldChg chg="addSp delSp modSp mod modTransition modAnim">
        <pc:chgData name="PS3 天野 学/Amano, Gaku (NTT DATA)" userId="cb64374a-b8ae-459f-8218-8fe0a6ba244e" providerId="ADAL" clId="{D11B0B6E-B536-465D-989F-9C53E44D9774}" dt="2026-05-27T02:50:11.694" v="1155" actId="1036"/>
        <pc:sldMkLst>
          <pc:docMk/>
          <pc:sldMk cId="1554877844" sldId="569"/>
        </pc:sldMkLst>
        <pc:spChg chg="mod ord">
          <ac:chgData name="PS3 天野 学/Amano, Gaku (NTT DATA)" userId="cb64374a-b8ae-459f-8218-8fe0a6ba244e" providerId="ADAL" clId="{D11B0B6E-B536-465D-989F-9C53E44D9774}" dt="2026-05-27T02:50:02.785" v="1152" actId="167"/>
          <ac:spMkLst>
            <pc:docMk/>
            <pc:sldMk cId="1554877844" sldId="569"/>
            <ac:spMk id="24" creationId="{6611821B-F76C-5407-D45F-10050827033D}"/>
          </ac:spMkLst>
        </pc:spChg>
        <pc:picChg chg="add mod ord">
          <ac:chgData name="PS3 天野 学/Amano, Gaku (NTT DATA)" userId="cb64374a-b8ae-459f-8218-8fe0a6ba244e" providerId="ADAL" clId="{D11B0B6E-B536-465D-989F-9C53E44D9774}" dt="2026-05-27T02:50:11.694" v="1155" actId="1036"/>
          <ac:picMkLst>
            <pc:docMk/>
            <pc:sldMk cId="1554877844" sldId="569"/>
            <ac:picMk id="2" creationId="{657290F8-1566-2822-11D8-8126E298B5DC}"/>
          </ac:picMkLst>
        </pc:picChg>
      </pc:sldChg>
      <pc:sldChg chg="addSp delSp modSp mod">
        <pc:chgData name="PS3 天野 学/Amano, Gaku (NTT DATA)" userId="cb64374a-b8ae-459f-8218-8fe0a6ba244e" providerId="ADAL" clId="{D11B0B6E-B536-465D-989F-9C53E44D9774}" dt="2026-05-26T11:27:42.932" v="843" actId="207"/>
        <pc:sldMkLst>
          <pc:docMk/>
          <pc:sldMk cId="925123254" sldId="570"/>
        </pc:sldMkLst>
        <pc:spChg chg="mod">
          <ac:chgData name="PS3 天野 学/Amano, Gaku (NTT DATA)" userId="cb64374a-b8ae-459f-8218-8fe0a6ba244e" providerId="ADAL" clId="{D11B0B6E-B536-465D-989F-9C53E44D9774}" dt="2026-05-26T11:09:57.599" v="467" actId="113"/>
          <ac:spMkLst>
            <pc:docMk/>
            <pc:sldMk cId="925123254" sldId="570"/>
            <ac:spMk id="3" creationId="{6C8C70F3-ED73-11B4-C779-1A54886F3C18}"/>
          </ac:spMkLst>
        </pc:spChg>
        <pc:spChg chg="add mod">
          <ac:chgData name="PS3 天野 学/Amano, Gaku (NTT DATA)" userId="cb64374a-b8ae-459f-8218-8fe0a6ba244e" providerId="ADAL" clId="{D11B0B6E-B536-465D-989F-9C53E44D9774}" dt="2026-05-26T11:27:42.932" v="843" actId="207"/>
          <ac:spMkLst>
            <pc:docMk/>
            <pc:sldMk cId="925123254" sldId="570"/>
            <ac:spMk id="18" creationId="{B06D046A-B0B6-96C4-6C55-4755B0BD0B73}"/>
          </ac:spMkLst>
        </pc:spChg>
      </pc:sldChg>
      <pc:sldChg chg="modSp mod modAnim">
        <pc:chgData name="PS3 天野 学/Amano, Gaku (NTT DATA)" userId="cb64374a-b8ae-459f-8218-8fe0a6ba244e" providerId="ADAL" clId="{D11B0B6E-B536-465D-989F-9C53E44D9774}" dt="2026-05-26T11:17:11.181" v="608"/>
        <pc:sldMkLst>
          <pc:docMk/>
          <pc:sldMk cId="3947028936" sldId="571"/>
        </pc:sldMkLst>
        <pc:spChg chg="mod">
          <ac:chgData name="PS3 天野 学/Amano, Gaku (NTT DATA)" userId="cb64374a-b8ae-459f-8218-8fe0a6ba244e" providerId="ADAL" clId="{D11B0B6E-B536-465D-989F-9C53E44D9774}" dt="2026-05-26T11:13:57.390" v="536" actId="20577"/>
          <ac:spMkLst>
            <pc:docMk/>
            <pc:sldMk cId="3947028936" sldId="571"/>
            <ac:spMk id="3" creationId="{DF756E58-6449-1266-4016-2C42D15F5EC2}"/>
          </ac:spMkLst>
        </pc:spChg>
        <pc:spChg chg="mod">
          <ac:chgData name="PS3 天野 学/Amano, Gaku (NTT DATA)" userId="cb64374a-b8ae-459f-8218-8fe0a6ba244e" providerId="ADAL" clId="{D11B0B6E-B536-465D-989F-9C53E44D9774}" dt="2026-05-26T11:14:01.612" v="544" actId="20577"/>
          <ac:spMkLst>
            <pc:docMk/>
            <pc:sldMk cId="3947028936" sldId="571"/>
            <ac:spMk id="24" creationId="{AE22B43C-7096-8BD0-8A46-691599D7A84A}"/>
          </ac:spMkLst>
        </pc:spChg>
        <pc:spChg chg="mod">
          <ac:chgData name="PS3 天野 学/Amano, Gaku (NTT DATA)" userId="cb64374a-b8ae-459f-8218-8fe0a6ba244e" providerId="ADAL" clId="{D11B0B6E-B536-465D-989F-9C53E44D9774}" dt="2026-05-26T11:16:35.531" v="604" actId="12789"/>
          <ac:spMkLst>
            <pc:docMk/>
            <pc:sldMk cId="3947028936" sldId="571"/>
            <ac:spMk id="148" creationId="{F6914FDE-E806-A651-435D-403B8DC029F8}"/>
          </ac:spMkLst>
        </pc:spChg>
        <pc:spChg chg="mod">
          <ac:chgData name="PS3 天野 学/Amano, Gaku (NTT DATA)" userId="cb64374a-b8ae-459f-8218-8fe0a6ba244e" providerId="ADAL" clId="{D11B0B6E-B536-465D-989F-9C53E44D9774}" dt="2026-05-26T11:16:35.531" v="604" actId="12789"/>
          <ac:spMkLst>
            <pc:docMk/>
            <pc:sldMk cId="3947028936" sldId="571"/>
            <ac:spMk id="149" creationId="{C3717A5C-AB4A-AF69-3001-076F8C6C37CF}"/>
          </ac:spMkLst>
        </pc:spChg>
        <pc:spChg chg="mod">
          <ac:chgData name="PS3 天野 学/Amano, Gaku (NTT DATA)" userId="cb64374a-b8ae-459f-8218-8fe0a6ba244e" providerId="ADAL" clId="{D11B0B6E-B536-465D-989F-9C53E44D9774}" dt="2026-05-26T11:16:35.531" v="604" actId="12789"/>
          <ac:spMkLst>
            <pc:docMk/>
            <pc:sldMk cId="3947028936" sldId="571"/>
            <ac:spMk id="150" creationId="{7FA0666B-4ACF-6D39-F820-82AA73F10801}"/>
          </ac:spMkLst>
        </pc:spChg>
        <pc:spChg chg="mod">
          <ac:chgData name="PS3 天野 学/Amano, Gaku (NTT DATA)" userId="cb64374a-b8ae-459f-8218-8fe0a6ba244e" providerId="ADAL" clId="{D11B0B6E-B536-465D-989F-9C53E44D9774}" dt="2026-05-26T11:16:35.531" v="604" actId="12789"/>
          <ac:spMkLst>
            <pc:docMk/>
            <pc:sldMk cId="3947028936" sldId="571"/>
            <ac:spMk id="151" creationId="{926729BC-BAF7-BAA4-353E-5B370D416C67}"/>
          </ac:spMkLst>
        </pc:spChg>
      </pc:sldChg>
      <pc:sldChg chg="addSp modSp mod">
        <pc:chgData name="PS3 天野 学/Amano, Gaku (NTT DATA)" userId="cb64374a-b8ae-459f-8218-8fe0a6ba244e" providerId="ADAL" clId="{D11B0B6E-B536-465D-989F-9C53E44D9774}" dt="2026-05-26T11:20:54.245" v="720" actId="1038"/>
        <pc:sldMkLst>
          <pc:docMk/>
          <pc:sldMk cId="3728531998" sldId="572"/>
        </pc:sldMkLst>
        <pc:spChg chg="add mod">
          <ac:chgData name="PS3 天野 学/Amano, Gaku (NTT DATA)" userId="cb64374a-b8ae-459f-8218-8fe0a6ba244e" providerId="ADAL" clId="{D11B0B6E-B536-465D-989F-9C53E44D9774}" dt="2026-05-26T11:20:37.076" v="712" actId="207"/>
          <ac:spMkLst>
            <pc:docMk/>
            <pc:sldMk cId="3728531998" sldId="572"/>
            <ac:spMk id="5" creationId="{AF7A64BD-320D-605E-96B0-577AA418100E}"/>
          </ac:spMkLst>
        </pc:spChg>
        <pc:spChg chg="mod">
          <ac:chgData name="PS3 天野 学/Amano, Gaku (NTT DATA)" userId="cb64374a-b8ae-459f-8218-8fe0a6ba244e" providerId="ADAL" clId="{D11B0B6E-B536-465D-989F-9C53E44D9774}" dt="2026-05-26T11:20:54.245" v="720" actId="1038"/>
          <ac:spMkLst>
            <pc:docMk/>
            <pc:sldMk cId="3728531998" sldId="572"/>
            <ac:spMk id="10" creationId="{EC961280-5F73-A79C-27BA-7619A8374AA9}"/>
          </ac:spMkLst>
        </pc:spChg>
        <pc:spChg chg="mod">
          <ac:chgData name="PS3 天野 学/Amano, Gaku (NTT DATA)" userId="cb64374a-b8ae-459f-8218-8fe0a6ba244e" providerId="ADAL" clId="{D11B0B6E-B536-465D-989F-9C53E44D9774}" dt="2026-05-26T11:20:54.245" v="720" actId="1038"/>
          <ac:spMkLst>
            <pc:docMk/>
            <pc:sldMk cId="3728531998" sldId="572"/>
            <ac:spMk id="11" creationId="{28FA8358-EC09-339E-CDCF-35B2A251FAEC}"/>
          </ac:spMkLst>
        </pc:spChg>
        <pc:spChg chg="mod">
          <ac:chgData name="PS3 天野 学/Amano, Gaku (NTT DATA)" userId="cb64374a-b8ae-459f-8218-8fe0a6ba244e" providerId="ADAL" clId="{D11B0B6E-B536-465D-989F-9C53E44D9774}" dt="2026-05-26T11:20:54.245" v="720" actId="1038"/>
          <ac:spMkLst>
            <pc:docMk/>
            <pc:sldMk cId="3728531998" sldId="572"/>
            <ac:spMk id="76" creationId="{E84C2ECF-1246-BC2B-76A9-0A9C534C6387}"/>
          </ac:spMkLst>
        </pc:spChg>
        <pc:spChg chg="mod">
          <ac:chgData name="PS3 天野 学/Amano, Gaku (NTT DATA)" userId="cb64374a-b8ae-459f-8218-8fe0a6ba244e" providerId="ADAL" clId="{D11B0B6E-B536-465D-989F-9C53E44D9774}" dt="2026-05-26T11:20:54.245" v="720" actId="1038"/>
          <ac:spMkLst>
            <pc:docMk/>
            <pc:sldMk cId="3728531998" sldId="572"/>
            <ac:spMk id="77" creationId="{E11C867C-51F8-98F2-A6C7-F8082071944B}"/>
          </ac:spMkLst>
        </pc:spChg>
        <pc:spChg chg="mod">
          <ac:chgData name="PS3 天野 学/Amano, Gaku (NTT DATA)" userId="cb64374a-b8ae-459f-8218-8fe0a6ba244e" providerId="ADAL" clId="{D11B0B6E-B536-465D-989F-9C53E44D9774}" dt="2026-05-26T11:20:54.245" v="720" actId="1038"/>
          <ac:spMkLst>
            <pc:docMk/>
            <pc:sldMk cId="3728531998" sldId="572"/>
            <ac:spMk id="84" creationId="{3C076DB6-F3EC-4210-8506-1669C3EE96E4}"/>
          </ac:spMkLst>
        </pc:spChg>
        <pc:spChg chg="mod">
          <ac:chgData name="PS3 天野 学/Amano, Gaku (NTT DATA)" userId="cb64374a-b8ae-459f-8218-8fe0a6ba244e" providerId="ADAL" clId="{D11B0B6E-B536-465D-989F-9C53E44D9774}" dt="2026-05-26T11:20:54.245" v="720" actId="1038"/>
          <ac:spMkLst>
            <pc:docMk/>
            <pc:sldMk cId="3728531998" sldId="572"/>
            <ac:spMk id="94" creationId="{E3727ED7-9D10-445E-8CBE-E34FB48D586D}"/>
          </ac:spMkLst>
        </pc:spChg>
        <pc:spChg chg="mod">
          <ac:chgData name="PS3 天野 学/Amano, Gaku (NTT DATA)" userId="cb64374a-b8ae-459f-8218-8fe0a6ba244e" providerId="ADAL" clId="{D11B0B6E-B536-465D-989F-9C53E44D9774}" dt="2026-05-26T11:20:54.245" v="720" actId="1038"/>
          <ac:spMkLst>
            <pc:docMk/>
            <pc:sldMk cId="3728531998" sldId="572"/>
            <ac:spMk id="100" creationId="{C4142F1B-8625-D569-8DBE-9492746FE55A}"/>
          </ac:spMkLst>
        </pc:spChg>
        <pc:spChg chg="mod">
          <ac:chgData name="PS3 天野 学/Amano, Gaku (NTT DATA)" userId="cb64374a-b8ae-459f-8218-8fe0a6ba244e" providerId="ADAL" clId="{D11B0B6E-B536-465D-989F-9C53E44D9774}" dt="2026-05-26T11:20:54.245" v="720" actId="1038"/>
          <ac:spMkLst>
            <pc:docMk/>
            <pc:sldMk cId="3728531998" sldId="572"/>
            <ac:spMk id="131" creationId="{A40A905C-4E28-0D61-946A-EA6B68D7142F}"/>
          </ac:spMkLst>
        </pc:spChg>
        <pc:spChg chg="mod">
          <ac:chgData name="PS3 天野 学/Amano, Gaku (NTT DATA)" userId="cb64374a-b8ae-459f-8218-8fe0a6ba244e" providerId="ADAL" clId="{D11B0B6E-B536-465D-989F-9C53E44D9774}" dt="2026-05-26T11:20:54.245" v="720" actId="1038"/>
          <ac:spMkLst>
            <pc:docMk/>
            <pc:sldMk cId="3728531998" sldId="572"/>
            <ac:spMk id="133" creationId="{57A8F472-D59B-7666-22B2-BAF80B913AE8}"/>
          </ac:spMkLst>
        </pc:spChg>
        <pc:spChg chg="mod">
          <ac:chgData name="PS3 天野 学/Amano, Gaku (NTT DATA)" userId="cb64374a-b8ae-459f-8218-8fe0a6ba244e" providerId="ADAL" clId="{D11B0B6E-B536-465D-989F-9C53E44D9774}" dt="2026-05-26T11:20:54.245" v="720" actId="1038"/>
          <ac:spMkLst>
            <pc:docMk/>
            <pc:sldMk cId="3728531998" sldId="572"/>
            <ac:spMk id="135" creationId="{FED748C8-1D6A-BBC0-B013-9F8663430249}"/>
          </ac:spMkLst>
        </pc:spChg>
        <pc:graphicFrameChg chg="mod modGraphic">
          <ac:chgData name="PS3 天野 学/Amano, Gaku (NTT DATA)" userId="cb64374a-b8ae-459f-8218-8fe0a6ba244e" providerId="ADAL" clId="{D11B0B6E-B536-465D-989F-9C53E44D9774}" dt="2026-05-26T11:20:11.395" v="673" actId="404"/>
          <ac:graphicFrameMkLst>
            <pc:docMk/>
            <pc:sldMk cId="3728531998" sldId="572"/>
            <ac:graphicFrameMk id="4" creationId="{C3369FA9-1BBE-03E6-FFE1-8EC31E1E031E}"/>
          </ac:graphicFrameMkLst>
        </pc:graphicFrameChg>
      </pc:sldChg>
      <pc:sldChg chg="modSp mod modAnim">
        <pc:chgData name="PS3 天野 学/Amano, Gaku (NTT DATA)" userId="cb64374a-b8ae-459f-8218-8fe0a6ba244e" providerId="ADAL" clId="{D11B0B6E-B536-465D-989F-9C53E44D9774}" dt="2026-05-27T02:53:14.232" v="1177" actId="20577"/>
        <pc:sldMkLst>
          <pc:docMk/>
          <pc:sldMk cId="2119075766" sldId="573"/>
        </pc:sldMkLst>
        <pc:spChg chg="mod">
          <ac:chgData name="PS3 天野 学/Amano, Gaku (NTT DATA)" userId="cb64374a-b8ae-459f-8218-8fe0a6ba244e" providerId="ADAL" clId="{D11B0B6E-B536-465D-989F-9C53E44D9774}" dt="2026-05-27T02:53:14.232" v="1177" actId="20577"/>
          <ac:spMkLst>
            <pc:docMk/>
            <pc:sldMk cId="2119075766" sldId="573"/>
            <ac:spMk id="3" creationId="{63346243-6FE6-E0A2-73AE-FF9D5DEAD5CD}"/>
          </ac:spMkLst>
        </pc:spChg>
      </pc:sldChg>
    </pc:docChg>
  </pc:docChgLst>
  <pc:docChgLst>
    <pc:chgData name="TSD 尾郷 樹/Ogo, Itsuki (NTT DATA)" userId="S::itsuki.ogo@jp.nttdata.com::96fc3c61-d7c6-40cf-94f8-e92efcef738c" providerId="AD" clId="Web-{7B02CC7B-BBC9-79A0-37EF-2FA33FD23519}"/>
    <pc:docChg chg="addSld delSld">
      <pc:chgData name="TSD 尾郷 樹/Ogo, Itsuki (NTT DATA)" userId="S::itsuki.ogo@jp.nttdata.com::96fc3c61-d7c6-40cf-94f8-e92efcef738c" providerId="AD" clId="Web-{7B02CC7B-BBC9-79A0-37EF-2FA33FD23519}" dt="2026-06-02T00:52:03.169" v="1"/>
      <pc:docMkLst>
        <pc:docMk/>
      </pc:docMkLst>
      <pc:sldChg chg="add del">
        <pc:chgData name="TSD 尾郷 樹/Ogo, Itsuki (NTT DATA)" userId="S::itsuki.ogo@jp.nttdata.com::96fc3c61-d7c6-40cf-94f8-e92efcef738c" providerId="AD" clId="Web-{7B02CC7B-BBC9-79A0-37EF-2FA33FD23519}" dt="2026-06-02T00:52:03.169" v="1"/>
        <pc:sldMkLst>
          <pc:docMk/>
          <pc:sldMk cId="4087550941" sldId="472"/>
        </pc:sldMkLst>
      </pc:sldChg>
    </pc:docChg>
  </pc:docChgLst>
  <pc:docChgLst>
    <pc:chgData name="TSD 松永 拓也/Matsunaga, Takuya (NTT DATA)" userId="S::takuya.matsunaga@jp.nttdata.com::6c234409-639d-41a2-a8e2-49f96c7316ac" providerId="AD" clId="Web-{31AC503C-DEAE-5DBF-F57A-5561048F30BE}"/>
    <pc:docChg chg="modSld">
      <pc:chgData name="TSD 松永 拓也/Matsunaga, Takuya (NTT DATA)" userId="S::takuya.matsunaga@jp.nttdata.com::6c234409-639d-41a2-a8e2-49f96c7316ac" providerId="AD" clId="Web-{31AC503C-DEAE-5DBF-F57A-5561048F30BE}" dt="2026-06-02T02:09:57.880" v="1" actId="1076"/>
      <pc:docMkLst>
        <pc:docMk/>
      </pc:docMkLst>
      <pc:sldChg chg="modSp">
        <pc:chgData name="TSD 松永 拓也/Matsunaga, Takuya (NTT DATA)" userId="S::takuya.matsunaga@jp.nttdata.com::6c234409-639d-41a2-a8e2-49f96c7316ac" providerId="AD" clId="Web-{31AC503C-DEAE-5DBF-F57A-5561048F30BE}" dt="2026-06-02T02:09:57.880" v="1" actId="1076"/>
        <pc:sldMkLst>
          <pc:docMk/>
          <pc:sldMk cId="925123254" sldId="570"/>
        </pc:sldMkLst>
        <pc:picChg chg="mod">
          <ac:chgData name="TSD 松永 拓也/Matsunaga, Takuya (NTT DATA)" userId="S::takuya.matsunaga@jp.nttdata.com::6c234409-639d-41a2-a8e2-49f96c7316ac" providerId="AD" clId="Web-{31AC503C-DEAE-5DBF-F57A-5561048F30BE}" dt="2026-06-02T02:09:57.880" v="1" actId="1076"/>
          <ac:picMkLst>
            <pc:docMk/>
            <pc:sldMk cId="925123254" sldId="570"/>
            <ac:picMk id="4" creationId="{BD9D6F7C-8CD4-48B0-7F35-695A477EBD0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2026/6/1</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2026/6/1</a:t>
            </a:fld>
            <a:endParaRPr kumimoji="1" lang="ja-JP" altLang="en-US"/>
          </a:p>
        </p:txBody>
      </p:sp>
      <p:sp>
        <p:nvSpPr>
          <p:cNvPr id="4" name="スライド イメージ プレースホルダー 3"/>
          <p:cNvSpPr>
            <a:spLocks noGrp="1" noRot="1" noChangeAspect="1"/>
          </p:cNvSpPr>
          <p:nvPr>
            <p:ph type="sldImg" idx="2"/>
          </p:nvPr>
        </p:nvSpPr>
        <p:spPr>
          <a:xfrm>
            <a:off x="685800" y="630237"/>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7481ECDC-7530-4EA9-86FD-4E56342A475C}" type="slidenum">
              <a:rPr lang="en-US" smtClean="0"/>
              <a:t>17</a:t>
            </a:fld>
            <a:endParaRPr lang="en-US"/>
          </a:p>
        </p:txBody>
      </p:sp>
    </p:spTree>
    <p:extLst>
      <p:ext uri="{BB962C8B-B14F-4D97-AF65-F5344CB8AC3E}">
        <p14:creationId xmlns:p14="http://schemas.microsoft.com/office/powerpoint/2010/main" val="3709785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668D6-BB9E-55F4-EC73-45D5701915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165685-B9CD-20D2-FCEA-F5EF80100230}"/>
              </a:ext>
            </a:extLst>
          </p:cNvPr>
          <p:cNvSpPr>
            <a:spLocks noGrp="1" noRot="1" noChangeAspect="1"/>
          </p:cNvSpPr>
          <p:nvPr>
            <p:ph type="sldImg"/>
          </p:nvPr>
        </p:nvSpPr>
        <p:spPr>
          <a:xfrm>
            <a:off x="685800" y="630238"/>
            <a:ext cx="5486400" cy="3086100"/>
          </a:xfrm>
        </p:spPr>
      </p:sp>
      <p:sp>
        <p:nvSpPr>
          <p:cNvPr id="3" name="ノート プレースホルダー 2">
            <a:extLst>
              <a:ext uri="{FF2B5EF4-FFF2-40B4-BE49-F238E27FC236}">
                <a16:creationId xmlns:a16="http://schemas.microsoft.com/office/drawing/2014/main" id="{4D0C2591-3655-546E-963F-4EB1D640C7C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36198D9-9B2A-5387-DCB1-0EC680343A36}"/>
              </a:ext>
            </a:extLst>
          </p:cNvPr>
          <p:cNvSpPr>
            <a:spLocks noGrp="1"/>
          </p:cNvSpPr>
          <p:nvPr>
            <p:ph type="sldNum" sz="quarter" idx="5"/>
          </p:nvPr>
        </p:nvSpPr>
        <p:spPr/>
        <p:txBody>
          <a:bodyPr/>
          <a:lstStyle/>
          <a:p>
            <a:fld id="{AF9AAED7-EB68-B44B-A29A-E9CFE7A1147D}" type="slidenum">
              <a:rPr kumimoji="1" lang="ja-JP" altLang="en-US" smtClean="0"/>
              <a:t>34</a:t>
            </a:fld>
            <a:endParaRPr kumimoji="1" lang="ja-JP" altLang="en-US"/>
          </a:p>
        </p:txBody>
      </p:sp>
    </p:spTree>
    <p:extLst>
      <p:ext uri="{BB962C8B-B14F-4D97-AF65-F5344CB8AC3E}">
        <p14:creationId xmlns:p14="http://schemas.microsoft.com/office/powerpoint/2010/main" val="48677916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Master" Target="../slideMasters/slideMaster5.xml"/><Relationship Id="rId4" Type="http://schemas.openxmlformats.org/officeDocument/2006/relationships/image" Target="../media/image9.gi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5.xml"/><Relationship Id="rId4"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6.jpeg"/><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4.jpe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9" name="Innovation Curve">
            <a:extLst>
              <a:ext uri="{FF2B5EF4-FFF2-40B4-BE49-F238E27FC236}">
                <a16:creationId xmlns:a16="http://schemas.microsoft.com/office/drawing/2014/main" id="{C7D758E2-2981-8964-2DBD-5E4C29B7658D}"/>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16000" y="0"/>
            <a:ext cx="6876000" cy="6876000"/>
          </a:xfrm>
          <a:prstGeom prst="rect">
            <a:avLst/>
          </a:prstGeom>
        </p:spPr>
      </p:pic>
      <p:sp>
        <p:nvSpPr>
          <p:cNvPr id="3" name="タイトル 2">
            <a:extLst>
              <a:ext uri="{FF2B5EF4-FFF2-40B4-BE49-F238E27FC236}">
                <a16:creationId xmlns:a16="http://schemas.microsoft.com/office/drawing/2014/main" id="{28E88A40-63CF-7644-EB56-0F82D8E1B9A2}"/>
              </a:ext>
            </a:extLst>
          </p:cNvPr>
          <p:cNvSpPr>
            <a:spLocks noGrp="1"/>
          </p:cNvSpPr>
          <p:nvPr>
            <p:ph type="title" hasCustomPrompt="1"/>
          </p:nvPr>
        </p:nvSpPr>
        <p:spPr>
          <a:xfrm>
            <a:off x="381600" y="864000"/>
            <a:ext cx="4842000" cy="795600"/>
          </a:xfrm>
          <a:prstGeom prst="rect">
            <a:avLst/>
          </a:prstGeom>
        </p:spPr>
        <p:txBody>
          <a:bodyPr lIns="0" rIns="0" anchor="b" anchorCtr="0"/>
          <a:lstStyle/>
          <a:p>
            <a:pPr lvl="0"/>
            <a:r>
              <a:rPr kumimoji="1" lang="ja-JP" altLang="en-US"/>
              <a:t>○○○○御中</a:t>
            </a:r>
          </a:p>
        </p:txBody>
      </p:sp>
      <p:sp>
        <p:nvSpPr>
          <p:cNvPr id="6" name="テキスト プレースホルダー 6">
            <a:extLst>
              <a:ext uri="{FF2B5EF4-FFF2-40B4-BE49-F238E27FC236}">
                <a16:creationId xmlns:a16="http://schemas.microsoft.com/office/drawing/2014/main" id="{F1A176CE-1C9E-473C-DA2D-5CF9AA7285F5}"/>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8" name="テキスト プレースホルダー 10">
            <a:extLst>
              <a:ext uri="{FF2B5EF4-FFF2-40B4-BE49-F238E27FC236}">
                <a16:creationId xmlns:a16="http://schemas.microsoft.com/office/drawing/2014/main" id="{93FE156B-F772-D01E-4372-4120E52784D7}"/>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167654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sp>
        <p:nvSpPr>
          <p:cNvPr id="9" name="タイトル 2">
            <a:extLst>
              <a:ext uri="{FF2B5EF4-FFF2-40B4-BE49-F238E27FC236}">
                <a16:creationId xmlns:a16="http://schemas.microsoft.com/office/drawing/2014/main" id="{27DE0808-0ED8-A79F-3641-F6EE9429DF97}"/>
              </a:ext>
            </a:extLst>
          </p:cNvPr>
          <p:cNvSpPr>
            <a:spLocks noGrp="1"/>
          </p:cNvSpPr>
          <p:nvPr>
            <p:ph type="title" hasCustomPrompt="1"/>
          </p:nvPr>
        </p:nvSpPr>
        <p:spPr>
          <a:xfrm>
            <a:off x="381600" y="1450800"/>
            <a:ext cx="7185600" cy="795600"/>
          </a:xfrm>
          <a:prstGeom prst="rect">
            <a:avLst/>
          </a:prstGeom>
        </p:spPr>
        <p:txBody>
          <a:bodyPr lIns="0" rIns="0" anchor="b" anchorCtr="0"/>
          <a:lstStyle/>
          <a:p>
            <a:pPr lvl="0"/>
            <a:r>
              <a:rPr kumimoji="1" lang="ja-JP" altLang="en-US"/>
              <a:t>○○○○御中</a:t>
            </a:r>
          </a:p>
        </p:txBody>
      </p:sp>
      <p:sp>
        <p:nvSpPr>
          <p:cNvPr id="5" name="テキスト プレースホルダー 6">
            <a:extLst>
              <a:ext uri="{FF2B5EF4-FFF2-40B4-BE49-F238E27FC236}">
                <a16:creationId xmlns:a16="http://schemas.microsoft.com/office/drawing/2014/main" id="{C2C070B2-9499-0BB6-29F4-690002F8C381}"/>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7" name="テキスト プレースホルダー 10">
            <a:extLst>
              <a:ext uri="{FF2B5EF4-FFF2-40B4-BE49-F238E27FC236}">
                <a16:creationId xmlns:a16="http://schemas.microsoft.com/office/drawing/2014/main" id="{009BF352-2699-13FB-9385-B1041D550802}"/>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pic>
        <p:nvPicPr>
          <p:cNvPr id="3" name="Innovation Curve">
            <a:extLst>
              <a:ext uri="{FF2B5EF4-FFF2-40B4-BE49-F238E27FC236}">
                <a16:creationId xmlns:a16="http://schemas.microsoft.com/office/drawing/2014/main" id="{EAAB32FC-8847-D6EB-B4CF-97DB854F7966}"/>
              </a:ext>
              <a:ext uri="{C183D7F6-B498-43B3-948B-1728B52AA6E4}">
                <adec:decorative xmlns:adec="http://schemas.microsoft.com/office/drawing/2017/decorative" val="1"/>
              </a:ext>
            </a:extLst>
          </p:cNvPr>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616952" y="0"/>
            <a:ext cx="4602549" cy="6876288"/>
          </a:xfrm>
          <a:prstGeom prst="rect">
            <a:avLst/>
          </a:prstGeom>
        </p:spPr>
      </p:pic>
    </p:spTree>
    <p:extLst>
      <p:ext uri="{BB962C8B-B14F-4D97-AF65-F5344CB8AC3E}">
        <p14:creationId xmlns:p14="http://schemas.microsoft.com/office/powerpoint/2010/main" val="668788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8" name="タイトル 2">
            <a:extLst>
              <a:ext uri="{FF2B5EF4-FFF2-40B4-BE49-F238E27FC236}">
                <a16:creationId xmlns:a16="http://schemas.microsoft.com/office/drawing/2014/main" id="{A3D5047C-C1BE-4A97-3D30-4818BC0783BA}"/>
              </a:ext>
            </a:extLst>
          </p:cNvPr>
          <p:cNvSpPr>
            <a:spLocks noGrp="1"/>
          </p:cNvSpPr>
          <p:nvPr>
            <p:ph type="title" hasCustomPrompt="1"/>
          </p:nvPr>
        </p:nvSpPr>
        <p:spPr>
          <a:xfrm>
            <a:off x="381600" y="1450800"/>
            <a:ext cx="11440800" cy="795600"/>
          </a:xfrm>
          <a:prstGeom prst="rect">
            <a:avLst/>
          </a:prstGeom>
        </p:spPr>
        <p:txBody>
          <a:bodyPr lIns="0" rIns="0" anchor="b" anchorCtr="0"/>
          <a:lstStyle/>
          <a:p>
            <a:pPr lvl="0"/>
            <a:r>
              <a:rPr kumimoji="1" lang="ja-JP" altLang="en-US"/>
              <a:t>○○○○御中</a:t>
            </a:r>
          </a:p>
        </p:txBody>
      </p:sp>
      <p:sp>
        <p:nvSpPr>
          <p:cNvPr id="4" name="テキスト プレースホルダー 6">
            <a:extLst>
              <a:ext uri="{FF2B5EF4-FFF2-40B4-BE49-F238E27FC236}">
                <a16:creationId xmlns:a16="http://schemas.microsoft.com/office/drawing/2014/main" id="{180CAA48-C9FC-9FB9-00D4-FB6ED53D8DB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68E6879D-7AAE-B9F3-790D-BB85BE746EB6}"/>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665905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FB7B2A75-74AE-F062-439F-A95954EBE583}"/>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sp>
        <p:nvSpPr>
          <p:cNvPr id="8" name="タイトル 2">
            <a:extLst>
              <a:ext uri="{FF2B5EF4-FFF2-40B4-BE49-F238E27FC236}">
                <a16:creationId xmlns:a16="http://schemas.microsoft.com/office/drawing/2014/main" id="{D5207BED-C451-AA8A-BEC8-1DBBC55EB27E}"/>
              </a:ext>
            </a:extLst>
          </p:cNvPr>
          <p:cNvSpPr>
            <a:spLocks noGrp="1"/>
          </p:cNvSpPr>
          <p:nvPr>
            <p:ph type="title" hasCustomPrompt="1"/>
          </p:nvPr>
        </p:nvSpPr>
        <p:spPr>
          <a:xfrm>
            <a:off x="370800" y="752400"/>
            <a:ext cx="11440800" cy="396000"/>
          </a:xfrm>
          <a:prstGeom prst="rect">
            <a:avLst/>
          </a:prstGeom>
        </p:spPr>
        <p:txBody>
          <a:bodyPr lIns="0" rIns="0" anchor="b" anchorCtr="0"/>
          <a:lstStyle/>
          <a:p>
            <a:pPr lvl="0"/>
            <a:r>
              <a:rPr kumimoji="1" lang="ja-JP" altLang="en-US"/>
              <a:t>○○○○御中</a:t>
            </a:r>
          </a:p>
        </p:txBody>
      </p:sp>
      <p:sp>
        <p:nvSpPr>
          <p:cNvPr id="4" name="テキスト プレースホルダー 6">
            <a:extLst>
              <a:ext uri="{FF2B5EF4-FFF2-40B4-BE49-F238E27FC236}">
                <a16:creationId xmlns:a16="http://schemas.microsoft.com/office/drawing/2014/main" id="{6D1013E2-8F90-20CA-6004-C9D6A65332FD}"/>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5B0EF5B0-BD1D-106F-C4E1-D30AB815AAC8}"/>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accent1"/>
                </a:solidFill>
              </a:defRPr>
            </a:lvl1pPr>
            <a:lvl5pPr marL="2438216" indent="0">
              <a:buNone/>
              <a:defRPr/>
            </a:lvl5pPr>
          </a:lstStyle>
          <a:p>
            <a:pPr lvl="0"/>
            <a:r>
              <a:rPr kumimoji="1" lang="en-US" altLang="ja-JP"/>
              <a:t>2024</a:t>
            </a:r>
            <a:r>
              <a:rPr kumimoji="1" lang="ja-JP" altLang="en-US"/>
              <a:t>年〇月〇日　株式会社</a:t>
            </a:r>
            <a:r>
              <a:rPr kumimoji="1" lang="en-US" altLang="ja-JP"/>
              <a:t>NTT</a:t>
            </a:r>
            <a:r>
              <a:rPr kumimoji="1" lang="ja-JP" altLang="en-US"/>
              <a:t>データ ○○○○○○</a:t>
            </a:r>
          </a:p>
        </p:txBody>
      </p:sp>
      <p:pic>
        <p:nvPicPr>
          <p:cNvPr id="9" name="図 8">
            <a:extLst>
              <a:ext uri="{FF2B5EF4-FFF2-40B4-BE49-F238E27FC236}">
                <a16:creationId xmlns:a16="http://schemas.microsoft.com/office/drawing/2014/main" id="{57B54130-C13B-014A-F9F3-0C8FCD6D243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0" name="テキスト ボックス 9">
            <a:extLst>
              <a:ext uri="{FF2B5EF4-FFF2-40B4-BE49-F238E27FC236}">
                <a16:creationId xmlns:a16="http://schemas.microsoft.com/office/drawing/2014/main" id="{8D0D95E3-21F4-A71F-7D73-FE15E156422C}"/>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11" name="テキスト ボックス 10">
            <a:extLst>
              <a:ext uri="{FF2B5EF4-FFF2-40B4-BE49-F238E27FC236}">
                <a16:creationId xmlns:a16="http://schemas.microsoft.com/office/drawing/2014/main" id="{4D9542F4-2785-BB77-7E12-1225021C408C}"/>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132063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279E55B6-184B-9445-3C84-3C51FFA63D1B}"/>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4496400" y="2286000"/>
            <a:ext cx="7315200" cy="3952800"/>
          </a:xfrm>
          <a:prstGeom prst="rect">
            <a:avLst/>
          </a:prstGeom>
        </p:spPr>
        <p:txBody>
          <a:bodyPr lIns="0" tIns="0" rIns="0" bIns="0"/>
          <a:lstStyle>
            <a:lvl1pPr>
              <a:defRPr sz="4800" b="1">
                <a:solidFill>
                  <a:schemeClr val="accent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4E856B16-CC7F-D18A-5F95-82F6F68027FD}"/>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7" name="正方形/長方形 6">
            <a:extLst>
              <a:ext uri="{FF2B5EF4-FFF2-40B4-BE49-F238E27FC236}">
                <a16:creationId xmlns:a16="http://schemas.microsoft.com/office/drawing/2014/main" id="{B78BC61F-DFF6-D0AA-091E-65340A8F721F}"/>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0" name="テキスト ボックス 9">
            <a:extLst>
              <a:ext uri="{FF2B5EF4-FFF2-40B4-BE49-F238E27FC236}">
                <a16:creationId xmlns:a16="http://schemas.microsoft.com/office/drawing/2014/main" id="{D5163610-4754-0AB2-758B-6FFD6261400E}"/>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
        <p:nvSpPr>
          <p:cNvPr id="3" name="テキスト ボックス 2">
            <a:extLst>
              <a:ext uri="{FF2B5EF4-FFF2-40B4-BE49-F238E27FC236}">
                <a16:creationId xmlns:a16="http://schemas.microsoft.com/office/drawing/2014/main" id="{A743C299-B1D8-32E7-0665-7030EF319DF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1845279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pic>
        <p:nvPicPr>
          <p:cNvPr id="4" name="Picture 6">
            <a:extLst>
              <a:ext uri="{FF2B5EF4-FFF2-40B4-BE49-F238E27FC236}">
                <a16:creationId xmlns:a16="http://schemas.microsoft.com/office/drawing/2014/main" id="{EB864475-214E-676F-1057-8A4E44927EF7}"/>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a:xfrm>
            <a:off x="8070773" y="2431973"/>
            <a:ext cx="3740227" cy="3740227"/>
          </a:xfrm>
          <a:prstGeom prst="rect">
            <a:avLst/>
          </a:prstGeom>
        </p:spPr>
      </p:pic>
      <p:sp>
        <p:nvSpPr>
          <p:cNvPr id="5" name="テキスト ボックス 4">
            <a:extLst>
              <a:ext uri="{FF2B5EF4-FFF2-40B4-BE49-F238E27FC236}">
                <a16:creationId xmlns:a16="http://schemas.microsoft.com/office/drawing/2014/main" id="{442CEE08-CDC8-97A0-0539-B8FAF99A176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412629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4" name="テキスト ボックス 3">
            <a:extLst>
              <a:ext uri="{FF2B5EF4-FFF2-40B4-BE49-F238E27FC236}">
                <a16:creationId xmlns:a16="http://schemas.microsoft.com/office/drawing/2014/main" id="{5AFADF36-0739-4336-5F19-36F99723999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pic>
        <p:nvPicPr>
          <p:cNvPr id="8" name="図プレースホルダー 15">
            <a:extLst>
              <a:ext uri="{FF2B5EF4-FFF2-40B4-BE49-F238E27FC236}">
                <a16:creationId xmlns:a16="http://schemas.microsoft.com/office/drawing/2014/main" id="{7A73D8A7-ECC3-BBC6-EF06-B230921C7B4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1310426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082519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1302DF2-0499-A7F0-F9C3-E5E071AA87A1}"/>
              </a:ext>
            </a:extLst>
          </p:cNvPr>
          <p:cNvSpPr/>
          <p:nvPr userDrawn="1"/>
        </p:nvSpPr>
        <p:spPr>
          <a:xfrm>
            <a:off x="0" y="0"/>
            <a:ext cx="12192000" cy="730800"/>
          </a:xfrm>
          <a:prstGeom prst="rect">
            <a:avLst/>
          </a:prstGeom>
          <a:solidFill>
            <a:schemeClr val="tx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bg1"/>
              </a:solidFill>
            </a:endParaRPr>
          </a:p>
        </p:txBody>
      </p:sp>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0"/>
            <a:ext cx="11448000" cy="730800"/>
          </a:xfrm>
        </p:spPr>
        <p:txBody>
          <a:bodyPr tIns="0" bIns="0" anchor="ctr">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992902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083363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179678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350789134"/>
      </p:ext>
    </p:extLst>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618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561363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3400063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4072169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4935579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4168147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5360333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273833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
        <p:nvSpPr>
          <p:cNvPr id="3" name="テキスト ボックス 2">
            <a:extLst>
              <a:ext uri="{FF2B5EF4-FFF2-40B4-BE49-F238E27FC236}">
                <a16:creationId xmlns:a16="http://schemas.microsoft.com/office/drawing/2014/main" id="{81BDF2C6-C064-BC40-82E9-4D1BAEA155C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122740487"/>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No Conte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24878" y="128637"/>
            <a:ext cx="11372249" cy="750083"/>
          </a:xfrm>
        </p:spPr>
        <p:txBody>
          <a:bodyPr/>
          <a:lstStyle>
            <a:lvl1pPr>
              <a:defRPr spc="1000" baseline="0"/>
            </a:lvl1pPr>
          </a:lstStyle>
          <a:p>
            <a:r>
              <a:rPr lang="en-US" altLang="ja-JP"/>
              <a:t>SLIDE TITLE HERE</a:t>
            </a:r>
            <a:endParaRPr kumimoji="1" lang="ja-JP" altLang="en-US"/>
          </a:p>
        </p:txBody>
      </p:sp>
      <p:sp>
        <p:nvSpPr>
          <p:cNvPr id="5" name="フッター プレースホルダー 2"/>
          <p:cNvSpPr>
            <a:spLocks noGrp="1"/>
          </p:cNvSpPr>
          <p:nvPr>
            <p:ph type="ftr" sz="quarter" idx="10"/>
          </p:nvPr>
        </p:nvSpPr>
        <p:spPr>
          <a:xfrm>
            <a:off x="6276035" y="6394245"/>
            <a:ext cx="5185026" cy="365125"/>
          </a:xfrm>
          <a:prstGeom prst="rect">
            <a:avLst/>
          </a:prstGeom>
        </p:spPr>
        <p:txBody>
          <a:bodyPr/>
          <a:lstStyle>
            <a:lvl1pPr>
              <a:defRPr sz="933"/>
            </a:lvl1pPr>
          </a:lstStyle>
          <a:p>
            <a:r>
              <a:rPr lang="en-US"/>
              <a:t>Copyright(c) 2025 NID All Right Reserved.</a:t>
            </a:r>
          </a:p>
        </p:txBody>
      </p:sp>
      <p:sp>
        <p:nvSpPr>
          <p:cNvPr id="6" name="スライド番号プレースホルダー 3"/>
          <p:cNvSpPr>
            <a:spLocks noGrp="1"/>
          </p:cNvSpPr>
          <p:nvPr>
            <p:ph type="sldNum" sz="quarter" idx="11"/>
          </p:nvPr>
        </p:nvSpPr>
        <p:spPr>
          <a:xfrm>
            <a:off x="11582294" y="6394245"/>
            <a:ext cx="604913" cy="365125"/>
          </a:xfrm>
          <a:prstGeom prst="rect">
            <a:avLst/>
          </a:prstGeom>
        </p:spPr>
        <p:txBody>
          <a:bodyPr/>
          <a:lstStyle>
            <a:lvl1pPr>
              <a:defRPr sz="1600"/>
            </a:lvl1pPr>
          </a:lstStyle>
          <a:p>
            <a:fld id="{387164BF-D67A-46C0-81D2-5BAF67C00C80}" type="slidenum">
              <a:rPr lang="en-US" smtClean="0"/>
              <a:pPr/>
              <a:t>‹#›</a:t>
            </a:fld>
            <a:endParaRPr lang="en-US"/>
          </a:p>
        </p:txBody>
      </p:sp>
      <p:sp>
        <p:nvSpPr>
          <p:cNvPr id="9" name="テキスト プレースホルダー 11"/>
          <p:cNvSpPr>
            <a:spLocks noGrp="1"/>
          </p:cNvSpPr>
          <p:nvPr>
            <p:ph type="body" sz="quarter" idx="26" hasCustomPrompt="1"/>
          </p:nvPr>
        </p:nvSpPr>
        <p:spPr>
          <a:xfrm>
            <a:off x="604913" y="998731"/>
            <a:ext cx="11192215" cy="5370319"/>
          </a:xfrm>
        </p:spPr>
        <p:txBody>
          <a:bodyPr anchor="t">
            <a:noAutofit/>
          </a:bodyPr>
          <a:lstStyle>
            <a:lvl1pPr marL="0" indent="0" algn="l">
              <a:lnSpc>
                <a:spcPct val="120000"/>
              </a:lnSpc>
              <a:spcBef>
                <a:spcPts val="0"/>
              </a:spcBef>
              <a:buFont typeface="Arial" panose="020B0604020202020204" pitchFamily="34" charset="0"/>
              <a:buNone/>
              <a:defRPr sz="2400">
                <a:solidFill>
                  <a:schemeClr val="tx1"/>
                </a:solidFill>
                <a:latin typeface="Meiryo UI" panose="020B0604030504040204" pitchFamily="50" charset="-128"/>
                <a:ea typeface="Meiryo UI" panose="020B0604030504040204" pitchFamily="50" charset="-128"/>
              </a:defRPr>
            </a:lvl1pPr>
          </a:lstStyle>
          <a:p>
            <a:pPr lvl="0"/>
            <a:r>
              <a:rPr lang="en-US" altLang="ja-JP"/>
              <a:t>TEXT</a:t>
            </a:r>
            <a:r>
              <a:rPr lang="ja-JP" altLang="en-US"/>
              <a:t>　</a:t>
            </a:r>
            <a:r>
              <a:rPr lang="en-US" altLang="ja-JP"/>
              <a:t>HERE</a:t>
            </a:r>
          </a:p>
        </p:txBody>
      </p:sp>
    </p:spTree>
    <p:extLst>
      <p:ext uri="{BB962C8B-B14F-4D97-AF65-F5344CB8AC3E}">
        <p14:creationId xmlns:p14="http://schemas.microsoft.com/office/powerpoint/2010/main" val="29736752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877768" y="2865911"/>
            <a:ext cx="4436464" cy="1126177"/>
          </a:xfrm>
          <a:prstGeom prst="rect">
            <a:avLst/>
          </a:prstGeom>
        </p:spPr>
      </p:pic>
    </p:spTree>
    <p:extLst>
      <p:ext uri="{BB962C8B-B14F-4D97-AF65-F5344CB8AC3E}">
        <p14:creationId xmlns:p14="http://schemas.microsoft.com/office/powerpoint/2010/main" val="11673992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2"/>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Tree>
    <p:extLst>
      <p:ext uri="{BB962C8B-B14F-4D97-AF65-F5344CB8AC3E}">
        <p14:creationId xmlns:p14="http://schemas.microsoft.com/office/powerpoint/2010/main" val="334898622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914A62E0-557E-B957-9899-5EBF45E3EA8C}"/>
              </a:ext>
            </a:extLst>
          </p:cNvPr>
          <p:cNvPicPr>
            <a:picLocks noChangeAspect="1"/>
          </p:cNvPicPr>
          <p:nvPr userDrawn="1"/>
        </p:nvPicPr>
        <p:blipFill>
          <a:blip r:embed="rId2"/>
          <a:srcRect/>
          <a:stretch/>
        </p:blipFill>
        <p:spPr>
          <a:xfrm>
            <a:off x="1" y="-1"/>
            <a:ext cx="12191998" cy="6857999"/>
          </a:xfrm>
          <a:prstGeom prst="rect">
            <a:avLst/>
          </a:prstGeom>
        </p:spPr>
      </p:pic>
      <p:sp>
        <p:nvSpPr>
          <p:cNvPr id="15" name="正方形/長方形 14">
            <a:extLst>
              <a:ext uri="{FF2B5EF4-FFF2-40B4-BE49-F238E27FC236}">
                <a16:creationId xmlns:a16="http://schemas.microsoft.com/office/drawing/2014/main" id="{B21D845A-6F22-B3AA-CB2B-CE570ECB54DA}"/>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4" name="図 13">
            <a:extLst>
              <a:ext uri="{FF2B5EF4-FFF2-40B4-BE49-F238E27FC236}">
                <a16:creationId xmlns:a16="http://schemas.microsoft.com/office/drawing/2014/main" id="{293D96B2-6F5E-EE7E-9F24-93B0B654C8F0}"/>
              </a:ext>
            </a:extLst>
          </p:cNvPr>
          <p:cNvPicPr>
            <a:picLocks noChangeAspect="1"/>
          </p:cNvPicPr>
          <p:nvPr userDrawn="1"/>
        </p:nvPicPr>
        <p:blipFill>
          <a:blip r:embed="rId3"/>
          <a:stretch>
            <a:fillRect/>
          </a:stretch>
        </p:blipFill>
        <p:spPr>
          <a:xfrm>
            <a:off x="5354200" y="0"/>
            <a:ext cx="6837800" cy="6876000"/>
          </a:xfrm>
          <a:prstGeom prst="rect">
            <a:avLst/>
          </a:prstGeom>
        </p:spPr>
      </p:pic>
      <p:pic>
        <p:nvPicPr>
          <p:cNvPr id="7" name="図 6">
            <a:extLst>
              <a:ext uri="{FF2B5EF4-FFF2-40B4-BE49-F238E27FC236}">
                <a16:creationId xmlns:a16="http://schemas.microsoft.com/office/drawing/2014/main" id="{306268F2-28E0-79B7-DA6F-57A7B640AE86}"/>
              </a:ext>
            </a:extLst>
          </p:cNvPr>
          <p:cNvPicPr>
            <a:picLocks noChangeAspect="1"/>
          </p:cNvPicPr>
          <p:nvPr userDrawn="1"/>
        </p:nvPicPr>
        <p:blipFill>
          <a:blip r:embed="rId4"/>
          <a:srcRect/>
          <a:stretch/>
        </p:blipFill>
        <p:spPr>
          <a:xfrm>
            <a:off x="231864" y="191534"/>
            <a:ext cx="2237123" cy="569864"/>
          </a:xfrm>
          <a:prstGeom prst="rect">
            <a:avLst/>
          </a:prstGeom>
        </p:spPr>
      </p:pic>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2" name="タイトル 2">
            <a:extLst>
              <a:ext uri="{FF2B5EF4-FFF2-40B4-BE49-F238E27FC236}">
                <a16:creationId xmlns:a16="http://schemas.microsoft.com/office/drawing/2014/main" id="{9FFE2739-2E04-47EE-56DD-BB294EDAFE24}"/>
              </a:ext>
            </a:extLst>
          </p:cNvPr>
          <p:cNvSpPr>
            <a:spLocks noGrp="1"/>
          </p:cNvSpPr>
          <p:nvPr>
            <p:ph type="title" hasCustomPrompt="1"/>
          </p:nvPr>
        </p:nvSpPr>
        <p:spPr>
          <a:xfrm>
            <a:off x="381600" y="864000"/>
            <a:ext cx="48420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9" name="テキスト プレースホルダー 6">
            <a:extLst>
              <a:ext uri="{FF2B5EF4-FFF2-40B4-BE49-F238E27FC236}">
                <a16:creationId xmlns:a16="http://schemas.microsoft.com/office/drawing/2014/main" id="{F837CDFA-F63F-E633-A624-CDB5B06CAF47}"/>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0" name="テキスト プレースホルダー 10">
            <a:extLst>
              <a:ext uri="{FF2B5EF4-FFF2-40B4-BE49-F238E27FC236}">
                <a16:creationId xmlns:a16="http://schemas.microsoft.com/office/drawing/2014/main" id="{C902823D-1000-9AD4-A5D1-BC7E7F7ABDBA}"/>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34610233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135D64F4-1CA0-56CF-8C07-767DED8AAB1A}"/>
              </a:ext>
            </a:extLst>
          </p:cNvPr>
          <p:cNvPicPr>
            <a:picLocks noChangeAspect="1"/>
          </p:cNvPicPr>
          <p:nvPr userDrawn="1"/>
        </p:nvPicPr>
        <p:blipFill>
          <a:blip r:embed="rId2"/>
          <a:srcRect/>
          <a:stretch/>
        </p:blipFill>
        <p:spPr>
          <a:xfrm>
            <a:off x="1" y="-1"/>
            <a:ext cx="12191998" cy="6857999"/>
          </a:xfrm>
          <a:prstGeom prst="rect">
            <a:avLst/>
          </a:prstGeom>
        </p:spPr>
      </p:pic>
      <p:sp>
        <p:nvSpPr>
          <p:cNvPr id="8" name="正方形/長方形 7">
            <a:extLst>
              <a:ext uri="{FF2B5EF4-FFF2-40B4-BE49-F238E27FC236}">
                <a16:creationId xmlns:a16="http://schemas.microsoft.com/office/drawing/2014/main" id="{297923DD-A187-436F-BFDF-933B5E40DE59}"/>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5" name="図 4">
            <a:extLst>
              <a:ext uri="{FF2B5EF4-FFF2-40B4-BE49-F238E27FC236}">
                <a16:creationId xmlns:a16="http://schemas.microsoft.com/office/drawing/2014/main" id="{1F0B3FE2-7046-025F-1030-28927CDF7940}"/>
              </a:ext>
            </a:extLst>
          </p:cNvPr>
          <p:cNvPicPr>
            <a:picLocks noChangeAspect="1"/>
          </p:cNvPicPr>
          <p:nvPr userDrawn="1"/>
        </p:nvPicPr>
        <p:blipFill>
          <a:blip r:embed="rId3"/>
          <a:srcRect/>
          <a:stretch/>
        </p:blipFill>
        <p:spPr>
          <a:xfrm>
            <a:off x="231864" y="191534"/>
            <a:ext cx="2237123" cy="569864"/>
          </a:xfrm>
          <a:prstGeom prst="rect">
            <a:avLst/>
          </a:prstGeom>
        </p:spPr>
      </p:pic>
      <p:pic>
        <p:nvPicPr>
          <p:cNvPr id="7" name="図 6">
            <a:extLst>
              <a:ext uri="{FF2B5EF4-FFF2-40B4-BE49-F238E27FC236}">
                <a16:creationId xmlns:a16="http://schemas.microsoft.com/office/drawing/2014/main" id="{C26356CC-4A55-00B4-4C29-4C4FF9AC3E50}"/>
              </a:ext>
            </a:extLst>
          </p:cNvPr>
          <p:cNvPicPr>
            <a:picLocks noChangeAspect="1"/>
          </p:cNvPicPr>
          <p:nvPr userDrawn="1"/>
        </p:nvPicPr>
        <p:blipFill>
          <a:blip r:embed="rId4"/>
          <a:stretch>
            <a:fillRect/>
          </a:stretch>
        </p:blipFill>
        <p:spPr>
          <a:xfrm>
            <a:off x="7628966" y="0"/>
            <a:ext cx="4558534" cy="6876000"/>
          </a:xfrm>
          <a:prstGeom prst="rect">
            <a:avLst/>
          </a:prstGeom>
        </p:spPr>
      </p:pic>
      <p:sp>
        <p:nvSpPr>
          <p:cNvPr id="10" name="テキスト ボックス 9">
            <a:extLst>
              <a:ext uri="{FF2B5EF4-FFF2-40B4-BE49-F238E27FC236}">
                <a16:creationId xmlns:a16="http://schemas.microsoft.com/office/drawing/2014/main" id="{253D2BDA-26EA-370D-2084-F7F1C3809C6A}"/>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4" name="テキスト ボックス 3">
            <a:extLst>
              <a:ext uri="{FF2B5EF4-FFF2-40B4-BE49-F238E27FC236}">
                <a16:creationId xmlns:a16="http://schemas.microsoft.com/office/drawing/2014/main" id="{0C97F027-0343-7668-5879-F7126DF1758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2" name="タイトル 2">
            <a:extLst>
              <a:ext uri="{FF2B5EF4-FFF2-40B4-BE49-F238E27FC236}">
                <a16:creationId xmlns:a16="http://schemas.microsoft.com/office/drawing/2014/main" id="{FDC3CA59-45BD-B018-FE26-B50D0990128D}"/>
              </a:ext>
            </a:extLst>
          </p:cNvPr>
          <p:cNvSpPr>
            <a:spLocks noGrp="1"/>
          </p:cNvSpPr>
          <p:nvPr>
            <p:ph type="title" hasCustomPrompt="1"/>
          </p:nvPr>
        </p:nvSpPr>
        <p:spPr>
          <a:xfrm>
            <a:off x="381600" y="1450800"/>
            <a:ext cx="71856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12" name="テキスト プレースホルダー 6">
            <a:extLst>
              <a:ext uri="{FF2B5EF4-FFF2-40B4-BE49-F238E27FC236}">
                <a16:creationId xmlns:a16="http://schemas.microsoft.com/office/drawing/2014/main" id="{2704D472-D7F1-5C17-D2C9-89CA9C7E6E83}"/>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3" name="テキスト プレースホルダー 10">
            <a:extLst>
              <a:ext uri="{FF2B5EF4-FFF2-40B4-BE49-F238E27FC236}">
                <a16:creationId xmlns:a16="http://schemas.microsoft.com/office/drawing/2014/main" id="{FF2F9E31-F480-6E30-B7CC-0D2A360E0E4D}"/>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35058765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12191998"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81600" y="1450800"/>
            <a:ext cx="114408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10336534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5" name="図プレースホルダー 11">
            <a:extLst>
              <a:ext uri="{FF2B5EF4-FFF2-40B4-BE49-F238E27FC236}">
                <a16:creationId xmlns:a16="http://schemas.microsoft.com/office/drawing/2014/main" id="{A3393BEA-233F-245F-0129-ADDB8158110C}"/>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pic>
        <p:nvPicPr>
          <p:cNvPr id="10" name="図 9">
            <a:extLst>
              <a:ext uri="{FF2B5EF4-FFF2-40B4-BE49-F238E27FC236}">
                <a16:creationId xmlns:a16="http://schemas.microsoft.com/office/drawing/2014/main" id="{4E76937A-BEA1-17BD-51FF-75828A89464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2" name="テキスト ボックス 11">
            <a:extLst>
              <a:ext uri="{FF2B5EF4-FFF2-40B4-BE49-F238E27FC236}">
                <a16:creationId xmlns:a16="http://schemas.microsoft.com/office/drawing/2014/main" id="{CC6F50BD-6D4E-93A3-94F5-CD0A6C075F68}"/>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7" name="テキスト ボックス 6">
            <a:extLst>
              <a:ext uri="{FF2B5EF4-FFF2-40B4-BE49-F238E27FC236}">
                <a16:creationId xmlns:a16="http://schemas.microsoft.com/office/drawing/2014/main" id="{5FFAB0DC-12F1-0A0D-5E05-98EABE352010}"/>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2" name="タイトル 2">
            <a:extLst>
              <a:ext uri="{FF2B5EF4-FFF2-40B4-BE49-F238E27FC236}">
                <a16:creationId xmlns:a16="http://schemas.microsoft.com/office/drawing/2014/main" id="{F5B93878-EB0F-DF28-452A-99587B3CF9AF}"/>
              </a:ext>
            </a:extLst>
          </p:cNvPr>
          <p:cNvSpPr>
            <a:spLocks noGrp="1"/>
          </p:cNvSpPr>
          <p:nvPr>
            <p:ph type="title" hasCustomPrompt="1"/>
          </p:nvPr>
        </p:nvSpPr>
        <p:spPr>
          <a:xfrm>
            <a:off x="370800" y="752400"/>
            <a:ext cx="11440800" cy="3960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3" name="テキスト プレースホルダー 6">
            <a:extLst>
              <a:ext uri="{FF2B5EF4-FFF2-40B4-BE49-F238E27FC236}">
                <a16:creationId xmlns:a16="http://schemas.microsoft.com/office/drawing/2014/main" id="{5893501C-E04B-3D7E-860E-2A66FEF8D7C9}"/>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8ADA0CC1-B34F-2866-9154-43C9EABF8BF5}"/>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bg1"/>
                </a:solidFill>
              </a:defRPr>
            </a:lvl1pPr>
            <a:lvl5pPr marL="2438216" indent="0">
              <a:buNone/>
              <a:defRPr/>
            </a:lvl5pPr>
          </a:lstStyle>
          <a:p>
            <a:pPr lvl="0"/>
            <a:r>
              <a:rPr kumimoji="1" lang="en-US" altLang="ja-JP"/>
              <a:t>2024</a:t>
            </a:r>
            <a:r>
              <a:rPr kumimoji="1" lang="ja-JP" altLang="en-US"/>
              <a:t>年〇月〇日　株式会社</a:t>
            </a:r>
            <a:r>
              <a:rPr kumimoji="1" lang="en-US" altLang="ja-JP"/>
              <a:t>NTT</a:t>
            </a:r>
            <a:r>
              <a:rPr kumimoji="1" lang="ja-JP" altLang="en-US"/>
              <a:t>データ ○○○○○○</a:t>
            </a:r>
          </a:p>
        </p:txBody>
      </p:sp>
    </p:spTree>
    <p:extLst>
      <p:ext uri="{BB962C8B-B14F-4D97-AF65-F5344CB8AC3E}">
        <p14:creationId xmlns:p14="http://schemas.microsoft.com/office/powerpoint/2010/main" val="8006712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4" name="Picture Placeholder 8">
            <a:extLst>
              <a:ext uri="{FF2B5EF4-FFF2-40B4-BE49-F238E27FC236}">
                <a16:creationId xmlns:a16="http://schemas.microsoft.com/office/drawing/2014/main" id="{4CF74755-19E7-052E-D6BE-AE04C9B65B9E}"/>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4496400" y="2286000"/>
            <a:ext cx="7315200" cy="3952800"/>
          </a:xfrm>
          <a:prstGeom prst="rect">
            <a:avLst/>
          </a:prstGeom>
        </p:spPr>
        <p:txBody>
          <a:bodyPr lIns="0" tIns="0" rIns="0" bIns="0"/>
          <a:lstStyle>
            <a:lvl1pPr>
              <a:defRPr sz="4800" b="1">
                <a:solidFill>
                  <a:schemeClr val="bg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CBB76971-86FF-83F8-9E8E-FF04E7792ABB}"/>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7" name="正方形/長方形 6">
            <a:extLst>
              <a:ext uri="{FF2B5EF4-FFF2-40B4-BE49-F238E27FC236}">
                <a16:creationId xmlns:a16="http://schemas.microsoft.com/office/drawing/2014/main" id="{9CFA8725-4E9D-1A8D-75CB-0BBF9E663993}"/>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0" name="テキスト ボックス 9">
            <a:extLst>
              <a:ext uri="{FF2B5EF4-FFF2-40B4-BE49-F238E27FC236}">
                <a16:creationId xmlns:a16="http://schemas.microsoft.com/office/drawing/2014/main" id="{CA9355A0-2A70-15E3-7B93-39F5C7005529}"/>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3" name="テキスト ボックス 2">
            <a:extLst>
              <a:ext uri="{FF2B5EF4-FFF2-40B4-BE49-F238E27FC236}">
                <a16:creationId xmlns:a16="http://schemas.microsoft.com/office/drawing/2014/main" id="{DD2ECDF7-C73E-11AF-9E8E-8C6D93EE20FD}"/>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75309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70798" y="687601"/>
            <a:ext cx="7315200" cy="1447199"/>
          </a:xfrm>
          <a:prstGeom prst="rect">
            <a:avLst/>
          </a:prstGeom>
        </p:spPr>
        <p:txBody>
          <a:bodyPr/>
          <a:lstStyle/>
          <a:p>
            <a:r>
              <a:rPr kumimoji="1" lang="en-US" altLang="ja-JP"/>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70800" y="2286000"/>
            <a:ext cx="7315200" cy="38880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pic>
        <p:nvPicPr>
          <p:cNvPr id="6" name="Innovationcurve">
            <a:extLst>
              <a:ext uri="{FF2B5EF4-FFF2-40B4-BE49-F238E27FC236}">
                <a16:creationId xmlns:a16="http://schemas.microsoft.com/office/drawing/2014/main" id="{7CF64CB9-660F-8471-3C6F-4FD9FD6E3B9E}"/>
              </a:ext>
            </a:extLst>
          </p:cNvPr>
          <p:cNvPicPr>
            <a:picLocks noChangeAspect="1"/>
          </p:cNvPicPr>
          <p:nvPr userDrawn="1"/>
        </p:nvPicPr>
        <p:blipFill>
          <a:blip r:embed="rId2"/>
          <a:stretch>
            <a:fillRect/>
          </a:stretch>
        </p:blipFill>
        <p:spPr>
          <a:xfrm>
            <a:off x="8091600" y="2433600"/>
            <a:ext cx="3729600" cy="3739975"/>
          </a:xfrm>
          <a:prstGeom prst="rect">
            <a:avLst/>
          </a:prstGeom>
        </p:spPr>
      </p:pic>
      <p:sp>
        <p:nvSpPr>
          <p:cNvPr id="8" name="テキスト ボックス 7">
            <a:extLst>
              <a:ext uri="{FF2B5EF4-FFF2-40B4-BE49-F238E27FC236}">
                <a16:creationId xmlns:a16="http://schemas.microsoft.com/office/drawing/2014/main" id="{943F721B-F20E-EF98-7C7E-D4DD7319192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26173633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496400" y="687600"/>
            <a:ext cx="7315200" cy="1447199"/>
          </a:xfrm>
          <a:prstGeom prst="rect">
            <a:avLst/>
          </a:prstGeom>
        </p:spPr>
        <p:txBody>
          <a:bodyPr/>
          <a:lstStyle/>
          <a:p>
            <a:r>
              <a:rPr kumimoji="1" lang="en-US" altLang="ja-JP"/>
              <a:t>01</a:t>
            </a:r>
            <a:endParaRPr kumimoji="1" lang="ja-JP" altLang="en-US"/>
          </a:p>
        </p:txBody>
      </p:sp>
      <p:pic>
        <p:nvPicPr>
          <p:cNvPr id="3" name="Picture 6">
            <a:extLst>
              <a:ext uri="{FF2B5EF4-FFF2-40B4-BE49-F238E27FC236}">
                <a16:creationId xmlns:a16="http://schemas.microsoft.com/office/drawing/2014/main" id="{38FD529D-5FF6-E828-CE3E-B79F0DF687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496400" y="2433600"/>
            <a:ext cx="7315200" cy="3740400"/>
          </a:xfrm>
          <a:prstGeom prst="rect">
            <a:avLst/>
          </a:prstGeom>
        </p:spPr>
        <p:txBody>
          <a:bodyPr lIns="0" tIns="0" rIns="0" bIns="0"/>
          <a:lstStyle>
            <a:lvl1pPr>
              <a:defRPr sz="4000" b="1">
                <a:solidFill>
                  <a:schemeClr val="bg1"/>
                </a:solidFill>
              </a:defRPr>
            </a:lvl1pPr>
          </a:lstStyle>
          <a:p>
            <a:pPr lvl="0"/>
            <a:r>
              <a:rPr kumimoji="1" lang="ja-JP" altLang="en-US"/>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63EDD009-B7C6-2FAB-6C6C-D361E024042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pic>
        <p:nvPicPr>
          <p:cNvPr id="7" name="図プレースホルダー 15">
            <a:extLst>
              <a:ext uri="{FF2B5EF4-FFF2-40B4-BE49-F238E27FC236}">
                <a16:creationId xmlns:a16="http://schemas.microsoft.com/office/drawing/2014/main" id="{B62A01C9-0B30-0082-9D00-73A4244F836E}"/>
              </a:ext>
            </a:extLst>
          </p:cNvPr>
          <p:cNvPicPr>
            <a:picLocks noChangeAspect="1"/>
          </p:cNvPicPr>
          <p:nvPr userDrawn="1"/>
        </p:nvPicPr>
        <p:blipFill rotWithShape="1">
          <a:blip r:embed="rId3"/>
          <a:srcRect l="40504" r="3246"/>
          <a:stretch/>
        </p:blipFill>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28711666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27517585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40557906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7697331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bg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10419515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noAutofit/>
          </a:bodyPr>
          <a:lstStyle>
            <a:lvl1pPr>
              <a:defRPr sz="2600">
                <a:solidFill>
                  <a:schemeClr val="bg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bg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41190842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1753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21335728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284A47DF-598D-4484-FC4C-BB3F7796E5E5}"/>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17BFC142-EE3C-1097-DFF9-406290BF82E8}"/>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53006D64-E6DC-EC14-0869-CFFA4F407720}"/>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0" name="テキスト ボックス 9">
            <a:extLst>
              <a:ext uri="{FF2B5EF4-FFF2-40B4-BE49-F238E27FC236}">
                <a16:creationId xmlns:a16="http://schemas.microsoft.com/office/drawing/2014/main" id="{982FFD09-936A-AF7C-CD3D-13DA700D6B3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11" name="テキスト ボックス 10">
            <a:extLst>
              <a:ext uri="{FF2B5EF4-FFF2-40B4-BE49-F238E27FC236}">
                <a16:creationId xmlns:a16="http://schemas.microsoft.com/office/drawing/2014/main" id="{F630E21C-D3DA-C1C9-6335-53E0F302CA3F}"/>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1ED76DD1-6CF3-67A2-ABEE-C68044278951}"/>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36142673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364C7304-EA79-3047-AAB3-5F36CE9C49DE}"/>
              </a:ext>
            </a:extLst>
          </p:cNvPr>
          <p:cNvPicPr>
            <a:picLocks noChangeAspect="1"/>
          </p:cNvPicPr>
          <p:nvPr userDrawn="1"/>
        </p:nvPicPr>
        <p:blipFill rotWithShape="1">
          <a:blip r:embed="rId2"/>
          <a:srcRect l="58440" r="8440"/>
          <a:stretch/>
        </p:blipFill>
        <p:spPr>
          <a:xfrm>
            <a:off x="81528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9" name="正方形/長方形 8">
            <a:extLst>
              <a:ext uri="{FF2B5EF4-FFF2-40B4-BE49-F238E27FC236}">
                <a16:creationId xmlns:a16="http://schemas.microsoft.com/office/drawing/2014/main" id="{7B12F8C5-0E88-DAD9-ABAF-0068EAED006A}"/>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1511AB2B-344F-4945-B779-70D998A016D8}"/>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E362071F-A70C-04A3-5591-E26AA3F70795}"/>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6531070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A5C280F5-C8A3-ED0C-C7A4-8D18EBF140D0}"/>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9" name="テキスト ボックス 8">
            <a:extLst>
              <a:ext uri="{FF2B5EF4-FFF2-40B4-BE49-F238E27FC236}">
                <a16:creationId xmlns:a16="http://schemas.microsoft.com/office/drawing/2014/main" id="{7B9BBD56-FDC8-781A-F41D-9973F313B29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正方形/長方形 3">
            <a:extLst>
              <a:ext uri="{FF2B5EF4-FFF2-40B4-BE49-F238E27FC236}">
                <a16:creationId xmlns:a16="http://schemas.microsoft.com/office/drawing/2014/main" id="{D3B0CE17-A075-1981-B937-98723C53A715}"/>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8" name="テキスト ボックス 7">
            <a:extLst>
              <a:ext uri="{FF2B5EF4-FFF2-40B4-BE49-F238E27FC236}">
                <a16:creationId xmlns:a16="http://schemas.microsoft.com/office/drawing/2014/main" id="{7CCDB277-94A0-134B-3BE0-C7631A608D43}"/>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5" name="テキスト ボックス 4">
            <a:extLst>
              <a:ext uri="{FF2B5EF4-FFF2-40B4-BE49-F238E27FC236}">
                <a16:creationId xmlns:a16="http://schemas.microsoft.com/office/drawing/2014/main" id="{FE3BD25D-ABBB-6D2D-8F6B-16DB936E7872}"/>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36514606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2" name="図プレースホルダー 11">
            <a:extLst>
              <a:ext uri="{FF2B5EF4-FFF2-40B4-BE49-F238E27FC236}">
                <a16:creationId xmlns:a16="http://schemas.microsoft.com/office/drawing/2014/main" id="{9A370874-D6E7-8236-0AEC-2B707CC0DA41}"/>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7" name="正方形/長方形 6">
            <a:extLst>
              <a:ext uri="{FF2B5EF4-FFF2-40B4-BE49-F238E27FC236}">
                <a16:creationId xmlns:a16="http://schemas.microsoft.com/office/drawing/2014/main" id="{C3712D3F-0A14-B965-583E-18E6FCE4A735}"/>
              </a:ext>
            </a:extLst>
          </p:cNvPr>
          <p:cNvSpPr/>
          <p:nvPr userDrawn="1"/>
        </p:nvSpPr>
        <p:spPr>
          <a:xfrm>
            <a:off x="1200" y="5205601"/>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8" name="図 7">
            <a:extLst>
              <a:ext uri="{FF2B5EF4-FFF2-40B4-BE49-F238E27FC236}">
                <a16:creationId xmlns:a16="http://schemas.microsoft.com/office/drawing/2014/main" id="{84D7E9EC-CF46-317F-6A0E-F6BDEEB785B0}"/>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EFD602CA-4EF9-5AA1-3EE4-33973263E2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13" name="テキスト ボックス 12">
            <a:extLst>
              <a:ext uri="{FF2B5EF4-FFF2-40B4-BE49-F238E27FC236}">
                <a16:creationId xmlns:a16="http://schemas.microsoft.com/office/drawing/2014/main" id="{AE93AE18-67FE-0AB9-197B-5A29BB657E46}"/>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8A8B6262-DDC9-FD06-5613-CDCB22E48DDD}"/>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10117659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15742990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6" name="テキスト ボックス 5">
            <a:extLst>
              <a:ext uri="{FF2B5EF4-FFF2-40B4-BE49-F238E27FC236}">
                <a16:creationId xmlns:a16="http://schemas.microsoft.com/office/drawing/2014/main" id="{9BE84247-9F18-8E6D-E1A4-05326A6BB13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Tree>
    <p:extLst>
      <p:ext uri="{BB962C8B-B14F-4D97-AF65-F5344CB8AC3E}">
        <p14:creationId xmlns:p14="http://schemas.microsoft.com/office/powerpoint/2010/main" val="36639927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D5407A4A-3DB7-4C09-9159-4E2F57E6F3A7}"/>
              </a:ext>
            </a:extLst>
          </p:cNvPr>
          <p:cNvPicPr>
            <a:picLocks noChangeAspect="1"/>
          </p:cNvPicPr>
          <p:nvPr userDrawn="1"/>
        </p:nvPicPr>
        <p:blipFill>
          <a:blip r:embed="rId2"/>
          <a:srcRect/>
          <a:stretch/>
        </p:blipFill>
        <p:spPr>
          <a:xfrm>
            <a:off x="3885475" y="2865911"/>
            <a:ext cx="4421049" cy="1126177"/>
          </a:xfrm>
          <a:prstGeom prst="rect">
            <a:avLst/>
          </a:prstGeom>
        </p:spPr>
      </p:pic>
    </p:spTree>
    <p:extLst>
      <p:ext uri="{BB962C8B-B14F-4D97-AF65-F5344CB8AC3E}">
        <p14:creationId xmlns:p14="http://schemas.microsoft.com/office/powerpoint/2010/main" val="14759751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
        <p:nvSpPr>
          <p:cNvPr id="3" name="テキスト ボックス 2">
            <a:extLst>
              <a:ext uri="{FF2B5EF4-FFF2-40B4-BE49-F238E27FC236}">
                <a16:creationId xmlns:a16="http://schemas.microsoft.com/office/drawing/2014/main" id="{81BDF2C6-C064-BC40-82E9-4D1BAEA155C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146985945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image" Target="../media/image1.png"/><Relationship Id="rId2" Type="http://schemas.openxmlformats.org/officeDocument/2006/relationships/slideLayout" Target="../slideLayouts/slideLayout9.xml"/><Relationship Id="rId16" Type="http://schemas.openxmlformats.org/officeDocument/2006/relationships/theme" Target="../theme/theme3.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image" Target="../media/image9.gif"/><Relationship Id="rId5" Type="http://schemas.openxmlformats.org/officeDocument/2006/relationships/theme" Target="../theme/theme5.xml"/><Relationship Id="rId4" Type="http://schemas.openxmlformats.org/officeDocument/2006/relationships/slideLayout" Target="../slideLayouts/slideLayout2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5" Type="http://schemas.openxmlformats.org/officeDocument/2006/relationships/image" Target="../media/image9.gif"/><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image" Target="../media/image9.gif"/><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46.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tretch>
            <a:fillRect/>
          </a:stretch>
        </p:blipFill>
        <p:spPr>
          <a:xfrm>
            <a:off x="227967" y="191534"/>
            <a:ext cx="2244917" cy="569864"/>
          </a:xfrm>
          <a:prstGeom prst="rect">
            <a:avLst/>
          </a:prstGeom>
        </p:spPr>
      </p:pic>
      <p:sp>
        <p:nvSpPr>
          <p:cNvPr id="2" name="テキスト ボックス 1">
            <a:extLst>
              <a:ext uri="{FF2B5EF4-FFF2-40B4-BE49-F238E27FC236}">
                <a16:creationId xmlns:a16="http://schemas.microsoft.com/office/drawing/2014/main" id="{99FFB214-AC1C-6625-D288-FF1B7FC90CA1}"/>
              </a:ext>
            </a:extLst>
          </p:cNvPr>
          <p:cNvSpPr txBox="1"/>
          <p:nvPr userDrawn="1"/>
        </p:nvSpPr>
        <p:spPr>
          <a:xfrm>
            <a:off x="690926" y="7065341"/>
            <a:ext cx="10810147" cy="329192"/>
          </a:xfrm>
          <a:prstGeom prst="rect">
            <a:avLst/>
          </a:prstGeom>
          <a:noFill/>
        </p:spPr>
        <p:txBody>
          <a:bodyPr wrap="none" lIns="0" rIns="0" rtlCol="0">
            <a:noAutofit/>
          </a:bodyPr>
          <a:lstStyle/>
          <a:p>
            <a:pPr algn="ctr" defTabSz="288000"/>
            <a:r>
              <a:rPr kumimoji="1" lang="ja-JP" altLang="en-US">
                <a:solidFill>
                  <a:srgbClr val="C00000"/>
                </a:solidFill>
                <a:latin typeface="+mn-ea"/>
              </a:rPr>
              <a:t>コピーライトを修正するときは、ホームタブの「置換」から、文字列を</a:t>
            </a:r>
            <a:r>
              <a:rPr kumimoji="1" lang="ja-JP" altLang="en-US" b="1">
                <a:solidFill>
                  <a:srgbClr val="C00000"/>
                </a:solidFill>
                <a:latin typeface="+mn-ea"/>
              </a:rPr>
              <a:t>すべて置換</a:t>
            </a:r>
            <a:r>
              <a:rPr kumimoji="1" lang="ja-JP" altLang="en-US">
                <a:solidFill>
                  <a:srgbClr val="C00000"/>
                </a:solidFill>
                <a:latin typeface="+mn-ea"/>
              </a:rPr>
              <a:t>してください。</a:t>
            </a:r>
          </a:p>
        </p:txBody>
      </p:sp>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2903117392"/>
      </p:ext>
    </p:extLst>
  </p:cSld>
  <p:clrMap bg1="lt1" tx1="dk1" bg2="lt2" tx2="dk2" accent1="accent1" accent2="accent2" accent3="accent3" accent4="accent4" accent5="accent5" accent6="accent6" hlink="hlink" folHlink="folHlink"/>
  <p:sldLayoutIdLst>
    <p:sldLayoutId id="2147484009" r:id="rId1"/>
    <p:sldLayoutId id="2147483931" r:id="rId2"/>
    <p:sldLayoutId id="2147483932" r:id="rId3"/>
    <p:sldLayoutId id="2147483934" r:id="rId4"/>
  </p:sldLayoutIdLst>
  <p:hf hdr="0" dt="0"/>
  <p:txStyles>
    <p:titleStyle>
      <a:lvl1pPr algn="l" defTabSz="609555" rtl="0" eaLnBrk="1" fontAlgn="base" hangingPunct="1">
        <a:spcBef>
          <a:spcPct val="0"/>
        </a:spcBef>
        <a:spcAft>
          <a:spcPct val="0"/>
        </a:spcAft>
        <a:defRPr kumimoji="1" sz="2000" b="0" i="0" kern="1200" spc="0" baseline="0">
          <a:solidFill>
            <a:schemeClr val="accent1"/>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10741025" y="6425921"/>
            <a:ext cx="1152894" cy="292657"/>
          </a:xfrm>
          <a:prstGeom prst="rect">
            <a:avLst/>
          </a:prstGeom>
        </p:spPr>
      </p:pic>
      <p:sp>
        <p:nvSpPr>
          <p:cNvPr id="4" name="テキスト ボックス 3">
            <a:extLst>
              <a:ext uri="{FF2B5EF4-FFF2-40B4-BE49-F238E27FC236}">
                <a16:creationId xmlns:a16="http://schemas.microsoft.com/office/drawing/2014/main" id="{32A0D56C-E1F5-E3B7-AD07-B9E1E5DD0E1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2428608009"/>
      </p:ext>
    </p:extLst>
  </p:cSld>
  <p:clrMap bg1="lt1" tx1="dk1" bg2="lt2" tx2="dk2" accent1="accent1" accent2="accent2" accent3="accent3" accent4="accent4" accent5="accent5" accent6="accent6" hlink="hlink" folHlink="folHlink"/>
  <p:sldLayoutIdLst>
    <p:sldLayoutId id="2147483994" r:id="rId1"/>
    <p:sldLayoutId id="2147483973" r:id="rId2"/>
    <p:sldLayoutId id="2147483974" r:id="rId3"/>
  </p:sldLayoutIdLst>
  <p:hf hdr="0" dt="0"/>
  <p:txStyles>
    <p:titleStyle>
      <a:lvl1pPr algn="l" defTabSz="609555" rtl="0" eaLnBrk="1" fontAlgn="base" hangingPunct="1">
        <a:spcBef>
          <a:spcPct val="0"/>
        </a:spcBef>
        <a:spcAft>
          <a:spcPct val="0"/>
        </a:spcAft>
        <a:defRPr kumimoji="1" sz="9600" b="1" i="0" kern="1200" spc="200" baseline="0">
          <a:solidFill>
            <a:schemeClr val="accent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420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7"/>
          <a:srcRect/>
          <a:stretch/>
        </p:blipFill>
        <p:spPr>
          <a:xfrm>
            <a:off x="10741025" y="646905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697237"/>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4010" r:id="rId13"/>
    <p:sldLayoutId id="2147484033" r:id="rId14"/>
    <p:sldLayoutId id="2147484034" r:id="rId15"/>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40" userDrawn="1">
          <p15:clr>
            <a:srgbClr val="F26B43"/>
          </p15:clr>
        </p15:guide>
        <p15:guide id="7" pos="3840">
          <p15:clr>
            <a:srgbClr val="F26B43"/>
          </p15:clr>
        </p15:guide>
        <p15:guide id="8" pos="7446" userDrawn="1">
          <p15:clr>
            <a:srgbClr val="F26B43"/>
          </p15:clr>
        </p15:guide>
        <p15:guide id="10" orient="horz" pos="459" userDrawn="1">
          <p15:clr>
            <a:srgbClr val="F26B43"/>
          </p15:clr>
        </p15:guide>
        <p15:guide id="12" orient="horz" pos="408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2970830"/>
      </p:ext>
    </p:extLst>
  </p:cSld>
  <p:clrMap bg1="lt1" tx1="dk1" bg2="lt2" tx2="dk2" accent1="accent1" accent2="accent2" accent3="accent3" accent4="accent4" accent5="accent5" accent6="accent6" hlink="hlink" folHlink="folHlink"/>
  <p:sldLayoutIdLst>
    <p:sldLayoutId id="2147483990" r:id="rId1"/>
    <p:sldLayoutId id="2147483991" r:id="rId2"/>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Tree>
    <p:extLst>
      <p:ext uri="{BB962C8B-B14F-4D97-AF65-F5344CB8AC3E}">
        <p14:creationId xmlns:p14="http://schemas.microsoft.com/office/powerpoint/2010/main" val="3635597696"/>
      </p:ext>
    </p:extLst>
  </p:cSld>
  <p:clrMap bg1="lt1" tx1="dk1" bg2="lt2" tx2="dk2" accent1="accent1" accent2="accent2" accent3="accent3" accent4="accent4" accent5="accent5" accent6="accent6" hlink="hlink" folHlink="folHlink"/>
  <p:sldLayoutIdLst>
    <p:sldLayoutId id="2147484002" r:id="rId1"/>
    <p:sldLayoutId id="2147484017" r:id="rId2"/>
    <p:sldLayoutId id="2147484016" r:id="rId3"/>
    <p:sldLayoutId id="2147484008" r:id="rId4"/>
  </p:sldLayoutIdLst>
  <p:hf hdr="0" dt="0"/>
  <p:txStyles>
    <p:titleStyle>
      <a:lvl1pPr algn="l" defTabSz="609555" rtl="0" eaLnBrk="1" fontAlgn="base" hangingPunct="1">
        <a:spcBef>
          <a:spcPct val="0"/>
        </a:spcBef>
        <a:spcAft>
          <a:spcPct val="0"/>
        </a:spcAft>
        <a:defRPr kumimoji="1" sz="2000" b="0" i="0" kern="1200" spc="0" baseline="0">
          <a:solidFill>
            <a:srgbClr val="F8F8F8"/>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2EB1D28-97C8-BB72-8C7A-7FCA119F5F07}"/>
              </a:ext>
            </a:extLst>
          </p:cNvPr>
          <p:cNvPicPr>
            <a:picLocks noChangeAspect="1"/>
          </p:cNvPicPr>
          <p:nvPr userDrawn="1"/>
        </p:nvPicPr>
        <p:blipFill>
          <a:blip r:embed="rId5"/>
          <a:srcRect/>
          <a:stretch/>
        </p:blipFill>
        <p:spPr>
          <a:xfrm>
            <a:off x="10743028" y="6425921"/>
            <a:ext cx="1148887" cy="292657"/>
          </a:xfrm>
          <a:prstGeom prst="rect">
            <a:avLst/>
          </a:prstGeom>
        </p:spPr>
      </p:pic>
      <p:sp>
        <p:nvSpPr>
          <p:cNvPr id="3" name="テキスト ボックス 2">
            <a:extLst>
              <a:ext uri="{FF2B5EF4-FFF2-40B4-BE49-F238E27FC236}">
                <a16:creationId xmlns:a16="http://schemas.microsoft.com/office/drawing/2014/main" id="{C8C1424A-EE89-C720-553C-1637224A6A99}"/>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Tree>
    <p:extLst>
      <p:ext uri="{BB962C8B-B14F-4D97-AF65-F5344CB8AC3E}">
        <p14:creationId xmlns:p14="http://schemas.microsoft.com/office/powerpoint/2010/main" val="827340354"/>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Lst>
  <p:hf hdr="0" dt="0"/>
  <p:txStyles>
    <p:titleStyle>
      <a:lvl1pPr algn="l" defTabSz="609555" rtl="0" eaLnBrk="1" fontAlgn="base" hangingPunct="1">
        <a:spcBef>
          <a:spcPct val="0"/>
        </a:spcBef>
        <a:spcAft>
          <a:spcPct val="0"/>
        </a:spcAft>
        <a:defRPr kumimoji="1" sz="9600" b="1" i="0" kern="1200" spc="200" baseline="0">
          <a:solidFill>
            <a:schemeClr val="bg2"/>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420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3026" y="6425921"/>
            <a:ext cx="1148891" cy="292658"/>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ボックス 3">
            <a:extLst>
              <a:ext uri="{FF2B5EF4-FFF2-40B4-BE49-F238E27FC236}">
                <a16:creationId xmlns:a16="http://schemas.microsoft.com/office/drawing/2014/main" id="{CD1C27BE-E0A7-BBB4-DB0E-D4D404FF82A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Tree>
    <p:extLst>
      <p:ext uri="{BB962C8B-B14F-4D97-AF65-F5344CB8AC3E}">
        <p14:creationId xmlns:p14="http://schemas.microsoft.com/office/powerpoint/2010/main" val="3713879408"/>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4" r:id="rId8"/>
    <p:sldLayoutId id="2147483947" r:id="rId9"/>
    <p:sldLayoutId id="2147483948" r:id="rId10"/>
    <p:sldLayoutId id="2147484018" r:id="rId11"/>
    <p:sldLayoutId id="2147483951" r:id="rId12"/>
    <p:sldLayoutId id="2147484011" r:id="rId13"/>
  </p:sldLayoutIdLst>
  <p:hf hdr="0" dt="0"/>
  <p:txStyles>
    <p:titleStyle>
      <a:lvl1pPr algn="l" defTabSz="609555" rtl="0" eaLnBrk="1" fontAlgn="base" hangingPunct="1">
        <a:spcBef>
          <a:spcPct val="0"/>
        </a:spcBef>
        <a:spcAft>
          <a:spcPct val="0"/>
        </a:spcAft>
        <a:defRPr kumimoji="1" sz="2400" b="1" i="0" kern="1200" spc="0" baseline="0">
          <a:solidFill>
            <a:schemeClr val="bg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bg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4" orient="horz" pos="2160">
          <p15:clr>
            <a:srgbClr val="F26B43"/>
          </p15:clr>
        </p15:guide>
        <p15:guide id="6" orient="horz" pos="663" userDrawn="1">
          <p15:clr>
            <a:srgbClr val="F26B43"/>
          </p15:clr>
        </p15:guide>
        <p15:guide id="7" pos="3840">
          <p15:clr>
            <a:srgbClr val="F26B43"/>
          </p15:clr>
        </p15:guide>
        <p15:guide id="8" pos="7446" userDrawn="1">
          <p15:clr>
            <a:srgbClr val="F26B43"/>
          </p15:clr>
        </p15:guide>
        <p15:guide id="9" orient="horz" pos="3929" userDrawn="1">
          <p15:clr>
            <a:srgbClr val="F26B43"/>
          </p15:clr>
        </p15:guide>
        <p15:guide id="10" orient="horz" pos="210" userDrawn="1">
          <p15:clr>
            <a:srgbClr val="F26B43"/>
          </p15:clr>
        </p15:guide>
        <p15:guide id="12" orient="horz" pos="4201"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014743"/>
      </p:ext>
    </p:extLst>
  </p:cSld>
  <p:clrMap bg1="lt1" tx1="dk1" bg2="lt2" tx2="dk2" accent1="accent1" accent2="accent2" accent3="accent3" accent4="accent4" accent5="accent5" accent6="accent6" hlink="hlink" folHlink="folHlink"/>
  <p:sldLayoutIdLst>
    <p:sldLayoutId id="2147483648" r:id="rId1"/>
    <p:sldLayoutId id="2147483649" r:id="rId2"/>
  </p:sldLayoutIdLst>
  <p:hf hdr="0" dt="0"/>
  <p:txStyles>
    <p:titleStyle>
      <a:lvl1pPr algn="l" defTabSz="609555"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nttdata-recruit.com/recruit/requirements.html" TargetMode="Externa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9.xml"/><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9.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9.xml"/><Relationship Id="rId6" Type="http://schemas.openxmlformats.org/officeDocument/2006/relationships/image" Target="../media/image24.svg"/><Relationship Id="rId5" Type="http://schemas.openxmlformats.org/officeDocument/2006/relationships/image" Target="../media/image40.svg"/><Relationship Id="rId4" Type="http://schemas.openxmlformats.org/officeDocument/2006/relationships/image" Target="../media/image39.svg"/></Relationships>
</file>

<file path=ppt/slides/_rels/slide2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2.xml"/><Relationship Id="rId1" Type="http://schemas.openxmlformats.org/officeDocument/2006/relationships/slideLayout" Target="../slideLayouts/slideLayout9.xml"/><Relationship Id="rId5" Type="http://schemas.openxmlformats.org/officeDocument/2006/relationships/image" Target="../media/image39.svg"/><Relationship Id="rId4" Type="http://schemas.openxmlformats.org/officeDocument/2006/relationships/image" Target="../media/image38.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9.xml"/><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64265A2-61B5-45D8-6463-6418F44F076D}"/>
              </a:ext>
            </a:extLst>
          </p:cNvPr>
          <p:cNvSpPr>
            <a:spLocks noGrp="1"/>
          </p:cNvSpPr>
          <p:nvPr>
            <p:ph type="body" sz="quarter" idx="12"/>
          </p:nvPr>
        </p:nvSpPr>
        <p:spPr>
          <a:xfrm>
            <a:off x="381599" y="2188800"/>
            <a:ext cx="11438926" cy="2412000"/>
          </a:xfrm>
        </p:spPr>
        <p:txBody>
          <a:bodyPr/>
          <a:lstStyle/>
          <a:p>
            <a:r>
              <a:rPr lang="en-US" altLang="ja-JP"/>
              <a:t>【AI</a:t>
            </a:r>
            <a:r>
              <a:rPr lang="ja-JP" altLang="en-US"/>
              <a:t> </a:t>
            </a:r>
            <a:r>
              <a:rPr lang="en-US" altLang="ja-JP"/>
              <a:t>Native</a:t>
            </a:r>
            <a:r>
              <a:rPr lang="ja-JP" altLang="en-US"/>
              <a:t>研修 </a:t>
            </a:r>
            <a:r>
              <a:rPr lang="en-US" altLang="ja-JP"/>
              <a:t>– </a:t>
            </a:r>
            <a:r>
              <a:rPr lang="ja-JP" altLang="en-US"/>
              <a:t>バイブコーディング</a:t>
            </a:r>
            <a:r>
              <a:rPr lang="en-US" altLang="ja-JP"/>
              <a:t>】</a:t>
            </a:r>
          </a:p>
          <a:p>
            <a:r>
              <a:rPr lang="en-US" altLang="ja-JP"/>
              <a:t>Web</a:t>
            </a:r>
            <a:r>
              <a:rPr lang="ja-JP" altLang="en-US"/>
              <a:t>アプリケーション開発</a:t>
            </a:r>
            <a:endParaRPr lang="en-US" altLang="ja-JP"/>
          </a:p>
          <a:p>
            <a:r>
              <a:rPr lang="en-US" altLang="ja-JP"/>
              <a:t>Java</a:t>
            </a:r>
            <a:r>
              <a:rPr lang="ja-JP" altLang="en-US"/>
              <a:t>＆</a:t>
            </a:r>
            <a:r>
              <a:rPr lang="en-US" altLang="ja-JP"/>
              <a:t>Spring</a:t>
            </a:r>
            <a:r>
              <a:rPr lang="ja-JP" altLang="en-US"/>
              <a:t>＆</a:t>
            </a:r>
            <a:r>
              <a:rPr lang="en-US" altLang="ja-JP"/>
              <a:t>DB</a:t>
            </a:r>
          </a:p>
        </p:txBody>
      </p:sp>
      <p:sp>
        <p:nvSpPr>
          <p:cNvPr id="4" name="テキスト プレースホルダー 3">
            <a:extLst>
              <a:ext uri="{FF2B5EF4-FFF2-40B4-BE49-F238E27FC236}">
                <a16:creationId xmlns:a16="http://schemas.microsoft.com/office/drawing/2014/main" id="{DCF65AA0-1FFF-132D-52B8-6DB3C5784AF4}"/>
              </a:ext>
            </a:extLst>
          </p:cNvPr>
          <p:cNvSpPr>
            <a:spLocks noGrp="1"/>
          </p:cNvSpPr>
          <p:nvPr>
            <p:ph type="body" sz="quarter" idx="14"/>
          </p:nvPr>
        </p:nvSpPr>
        <p:spPr/>
        <p:txBody>
          <a:bodyPr/>
          <a:lstStyle/>
          <a:p>
            <a:r>
              <a:rPr lang="en-US" altLang="ja-JP"/>
              <a:t>2026</a:t>
            </a:r>
            <a:r>
              <a:rPr lang="ja-JP" altLang="en-US"/>
              <a:t>年</a:t>
            </a:r>
            <a:r>
              <a:rPr lang="en-US" altLang="ja-JP"/>
              <a:t>6</a:t>
            </a:r>
            <a:r>
              <a:rPr lang="ja-JP" altLang="en-US"/>
              <a:t>月</a:t>
            </a:r>
          </a:p>
        </p:txBody>
      </p:sp>
      <p:sp>
        <p:nvSpPr>
          <p:cNvPr id="2" name="テキスト ボックス 1">
            <a:extLst>
              <a:ext uri="{FF2B5EF4-FFF2-40B4-BE49-F238E27FC236}">
                <a16:creationId xmlns:a16="http://schemas.microsoft.com/office/drawing/2014/main" id="{06A9E939-369F-529C-41CE-AE77427D8A45}"/>
              </a:ext>
            </a:extLst>
          </p:cNvPr>
          <p:cNvSpPr txBox="1"/>
          <p:nvPr/>
        </p:nvSpPr>
        <p:spPr>
          <a:xfrm>
            <a:off x="9649098" y="85135"/>
            <a:ext cx="2360022" cy="483211"/>
          </a:xfrm>
          <a:prstGeom prst="rect">
            <a:avLst/>
          </a:prstGeom>
          <a:noFill/>
          <a:ln>
            <a:solidFill>
              <a:schemeClr val="accent6">
                <a:lumMod val="40000"/>
                <a:lumOff val="60000"/>
              </a:schemeClr>
            </a:solidFill>
          </a:ln>
        </p:spPr>
        <p:txBody>
          <a:bodyPr wrap="square" lIns="90000" rIns="90000" rtlCol="0" anchor="ctr" anchorCtr="0">
            <a:noAutofit/>
          </a:bodyPr>
          <a:lstStyle/>
          <a:p>
            <a:r>
              <a:rPr lang="ja-JP" altLang="en-US" sz="700">
                <a:solidFill>
                  <a:schemeClr val="accent6">
                    <a:lumMod val="40000"/>
                    <a:lumOff val="60000"/>
                  </a:schemeClr>
                </a:solidFill>
              </a:rPr>
              <a:t>情 報 種 別 ： </a:t>
            </a:r>
            <a:r>
              <a:rPr lang="en-US" altLang="ja-JP" sz="700">
                <a:solidFill>
                  <a:schemeClr val="accent6">
                    <a:lumMod val="40000"/>
                    <a:lumOff val="60000"/>
                  </a:schemeClr>
                </a:solidFill>
              </a:rPr>
              <a:t>G</a:t>
            </a:r>
            <a:r>
              <a:rPr lang="ja-JP" altLang="en-US" sz="700">
                <a:solidFill>
                  <a:schemeClr val="accent6">
                    <a:lumMod val="40000"/>
                    <a:lumOff val="60000"/>
                  </a:schemeClr>
                </a:solidFill>
              </a:rPr>
              <a:t>外秘</a:t>
            </a:r>
            <a:r>
              <a:rPr lang="en-US" altLang="ja-JP" sz="700">
                <a:solidFill>
                  <a:schemeClr val="accent6">
                    <a:lumMod val="40000"/>
                    <a:lumOff val="60000"/>
                  </a:schemeClr>
                </a:solidFill>
              </a:rPr>
              <a:t>(</a:t>
            </a:r>
            <a:r>
              <a:rPr lang="ja-JP" altLang="en-US" sz="700">
                <a:solidFill>
                  <a:schemeClr val="accent6">
                    <a:lumMod val="40000"/>
                    <a:lumOff val="60000"/>
                  </a:schemeClr>
                </a:solidFill>
              </a:rPr>
              <a:t>社員限り</a:t>
            </a:r>
            <a:r>
              <a:rPr lang="en-US" altLang="ja-JP" sz="700">
                <a:solidFill>
                  <a:schemeClr val="accent6">
                    <a:lumMod val="40000"/>
                    <a:lumOff val="60000"/>
                  </a:schemeClr>
                </a:solidFill>
              </a:rPr>
              <a:t>)</a:t>
            </a:r>
            <a:br>
              <a:rPr lang="ja-JP" altLang="en-US" sz="700">
                <a:solidFill>
                  <a:schemeClr val="accent6">
                    <a:lumMod val="40000"/>
                    <a:lumOff val="60000"/>
                  </a:schemeClr>
                </a:solidFill>
              </a:rPr>
            </a:br>
            <a:r>
              <a:rPr lang="ja-JP" altLang="en-US" sz="700">
                <a:solidFill>
                  <a:schemeClr val="accent6">
                    <a:lumMod val="40000"/>
                    <a:lumOff val="60000"/>
                  </a:schemeClr>
                </a:solidFill>
              </a:rPr>
              <a:t>会　 社　 名 ： </a:t>
            </a:r>
            <a:r>
              <a:rPr lang="en-US" altLang="ja-JP" sz="700">
                <a:solidFill>
                  <a:schemeClr val="accent6">
                    <a:lumMod val="40000"/>
                    <a:lumOff val="60000"/>
                  </a:schemeClr>
                </a:solidFill>
              </a:rPr>
              <a:t>NTT DATA JAPAN CORP.</a:t>
            </a:r>
            <a:br>
              <a:rPr lang="ja-JP" altLang="en-US" sz="700">
                <a:solidFill>
                  <a:schemeClr val="accent6">
                    <a:lumMod val="40000"/>
                    <a:lumOff val="60000"/>
                  </a:schemeClr>
                </a:solidFill>
              </a:rPr>
            </a:br>
            <a:r>
              <a:rPr lang="ja-JP" altLang="en-US" sz="700">
                <a:solidFill>
                  <a:schemeClr val="accent6">
                    <a:lumMod val="40000"/>
                    <a:lumOff val="60000"/>
                  </a:schemeClr>
                </a:solidFill>
              </a:rPr>
              <a:t>情報所有者 ：第三公共事業本部 デジタルソサエティ事業部</a:t>
            </a:r>
            <a:endParaRPr lang="en-US" altLang="ja-JP" sz="700">
              <a:solidFill>
                <a:schemeClr val="accent6">
                  <a:lumMod val="40000"/>
                  <a:lumOff val="60000"/>
                </a:schemeClr>
              </a:solidFill>
            </a:endParaRPr>
          </a:p>
        </p:txBody>
      </p:sp>
    </p:spTree>
    <p:extLst>
      <p:ext uri="{BB962C8B-B14F-4D97-AF65-F5344CB8AC3E}">
        <p14:creationId xmlns:p14="http://schemas.microsoft.com/office/powerpoint/2010/main" val="112162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99BBD7-A6ED-52CC-A350-A2C0243C0203}"/>
              </a:ext>
            </a:extLst>
          </p:cNvPr>
          <p:cNvSpPr>
            <a:spLocks noGrp="1"/>
          </p:cNvSpPr>
          <p:nvPr>
            <p:ph type="title"/>
          </p:nvPr>
        </p:nvSpPr>
        <p:spPr/>
        <p:txBody>
          <a:bodyPr/>
          <a:lstStyle/>
          <a:p>
            <a:r>
              <a:rPr lang="ja-JP" altLang="en-US"/>
              <a:t>講義の目的</a:t>
            </a:r>
            <a:endParaRPr kumimoji="1" lang="ja-JP" altLang="en-US"/>
          </a:p>
        </p:txBody>
      </p:sp>
      <p:sp>
        <p:nvSpPr>
          <p:cNvPr id="3" name="コンテンツ プレースホルダー 2">
            <a:extLst>
              <a:ext uri="{FF2B5EF4-FFF2-40B4-BE49-F238E27FC236}">
                <a16:creationId xmlns:a16="http://schemas.microsoft.com/office/drawing/2014/main" id="{FAE86DCD-505D-9C04-D1AF-AEF50C61D393}"/>
              </a:ext>
            </a:extLst>
          </p:cNvPr>
          <p:cNvSpPr>
            <a:spLocks noGrp="1"/>
          </p:cNvSpPr>
          <p:nvPr>
            <p:ph sz="quarter" idx="10"/>
          </p:nvPr>
        </p:nvSpPr>
        <p:spPr/>
        <p:txBody>
          <a:bodyPr/>
          <a:lstStyle/>
          <a:p>
            <a:pPr marL="285750" indent="-285750">
              <a:buFont typeface="Arial" panose="020B0604020202020204" pitchFamily="34" charset="0"/>
              <a:buChar char="•"/>
            </a:pPr>
            <a:r>
              <a:rPr kumimoji="1" lang="en-US" altLang="ja-JP" sz="2400" b="1" u="sng"/>
              <a:t>Web</a:t>
            </a:r>
            <a:r>
              <a:rPr kumimoji="1" lang="ja-JP" altLang="en-US" sz="2400" b="1" u="sng"/>
              <a:t>アプリケーションの概要を理解する</a:t>
            </a:r>
            <a:endParaRPr kumimoji="1" lang="en-US" altLang="ja-JP" sz="2400" b="1" u="sng"/>
          </a:p>
          <a:p>
            <a:pPr marL="645750" lvl="1" indent="-285750"/>
            <a:r>
              <a:rPr lang="en-US" altLang="ja-JP" sz="2400"/>
              <a:t>Web</a:t>
            </a:r>
            <a:r>
              <a:rPr lang="ja-JP" altLang="en-US" sz="2400"/>
              <a:t>画面アプリケーション</a:t>
            </a:r>
            <a:endParaRPr lang="en-US" altLang="ja-JP" sz="2400"/>
          </a:p>
          <a:p>
            <a:pPr marL="645750" lvl="1" indent="-285750"/>
            <a:r>
              <a:rPr lang="ja-JP" altLang="en-US" sz="2400"/>
              <a:t>データベース</a:t>
            </a:r>
            <a:endParaRPr kumimoji="1" lang="en-US" altLang="ja-JP" sz="2400"/>
          </a:p>
          <a:p>
            <a:pPr marL="285750" indent="-285750">
              <a:buFont typeface="Arial" panose="020B0604020202020204" pitchFamily="34" charset="0"/>
              <a:buChar char="•"/>
            </a:pPr>
            <a:endParaRPr lang="en-US" altLang="ja-JP" sz="2400"/>
          </a:p>
          <a:p>
            <a:pPr marL="285750" indent="-285750">
              <a:buFont typeface="Arial" panose="020B0604020202020204" pitchFamily="34" charset="0"/>
              <a:buChar char="•"/>
            </a:pPr>
            <a:r>
              <a:rPr lang="en-US" altLang="ja-JP" sz="2400" b="1" u="sng"/>
              <a:t>Web</a:t>
            </a:r>
            <a:r>
              <a:rPr lang="ja-JP" altLang="en-US" sz="2400" b="1" u="sng"/>
              <a:t>アプリケーションを開発する技術の概要を理解する</a:t>
            </a:r>
            <a:endParaRPr lang="en-US" altLang="ja-JP" sz="2400" b="1" u="sng"/>
          </a:p>
          <a:p>
            <a:pPr marL="645750" lvl="1" indent="-285750"/>
            <a:r>
              <a:rPr kumimoji="1" lang="en-US" altLang="ja-JP" sz="2400"/>
              <a:t>Java</a:t>
            </a:r>
          </a:p>
          <a:p>
            <a:pPr marL="645750" lvl="1" indent="-285750"/>
            <a:r>
              <a:rPr kumimoji="1" lang="en-US" altLang="ja-JP" sz="2400"/>
              <a:t>Web</a:t>
            </a:r>
            <a:r>
              <a:rPr kumimoji="1" lang="ja-JP" altLang="en-US" sz="2400"/>
              <a:t>アプリケーションフレームワーク</a:t>
            </a:r>
            <a:endParaRPr kumimoji="1" lang="en-US" altLang="ja-JP" sz="2400"/>
          </a:p>
          <a:p>
            <a:pPr marL="645750" lvl="1" indent="-285750"/>
            <a:r>
              <a:rPr lang="en-US" altLang="ja-JP" sz="2400"/>
              <a:t>Spring</a:t>
            </a:r>
            <a:r>
              <a:rPr lang="ja-JP" altLang="en-US" sz="2400"/>
              <a:t>フレームワーク</a:t>
            </a:r>
            <a:endParaRPr lang="en-US" altLang="ja-JP" sz="2400"/>
          </a:p>
          <a:p>
            <a:pPr marL="645750" lvl="1" indent="-285750"/>
            <a:r>
              <a:rPr lang="en-US" altLang="ja-JP" sz="2400"/>
              <a:t>DI</a:t>
            </a:r>
            <a:r>
              <a:rPr lang="ja-JP" altLang="en-US" sz="2400"/>
              <a:t>コンテナ</a:t>
            </a:r>
            <a:endParaRPr lang="en-US" altLang="ja-JP" sz="2400"/>
          </a:p>
          <a:p>
            <a:pPr marL="645750" lvl="1" indent="-285750"/>
            <a:r>
              <a:rPr lang="en-US" altLang="ja-JP" sz="2400"/>
              <a:t>Spring Boot</a:t>
            </a:r>
          </a:p>
          <a:p>
            <a:endParaRPr kumimoji="1" lang="ja-JP" altLang="en-US"/>
          </a:p>
        </p:txBody>
      </p:sp>
    </p:spTree>
    <p:extLst>
      <p:ext uri="{BB962C8B-B14F-4D97-AF65-F5344CB8AC3E}">
        <p14:creationId xmlns:p14="http://schemas.microsoft.com/office/powerpoint/2010/main" val="1323623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5F46D-11F3-53A2-119F-D5ABC7EB458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84F74A3-DB68-BC0F-4605-47BDD3766F67}"/>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E0AEC8F-2A3A-F400-4433-FFFE61699EB6}"/>
              </a:ext>
            </a:extLst>
          </p:cNvPr>
          <p:cNvSpPr>
            <a:spLocks noGrp="1"/>
          </p:cNvSpPr>
          <p:nvPr>
            <p:ph type="title"/>
          </p:nvPr>
        </p:nvSpPr>
        <p:spPr/>
        <p:txBody>
          <a:bodyPr/>
          <a:lstStyle/>
          <a:p>
            <a:r>
              <a:rPr kumimoji="1" lang="ja-JP" altLang="en-US"/>
              <a:t>目次</a:t>
            </a:r>
          </a:p>
        </p:txBody>
      </p:sp>
      <p:sp>
        <p:nvSpPr>
          <p:cNvPr id="10" name="テキスト ボックス 9">
            <a:extLst>
              <a:ext uri="{FF2B5EF4-FFF2-40B4-BE49-F238E27FC236}">
                <a16:creationId xmlns:a16="http://schemas.microsoft.com/office/drawing/2014/main" id="{17976133-6702-2E8F-C1F6-B15B68FC5616}"/>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a:solidFill>
                  <a:schemeClr val="bg1"/>
                </a:solidFill>
                <a:latin typeface="+mn-ea"/>
              </a:rPr>
              <a:t>1</a:t>
            </a:r>
            <a:endParaRPr kumimoji="1" lang="ja-JP" altLang="en-US" sz="3600" b="1">
              <a:solidFill>
                <a:schemeClr val="bg1"/>
              </a:solidFill>
              <a:latin typeface="+mn-ea"/>
            </a:endParaRPr>
          </a:p>
        </p:txBody>
      </p:sp>
      <p:sp>
        <p:nvSpPr>
          <p:cNvPr id="12" name="コンテンツ プレースホルダー 2">
            <a:extLst>
              <a:ext uri="{FF2B5EF4-FFF2-40B4-BE49-F238E27FC236}">
                <a16:creationId xmlns:a16="http://schemas.microsoft.com/office/drawing/2014/main" id="{F133F92E-A15B-E77C-1760-46370191C0B0}"/>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800" b="1">
                <a:solidFill>
                  <a:schemeClr val="tx1"/>
                </a:solidFill>
              </a:rPr>
              <a:t>Web</a:t>
            </a:r>
            <a:r>
              <a:rPr lang="ja-JP" altLang="en-US" sz="2800" b="1">
                <a:solidFill>
                  <a:schemeClr val="tx1"/>
                </a:solidFill>
              </a:rPr>
              <a:t>アプリケーション開発</a:t>
            </a:r>
            <a:endParaRPr lang="en-US" altLang="ja-JP" sz="2800" b="1">
              <a:solidFill>
                <a:schemeClr val="tx1"/>
              </a:solidFill>
            </a:endParaRPr>
          </a:p>
        </p:txBody>
      </p:sp>
      <p:sp>
        <p:nvSpPr>
          <p:cNvPr id="4" name="テキスト ボックス 3">
            <a:extLst>
              <a:ext uri="{FF2B5EF4-FFF2-40B4-BE49-F238E27FC236}">
                <a16:creationId xmlns:a16="http://schemas.microsoft.com/office/drawing/2014/main" id="{AFA376A8-1728-FA8E-9FB5-3473BC393CD6}"/>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1-1</a:t>
            </a:r>
            <a:endParaRPr kumimoji="1" lang="ja-JP" altLang="en-US" sz="2400" b="1">
              <a:solidFill>
                <a:schemeClr val="accent2"/>
              </a:solidFill>
              <a:latin typeface="+mn-ea"/>
            </a:endParaRPr>
          </a:p>
        </p:txBody>
      </p:sp>
      <p:sp>
        <p:nvSpPr>
          <p:cNvPr id="5" name="コンテンツ プレースホルダー 2">
            <a:extLst>
              <a:ext uri="{FF2B5EF4-FFF2-40B4-BE49-F238E27FC236}">
                <a16:creationId xmlns:a16="http://schemas.microsoft.com/office/drawing/2014/main" id="{28863F16-59FE-38EE-B55E-32440A6CD610}"/>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a:solidFill>
                  <a:schemeClr val="tx1"/>
                </a:solidFill>
              </a:rPr>
              <a:t>Web</a:t>
            </a:r>
            <a:r>
              <a:rPr lang="ja-JP" altLang="en-US" sz="2000" b="1">
                <a:solidFill>
                  <a:schemeClr val="tx1"/>
                </a:solidFill>
              </a:rPr>
              <a:t>アプリケーションとは</a:t>
            </a:r>
            <a:endParaRPr lang="en-US" altLang="ja-JP" sz="2000" b="1">
              <a:solidFill>
                <a:schemeClr val="tx1"/>
              </a:solidFill>
            </a:endParaRPr>
          </a:p>
        </p:txBody>
      </p:sp>
      <p:sp>
        <p:nvSpPr>
          <p:cNvPr id="21" name="テキスト ボックス 20">
            <a:extLst>
              <a:ext uri="{FF2B5EF4-FFF2-40B4-BE49-F238E27FC236}">
                <a16:creationId xmlns:a16="http://schemas.microsoft.com/office/drawing/2014/main" id="{514F435E-5E20-0BE8-5CFF-4405934200D9}"/>
              </a:ext>
            </a:extLst>
          </p:cNvPr>
          <p:cNvSpPr txBox="1"/>
          <p:nvPr/>
        </p:nvSpPr>
        <p:spPr>
          <a:xfrm>
            <a:off x="1581151" y="2521087"/>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1-2</a:t>
            </a:r>
            <a:endParaRPr kumimoji="1" lang="ja-JP" altLang="en-US" sz="2400" b="1">
              <a:solidFill>
                <a:schemeClr val="accent2"/>
              </a:solidFill>
              <a:latin typeface="+mn-ea"/>
            </a:endParaRPr>
          </a:p>
        </p:txBody>
      </p:sp>
      <p:sp>
        <p:nvSpPr>
          <p:cNvPr id="22" name="コンテンツ プレースホルダー 2">
            <a:extLst>
              <a:ext uri="{FF2B5EF4-FFF2-40B4-BE49-F238E27FC236}">
                <a16:creationId xmlns:a16="http://schemas.microsoft.com/office/drawing/2014/main" id="{A80A579B-6BF8-AC4C-405D-D8CDE5CB579D}"/>
              </a:ext>
            </a:extLst>
          </p:cNvPr>
          <p:cNvSpPr txBox="1">
            <a:spLocks/>
          </p:cNvSpPr>
          <p:nvPr/>
        </p:nvSpPr>
        <p:spPr>
          <a:xfrm>
            <a:off x="2607573" y="2468261"/>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a:solidFill>
                  <a:schemeClr val="tx1"/>
                </a:solidFill>
              </a:rPr>
              <a:t>データベースとは</a:t>
            </a:r>
            <a:endParaRPr lang="en-US" altLang="ja-JP" sz="2000" b="1">
              <a:solidFill>
                <a:schemeClr val="tx1"/>
              </a:solidFill>
            </a:endParaRPr>
          </a:p>
        </p:txBody>
      </p:sp>
      <p:sp>
        <p:nvSpPr>
          <p:cNvPr id="3" name="テキスト ボックス 2">
            <a:extLst>
              <a:ext uri="{FF2B5EF4-FFF2-40B4-BE49-F238E27FC236}">
                <a16:creationId xmlns:a16="http://schemas.microsoft.com/office/drawing/2014/main" id="{6C0326A3-C0DD-2513-8686-3FE5550DC15B}"/>
              </a:ext>
            </a:extLst>
          </p:cNvPr>
          <p:cNvSpPr txBox="1"/>
          <p:nvPr/>
        </p:nvSpPr>
        <p:spPr>
          <a:xfrm>
            <a:off x="1581151" y="3003155"/>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1-3</a:t>
            </a:r>
            <a:endParaRPr kumimoji="1" lang="ja-JP" altLang="en-US" sz="2400" b="1">
              <a:solidFill>
                <a:schemeClr val="accent2"/>
              </a:solidFill>
              <a:latin typeface="+mn-ea"/>
            </a:endParaRPr>
          </a:p>
        </p:txBody>
      </p:sp>
      <p:sp>
        <p:nvSpPr>
          <p:cNvPr id="6" name="コンテンツ プレースホルダー 2">
            <a:extLst>
              <a:ext uri="{FF2B5EF4-FFF2-40B4-BE49-F238E27FC236}">
                <a16:creationId xmlns:a16="http://schemas.microsoft.com/office/drawing/2014/main" id="{D3F5874B-2295-34DF-34EB-E83000AEF398}"/>
              </a:ext>
            </a:extLst>
          </p:cNvPr>
          <p:cNvSpPr txBox="1">
            <a:spLocks/>
          </p:cNvSpPr>
          <p:nvPr/>
        </p:nvSpPr>
        <p:spPr>
          <a:xfrm>
            <a:off x="2607573" y="2950329"/>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a:solidFill>
                  <a:schemeClr val="tx1"/>
                </a:solidFill>
              </a:rPr>
              <a:t>Java</a:t>
            </a:r>
            <a:r>
              <a:rPr lang="ja-JP" altLang="en-US" sz="2000" b="1">
                <a:solidFill>
                  <a:schemeClr val="tx1"/>
                </a:solidFill>
              </a:rPr>
              <a:t>言語、</a:t>
            </a:r>
            <a:r>
              <a:rPr lang="en-US" altLang="ja-JP" sz="2000" b="1">
                <a:solidFill>
                  <a:schemeClr val="tx1"/>
                </a:solidFill>
              </a:rPr>
              <a:t>Spring</a:t>
            </a:r>
            <a:r>
              <a:rPr lang="ja-JP" altLang="en-US" sz="2000" b="1">
                <a:solidFill>
                  <a:schemeClr val="tx1"/>
                </a:solidFill>
              </a:rPr>
              <a:t>フレームワークとは</a:t>
            </a:r>
            <a:endParaRPr lang="en-US" altLang="ja-JP" sz="2000" b="1">
              <a:solidFill>
                <a:schemeClr val="tx1"/>
              </a:solidFill>
            </a:endParaRPr>
          </a:p>
        </p:txBody>
      </p:sp>
    </p:spTree>
    <p:extLst>
      <p:ext uri="{BB962C8B-B14F-4D97-AF65-F5344CB8AC3E}">
        <p14:creationId xmlns:p14="http://schemas.microsoft.com/office/powerpoint/2010/main" val="1565203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F7B0E-FD38-4926-4101-68C8279BD02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2EDF360-BB85-5FB6-5C0C-9FEEEE107D55}"/>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D5FD34F6-BD4E-B3DD-E46A-9BA6A3E144E3}"/>
              </a:ext>
            </a:extLst>
          </p:cNvPr>
          <p:cNvSpPr>
            <a:spLocks noGrp="1"/>
          </p:cNvSpPr>
          <p:nvPr>
            <p:ph type="title"/>
          </p:nvPr>
        </p:nvSpPr>
        <p:spPr/>
        <p:txBody>
          <a:bodyPr/>
          <a:lstStyle/>
          <a:p>
            <a:r>
              <a:rPr kumimoji="1" lang="ja-JP" altLang="en-US"/>
              <a:t>目次</a:t>
            </a:r>
          </a:p>
        </p:txBody>
      </p:sp>
      <p:sp>
        <p:nvSpPr>
          <p:cNvPr id="10" name="テキスト ボックス 9">
            <a:extLst>
              <a:ext uri="{FF2B5EF4-FFF2-40B4-BE49-F238E27FC236}">
                <a16:creationId xmlns:a16="http://schemas.microsoft.com/office/drawing/2014/main" id="{FBF070F2-A1D8-CEB8-3E33-219A2915ADB9}"/>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a:solidFill>
                  <a:schemeClr val="bg1"/>
                </a:solidFill>
                <a:latin typeface="+mn-ea"/>
              </a:rPr>
              <a:t>1</a:t>
            </a:r>
            <a:endParaRPr kumimoji="1" lang="ja-JP" altLang="en-US" sz="3600" b="1">
              <a:solidFill>
                <a:schemeClr val="bg1"/>
              </a:solidFill>
              <a:latin typeface="+mn-ea"/>
            </a:endParaRPr>
          </a:p>
        </p:txBody>
      </p:sp>
      <p:sp>
        <p:nvSpPr>
          <p:cNvPr id="12" name="コンテンツ プレースホルダー 2">
            <a:extLst>
              <a:ext uri="{FF2B5EF4-FFF2-40B4-BE49-F238E27FC236}">
                <a16:creationId xmlns:a16="http://schemas.microsoft.com/office/drawing/2014/main" id="{64CA6EDC-2676-D02C-D175-3AE64641F742}"/>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800" b="1">
                <a:solidFill>
                  <a:schemeClr val="tx1"/>
                </a:solidFill>
              </a:rPr>
              <a:t>Web</a:t>
            </a:r>
            <a:r>
              <a:rPr lang="ja-JP" altLang="en-US" sz="2800" b="1">
                <a:solidFill>
                  <a:schemeClr val="tx1"/>
                </a:solidFill>
              </a:rPr>
              <a:t>アプリケーション開発</a:t>
            </a:r>
            <a:endParaRPr lang="en-US" altLang="ja-JP" sz="2800" b="1">
              <a:solidFill>
                <a:schemeClr val="tx1"/>
              </a:solidFill>
            </a:endParaRPr>
          </a:p>
        </p:txBody>
      </p:sp>
      <p:sp>
        <p:nvSpPr>
          <p:cNvPr id="4" name="テキスト ボックス 3">
            <a:extLst>
              <a:ext uri="{FF2B5EF4-FFF2-40B4-BE49-F238E27FC236}">
                <a16:creationId xmlns:a16="http://schemas.microsoft.com/office/drawing/2014/main" id="{43F177F4-1642-A540-D50A-4F118F537CB5}"/>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1-1</a:t>
            </a:r>
            <a:endParaRPr kumimoji="1" lang="ja-JP" altLang="en-US" sz="2400" b="1">
              <a:solidFill>
                <a:schemeClr val="accent2"/>
              </a:solidFill>
              <a:latin typeface="+mn-ea"/>
            </a:endParaRPr>
          </a:p>
        </p:txBody>
      </p:sp>
      <p:sp>
        <p:nvSpPr>
          <p:cNvPr id="5" name="コンテンツ プレースホルダー 2">
            <a:extLst>
              <a:ext uri="{FF2B5EF4-FFF2-40B4-BE49-F238E27FC236}">
                <a16:creationId xmlns:a16="http://schemas.microsoft.com/office/drawing/2014/main" id="{FA8CA17B-F5F2-B048-C8F9-9A5B7601FF98}"/>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a:solidFill>
                  <a:schemeClr val="tx1"/>
                </a:solidFill>
              </a:rPr>
              <a:t>Web</a:t>
            </a:r>
            <a:r>
              <a:rPr lang="ja-JP" altLang="en-US" sz="2000" b="1">
                <a:solidFill>
                  <a:schemeClr val="tx1"/>
                </a:solidFill>
              </a:rPr>
              <a:t>アプリケーションとは</a:t>
            </a:r>
            <a:endParaRPr lang="en-US" altLang="ja-JP" sz="2000" b="1">
              <a:solidFill>
                <a:schemeClr val="tx1"/>
              </a:solidFill>
            </a:endParaRPr>
          </a:p>
        </p:txBody>
      </p:sp>
      <p:sp>
        <p:nvSpPr>
          <p:cNvPr id="21" name="テキスト ボックス 20">
            <a:extLst>
              <a:ext uri="{FF2B5EF4-FFF2-40B4-BE49-F238E27FC236}">
                <a16:creationId xmlns:a16="http://schemas.microsoft.com/office/drawing/2014/main" id="{93F76E36-8872-D3F3-EFD9-09EA3F0960F7}"/>
              </a:ext>
            </a:extLst>
          </p:cNvPr>
          <p:cNvSpPr txBox="1"/>
          <p:nvPr/>
        </p:nvSpPr>
        <p:spPr>
          <a:xfrm>
            <a:off x="1581151" y="2521087"/>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1-2</a:t>
            </a:r>
            <a:endParaRPr kumimoji="1" lang="ja-JP" altLang="en-US" sz="2400" b="1">
              <a:solidFill>
                <a:schemeClr val="accent2"/>
              </a:solidFill>
              <a:latin typeface="+mn-ea"/>
            </a:endParaRPr>
          </a:p>
        </p:txBody>
      </p:sp>
      <p:sp>
        <p:nvSpPr>
          <p:cNvPr id="22" name="コンテンツ プレースホルダー 2">
            <a:extLst>
              <a:ext uri="{FF2B5EF4-FFF2-40B4-BE49-F238E27FC236}">
                <a16:creationId xmlns:a16="http://schemas.microsoft.com/office/drawing/2014/main" id="{0B47C7AC-BF47-1AE2-DFA2-671D0F52CF73}"/>
              </a:ext>
            </a:extLst>
          </p:cNvPr>
          <p:cNvSpPr txBox="1">
            <a:spLocks/>
          </p:cNvSpPr>
          <p:nvPr/>
        </p:nvSpPr>
        <p:spPr>
          <a:xfrm>
            <a:off x="2607573" y="2468261"/>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a:solidFill>
                  <a:schemeClr val="tx1"/>
                </a:solidFill>
              </a:rPr>
              <a:t>データベースとは</a:t>
            </a:r>
            <a:endParaRPr lang="en-US" altLang="ja-JP" sz="2000" b="1">
              <a:solidFill>
                <a:schemeClr val="tx1"/>
              </a:solidFill>
            </a:endParaRPr>
          </a:p>
        </p:txBody>
      </p:sp>
      <p:sp>
        <p:nvSpPr>
          <p:cNvPr id="3" name="テキスト ボックス 2">
            <a:extLst>
              <a:ext uri="{FF2B5EF4-FFF2-40B4-BE49-F238E27FC236}">
                <a16:creationId xmlns:a16="http://schemas.microsoft.com/office/drawing/2014/main" id="{197F8BAA-62FF-295C-9F69-A5C5DC67A824}"/>
              </a:ext>
            </a:extLst>
          </p:cNvPr>
          <p:cNvSpPr txBox="1"/>
          <p:nvPr/>
        </p:nvSpPr>
        <p:spPr>
          <a:xfrm>
            <a:off x="1581151" y="3003155"/>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1-3</a:t>
            </a:r>
            <a:endParaRPr kumimoji="1" lang="ja-JP" altLang="en-US" sz="2400" b="1">
              <a:solidFill>
                <a:schemeClr val="accent2"/>
              </a:solidFill>
              <a:latin typeface="+mn-ea"/>
            </a:endParaRPr>
          </a:p>
        </p:txBody>
      </p:sp>
      <p:sp>
        <p:nvSpPr>
          <p:cNvPr id="6" name="コンテンツ プレースホルダー 2">
            <a:extLst>
              <a:ext uri="{FF2B5EF4-FFF2-40B4-BE49-F238E27FC236}">
                <a16:creationId xmlns:a16="http://schemas.microsoft.com/office/drawing/2014/main" id="{3F7D9D55-909C-BC77-CA36-0389C7C20F2D}"/>
              </a:ext>
            </a:extLst>
          </p:cNvPr>
          <p:cNvSpPr txBox="1">
            <a:spLocks/>
          </p:cNvSpPr>
          <p:nvPr/>
        </p:nvSpPr>
        <p:spPr>
          <a:xfrm>
            <a:off x="2607573" y="2950329"/>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a:solidFill>
                  <a:schemeClr val="tx1"/>
                </a:solidFill>
              </a:rPr>
              <a:t>Java</a:t>
            </a:r>
            <a:r>
              <a:rPr lang="ja-JP" altLang="en-US" sz="2000" b="1">
                <a:solidFill>
                  <a:schemeClr val="tx1"/>
                </a:solidFill>
              </a:rPr>
              <a:t>言語、</a:t>
            </a:r>
            <a:r>
              <a:rPr lang="en-US" altLang="ja-JP" sz="2000" b="1">
                <a:solidFill>
                  <a:schemeClr val="tx1"/>
                </a:solidFill>
              </a:rPr>
              <a:t>Spring</a:t>
            </a:r>
            <a:r>
              <a:rPr lang="ja-JP" altLang="en-US" sz="2000" b="1">
                <a:solidFill>
                  <a:schemeClr val="tx1"/>
                </a:solidFill>
              </a:rPr>
              <a:t>フレームワークとは</a:t>
            </a:r>
            <a:endParaRPr lang="en-US" altLang="ja-JP" sz="2000" b="1">
              <a:solidFill>
                <a:schemeClr val="tx1"/>
              </a:solidFill>
            </a:endParaRPr>
          </a:p>
        </p:txBody>
      </p:sp>
      <p:sp>
        <p:nvSpPr>
          <p:cNvPr id="7" name="正方形/長方形 6">
            <a:extLst>
              <a:ext uri="{FF2B5EF4-FFF2-40B4-BE49-F238E27FC236}">
                <a16:creationId xmlns:a16="http://schemas.microsoft.com/office/drawing/2014/main" id="{8B9DD3DE-C710-291F-5B76-4A3AE6F31478}"/>
              </a:ext>
            </a:extLst>
          </p:cNvPr>
          <p:cNvSpPr/>
          <p:nvPr/>
        </p:nvSpPr>
        <p:spPr>
          <a:xfrm flipV="1">
            <a:off x="1546834" y="2076818"/>
            <a:ext cx="8256669" cy="43951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Tree>
    <p:extLst>
      <p:ext uri="{BB962C8B-B14F-4D97-AF65-F5344CB8AC3E}">
        <p14:creationId xmlns:p14="http://schemas.microsoft.com/office/powerpoint/2010/main" val="1231809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7ADC61-7C40-4637-BF95-E4AA0A50F069}"/>
              </a:ext>
            </a:extLst>
          </p:cNvPr>
          <p:cNvSpPr>
            <a:spLocks noGrp="1"/>
          </p:cNvSpPr>
          <p:nvPr>
            <p:ph type="title"/>
          </p:nvPr>
        </p:nvSpPr>
        <p:spPr/>
        <p:txBody>
          <a:bodyPr/>
          <a:lstStyle/>
          <a:p>
            <a:r>
              <a:rPr kumimoji="1" lang="en-US" altLang="ja-JP"/>
              <a:t>Web</a:t>
            </a:r>
            <a:r>
              <a:rPr kumimoji="1" lang="ja-JP" altLang="en-US"/>
              <a:t>アプリケーションとは</a:t>
            </a:r>
          </a:p>
        </p:txBody>
      </p:sp>
      <p:sp>
        <p:nvSpPr>
          <p:cNvPr id="3" name="コンテンツ プレースホルダー 2">
            <a:extLst>
              <a:ext uri="{FF2B5EF4-FFF2-40B4-BE49-F238E27FC236}">
                <a16:creationId xmlns:a16="http://schemas.microsoft.com/office/drawing/2014/main" id="{60F61816-5428-A174-CFEC-E54CC2A913B0}"/>
              </a:ext>
            </a:extLst>
          </p:cNvPr>
          <p:cNvSpPr>
            <a:spLocks noGrp="1"/>
          </p:cNvSpPr>
          <p:nvPr>
            <p:ph sz="quarter" idx="10"/>
          </p:nvPr>
        </p:nvSpPr>
        <p:spPr/>
        <p:txBody>
          <a:bodyPr/>
          <a:lstStyle/>
          <a:p>
            <a:pPr marL="0" indent="0">
              <a:buNone/>
            </a:pPr>
            <a:r>
              <a:rPr lang="en-US" altLang="ja-JP"/>
              <a:t>Amazon</a:t>
            </a:r>
            <a:r>
              <a:rPr lang="ja-JP" altLang="en-US"/>
              <a:t>を想像してみましょう。</a:t>
            </a:r>
            <a:r>
              <a:rPr lang="en-US" altLang="ja-JP"/>
              <a:t>Amazon</a:t>
            </a:r>
            <a:r>
              <a:rPr lang="ja-JP" altLang="en-US"/>
              <a:t>は</a:t>
            </a:r>
            <a:r>
              <a:rPr lang="en-US" altLang="ja-JP"/>
              <a:t>Web</a:t>
            </a:r>
            <a:r>
              <a:rPr lang="ja-JP" altLang="en-US"/>
              <a:t>アプリケーションの一例。</a:t>
            </a:r>
            <a:endParaRPr lang="en-US" altLang="ja-JP"/>
          </a:p>
          <a:p>
            <a:pPr marL="0" indent="0">
              <a:buNone/>
            </a:pPr>
            <a:r>
              <a:rPr lang="en-US" altLang="ja-JP"/>
              <a:t>Web</a:t>
            </a:r>
            <a:r>
              <a:rPr lang="ja-JP" altLang="en-US"/>
              <a:t>アプリケーション：</a:t>
            </a:r>
            <a:r>
              <a:rPr lang="en-US" altLang="ja-JP"/>
              <a:t>Safari</a:t>
            </a:r>
            <a:r>
              <a:rPr lang="ja-JP" altLang="en-US"/>
              <a:t>や</a:t>
            </a:r>
            <a:r>
              <a:rPr lang="en-US" altLang="ja-JP"/>
              <a:t>Chrome</a:t>
            </a:r>
            <a:r>
              <a:rPr kumimoji="1" lang="ja-JP" altLang="en-US"/>
              <a:t>のようなブラウザ（</a:t>
            </a:r>
            <a:r>
              <a:rPr kumimoji="1" lang="en-US" altLang="ja-JP"/>
              <a:t>=</a:t>
            </a:r>
            <a:r>
              <a:rPr kumimoji="1" lang="ja-JP" altLang="en-US" b="1">
                <a:solidFill>
                  <a:srgbClr val="FF0000"/>
                </a:solidFill>
              </a:rPr>
              <a:t>クライアント</a:t>
            </a:r>
            <a:r>
              <a:rPr kumimoji="1" lang="ja-JP" altLang="en-US"/>
              <a:t>）から利用できる、</a:t>
            </a:r>
            <a:endParaRPr kumimoji="1" lang="en-US" altLang="ja-JP"/>
          </a:p>
          <a:p>
            <a:pPr marL="0" indent="0">
              <a:buNone/>
            </a:pPr>
            <a:r>
              <a:rPr lang="ja-JP" altLang="en-US" b="1"/>
              <a:t>ネットワーク</a:t>
            </a:r>
            <a:r>
              <a:rPr kumimoji="1" lang="ja-JP" altLang="en-US" b="1"/>
              <a:t>の先にいるコンピュータ（</a:t>
            </a:r>
            <a:r>
              <a:rPr kumimoji="1" lang="ja-JP" altLang="en-US" b="1">
                <a:solidFill>
                  <a:srgbClr val="FF0000"/>
                </a:solidFill>
              </a:rPr>
              <a:t>サーバ</a:t>
            </a:r>
            <a:r>
              <a:rPr kumimoji="1" lang="ja-JP" altLang="en-US" b="1"/>
              <a:t>）で動いている</a:t>
            </a:r>
            <a:r>
              <a:rPr kumimoji="1" lang="ja-JP" altLang="en-US"/>
              <a:t>アプリケーション</a:t>
            </a:r>
            <a:endParaRPr kumimoji="1" lang="en-US" altLang="ja-JP"/>
          </a:p>
          <a:p>
            <a:pPr marL="0" indent="0">
              <a:buNone/>
            </a:pPr>
            <a:endParaRPr lang="en-US" altLang="ja-JP" sz="1200"/>
          </a:p>
          <a:p>
            <a:pPr marL="645750" lvl="1" indent="-285750">
              <a:buFont typeface="Wingdings" panose="05000000000000000000" pitchFamily="2" charset="2"/>
              <a:buChar char="Ø"/>
            </a:pPr>
            <a:r>
              <a:rPr lang="ja-JP" altLang="en-US"/>
              <a:t>クライアント：サーバに「～したい」と</a:t>
            </a:r>
            <a:r>
              <a:rPr lang="ja-JP" altLang="en-US" b="1"/>
              <a:t>リクエスト</a:t>
            </a:r>
            <a:endParaRPr lang="en-US" altLang="ja-JP" b="1"/>
          </a:p>
          <a:p>
            <a:pPr marL="645750" lvl="1" indent="-285750">
              <a:buFont typeface="Wingdings" panose="05000000000000000000" pitchFamily="2" charset="2"/>
              <a:buChar char="Ø"/>
            </a:pPr>
            <a:r>
              <a:rPr lang="ja-JP" altLang="en-US"/>
              <a:t>サーバ：リクエストに対して</a:t>
            </a:r>
            <a:r>
              <a:rPr lang="ja-JP" altLang="en-US" b="1"/>
              <a:t>レスポンス</a:t>
            </a:r>
            <a:endParaRPr lang="en-US" altLang="ja-JP" b="1"/>
          </a:p>
          <a:p>
            <a:pPr marL="0" indent="0">
              <a:buNone/>
            </a:pPr>
            <a:endParaRPr kumimoji="1" lang="en-US" altLang="ja-JP" sz="1200"/>
          </a:p>
          <a:p>
            <a:pPr marL="0" indent="0">
              <a:buNone/>
            </a:pPr>
            <a:r>
              <a:rPr lang="ja-JP" altLang="en-US"/>
              <a:t>たとえば、</a:t>
            </a:r>
            <a:r>
              <a:rPr kumimoji="1" lang="en-US" altLang="ja-JP"/>
              <a:t>Amazon</a:t>
            </a:r>
            <a:r>
              <a:rPr kumimoji="1" lang="ja-JP" altLang="en-US"/>
              <a:t>は、人々がインターネット上で商品を購入できるために開発された</a:t>
            </a:r>
            <a:r>
              <a:rPr kumimoji="1" lang="en-US" altLang="ja-JP"/>
              <a:t>Web</a:t>
            </a:r>
            <a:r>
              <a:rPr kumimoji="1" lang="ja-JP" altLang="en-US"/>
              <a:t>アプリケーション</a:t>
            </a:r>
            <a:endParaRPr kumimoji="1" lang="en-US" altLang="ja-JP"/>
          </a:p>
          <a:p>
            <a:endParaRPr kumimoji="1" lang="ja-JP" altLang="en-US"/>
          </a:p>
        </p:txBody>
      </p:sp>
      <p:sp>
        <p:nvSpPr>
          <p:cNvPr id="4" name="フローチャート: 処理 3">
            <a:extLst>
              <a:ext uri="{FF2B5EF4-FFF2-40B4-BE49-F238E27FC236}">
                <a16:creationId xmlns:a16="http://schemas.microsoft.com/office/drawing/2014/main" id="{49C4DE7D-4DEC-D0C9-3502-F5FB9801A7D4}"/>
              </a:ext>
            </a:extLst>
          </p:cNvPr>
          <p:cNvSpPr/>
          <p:nvPr/>
        </p:nvSpPr>
        <p:spPr>
          <a:xfrm>
            <a:off x="756745" y="3816596"/>
            <a:ext cx="2239879" cy="796372"/>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a:latin typeface="+mj-ea"/>
                <a:ea typeface="+mj-ea"/>
              </a:rPr>
              <a:t>A</a:t>
            </a:r>
            <a:r>
              <a:rPr lang="ja-JP" altLang="en-US" sz="1600">
                <a:latin typeface="+mj-ea"/>
                <a:ea typeface="+mj-ea"/>
              </a:rPr>
              <a:t>さんの</a:t>
            </a:r>
            <a:r>
              <a:rPr lang="en-US" altLang="ja-JP" sz="1600">
                <a:latin typeface="+mj-ea"/>
                <a:ea typeface="+mj-ea"/>
              </a:rPr>
              <a:t>iPhone</a:t>
            </a:r>
            <a:r>
              <a:rPr lang="ja-JP" altLang="en-US" sz="1600">
                <a:latin typeface="+mj-ea"/>
                <a:ea typeface="+mj-ea"/>
              </a:rPr>
              <a:t>の</a:t>
            </a:r>
            <a:endParaRPr lang="en-US" altLang="ja-JP" sz="1600">
              <a:latin typeface="+mj-ea"/>
              <a:ea typeface="+mj-ea"/>
            </a:endParaRPr>
          </a:p>
          <a:p>
            <a:pPr algn="ctr"/>
            <a:r>
              <a:rPr lang="en-US" altLang="ja-JP" sz="1600">
                <a:latin typeface="+mj-ea"/>
                <a:ea typeface="+mj-ea"/>
              </a:rPr>
              <a:t>Safari</a:t>
            </a:r>
            <a:endParaRPr kumimoji="1" lang="en-US" altLang="ja-JP" sz="1600">
              <a:latin typeface="+mj-ea"/>
              <a:ea typeface="+mj-ea"/>
            </a:endParaRPr>
          </a:p>
        </p:txBody>
      </p:sp>
      <p:sp>
        <p:nvSpPr>
          <p:cNvPr id="5" name="フローチャート: 処理 4">
            <a:extLst>
              <a:ext uri="{FF2B5EF4-FFF2-40B4-BE49-F238E27FC236}">
                <a16:creationId xmlns:a16="http://schemas.microsoft.com/office/drawing/2014/main" id="{8A624C16-10CD-9B4D-A4D4-2C71229579E6}"/>
              </a:ext>
            </a:extLst>
          </p:cNvPr>
          <p:cNvSpPr/>
          <p:nvPr/>
        </p:nvSpPr>
        <p:spPr>
          <a:xfrm>
            <a:off x="8228857" y="4439334"/>
            <a:ext cx="2971800" cy="1477544"/>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a:latin typeface="+mj-ea"/>
                <a:ea typeface="+mj-ea"/>
              </a:rPr>
              <a:t>Web</a:t>
            </a:r>
            <a:r>
              <a:rPr lang="ja-JP" altLang="en-US" sz="1600">
                <a:latin typeface="+mj-ea"/>
                <a:ea typeface="+mj-ea"/>
              </a:rPr>
              <a:t>アプリケーション</a:t>
            </a:r>
            <a:endParaRPr lang="en-US" altLang="ja-JP" sz="1600">
              <a:latin typeface="+mj-ea"/>
              <a:ea typeface="+mj-ea"/>
            </a:endParaRPr>
          </a:p>
          <a:p>
            <a:pPr algn="ctr"/>
            <a:r>
              <a:rPr kumimoji="1" lang="ja-JP" altLang="en-US" sz="1600">
                <a:latin typeface="+mj-ea"/>
                <a:ea typeface="+mj-ea"/>
              </a:rPr>
              <a:t>例：</a:t>
            </a:r>
            <a:r>
              <a:rPr kumimoji="1" lang="en-US" altLang="ja-JP" sz="1600">
                <a:latin typeface="+mj-ea"/>
                <a:ea typeface="+mj-ea"/>
              </a:rPr>
              <a:t>Amazon</a:t>
            </a:r>
            <a:endParaRPr kumimoji="1" lang="en-US" altLang="ja-JP" sz="1600" b="1">
              <a:latin typeface="+mj-ea"/>
              <a:ea typeface="+mj-ea"/>
            </a:endParaRPr>
          </a:p>
        </p:txBody>
      </p:sp>
      <p:sp>
        <p:nvSpPr>
          <p:cNvPr id="6" name="フローチャート: 処理 5">
            <a:extLst>
              <a:ext uri="{FF2B5EF4-FFF2-40B4-BE49-F238E27FC236}">
                <a16:creationId xmlns:a16="http://schemas.microsoft.com/office/drawing/2014/main" id="{A62FA375-DEB0-A036-254E-2A2F0718DDCB}"/>
              </a:ext>
            </a:extLst>
          </p:cNvPr>
          <p:cNvSpPr/>
          <p:nvPr/>
        </p:nvSpPr>
        <p:spPr>
          <a:xfrm>
            <a:off x="756746" y="5565446"/>
            <a:ext cx="2239879" cy="796372"/>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a:latin typeface="+mj-ea"/>
                <a:ea typeface="+mj-ea"/>
              </a:rPr>
              <a:t>B</a:t>
            </a:r>
            <a:r>
              <a:rPr lang="ja-JP" altLang="en-US" sz="1600">
                <a:latin typeface="+mj-ea"/>
                <a:ea typeface="+mj-ea"/>
              </a:rPr>
              <a:t>さんのパソコンの</a:t>
            </a:r>
            <a:r>
              <a:rPr lang="en-US" altLang="ja-JP" sz="1600">
                <a:latin typeface="+mj-ea"/>
                <a:ea typeface="+mj-ea"/>
              </a:rPr>
              <a:t>Chrome</a:t>
            </a:r>
            <a:endParaRPr kumimoji="1" lang="en-US" altLang="ja-JP" sz="1600">
              <a:latin typeface="+mj-ea"/>
              <a:ea typeface="+mj-ea"/>
            </a:endParaRPr>
          </a:p>
        </p:txBody>
      </p:sp>
      <p:cxnSp>
        <p:nvCxnSpPr>
          <p:cNvPr id="7" name="直線矢印コネクタ 6">
            <a:extLst>
              <a:ext uri="{FF2B5EF4-FFF2-40B4-BE49-F238E27FC236}">
                <a16:creationId xmlns:a16="http://schemas.microsoft.com/office/drawing/2014/main" id="{29E00CC4-F35A-4586-311D-C74BE0BC6E55}"/>
              </a:ext>
            </a:extLst>
          </p:cNvPr>
          <p:cNvCxnSpPr>
            <a:cxnSpLocks/>
          </p:cNvCxnSpPr>
          <p:nvPr/>
        </p:nvCxnSpPr>
        <p:spPr>
          <a:xfrm>
            <a:off x="3181990" y="4041340"/>
            <a:ext cx="4898106" cy="669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直線矢印コネクタ 7">
            <a:extLst>
              <a:ext uri="{FF2B5EF4-FFF2-40B4-BE49-F238E27FC236}">
                <a16:creationId xmlns:a16="http://schemas.microsoft.com/office/drawing/2014/main" id="{82B16DA4-2D40-4292-1A41-BFCDC3820517}"/>
              </a:ext>
            </a:extLst>
          </p:cNvPr>
          <p:cNvCxnSpPr>
            <a:cxnSpLocks/>
          </p:cNvCxnSpPr>
          <p:nvPr/>
        </p:nvCxnSpPr>
        <p:spPr>
          <a:xfrm flipV="1">
            <a:off x="3145386" y="5565446"/>
            <a:ext cx="5011025" cy="439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吹き出し: 角を丸めた四角形 8">
            <a:extLst>
              <a:ext uri="{FF2B5EF4-FFF2-40B4-BE49-F238E27FC236}">
                <a16:creationId xmlns:a16="http://schemas.microsoft.com/office/drawing/2014/main" id="{D8728F1F-0175-BC10-ABE1-5769E9FC396E}"/>
              </a:ext>
            </a:extLst>
          </p:cNvPr>
          <p:cNvSpPr/>
          <p:nvPr/>
        </p:nvSpPr>
        <p:spPr>
          <a:xfrm>
            <a:off x="8005524" y="3733754"/>
            <a:ext cx="3314701" cy="481028"/>
          </a:xfrm>
          <a:prstGeom prst="wedgeRoundRectCallout">
            <a:avLst>
              <a:gd name="adj1" fmla="val 19690"/>
              <a:gd name="adj2" fmla="val 70338"/>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400"/>
              <a:t>この世界のどこかにある</a:t>
            </a:r>
            <a:r>
              <a:rPr lang="ja-JP" altLang="en-US" sz="1400"/>
              <a:t>コンピュータ</a:t>
            </a:r>
            <a:endParaRPr lang="en-US" altLang="ja-JP" sz="1400"/>
          </a:p>
        </p:txBody>
      </p:sp>
      <p:cxnSp>
        <p:nvCxnSpPr>
          <p:cNvPr id="10" name="直線矢印コネクタ 9">
            <a:extLst>
              <a:ext uri="{FF2B5EF4-FFF2-40B4-BE49-F238E27FC236}">
                <a16:creationId xmlns:a16="http://schemas.microsoft.com/office/drawing/2014/main" id="{61A86D16-105F-9700-B6C6-414EFFF62279}"/>
              </a:ext>
            </a:extLst>
          </p:cNvPr>
          <p:cNvCxnSpPr>
            <a:cxnSpLocks/>
          </p:cNvCxnSpPr>
          <p:nvPr/>
        </p:nvCxnSpPr>
        <p:spPr>
          <a:xfrm flipH="1" flipV="1">
            <a:off x="3181990" y="4177291"/>
            <a:ext cx="4877680" cy="688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直線矢印コネクタ 10">
            <a:extLst>
              <a:ext uri="{FF2B5EF4-FFF2-40B4-BE49-F238E27FC236}">
                <a16:creationId xmlns:a16="http://schemas.microsoft.com/office/drawing/2014/main" id="{B06AF238-44D7-666C-0C0F-4CBE21A2583D}"/>
              </a:ext>
            </a:extLst>
          </p:cNvPr>
          <p:cNvCxnSpPr>
            <a:cxnSpLocks/>
          </p:cNvCxnSpPr>
          <p:nvPr/>
        </p:nvCxnSpPr>
        <p:spPr>
          <a:xfrm flipH="1">
            <a:off x="3069071" y="5728756"/>
            <a:ext cx="5087340" cy="4157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吹き出し: 角を丸めた四角形 11">
            <a:extLst>
              <a:ext uri="{FF2B5EF4-FFF2-40B4-BE49-F238E27FC236}">
                <a16:creationId xmlns:a16="http://schemas.microsoft.com/office/drawing/2014/main" id="{26796997-2178-0015-233C-81337856FA21}"/>
              </a:ext>
            </a:extLst>
          </p:cNvPr>
          <p:cNvSpPr/>
          <p:nvPr/>
        </p:nvSpPr>
        <p:spPr>
          <a:xfrm>
            <a:off x="3381897" y="5342568"/>
            <a:ext cx="2761151" cy="374559"/>
          </a:xfrm>
          <a:prstGeom prst="wedgeRoundRectCallout">
            <a:avLst>
              <a:gd name="adj1" fmla="val -18351"/>
              <a:gd name="adj2" fmla="val 82508"/>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accent1"/>
                </a:solidFill>
              </a:rPr>
              <a:t>リクエスト：△△を購入したい</a:t>
            </a:r>
          </a:p>
        </p:txBody>
      </p:sp>
      <p:sp>
        <p:nvSpPr>
          <p:cNvPr id="13" name="吹き出し: 角を丸めた四角形 12">
            <a:extLst>
              <a:ext uri="{FF2B5EF4-FFF2-40B4-BE49-F238E27FC236}">
                <a16:creationId xmlns:a16="http://schemas.microsoft.com/office/drawing/2014/main" id="{DE40F7CC-5E42-5FD5-1E63-C825F41BB685}"/>
              </a:ext>
            </a:extLst>
          </p:cNvPr>
          <p:cNvSpPr/>
          <p:nvPr/>
        </p:nvSpPr>
        <p:spPr>
          <a:xfrm>
            <a:off x="4879501" y="6107278"/>
            <a:ext cx="2887045" cy="381710"/>
          </a:xfrm>
          <a:prstGeom prst="wedgeRoundRectCallout">
            <a:avLst>
              <a:gd name="adj1" fmla="val -23225"/>
              <a:gd name="adj2" fmla="val -77521"/>
              <a:gd name="adj3" fmla="val 16667"/>
            </a:avLst>
          </a:prstGeom>
          <a:solidFill>
            <a:schemeClr val="accent4">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solidFill>
                  <a:schemeClr val="accent1"/>
                </a:solidFill>
              </a:rPr>
              <a:t>レスポンス：購入手続きしました</a:t>
            </a:r>
            <a:endParaRPr kumimoji="1" lang="ja-JP" altLang="en-US" sz="1400">
              <a:solidFill>
                <a:schemeClr val="accent1"/>
              </a:solidFill>
            </a:endParaRPr>
          </a:p>
        </p:txBody>
      </p:sp>
      <p:sp>
        <p:nvSpPr>
          <p:cNvPr id="14" name="吹き出し: 角を丸めた四角形 13">
            <a:extLst>
              <a:ext uri="{FF2B5EF4-FFF2-40B4-BE49-F238E27FC236}">
                <a16:creationId xmlns:a16="http://schemas.microsoft.com/office/drawing/2014/main" id="{BBC86DEC-944B-888D-3058-6B2F2AAB39BB}"/>
              </a:ext>
            </a:extLst>
          </p:cNvPr>
          <p:cNvSpPr/>
          <p:nvPr/>
        </p:nvSpPr>
        <p:spPr>
          <a:xfrm>
            <a:off x="3598506" y="4695838"/>
            <a:ext cx="3180382" cy="385410"/>
          </a:xfrm>
          <a:prstGeom prst="wedgeRoundRectCallout">
            <a:avLst>
              <a:gd name="adj1" fmla="val 22392"/>
              <a:gd name="adj2" fmla="val -77723"/>
              <a:gd name="adj3" fmla="val 16667"/>
            </a:avLst>
          </a:prstGeom>
          <a:solidFill>
            <a:schemeClr val="accent4">
              <a:lumMod val="20000"/>
              <a:lumOff val="8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accent1"/>
                </a:solidFill>
              </a:rPr>
              <a:t>レスポンス：入れました</a:t>
            </a:r>
          </a:p>
        </p:txBody>
      </p:sp>
      <p:sp>
        <p:nvSpPr>
          <p:cNvPr id="15" name="四角形: 角を丸くする 14">
            <a:extLst>
              <a:ext uri="{FF2B5EF4-FFF2-40B4-BE49-F238E27FC236}">
                <a16:creationId xmlns:a16="http://schemas.microsoft.com/office/drawing/2014/main" id="{D7266C7C-A722-A7BC-80F5-CDE6E63B194B}"/>
              </a:ext>
            </a:extLst>
          </p:cNvPr>
          <p:cNvSpPr/>
          <p:nvPr/>
        </p:nvSpPr>
        <p:spPr>
          <a:xfrm>
            <a:off x="847388" y="3667039"/>
            <a:ext cx="1223404" cy="285440"/>
          </a:xfrm>
          <a:prstGeom prst="round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クライアント</a:t>
            </a:r>
          </a:p>
        </p:txBody>
      </p:sp>
      <p:sp>
        <p:nvSpPr>
          <p:cNvPr id="16" name="四角形: 角を丸くする 15">
            <a:extLst>
              <a:ext uri="{FF2B5EF4-FFF2-40B4-BE49-F238E27FC236}">
                <a16:creationId xmlns:a16="http://schemas.microsoft.com/office/drawing/2014/main" id="{FCCB8016-86F9-3F47-76E7-E2EF40655560}"/>
              </a:ext>
            </a:extLst>
          </p:cNvPr>
          <p:cNvSpPr/>
          <p:nvPr/>
        </p:nvSpPr>
        <p:spPr>
          <a:xfrm>
            <a:off x="847388" y="5406280"/>
            <a:ext cx="1223404" cy="285440"/>
          </a:xfrm>
          <a:prstGeom prst="round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クライアント</a:t>
            </a:r>
          </a:p>
        </p:txBody>
      </p:sp>
      <p:sp>
        <p:nvSpPr>
          <p:cNvPr id="17" name="四角形: 角を丸くする 16">
            <a:extLst>
              <a:ext uri="{FF2B5EF4-FFF2-40B4-BE49-F238E27FC236}">
                <a16:creationId xmlns:a16="http://schemas.microsoft.com/office/drawing/2014/main" id="{05BB1894-DD77-C778-BCF5-BDD1208C682F}"/>
              </a:ext>
            </a:extLst>
          </p:cNvPr>
          <p:cNvSpPr/>
          <p:nvPr/>
        </p:nvSpPr>
        <p:spPr>
          <a:xfrm>
            <a:off x="8327601" y="4376248"/>
            <a:ext cx="1223404" cy="285440"/>
          </a:xfrm>
          <a:prstGeom prst="round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サーバ</a:t>
            </a:r>
            <a:endParaRPr kumimoji="1" lang="ja-JP" altLang="en-US" sz="1400">
              <a:solidFill>
                <a:schemeClr val="tx1"/>
              </a:solidFill>
            </a:endParaRPr>
          </a:p>
        </p:txBody>
      </p:sp>
      <p:sp>
        <p:nvSpPr>
          <p:cNvPr id="18" name="吹き出し: 角を丸めた四角形 17">
            <a:extLst>
              <a:ext uri="{FF2B5EF4-FFF2-40B4-BE49-F238E27FC236}">
                <a16:creationId xmlns:a16="http://schemas.microsoft.com/office/drawing/2014/main" id="{26EB05F5-3050-02B9-9EE0-7D068917D6E0}"/>
              </a:ext>
            </a:extLst>
          </p:cNvPr>
          <p:cNvSpPr/>
          <p:nvPr/>
        </p:nvSpPr>
        <p:spPr>
          <a:xfrm>
            <a:off x="3794239" y="3664904"/>
            <a:ext cx="3763301" cy="399239"/>
          </a:xfrm>
          <a:prstGeom prst="wedgeRoundRectCallout">
            <a:avLst>
              <a:gd name="adj1" fmla="val -20833"/>
              <a:gd name="adj2" fmla="val 78296"/>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accent1"/>
                </a:solidFill>
              </a:rPr>
              <a:t>リクエスト：○○を欲しいものリストに入れたい</a:t>
            </a:r>
          </a:p>
        </p:txBody>
      </p:sp>
    </p:spTree>
    <p:extLst>
      <p:ext uri="{BB962C8B-B14F-4D97-AF65-F5344CB8AC3E}">
        <p14:creationId xmlns:p14="http://schemas.microsoft.com/office/powerpoint/2010/main" val="4087550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50AD3-F802-865E-1805-57279A5D74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5D2C87-3684-7AC8-C024-BAEB55E8D415}"/>
              </a:ext>
            </a:extLst>
          </p:cNvPr>
          <p:cNvSpPr>
            <a:spLocks noGrp="1"/>
          </p:cNvSpPr>
          <p:nvPr>
            <p:ph type="title"/>
          </p:nvPr>
        </p:nvSpPr>
        <p:spPr/>
        <p:txBody>
          <a:bodyPr/>
          <a:lstStyle/>
          <a:p>
            <a:r>
              <a:rPr kumimoji="1" lang="en-US" altLang="ja-JP"/>
              <a:t>Web</a:t>
            </a:r>
            <a:r>
              <a:rPr kumimoji="1" lang="ja-JP" altLang="en-US"/>
              <a:t>アプリケーションの種類</a:t>
            </a:r>
          </a:p>
        </p:txBody>
      </p:sp>
      <p:sp>
        <p:nvSpPr>
          <p:cNvPr id="3" name="コンテンツ プレースホルダー 2">
            <a:extLst>
              <a:ext uri="{FF2B5EF4-FFF2-40B4-BE49-F238E27FC236}">
                <a16:creationId xmlns:a16="http://schemas.microsoft.com/office/drawing/2014/main" id="{0CA59EC4-E5C5-4465-73E5-FDCAB359EF54}"/>
              </a:ext>
            </a:extLst>
          </p:cNvPr>
          <p:cNvSpPr>
            <a:spLocks noGrp="1"/>
          </p:cNvSpPr>
          <p:nvPr>
            <p:ph sz="quarter" idx="10"/>
          </p:nvPr>
        </p:nvSpPr>
        <p:spPr>
          <a:xfrm>
            <a:off x="370800" y="1025747"/>
            <a:ext cx="11448000" cy="321376"/>
          </a:xfrm>
        </p:spPr>
        <p:txBody>
          <a:bodyPr/>
          <a:lstStyle/>
          <a:p>
            <a:r>
              <a:rPr kumimoji="1" lang="en-US" altLang="ja-JP"/>
              <a:t>Web</a:t>
            </a:r>
            <a:r>
              <a:rPr kumimoji="1" lang="ja-JP" altLang="en-US"/>
              <a:t>アプリケーションは大きくは</a:t>
            </a:r>
            <a:r>
              <a:rPr kumimoji="1" lang="en-US" altLang="ja-JP"/>
              <a:t>2</a:t>
            </a:r>
            <a:r>
              <a:rPr kumimoji="1" lang="ja-JP" altLang="en-US"/>
              <a:t>つに分類ができる</a:t>
            </a:r>
            <a:endParaRPr kumimoji="1" lang="en-US" altLang="ja-JP"/>
          </a:p>
          <a:p>
            <a:endParaRPr lang="en-US" altLang="ja-JP"/>
          </a:p>
          <a:p>
            <a:endParaRPr kumimoji="1" lang="ja-JP" altLang="en-US"/>
          </a:p>
        </p:txBody>
      </p:sp>
      <p:graphicFrame>
        <p:nvGraphicFramePr>
          <p:cNvPr id="8" name="表 7">
            <a:extLst>
              <a:ext uri="{FF2B5EF4-FFF2-40B4-BE49-F238E27FC236}">
                <a16:creationId xmlns:a16="http://schemas.microsoft.com/office/drawing/2014/main" id="{5E1E9AAE-CB18-C03C-DE41-6F8DC71E890C}"/>
              </a:ext>
            </a:extLst>
          </p:cNvPr>
          <p:cNvGraphicFramePr>
            <a:graphicFrameLocks noGrp="1"/>
          </p:cNvGraphicFramePr>
          <p:nvPr>
            <p:extLst>
              <p:ext uri="{D42A27DB-BD31-4B8C-83A1-F6EECF244321}">
                <p14:modId xmlns:p14="http://schemas.microsoft.com/office/powerpoint/2010/main" val="1082098009"/>
              </p:ext>
            </p:extLst>
          </p:nvPr>
        </p:nvGraphicFramePr>
        <p:xfrm>
          <a:off x="463311" y="1415494"/>
          <a:ext cx="11058526" cy="2941616"/>
        </p:xfrm>
        <a:graphic>
          <a:graphicData uri="http://schemas.openxmlformats.org/drawingml/2006/table">
            <a:tbl>
              <a:tblPr firstRow="1" bandRow="1">
                <a:tableStyleId>{5C22544A-7EE6-4342-B048-85BDC9FD1C3A}</a:tableStyleId>
              </a:tblPr>
              <a:tblGrid>
                <a:gridCol w="1414451">
                  <a:extLst>
                    <a:ext uri="{9D8B030D-6E8A-4147-A177-3AD203B41FA5}">
                      <a16:colId xmlns:a16="http://schemas.microsoft.com/office/drawing/2014/main" val="5044150"/>
                    </a:ext>
                  </a:extLst>
                </a:gridCol>
                <a:gridCol w="4240018">
                  <a:extLst>
                    <a:ext uri="{9D8B030D-6E8A-4147-A177-3AD203B41FA5}">
                      <a16:colId xmlns:a16="http://schemas.microsoft.com/office/drawing/2014/main" val="3431396644"/>
                    </a:ext>
                  </a:extLst>
                </a:gridCol>
                <a:gridCol w="5404057">
                  <a:extLst>
                    <a:ext uri="{9D8B030D-6E8A-4147-A177-3AD203B41FA5}">
                      <a16:colId xmlns:a16="http://schemas.microsoft.com/office/drawing/2014/main" val="1923964971"/>
                    </a:ext>
                  </a:extLst>
                </a:gridCol>
              </a:tblGrid>
              <a:tr h="361792">
                <a:tc>
                  <a:txBody>
                    <a:bodyPr/>
                    <a:lstStyle/>
                    <a:p>
                      <a:endParaRPr kumimoji="1" lang="ja-JP" altLang="en-US" sz="1600">
                        <a:latin typeface="+mj-ea"/>
                        <a:ea typeface="+mj-ea"/>
                      </a:endParaRPr>
                    </a:p>
                  </a:txBody>
                  <a:tcPr/>
                </a:tc>
                <a:tc>
                  <a:txBody>
                    <a:bodyPr/>
                    <a:lstStyle/>
                    <a:p>
                      <a:r>
                        <a:rPr kumimoji="1" lang="en-US" altLang="ja-JP" sz="1600">
                          <a:latin typeface="+mj-ea"/>
                          <a:ea typeface="+mj-ea"/>
                        </a:rPr>
                        <a:t>Web</a:t>
                      </a:r>
                      <a:r>
                        <a:rPr kumimoji="1" lang="ja-JP" altLang="en-US" sz="1600">
                          <a:latin typeface="+mj-ea"/>
                          <a:ea typeface="+mj-ea"/>
                        </a:rPr>
                        <a:t>画面アプリケーション</a:t>
                      </a:r>
                    </a:p>
                  </a:txBody>
                  <a:tcPr/>
                </a:tc>
                <a:tc>
                  <a:txBody>
                    <a:bodyPr/>
                    <a:lstStyle/>
                    <a:p>
                      <a:r>
                        <a:rPr kumimoji="1" lang="en-US" altLang="ja-JP" sz="1600" err="1">
                          <a:latin typeface="+mj-ea"/>
                          <a:ea typeface="+mj-ea"/>
                        </a:rPr>
                        <a:t>WebAPI</a:t>
                      </a:r>
                      <a:r>
                        <a:rPr kumimoji="1" lang="ja-JP" altLang="en-US" sz="1600">
                          <a:latin typeface="+mj-ea"/>
                          <a:ea typeface="+mj-ea"/>
                        </a:rPr>
                        <a:t>アプリケーション</a:t>
                      </a:r>
                    </a:p>
                  </a:txBody>
                  <a:tcPr/>
                </a:tc>
                <a:extLst>
                  <a:ext uri="{0D108BD9-81ED-4DB2-BD59-A6C34878D82A}">
                    <a16:rowId xmlns:a16="http://schemas.microsoft.com/office/drawing/2014/main" val="2151309940"/>
                  </a:ext>
                </a:extLst>
              </a:tr>
              <a:tr h="560297">
                <a:tc>
                  <a:txBody>
                    <a:bodyPr/>
                    <a:lstStyle/>
                    <a:p>
                      <a:r>
                        <a:rPr kumimoji="1" lang="ja-JP" altLang="en-US" sz="1600">
                          <a:latin typeface="+mj-ea"/>
                          <a:ea typeface="+mj-ea"/>
                        </a:rPr>
                        <a:t>利用者と</a:t>
                      </a:r>
                      <a:endParaRPr kumimoji="1" lang="en-US" altLang="ja-JP" sz="1600">
                        <a:latin typeface="+mj-ea"/>
                        <a:ea typeface="+mj-ea"/>
                      </a:endParaRPr>
                    </a:p>
                    <a:p>
                      <a:r>
                        <a:rPr kumimoji="1" lang="ja-JP" altLang="en-US" sz="1600">
                          <a:latin typeface="+mj-ea"/>
                          <a:ea typeface="+mj-ea"/>
                        </a:rPr>
                        <a:t>利用方法</a:t>
                      </a:r>
                    </a:p>
                  </a:txBody>
                  <a:tcPr/>
                </a:tc>
                <a:tc>
                  <a:txBody>
                    <a:bodyPr/>
                    <a:lstStyle/>
                    <a:p>
                      <a:r>
                        <a:rPr kumimoji="1" lang="ja-JP" altLang="en-US" sz="1600">
                          <a:latin typeface="+mj-ea"/>
                          <a:ea typeface="+mj-ea"/>
                        </a:rPr>
                        <a:t>人がブラウザを通じて操作</a:t>
                      </a:r>
                    </a:p>
                  </a:txBody>
                  <a:tcPr/>
                </a:tc>
                <a:tc>
                  <a:txBody>
                    <a:bodyPr/>
                    <a:lstStyle/>
                    <a:p>
                      <a:r>
                        <a:rPr kumimoji="1" lang="ja-JP" altLang="en-US" sz="1600">
                          <a:latin typeface="+mj-ea"/>
                          <a:ea typeface="+mj-ea"/>
                        </a:rPr>
                        <a:t>プログラムが</a:t>
                      </a:r>
                      <a:r>
                        <a:rPr kumimoji="1" lang="en-US" altLang="ja-JP" sz="1600">
                          <a:latin typeface="+mj-ea"/>
                          <a:ea typeface="+mj-ea"/>
                        </a:rPr>
                        <a:t>HTTP</a:t>
                      </a:r>
                      <a:r>
                        <a:rPr kumimoji="1" lang="ja-JP" altLang="en-US" sz="1600">
                          <a:latin typeface="+mj-ea"/>
                          <a:ea typeface="+mj-ea"/>
                        </a:rPr>
                        <a:t>リクエストを通じて操作</a:t>
                      </a:r>
                      <a:endParaRPr kumimoji="1" lang="en-US" altLang="ja-JP" sz="1600">
                        <a:latin typeface="+mj-ea"/>
                        <a:ea typeface="+mj-ea"/>
                      </a:endParaRPr>
                    </a:p>
                  </a:txBody>
                  <a:tcPr/>
                </a:tc>
                <a:extLst>
                  <a:ext uri="{0D108BD9-81ED-4DB2-BD59-A6C34878D82A}">
                    <a16:rowId xmlns:a16="http://schemas.microsoft.com/office/drawing/2014/main" val="334103570"/>
                  </a:ext>
                </a:extLst>
              </a:tr>
              <a:tr h="566049">
                <a:tc>
                  <a:txBody>
                    <a:bodyPr/>
                    <a:lstStyle/>
                    <a:p>
                      <a:r>
                        <a:rPr kumimoji="1" lang="ja-JP" altLang="en-US" sz="1600">
                          <a:latin typeface="+mj-ea"/>
                          <a:ea typeface="+mj-ea"/>
                        </a:rPr>
                        <a:t>構成</a:t>
                      </a:r>
                    </a:p>
                  </a:txBody>
                  <a:tcPr/>
                </a:tc>
                <a:tc>
                  <a:txBody>
                    <a:bodyPr/>
                    <a:lstStyle/>
                    <a:p>
                      <a:r>
                        <a:rPr kumimoji="1" lang="ja-JP" altLang="en-US" sz="1600">
                          <a:latin typeface="+mj-ea"/>
                          <a:ea typeface="+mj-ea"/>
                        </a:rPr>
                        <a:t>フロントエンド（人が見る部分）と</a:t>
                      </a:r>
                      <a:endParaRPr kumimoji="1" lang="en-US" altLang="ja-JP" sz="1600">
                        <a:latin typeface="+mj-ea"/>
                        <a:ea typeface="+mj-ea"/>
                      </a:endParaRPr>
                    </a:p>
                    <a:p>
                      <a:r>
                        <a:rPr kumimoji="1" lang="ja-JP" altLang="en-US" sz="1600">
                          <a:latin typeface="+mj-ea"/>
                          <a:ea typeface="+mj-ea"/>
                        </a:rPr>
                        <a:t>バックエンド（サーバ側で処理をする部分）</a:t>
                      </a:r>
                    </a:p>
                  </a:txBody>
                  <a:tcPr/>
                </a:tc>
                <a:tc>
                  <a:txBody>
                    <a:bodyPr/>
                    <a:lstStyle/>
                    <a:p>
                      <a:r>
                        <a:rPr kumimoji="1" lang="ja-JP" altLang="en-US" sz="1600">
                          <a:latin typeface="+mj-ea"/>
                          <a:ea typeface="+mj-ea"/>
                        </a:rPr>
                        <a:t>バックエンドのみ</a:t>
                      </a:r>
                    </a:p>
                  </a:txBody>
                  <a:tcPr/>
                </a:tc>
                <a:extLst>
                  <a:ext uri="{0D108BD9-81ED-4DB2-BD59-A6C34878D82A}">
                    <a16:rowId xmlns:a16="http://schemas.microsoft.com/office/drawing/2014/main" val="2205159023"/>
                  </a:ext>
                </a:extLst>
              </a:tr>
              <a:tr h="566049">
                <a:tc>
                  <a:txBody>
                    <a:bodyPr/>
                    <a:lstStyle/>
                    <a:p>
                      <a:r>
                        <a:rPr kumimoji="1" lang="ja-JP" altLang="en-US" sz="1600">
                          <a:latin typeface="+mj-ea"/>
                          <a:ea typeface="+mj-ea"/>
                        </a:rPr>
                        <a:t>レスポンス</a:t>
                      </a:r>
                    </a:p>
                  </a:txBody>
                  <a:tcPr/>
                </a:tc>
                <a:tc>
                  <a:txBody>
                    <a:bodyPr/>
                    <a:lstStyle/>
                    <a:p>
                      <a:r>
                        <a:rPr kumimoji="1" lang="en-US" altLang="ja-JP" sz="1600">
                          <a:latin typeface="+mj-ea"/>
                          <a:ea typeface="+mj-ea"/>
                        </a:rPr>
                        <a:t>HTML</a:t>
                      </a:r>
                      <a:r>
                        <a:rPr kumimoji="1" lang="ja-JP" altLang="en-US" sz="1600">
                          <a:latin typeface="+mj-ea"/>
                          <a:ea typeface="+mj-ea"/>
                        </a:rPr>
                        <a:t>（人が見るための画面情報）</a:t>
                      </a:r>
                      <a:endParaRPr kumimoji="1" lang="en-US" altLang="ja-JP" sz="1600">
                        <a:latin typeface="+mj-ea"/>
                        <a:ea typeface="+mj-ea"/>
                      </a:endParaRPr>
                    </a:p>
                    <a:p>
                      <a:r>
                        <a:rPr kumimoji="1" lang="ja-JP" altLang="en-US" sz="1600">
                          <a:latin typeface="+mj-ea"/>
                          <a:ea typeface="+mj-ea"/>
                        </a:rPr>
                        <a:t>および画面を操作するためのプログラム</a:t>
                      </a:r>
                    </a:p>
                  </a:txBody>
                  <a:tcPr/>
                </a:tc>
                <a:tc>
                  <a:txBody>
                    <a:bodyPr/>
                    <a:lstStyle/>
                    <a:p>
                      <a:r>
                        <a:rPr kumimoji="1" lang="en-US" altLang="ja-JP" sz="1600">
                          <a:latin typeface="+mj-ea"/>
                          <a:ea typeface="+mj-ea"/>
                        </a:rPr>
                        <a:t>JSON</a:t>
                      </a:r>
                      <a:r>
                        <a:rPr kumimoji="1" lang="ja-JP" altLang="en-US" sz="1600">
                          <a:latin typeface="+mj-ea"/>
                          <a:ea typeface="+mj-ea"/>
                        </a:rPr>
                        <a:t>や</a:t>
                      </a:r>
                      <a:r>
                        <a:rPr kumimoji="1" lang="en-US" altLang="ja-JP" sz="1600">
                          <a:latin typeface="+mj-ea"/>
                          <a:ea typeface="+mj-ea"/>
                        </a:rPr>
                        <a:t>XML</a:t>
                      </a:r>
                      <a:r>
                        <a:rPr kumimoji="1" lang="ja-JP" altLang="en-US" sz="1600">
                          <a:latin typeface="+mj-ea"/>
                          <a:ea typeface="+mj-ea"/>
                        </a:rPr>
                        <a:t>（アプリケーションが使うデータ）</a:t>
                      </a:r>
                    </a:p>
                  </a:txBody>
                  <a:tcPr/>
                </a:tc>
                <a:extLst>
                  <a:ext uri="{0D108BD9-81ED-4DB2-BD59-A6C34878D82A}">
                    <a16:rowId xmlns:a16="http://schemas.microsoft.com/office/drawing/2014/main" val="4061487144"/>
                  </a:ext>
                </a:extLst>
              </a:tr>
              <a:tr h="842464">
                <a:tc>
                  <a:txBody>
                    <a:bodyPr/>
                    <a:lstStyle/>
                    <a:p>
                      <a:r>
                        <a:rPr kumimoji="1" lang="ja-JP" altLang="en-US" sz="1600">
                          <a:latin typeface="+mj-ea"/>
                          <a:ea typeface="+mj-ea"/>
                        </a:rPr>
                        <a:t>具体例</a:t>
                      </a:r>
                    </a:p>
                  </a:txBody>
                  <a:tcPr/>
                </a:tc>
                <a:tc>
                  <a:txBody>
                    <a:bodyPr/>
                    <a:lstStyle/>
                    <a:p>
                      <a:r>
                        <a:rPr kumimoji="1" lang="ja-JP" altLang="en-US" sz="1600">
                          <a:latin typeface="+mj-ea"/>
                          <a:ea typeface="+mj-ea"/>
                        </a:rPr>
                        <a:t>ネットショッピングサイト</a:t>
                      </a:r>
                      <a:endParaRPr kumimoji="1" lang="en-US" altLang="ja-JP" sz="1600">
                        <a:latin typeface="+mj-ea"/>
                        <a:ea typeface="+mj-ea"/>
                      </a:endParaRPr>
                    </a:p>
                    <a:p>
                      <a:r>
                        <a:rPr kumimoji="1" lang="ja-JP" altLang="en-US" sz="1600">
                          <a:latin typeface="+mj-ea"/>
                          <a:ea typeface="+mj-ea"/>
                        </a:rPr>
                        <a:t>ブログ</a:t>
                      </a:r>
                    </a:p>
                  </a:txBody>
                  <a:tcPr/>
                </a:tc>
                <a:tc>
                  <a:txBody>
                    <a:bodyPr/>
                    <a:lstStyle/>
                    <a:p>
                      <a:r>
                        <a:rPr kumimoji="1" lang="ja-JP" altLang="en-US" sz="1600">
                          <a:latin typeface="+mj-ea"/>
                          <a:ea typeface="+mj-ea"/>
                        </a:rPr>
                        <a:t>スマホのアプリ</a:t>
                      </a:r>
                      <a:endParaRPr kumimoji="1" lang="en-US" altLang="ja-JP" sz="1600">
                        <a:latin typeface="+mj-ea"/>
                        <a:ea typeface="+mj-ea"/>
                      </a:endParaRPr>
                    </a:p>
                    <a:p>
                      <a:r>
                        <a:rPr kumimoji="1" lang="ja-JP" altLang="en-US" sz="1600">
                          <a:latin typeface="+mj-ea"/>
                          <a:ea typeface="+mj-ea"/>
                        </a:rPr>
                        <a:t>　</a:t>
                      </a:r>
                      <a:r>
                        <a:rPr kumimoji="1" lang="en-US" altLang="ja-JP" sz="1600">
                          <a:latin typeface="+mj-ea"/>
                          <a:ea typeface="+mj-ea"/>
                        </a:rPr>
                        <a:t>LINE</a:t>
                      </a:r>
                      <a:r>
                        <a:rPr kumimoji="1" lang="ja-JP" altLang="en-US" sz="1600">
                          <a:latin typeface="+mj-ea"/>
                          <a:ea typeface="+mj-ea"/>
                        </a:rPr>
                        <a:t>、ゲーム、</a:t>
                      </a:r>
                      <a:r>
                        <a:rPr kumimoji="1" lang="en-US" altLang="ja-JP" sz="1600">
                          <a:latin typeface="+mj-ea"/>
                          <a:ea typeface="+mj-ea"/>
                        </a:rPr>
                        <a:t>Google</a:t>
                      </a:r>
                      <a:r>
                        <a:rPr kumimoji="1" lang="ja-JP" altLang="en-US" sz="1600">
                          <a:latin typeface="+mj-ea"/>
                          <a:ea typeface="+mj-ea"/>
                        </a:rPr>
                        <a:t>マップなど</a:t>
                      </a:r>
                      <a:endParaRPr kumimoji="1" lang="en-US" altLang="ja-JP" sz="1600">
                        <a:latin typeface="+mj-ea"/>
                        <a:ea typeface="+mj-ea"/>
                      </a:endParaRPr>
                    </a:p>
                  </a:txBody>
                  <a:tcPr/>
                </a:tc>
                <a:extLst>
                  <a:ext uri="{0D108BD9-81ED-4DB2-BD59-A6C34878D82A}">
                    <a16:rowId xmlns:a16="http://schemas.microsoft.com/office/drawing/2014/main" val="2559497019"/>
                  </a:ext>
                </a:extLst>
              </a:tr>
            </a:tbl>
          </a:graphicData>
        </a:graphic>
      </p:graphicFrame>
      <p:pic>
        <p:nvPicPr>
          <p:cNvPr id="9" name="図 8">
            <a:extLst>
              <a:ext uri="{FF2B5EF4-FFF2-40B4-BE49-F238E27FC236}">
                <a16:creationId xmlns:a16="http://schemas.microsoft.com/office/drawing/2014/main" id="{67920E72-1527-A7E0-289A-DC286E868049}"/>
              </a:ext>
            </a:extLst>
          </p:cNvPr>
          <p:cNvPicPr>
            <a:picLocks noChangeAspect="1"/>
          </p:cNvPicPr>
          <p:nvPr/>
        </p:nvPicPr>
        <p:blipFill>
          <a:blip r:embed="rId2"/>
          <a:stretch>
            <a:fillRect/>
          </a:stretch>
        </p:blipFill>
        <p:spPr>
          <a:xfrm>
            <a:off x="1557647" y="4666191"/>
            <a:ext cx="2864229" cy="1679867"/>
          </a:xfrm>
          <a:prstGeom prst="rect">
            <a:avLst/>
          </a:prstGeom>
        </p:spPr>
      </p:pic>
      <p:pic>
        <p:nvPicPr>
          <p:cNvPr id="1026" name="Picture 2" descr="ポケモンの新アプリ「ポケポケ」は何がすごいのか？ カジュアル層からガチ勢まで心をつかむ、ルールとUIの“引き算”（1/2 ページ） - ITmedia  Mobile">
            <a:extLst>
              <a:ext uri="{FF2B5EF4-FFF2-40B4-BE49-F238E27FC236}">
                <a16:creationId xmlns:a16="http://schemas.microsoft.com/office/drawing/2014/main" id="{1FB228BA-1DF9-4A9D-1D5C-E6F3529D413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719" t="4237" r="23390"/>
          <a:stretch/>
        </p:blipFill>
        <p:spPr bwMode="auto">
          <a:xfrm>
            <a:off x="6501740" y="4666191"/>
            <a:ext cx="1425039" cy="1823509"/>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D2E1E17C-18DE-F9BB-37FA-C62E20523024}"/>
              </a:ext>
            </a:extLst>
          </p:cNvPr>
          <p:cNvSpPr/>
          <p:nvPr/>
        </p:nvSpPr>
        <p:spPr>
          <a:xfrm>
            <a:off x="9066810" y="5151583"/>
            <a:ext cx="1567543" cy="754083"/>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err="1">
                <a:solidFill>
                  <a:schemeClr val="tx1"/>
                </a:solidFill>
              </a:rPr>
              <a:t>WebAPI</a:t>
            </a:r>
            <a:endParaRPr kumimoji="1" lang="en-US" altLang="ja-JP" sz="1400">
              <a:solidFill>
                <a:schemeClr val="tx1"/>
              </a:solidFill>
            </a:endParaRPr>
          </a:p>
          <a:p>
            <a:pPr algn="ctr"/>
            <a:r>
              <a:rPr kumimoji="1" lang="ja-JP" altLang="en-US" sz="1400">
                <a:solidFill>
                  <a:schemeClr val="tx1"/>
                </a:solidFill>
              </a:rPr>
              <a:t>アプリケーション</a:t>
            </a:r>
          </a:p>
        </p:txBody>
      </p:sp>
      <p:cxnSp>
        <p:nvCxnSpPr>
          <p:cNvPr id="5" name="直線矢印コネクタ 4">
            <a:extLst>
              <a:ext uri="{FF2B5EF4-FFF2-40B4-BE49-F238E27FC236}">
                <a16:creationId xmlns:a16="http://schemas.microsoft.com/office/drawing/2014/main" id="{DFE70754-56D6-19F2-0229-22393E05D53C}"/>
              </a:ext>
            </a:extLst>
          </p:cNvPr>
          <p:cNvCxnSpPr>
            <a:cxnSpLocks/>
          </p:cNvCxnSpPr>
          <p:nvPr/>
        </p:nvCxnSpPr>
        <p:spPr>
          <a:xfrm>
            <a:off x="7968343" y="5274422"/>
            <a:ext cx="1098467"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 name="直線矢印コネクタ 6">
            <a:extLst>
              <a:ext uri="{FF2B5EF4-FFF2-40B4-BE49-F238E27FC236}">
                <a16:creationId xmlns:a16="http://schemas.microsoft.com/office/drawing/2014/main" id="{B5DFDA58-51D0-7284-F99E-062693C1A475}"/>
              </a:ext>
            </a:extLst>
          </p:cNvPr>
          <p:cNvCxnSpPr>
            <a:cxnSpLocks/>
          </p:cNvCxnSpPr>
          <p:nvPr/>
        </p:nvCxnSpPr>
        <p:spPr>
          <a:xfrm flipH="1">
            <a:off x="7968343" y="5765268"/>
            <a:ext cx="1048987"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C9FAD21B-F6F8-0EBD-050A-DB185484C49A}"/>
              </a:ext>
            </a:extLst>
          </p:cNvPr>
          <p:cNvSpPr/>
          <p:nvPr/>
        </p:nvSpPr>
        <p:spPr>
          <a:xfrm>
            <a:off x="4471356" y="5011185"/>
            <a:ext cx="1567543" cy="754083"/>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a:solidFill>
                  <a:schemeClr val="tx1"/>
                </a:solidFill>
              </a:rPr>
              <a:t>【</a:t>
            </a:r>
            <a:r>
              <a:rPr kumimoji="1" lang="ja-JP" altLang="en-US" sz="1400">
                <a:solidFill>
                  <a:schemeClr val="tx1"/>
                </a:solidFill>
              </a:rPr>
              <a:t>バックエンド</a:t>
            </a:r>
            <a:r>
              <a:rPr kumimoji="1" lang="en-US" altLang="ja-JP" sz="1400">
                <a:solidFill>
                  <a:schemeClr val="tx1"/>
                </a:solidFill>
              </a:rPr>
              <a:t>】</a:t>
            </a:r>
          </a:p>
          <a:p>
            <a:pPr algn="ctr"/>
            <a:r>
              <a:rPr kumimoji="1" lang="ja-JP" altLang="en-US" sz="1400">
                <a:solidFill>
                  <a:schemeClr val="tx1"/>
                </a:solidFill>
              </a:rPr>
              <a:t>サーバ</a:t>
            </a:r>
            <a:endParaRPr kumimoji="1" lang="en-US" altLang="ja-JP" sz="1400">
              <a:solidFill>
                <a:schemeClr val="tx1"/>
              </a:solidFill>
            </a:endParaRPr>
          </a:p>
        </p:txBody>
      </p:sp>
      <p:sp>
        <p:nvSpPr>
          <p:cNvPr id="14" name="吹き出し: 角を丸めた四角形 13">
            <a:extLst>
              <a:ext uri="{FF2B5EF4-FFF2-40B4-BE49-F238E27FC236}">
                <a16:creationId xmlns:a16="http://schemas.microsoft.com/office/drawing/2014/main" id="{13893BD7-8C98-43EE-F0DF-A70C3C10B890}"/>
              </a:ext>
            </a:extLst>
          </p:cNvPr>
          <p:cNvSpPr/>
          <p:nvPr/>
        </p:nvSpPr>
        <p:spPr>
          <a:xfrm>
            <a:off x="7818911" y="4487821"/>
            <a:ext cx="1347849" cy="448300"/>
          </a:xfrm>
          <a:prstGeom prst="wedgeRoundRectCallout">
            <a:avLst>
              <a:gd name="adj1" fmla="val -82067"/>
              <a:gd name="adj2" fmla="val 67798"/>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別のプログラム</a:t>
            </a:r>
          </a:p>
        </p:txBody>
      </p:sp>
      <p:sp>
        <p:nvSpPr>
          <p:cNvPr id="15" name="正方形/長方形 14">
            <a:extLst>
              <a:ext uri="{FF2B5EF4-FFF2-40B4-BE49-F238E27FC236}">
                <a16:creationId xmlns:a16="http://schemas.microsoft.com/office/drawing/2014/main" id="{B84B67B3-84BD-7BA5-F81E-4A0C17201E00}"/>
              </a:ext>
            </a:extLst>
          </p:cNvPr>
          <p:cNvSpPr/>
          <p:nvPr/>
        </p:nvSpPr>
        <p:spPr>
          <a:xfrm>
            <a:off x="1557647" y="4692180"/>
            <a:ext cx="1567543" cy="582241"/>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a:solidFill>
                  <a:schemeClr val="tx1"/>
                </a:solidFill>
              </a:rPr>
              <a:t>【</a:t>
            </a:r>
            <a:r>
              <a:rPr lang="ja-JP" altLang="en-US" sz="1400">
                <a:solidFill>
                  <a:schemeClr val="tx1"/>
                </a:solidFill>
              </a:rPr>
              <a:t>フロント</a:t>
            </a:r>
            <a:r>
              <a:rPr kumimoji="1" lang="ja-JP" altLang="en-US" sz="1400">
                <a:solidFill>
                  <a:schemeClr val="tx1"/>
                </a:solidFill>
              </a:rPr>
              <a:t>エンド</a:t>
            </a:r>
            <a:r>
              <a:rPr kumimoji="1" lang="en-US" altLang="ja-JP" sz="1400">
                <a:solidFill>
                  <a:schemeClr val="tx1"/>
                </a:solidFill>
              </a:rPr>
              <a:t>】</a:t>
            </a:r>
          </a:p>
          <a:p>
            <a:pPr algn="ctr"/>
            <a:r>
              <a:rPr lang="ja-JP" altLang="en-US" sz="1400">
                <a:solidFill>
                  <a:schemeClr val="tx1"/>
                </a:solidFill>
              </a:rPr>
              <a:t>ブラウザ上</a:t>
            </a:r>
            <a:endParaRPr kumimoji="1" lang="en-US" altLang="ja-JP" sz="1400">
              <a:solidFill>
                <a:schemeClr val="tx1"/>
              </a:solidFill>
            </a:endParaRPr>
          </a:p>
        </p:txBody>
      </p:sp>
    </p:spTree>
    <p:extLst>
      <p:ext uri="{BB962C8B-B14F-4D97-AF65-F5344CB8AC3E}">
        <p14:creationId xmlns:p14="http://schemas.microsoft.com/office/powerpoint/2010/main" val="2433816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1F6B3A-BC8B-6E2F-57EE-366E9261824C}"/>
              </a:ext>
            </a:extLst>
          </p:cNvPr>
          <p:cNvSpPr>
            <a:spLocks noGrp="1"/>
          </p:cNvSpPr>
          <p:nvPr>
            <p:ph type="title"/>
          </p:nvPr>
        </p:nvSpPr>
        <p:spPr/>
        <p:txBody>
          <a:bodyPr/>
          <a:lstStyle/>
          <a:p>
            <a:r>
              <a:rPr kumimoji="1" lang="ja-JP" altLang="en-US"/>
              <a:t>アプリケーションとは</a:t>
            </a:r>
          </a:p>
        </p:txBody>
      </p:sp>
      <p:sp>
        <p:nvSpPr>
          <p:cNvPr id="3" name="コンテンツ プレースホルダー 2">
            <a:extLst>
              <a:ext uri="{FF2B5EF4-FFF2-40B4-BE49-F238E27FC236}">
                <a16:creationId xmlns:a16="http://schemas.microsoft.com/office/drawing/2014/main" id="{7AB5CAC3-4091-486E-7F8D-17D79B585CD0}"/>
              </a:ext>
            </a:extLst>
          </p:cNvPr>
          <p:cNvSpPr>
            <a:spLocks noGrp="1"/>
          </p:cNvSpPr>
          <p:nvPr>
            <p:ph sz="quarter" idx="10"/>
          </p:nvPr>
        </p:nvSpPr>
        <p:spPr>
          <a:xfrm>
            <a:off x="371474" y="1038386"/>
            <a:ext cx="11448000" cy="1095214"/>
          </a:xfrm>
        </p:spPr>
        <p:txBody>
          <a:bodyPr/>
          <a:lstStyle/>
          <a:p>
            <a:r>
              <a:rPr lang="ja-JP" altLang="en-US"/>
              <a:t>アプリケーションとは、</a:t>
            </a:r>
            <a:r>
              <a:rPr lang="ja-JP" altLang="en-US" b="1" i="0">
                <a:solidFill>
                  <a:srgbClr val="001D35"/>
                </a:solidFill>
                <a:effectLst/>
                <a:latin typeface="Arial" panose="020B0604020202020204" pitchFamily="34" charset="0"/>
              </a:rPr>
              <a:t>特定の作業を行うために</a:t>
            </a:r>
            <a:r>
              <a:rPr lang="ja-JP" altLang="en-US" b="0" i="0">
                <a:solidFill>
                  <a:srgbClr val="001D35"/>
                </a:solidFill>
                <a:effectLst/>
                <a:latin typeface="Arial" panose="020B0604020202020204" pitchFamily="34" charset="0"/>
              </a:rPr>
              <a:t>開発されたソフトウェアプログラム</a:t>
            </a:r>
            <a:endParaRPr lang="en-US" altLang="ja-JP" b="0" i="0">
              <a:solidFill>
                <a:srgbClr val="001D35"/>
              </a:solidFill>
              <a:effectLst/>
              <a:latin typeface="Arial" panose="020B0604020202020204" pitchFamily="34" charset="0"/>
            </a:endParaRPr>
          </a:p>
          <a:p>
            <a:r>
              <a:rPr kumimoji="1" lang="ja-JP" altLang="en-US">
                <a:solidFill>
                  <a:srgbClr val="001D35"/>
                </a:solidFill>
                <a:latin typeface="Arial" panose="020B0604020202020204" pitchFamily="34" charset="0"/>
              </a:rPr>
              <a:t>例：</a:t>
            </a:r>
            <a:r>
              <a:rPr kumimoji="1" lang="en-US" altLang="ja-JP">
                <a:solidFill>
                  <a:srgbClr val="001D35"/>
                </a:solidFill>
                <a:latin typeface="Arial" panose="020B0604020202020204" pitchFamily="34" charset="0"/>
              </a:rPr>
              <a:t>LINE</a:t>
            </a:r>
            <a:r>
              <a:rPr kumimoji="1" lang="ja-JP" altLang="en-US">
                <a:solidFill>
                  <a:srgbClr val="001D35"/>
                </a:solidFill>
                <a:latin typeface="Arial" panose="020B0604020202020204" pitchFamily="34" charset="0"/>
              </a:rPr>
              <a:t>は、</a:t>
            </a:r>
            <a:r>
              <a:rPr kumimoji="1" lang="ja-JP" altLang="en-US" b="1">
                <a:solidFill>
                  <a:srgbClr val="001D35"/>
                </a:solidFill>
                <a:latin typeface="Arial" panose="020B0604020202020204" pitchFamily="34" charset="0"/>
              </a:rPr>
              <a:t>友人や家族と連絡を行うために、</a:t>
            </a:r>
            <a:r>
              <a:rPr kumimoji="1" lang="ja-JP" altLang="en-US">
                <a:solidFill>
                  <a:srgbClr val="001D35"/>
                </a:solidFill>
                <a:latin typeface="Arial" panose="020B0604020202020204" pitchFamily="34" charset="0"/>
              </a:rPr>
              <a:t>開発されたアプリケーション</a:t>
            </a:r>
            <a:endParaRPr kumimoji="1" lang="en-US" altLang="ja-JP"/>
          </a:p>
          <a:p>
            <a:endParaRPr kumimoji="1" lang="ja-JP" altLang="en-US"/>
          </a:p>
        </p:txBody>
      </p:sp>
      <p:grpSp>
        <p:nvGrpSpPr>
          <p:cNvPr id="4" name="グループ化 3">
            <a:extLst>
              <a:ext uri="{FF2B5EF4-FFF2-40B4-BE49-F238E27FC236}">
                <a16:creationId xmlns:a16="http://schemas.microsoft.com/office/drawing/2014/main" id="{7BE90177-7C3C-126B-7C7E-F0AF7C720FE8}"/>
              </a:ext>
            </a:extLst>
          </p:cNvPr>
          <p:cNvGrpSpPr/>
          <p:nvPr/>
        </p:nvGrpSpPr>
        <p:grpSpPr>
          <a:xfrm>
            <a:off x="2120662" y="2020937"/>
            <a:ext cx="9474868" cy="4316330"/>
            <a:chOff x="2111542" y="2079100"/>
            <a:chExt cx="9474868" cy="4316330"/>
          </a:xfrm>
        </p:grpSpPr>
        <p:sp>
          <p:nvSpPr>
            <p:cNvPr id="5" name="四角形: 角を丸くする 4">
              <a:extLst>
                <a:ext uri="{FF2B5EF4-FFF2-40B4-BE49-F238E27FC236}">
                  <a16:creationId xmlns:a16="http://schemas.microsoft.com/office/drawing/2014/main" id="{71066597-45F5-ABBD-1632-A2DE55AAEFD0}"/>
                </a:ext>
              </a:extLst>
            </p:cNvPr>
            <p:cNvSpPr/>
            <p:nvPr/>
          </p:nvSpPr>
          <p:spPr>
            <a:xfrm>
              <a:off x="2658979" y="2888225"/>
              <a:ext cx="5257800" cy="5775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アプリケーション</a:t>
              </a:r>
              <a:endParaRPr kumimoji="1" lang="en-US" altLang="ja-JP"/>
            </a:p>
            <a:p>
              <a:pPr algn="ctr"/>
              <a:r>
                <a:rPr lang="ja-JP" altLang="en-US"/>
                <a:t>例：ブラウザ、</a:t>
              </a:r>
              <a:r>
                <a:rPr lang="en-US" altLang="ja-JP"/>
                <a:t>LINE</a:t>
              </a:r>
              <a:r>
                <a:rPr lang="ja-JP" altLang="en-US"/>
                <a:t>、計算機、メモ帳</a:t>
              </a:r>
              <a:endParaRPr kumimoji="1" lang="ja-JP" altLang="en-US"/>
            </a:p>
          </p:txBody>
        </p:sp>
        <p:sp>
          <p:nvSpPr>
            <p:cNvPr id="6" name="四角形: 角を丸くする 5">
              <a:extLst>
                <a:ext uri="{FF2B5EF4-FFF2-40B4-BE49-F238E27FC236}">
                  <a16:creationId xmlns:a16="http://schemas.microsoft.com/office/drawing/2014/main" id="{BAE5BA09-24C1-432B-514A-79D89932B9A4}"/>
                </a:ext>
              </a:extLst>
            </p:cNvPr>
            <p:cNvSpPr/>
            <p:nvPr/>
          </p:nvSpPr>
          <p:spPr>
            <a:xfrm>
              <a:off x="2658979" y="3826688"/>
              <a:ext cx="5257800" cy="5775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OS</a:t>
              </a:r>
            </a:p>
            <a:p>
              <a:pPr algn="ctr"/>
              <a:r>
                <a:rPr lang="ja-JP" altLang="en-US"/>
                <a:t>例：</a:t>
              </a:r>
              <a:r>
                <a:rPr lang="en-US" altLang="ja-JP"/>
                <a:t>Windows</a:t>
              </a:r>
              <a:r>
                <a:rPr lang="ja-JP" altLang="en-US"/>
                <a:t>、</a:t>
              </a:r>
              <a:r>
                <a:rPr lang="en-US" altLang="ja-JP"/>
                <a:t>Mac</a:t>
              </a:r>
              <a:r>
                <a:rPr lang="ja-JP" altLang="en-US"/>
                <a:t>、</a:t>
              </a:r>
              <a:r>
                <a:rPr lang="en-US" altLang="ja-JP"/>
                <a:t>iOS</a:t>
              </a:r>
              <a:r>
                <a:rPr lang="ja-JP" altLang="en-US"/>
                <a:t>、</a:t>
              </a:r>
              <a:r>
                <a:rPr lang="en-US" altLang="ja-JP"/>
                <a:t>Android</a:t>
              </a:r>
              <a:r>
                <a:rPr lang="ja-JP" altLang="en-US"/>
                <a:t>、</a:t>
              </a:r>
              <a:r>
                <a:rPr lang="en-US" altLang="ja-JP"/>
                <a:t>Linux</a:t>
              </a:r>
              <a:endParaRPr kumimoji="1" lang="ja-JP" altLang="en-US"/>
            </a:p>
          </p:txBody>
        </p:sp>
        <p:sp>
          <p:nvSpPr>
            <p:cNvPr id="7" name="正方形/長方形 6">
              <a:extLst>
                <a:ext uri="{FF2B5EF4-FFF2-40B4-BE49-F238E27FC236}">
                  <a16:creationId xmlns:a16="http://schemas.microsoft.com/office/drawing/2014/main" id="{46B6B703-3A94-D5E8-BD9A-CDC8DDEC3243}"/>
                </a:ext>
              </a:extLst>
            </p:cNvPr>
            <p:cNvSpPr/>
            <p:nvPr/>
          </p:nvSpPr>
          <p:spPr>
            <a:xfrm>
              <a:off x="2400300" y="2632553"/>
              <a:ext cx="5871411" cy="198220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5B093A39-6BD4-B29F-0967-A98EA81A7D4B}"/>
                </a:ext>
              </a:extLst>
            </p:cNvPr>
            <p:cNvSpPr/>
            <p:nvPr/>
          </p:nvSpPr>
          <p:spPr>
            <a:xfrm>
              <a:off x="2755232" y="2503214"/>
              <a:ext cx="1792705" cy="318837"/>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accent1"/>
                  </a:solidFill>
                </a:rPr>
                <a:t>ソフトウェア</a:t>
              </a:r>
              <a:endParaRPr kumimoji="1" lang="ja-JP" altLang="en-US">
                <a:solidFill>
                  <a:schemeClr val="accent1"/>
                </a:solidFill>
              </a:endParaRPr>
            </a:p>
          </p:txBody>
        </p:sp>
        <p:sp>
          <p:nvSpPr>
            <p:cNvPr id="9" name="四角形: 角を丸くする 8">
              <a:extLst>
                <a:ext uri="{FF2B5EF4-FFF2-40B4-BE49-F238E27FC236}">
                  <a16:creationId xmlns:a16="http://schemas.microsoft.com/office/drawing/2014/main" id="{46108F7F-C12F-D81B-2909-BB6F9B6EF8DE}"/>
                </a:ext>
              </a:extLst>
            </p:cNvPr>
            <p:cNvSpPr/>
            <p:nvPr/>
          </p:nvSpPr>
          <p:spPr>
            <a:xfrm>
              <a:off x="2658979" y="4864412"/>
              <a:ext cx="5257800" cy="5775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ハードウェア（スマホ端末、パソコン端末）</a:t>
              </a:r>
              <a:endParaRPr kumimoji="1" lang="en-US" altLang="ja-JP"/>
            </a:p>
            <a:p>
              <a:pPr algn="ctr"/>
              <a:r>
                <a:rPr lang="ja-JP" altLang="en-US"/>
                <a:t>例：</a:t>
              </a:r>
              <a:r>
                <a:rPr lang="en-US" altLang="ja-JP"/>
                <a:t>CPU</a:t>
              </a:r>
              <a:r>
                <a:rPr lang="ja-JP" altLang="en-US"/>
                <a:t>、メモリ、ストレージ</a:t>
              </a:r>
              <a:endParaRPr kumimoji="1" lang="ja-JP" altLang="en-US"/>
            </a:p>
          </p:txBody>
        </p:sp>
        <p:sp>
          <p:nvSpPr>
            <p:cNvPr id="10" name="正方形/長方形 9">
              <a:extLst>
                <a:ext uri="{FF2B5EF4-FFF2-40B4-BE49-F238E27FC236}">
                  <a16:creationId xmlns:a16="http://schemas.microsoft.com/office/drawing/2014/main" id="{67ABF222-F390-0F60-CFDF-BFBABBE1C8AA}"/>
                </a:ext>
              </a:extLst>
            </p:cNvPr>
            <p:cNvSpPr/>
            <p:nvPr/>
          </p:nvSpPr>
          <p:spPr>
            <a:xfrm>
              <a:off x="2111542" y="2292662"/>
              <a:ext cx="6312569" cy="338087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5BB50BE0-997D-5543-9EBE-D3D9AA4DF590}"/>
                </a:ext>
              </a:extLst>
            </p:cNvPr>
            <p:cNvSpPr/>
            <p:nvPr/>
          </p:nvSpPr>
          <p:spPr>
            <a:xfrm>
              <a:off x="2574758" y="2079100"/>
              <a:ext cx="2340141" cy="318837"/>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accent1"/>
                  </a:solidFill>
                </a:rPr>
                <a:t>パソコン、スマホ</a:t>
              </a:r>
            </a:p>
          </p:txBody>
        </p:sp>
        <p:sp>
          <p:nvSpPr>
            <p:cNvPr id="12" name="四角形: 角を丸くする 11">
              <a:extLst>
                <a:ext uri="{FF2B5EF4-FFF2-40B4-BE49-F238E27FC236}">
                  <a16:creationId xmlns:a16="http://schemas.microsoft.com/office/drawing/2014/main" id="{0FDA93ED-35D5-D409-A6B5-BDA4FD97251E}"/>
                </a:ext>
              </a:extLst>
            </p:cNvPr>
            <p:cNvSpPr/>
            <p:nvPr/>
          </p:nvSpPr>
          <p:spPr>
            <a:xfrm>
              <a:off x="2658979" y="5817914"/>
              <a:ext cx="5257800" cy="577516"/>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ネットワーク</a:t>
              </a:r>
            </a:p>
          </p:txBody>
        </p:sp>
        <p:cxnSp>
          <p:nvCxnSpPr>
            <p:cNvPr id="13" name="直線矢印コネクタ 12">
              <a:extLst>
                <a:ext uri="{FF2B5EF4-FFF2-40B4-BE49-F238E27FC236}">
                  <a16:creationId xmlns:a16="http://schemas.microsoft.com/office/drawing/2014/main" id="{C7AA1CBA-84DC-DD8D-78CB-C8C211E8A5F9}"/>
                </a:ext>
              </a:extLst>
            </p:cNvPr>
            <p:cNvCxnSpPr/>
            <p:nvPr/>
          </p:nvCxnSpPr>
          <p:spPr>
            <a:xfrm>
              <a:off x="3011903" y="3479276"/>
              <a:ext cx="0" cy="36094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4" name="直線矢印コネクタ 13">
              <a:extLst>
                <a:ext uri="{FF2B5EF4-FFF2-40B4-BE49-F238E27FC236}">
                  <a16:creationId xmlns:a16="http://schemas.microsoft.com/office/drawing/2014/main" id="{990B8A73-095C-2BF3-10B6-69362B89C151}"/>
                </a:ext>
              </a:extLst>
            </p:cNvPr>
            <p:cNvCxnSpPr>
              <a:cxnSpLocks/>
            </p:cNvCxnSpPr>
            <p:nvPr/>
          </p:nvCxnSpPr>
          <p:spPr>
            <a:xfrm>
              <a:off x="3011903" y="4450324"/>
              <a:ext cx="0" cy="41408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7E9DF14E-741E-788A-1AC7-B65271DF0007}"/>
                </a:ext>
              </a:extLst>
            </p:cNvPr>
            <p:cNvCxnSpPr>
              <a:cxnSpLocks/>
            </p:cNvCxnSpPr>
            <p:nvPr/>
          </p:nvCxnSpPr>
          <p:spPr>
            <a:xfrm flipV="1">
              <a:off x="6629400" y="4434282"/>
              <a:ext cx="0" cy="39303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6" name="直線矢印コネクタ 15">
              <a:extLst>
                <a:ext uri="{FF2B5EF4-FFF2-40B4-BE49-F238E27FC236}">
                  <a16:creationId xmlns:a16="http://schemas.microsoft.com/office/drawing/2014/main" id="{7C50D25B-7EC2-E5DF-3717-2EBB8C87AE2F}"/>
                </a:ext>
              </a:extLst>
            </p:cNvPr>
            <p:cNvCxnSpPr>
              <a:cxnSpLocks/>
            </p:cNvCxnSpPr>
            <p:nvPr/>
          </p:nvCxnSpPr>
          <p:spPr>
            <a:xfrm flipV="1">
              <a:off x="6629400" y="3465741"/>
              <a:ext cx="0" cy="32685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7" name="直線矢印コネクタ 16">
              <a:extLst>
                <a:ext uri="{FF2B5EF4-FFF2-40B4-BE49-F238E27FC236}">
                  <a16:creationId xmlns:a16="http://schemas.microsoft.com/office/drawing/2014/main" id="{DE01B9B4-CBD6-78E2-BFEC-28A5AEBBAE40}"/>
                </a:ext>
              </a:extLst>
            </p:cNvPr>
            <p:cNvCxnSpPr>
              <a:cxnSpLocks/>
            </p:cNvCxnSpPr>
            <p:nvPr/>
          </p:nvCxnSpPr>
          <p:spPr>
            <a:xfrm>
              <a:off x="3011903" y="5441928"/>
              <a:ext cx="0" cy="41408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701F679C-C2B7-91D1-0E97-5122ACB620E8}"/>
                </a:ext>
              </a:extLst>
            </p:cNvPr>
            <p:cNvCxnSpPr>
              <a:cxnSpLocks/>
            </p:cNvCxnSpPr>
            <p:nvPr/>
          </p:nvCxnSpPr>
          <p:spPr>
            <a:xfrm flipV="1">
              <a:off x="6629400" y="5424881"/>
              <a:ext cx="0" cy="39303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9" name="吹き出し: 角を丸めた四角形 18">
              <a:extLst>
                <a:ext uri="{FF2B5EF4-FFF2-40B4-BE49-F238E27FC236}">
                  <a16:creationId xmlns:a16="http://schemas.microsoft.com/office/drawing/2014/main" id="{C13AB128-FEC5-112C-9D8F-D15321E1B3BC}"/>
                </a:ext>
              </a:extLst>
            </p:cNvPr>
            <p:cNvSpPr/>
            <p:nvPr/>
          </p:nvSpPr>
          <p:spPr>
            <a:xfrm>
              <a:off x="8644689" y="3792600"/>
              <a:ext cx="2941721" cy="870282"/>
            </a:xfrm>
            <a:prstGeom prst="wedgeRoundRectCallout">
              <a:avLst>
                <a:gd name="adj1" fmla="val -74750"/>
                <a:gd name="adj2" fmla="val -1215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a:t>一般的に、</a:t>
              </a:r>
              <a:r>
                <a:rPr kumimoji="1" lang="en-US" altLang="ja-JP"/>
                <a:t>1</a:t>
              </a:r>
              <a:r>
                <a:rPr kumimoji="1" lang="ja-JP" altLang="en-US"/>
                <a:t>端末</a:t>
              </a:r>
              <a:r>
                <a:rPr lang="ja-JP" altLang="en-US"/>
                <a:t>に</a:t>
              </a:r>
              <a:r>
                <a:rPr lang="en-US" altLang="ja-JP"/>
                <a:t>1</a:t>
              </a:r>
              <a:r>
                <a:rPr lang="ja-JP" altLang="en-US"/>
                <a:t>つの</a:t>
              </a:r>
              <a:r>
                <a:rPr lang="en-US" altLang="ja-JP"/>
                <a:t>OS</a:t>
              </a:r>
            </a:p>
            <a:p>
              <a:pPr algn="ctr"/>
              <a:r>
                <a:rPr kumimoji="1" lang="ja-JP" altLang="en-US"/>
                <a:t>例：</a:t>
              </a:r>
              <a:r>
                <a:rPr lang="en-US" altLang="ja-JP"/>
                <a:t>iPhone</a:t>
              </a:r>
              <a:r>
                <a:rPr lang="ja-JP" altLang="en-US"/>
                <a:t>は</a:t>
              </a:r>
              <a:r>
                <a:rPr lang="en-US" altLang="ja-JP"/>
                <a:t>iOS</a:t>
              </a:r>
              <a:endParaRPr kumimoji="1" lang="ja-JP" altLang="en-US"/>
            </a:p>
          </p:txBody>
        </p:sp>
        <p:sp>
          <p:nvSpPr>
            <p:cNvPr id="20" name="吹き出し: 角を丸めた四角形 19">
              <a:extLst>
                <a:ext uri="{FF2B5EF4-FFF2-40B4-BE49-F238E27FC236}">
                  <a16:creationId xmlns:a16="http://schemas.microsoft.com/office/drawing/2014/main" id="{E8D1C200-8EF8-76F2-49FE-0A436DAD30F5}"/>
                </a:ext>
              </a:extLst>
            </p:cNvPr>
            <p:cNvSpPr/>
            <p:nvPr/>
          </p:nvSpPr>
          <p:spPr>
            <a:xfrm>
              <a:off x="8644688" y="2738359"/>
              <a:ext cx="2941721" cy="680844"/>
            </a:xfrm>
            <a:prstGeom prst="wedgeRoundRectCallout">
              <a:avLst>
                <a:gd name="adj1" fmla="val -74750"/>
                <a:gd name="adj2" fmla="val -12155"/>
                <a:gd name="adj3" fmla="val 16667"/>
              </a:avLst>
            </a:prstGeom>
            <a:solidFill>
              <a:srgbClr val="FF7A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ここ</a:t>
              </a:r>
              <a:endParaRPr kumimoji="1" lang="en-US" altLang="ja-JP"/>
            </a:p>
            <a:p>
              <a:pPr algn="ctr"/>
              <a:r>
                <a:rPr lang="en-US" altLang="ja-JP"/>
                <a:t>1</a:t>
              </a:r>
              <a:r>
                <a:rPr lang="ja-JP" altLang="en-US"/>
                <a:t>端末に複数アプリ</a:t>
              </a:r>
              <a:endParaRPr lang="en-US" altLang="ja-JP"/>
            </a:p>
          </p:txBody>
        </p:sp>
      </p:grpSp>
      <p:sp>
        <p:nvSpPr>
          <p:cNvPr id="21" name="吹き出し: 角を丸めた四角形 20">
            <a:extLst>
              <a:ext uri="{FF2B5EF4-FFF2-40B4-BE49-F238E27FC236}">
                <a16:creationId xmlns:a16="http://schemas.microsoft.com/office/drawing/2014/main" id="{C295A6B4-6124-3798-C52E-C498EFA251B3}"/>
              </a:ext>
            </a:extLst>
          </p:cNvPr>
          <p:cNvSpPr/>
          <p:nvPr/>
        </p:nvSpPr>
        <p:spPr>
          <a:xfrm>
            <a:off x="675869" y="3085101"/>
            <a:ext cx="1405688" cy="672023"/>
          </a:xfrm>
          <a:prstGeom prst="wedgeRoundRectCallout">
            <a:avLst>
              <a:gd name="adj1" fmla="val 85938"/>
              <a:gd name="adj2" fmla="val 16519"/>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a:solidFill>
                  <a:schemeClr val="tx1"/>
                </a:solidFill>
              </a:rPr>
              <a:t>計算して、</a:t>
            </a:r>
            <a:endParaRPr kumimoji="1" lang="en-US" altLang="ja-JP">
              <a:solidFill>
                <a:schemeClr val="tx1"/>
              </a:solidFill>
            </a:endParaRPr>
          </a:p>
          <a:p>
            <a:pPr algn="ctr"/>
            <a:r>
              <a:rPr lang="ja-JP" altLang="en-US">
                <a:solidFill>
                  <a:schemeClr val="tx1"/>
                </a:solidFill>
              </a:rPr>
              <a:t>表示して</a:t>
            </a:r>
            <a:endParaRPr kumimoji="1" lang="ja-JP" altLang="en-US">
              <a:solidFill>
                <a:schemeClr val="tx1"/>
              </a:solidFill>
            </a:endParaRPr>
          </a:p>
        </p:txBody>
      </p:sp>
      <p:sp>
        <p:nvSpPr>
          <p:cNvPr id="22" name="吹き出し: 角を丸めた四角形 21">
            <a:extLst>
              <a:ext uri="{FF2B5EF4-FFF2-40B4-BE49-F238E27FC236}">
                <a16:creationId xmlns:a16="http://schemas.microsoft.com/office/drawing/2014/main" id="{CA25083F-1879-62FE-00DC-F11898970D5D}"/>
              </a:ext>
            </a:extLst>
          </p:cNvPr>
          <p:cNvSpPr/>
          <p:nvPr/>
        </p:nvSpPr>
        <p:spPr>
          <a:xfrm>
            <a:off x="675869" y="4066439"/>
            <a:ext cx="1405688" cy="876431"/>
          </a:xfrm>
          <a:prstGeom prst="wedgeRoundRectCallout">
            <a:avLst>
              <a:gd name="adj1" fmla="val 85938"/>
              <a:gd name="adj2" fmla="val 16519"/>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a:solidFill>
                  <a:schemeClr val="accent1"/>
                </a:solidFill>
              </a:rPr>
              <a:t>ハードウェアを制御して（</a:t>
            </a:r>
            <a:r>
              <a:rPr lang="en-US" altLang="ja-JP">
                <a:solidFill>
                  <a:schemeClr val="accent1"/>
                </a:solidFill>
              </a:rPr>
              <a:t>CPU</a:t>
            </a:r>
            <a:r>
              <a:rPr lang="ja-JP" altLang="en-US">
                <a:solidFill>
                  <a:schemeClr val="accent1"/>
                </a:solidFill>
              </a:rPr>
              <a:t>）</a:t>
            </a:r>
            <a:endParaRPr kumimoji="1" lang="ja-JP" altLang="en-US">
              <a:solidFill>
                <a:schemeClr val="accent1"/>
              </a:solidFill>
            </a:endParaRPr>
          </a:p>
        </p:txBody>
      </p:sp>
      <p:sp>
        <p:nvSpPr>
          <p:cNvPr id="23" name="吹き出し: 角を丸めた四角形 22">
            <a:extLst>
              <a:ext uri="{FF2B5EF4-FFF2-40B4-BE49-F238E27FC236}">
                <a16:creationId xmlns:a16="http://schemas.microsoft.com/office/drawing/2014/main" id="{73077DB9-7939-F5E1-6502-CC9E516F4E5C}"/>
              </a:ext>
            </a:extLst>
          </p:cNvPr>
          <p:cNvSpPr/>
          <p:nvPr/>
        </p:nvSpPr>
        <p:spPr>
          <a:xfrm>
            <a:off x="675869" y="5249215"/>
            <a:ext cx="1405688" cy="672023"/>
          </a:xfrm>
          <a:prstGeom prst="wedgeRoundRectCallout">
            <a:avLst>
              <a:gd name="adj1" fmla="val 81452"/>
              <a:gd name="adj2" fmla="val -13510"/>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a:solidFill>
                  <a:schemeClr val="tx1"/>
                </a:solidFill>
              </a:rPr>
              <a:t>通信して</a:t>
            </a:r>
          </a:p>
        </p:txBody>
      </p:sp>
    </p:spTree>
    <p:extLst>
      <p:ext uri="{BB962C8B-B14F-4D97-AF65-F5344CB8AC3E}">
        <p14:creationId xmlns:p14="http://schemas.microsoft.com/office/powerpoint/2010/main" val="1321618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04640F-8DB4-D4E7-2095-C9E9120C1373}"/>
              </a:ext>
            </a:extLst>
          </p:cNvPr>
          <p:cNvSpPr>
            <a:spLocks noGrp="1"/>
          </p:cNvSpPr>
          <p:nvPr>
            <p:ph type="title"/>
          </p:nvPr>
        </p:nvSpPr>
        <p:spPr/>
        <p:txBody>
          <a:bodyPr/>
          <a:lstStyle/>
          <a:p>
            <a:r>
              <a:rPr kumimoji="1" lang="en-US" altLang="ja-JP"/>
              <a:t>Web</a:t>
            </a:r>
            <a:r>
              <a:rPr kumimoji="1" lang="ja-JP" altLang="en-US"/>
              <a:t>画面アプリケーション</a:t>
            </a:r>
          </a:p>
        </p:txBody>
      </p:sp>
      <p:sp>
        <p:nvSpPr>
          <p:cNvPr id="3" name="コンテンツ プレースホルダー 2">
            <a:extLst>
              <a:ext uri="{FF2B5EF4-FFF2-40B4-BE49-F238E27FC236}">
                <a16:creationId xmlns:a16="http://schemas.microsoft.com/office/drawing/2014/main" id="{388A72BE-60C9-BE64-4509-DC12C8CBCDC7}"/>
              </a:ext>
            </a:extLst>
          </p:cNvPr>
          <p:cNvSpPr>
            <a:spLocks noGrp="1"/>
          </p:cNvSpPr>
          <p:nvPr>
            <p:ph sz="quarter" idx="10"/>
          </p:nvPr>
        </p:nvSpPr>
        <p:spPr>
          <a:xfrm>
            <a:off x="371474" y="1038386"/>
            <a:ext cx="11448000" cy="638014"/>
          </a:xfrm>
        </p:spPr>
        <p:txBody>
          <a:bodyPr/>
          <a:lstStyle/>
          <a:p>
            <a:r>
              <a:rPr lang="en-US" altLang="ja-JP"/>
              <a:t>Web</a:t>
            </a:r>
            <a:r>
              <a:rPr lang="ja-JP" altLang="en-US"/>
              <a:t>画面アプリケーションは</a:t>
            </a:r>
            <a:r>
              <a:rPr lang="en-US" altLang="ja-JP" b="1"/>
              <a:t>HTML</a:t>
            </a:r>
            <a:r>
              <a:rPr lang="ja-JP" altLang="en-US" b="1"/>
              <a:t>という形式の文字列</a:t>
            </a:r>
            <a:r>
              <a:rPr lang="ja-JP" altLang="en-US"/>
              <a:t>を応答し、その文字列をもとに</a:t>
            </a:r>
            <a:r>
              <a:rPr lang="ja-JP" altLang="en-US" b="1"/>
              <a:t>ブラウザが画面を作っている</a:t>
            </a:r>
            <a:endParaRPr lang="en-US" altLang="ja-JP"/>
          </a:p>
          <a:p>
            <a:endParaRPr kumimoji="1" lang="ja-JP" altLang="en-US"/>
          </a:p>
        </p:txBody>
      </p:sp>
      <p:sp>
        <p:nvSpPr>
          <p:cNvPr id="9" name="フローチャート: 処理 8">
            <a:extLst>
              <a:ext uri="{FF2B5EF4-FFF2-40B4-BE49-F238E27FC236}">
                <a16:creationId xmlns:a16="http://schemas.microsoft.com/office/drawing/2014/main" id="{03C311B0-55C9-19A6-C56C-DE565287704E}"/>
              </a:ext>
            </a:extLst>
          </p:cNvPr>
          <p:cNvSpPr/>
          <p:nvPr/>
        </p:nvSpPr>
        <p:spPr>
          <a:xfrm>
            <a:off x="7329839" y="3996743"/>
            <a:ext cx="2235982" cy="1013521"/>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t>画面</a:t>
            </a:r>
            <a:endParaRPr kumimoji="1" lang="en-US" altLang="ja-JP" b="1"/>
          </a:p>
          <a:p>
            <a:pPr algn="ctr"/>
            <a:r>
              <a:rPr kumimoji="1" lang="en-US" altLang="ja-JP" b="1"/>
              <a:t>Web</a:t>
            </a:r>
            <a:r>
              <a:rPr kumimoji="1" lang="ja-JP" altLang="en-US" b="1"/>
              <a:t>アプリケーション</a:t>
            </a:r>
            <a:endParaRPr kumimoji="1" lang="en-US" altLang="ja-JP" b="1"/>
          </a:p>
        </p:txBody>
      </p:sp>
      <p:cxnSp>
        <p:nvCxnSpPr>
          <p:cNvPr id="10" name="直線矢印コネクタ 9">
            <a:extLst>
              <a:ext uri="{FF2B5EF4-FFF2-40B4-BE49-F238E27FC236}">
                <a16:creationId xmlns:a16="http://schemas.microsoft.com/office/drawing/2014/main" id="{F5CED8C4-16D3-1F7E-00AD-8E449B695915}"/>
              </a:ext>
            </a:extLst>
          </p:cNvPr>
          <p:cNvCxnSpPr>
            <a:cxnSpLocks/>
            <a:stCxn id="9" idx="1"/>
            <a:endCxn id="11" idx="3"/>
          </p:cNvCxnSpPr>
          <p:nvPr/>
        </p:nvCxnSpPr>
        <p:spPr>
          <a:xfrm flipH="1">
            <a:off x="4782470" y="4503504"/>
            <a:ext cx="2547369"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フローチャート: 処理 10">
            <a:extLst>
              <a:ext uri="{FF2B5EF4-FFF2-40B4-BE49-F238E27FC236}">
                <a16:creationId xmlns:a16="http://schemas.microsoft.com/office/drawing/2014/main" id="{BA54CBA3-6FF5-7308-50E3-DAC8AF50D8BE}"/>
              </a:ext>
            </a:extLst>
          </p:cNvPr>
          <p:cNvSpPr/>
          <p:nvPr/>
        </p:nvSpPr>
        <p:spPr>
          <a:xfrm>
            <a:off x="2546488" y="3996743"/>
            <a:ext cx="2235982" cy="1013521"/>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a:t>ブラウザ</a:t>
            </a:r>
            <a:endParaRPr kumimoji="1" lang="en-US" altLang="ja-JP" b="1"/>
          </a:p>
        </p:txBody>
      </p:sp>
      <p:sp>
        <p:nvSpPr>
          <p:cNvPr id="12" name="正方形/長方形 11">
            <a:extLst>
              <a:ext uri="{FF2B5EF4-FFF2-40B4-BE49-F238E27FC236}">
                <a16:creationId xmlns:a16="http://schemas.microsoft.com/office/drawing/2014/main" id="{87BC27A8-86B1-2C9B-62E1-BA35954C2054}"/>
              </a:ext>
            </a:extLst>
          </p:cNvPr>
          <p:cNvSpPr/>
          <p:nvPr/>
        </p:nvSpPr>
        <p:spPr>
          <a:xfrm>
            <a:off x="5372657" y="2526106"/>
            <a:ext cx="1444286" cy="1612301"/>
          </a:xfrm>
          <a:prstGeom prst="rect">
            <a:avLst/>
          </a:prstGeom>
          <a:solidFill>
            <a:schemeClr val="accent5">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a:solidFill>
                  <a:schemeClr val="tx1"/>
                </a:solidFill>
              </a:rPr>
              <a:t>HTML</a:t>
            </a:r>
            <a:r>
              <a:rPr kumimoji="1" lang="ja-JP" altLang="en-US" sz="1400">
                <a:solidFill>
                  <a:schemeClr val="tx1"/>
                </a:solidFill>
              </a:rPr>
              <a:t>文字列</a:t>
            </a:r>
            <a:endParaRPr kumimoji="1" lang="en-US" altLang="ja-JP" sz="1400">
              <a:solidFill>
                <a:schemeClr val="tx1"/>
              </a:solidFill>
            </a:endParaRPr>
          </a:p>
          <a:p>
            <a:pPr algn="ctr"/>
            <a:endParaRPr lang="en-US" altLang="ja-JP" sz="1400">
              <a:solidFill>
                <a:schemeClr val="tx1"/>
              </a:solidFill>
            </a:endParaRPr>
          </a:p>
          <a:p>
            <a:pPr algn="ctr"/>
            <a:r>
              <a:rPr kumimoji="1" lang="en-US" altLang="ja-JP" sz="1400">
                <a:solidFill>
                  <a:schemeClr val="tx1"/>
                </a:solidFill>
              </a:rPr>
              <a:t>&lt;html&gt;</a:t>
            </a:r>
          </a:p>
          <a:p>
            <a:pPr algn="ctr"/>
            <a:r>
              <a:rPr lang="en-US" altLang="ja-JP" sz="1400">
                <a:solidFill>
                  <a:schemeClr val="tx1"/>
                </a:solidFill>
              </a:rPr>
              <a:t>~</a:t>
            </a:r>
          </a:p>
          <a:p>
            <a:pPr algn="ctr"/>
            <a:r>
              <a:rPr lang="en-US" altLang="ja-JP" sz="1400">
                <a:solidFill>
                  <a:schemeClr val="tx1"/>
                </a:solidFill>
              </a:rPr>
              <a:t>~</a:t>
            </a:r>
          </a:p>
          <a:p>
            <a:pPr algn="ctr"/>
            <a:r>
              <a:rPr lang="en-US" altLang="ja-JP" sz="1400">
                <a:solidFill>
                  <a:schemeClr val="tx1"/>
                </a:solidFill>
              </a:rPr>
              <a:t>&lt;/html&gt;</a:t>
            </a:r>
          </a:p>
        </p:txBody>
      </p:sp>
      <p:pic>
        <p:nvPicPr>
          <p:cNvPr id="13" name="図 12">
            <a:extLst>
              <a:ext uri="{FF2B5EF4-FFF2-40B4-BE49-F238E27FC236}">
                <a16:creationId xmlns:a16="http://schemas.microsoft.com/office/drawing/2014/main" id="{BD2122E8-FA3C-18A7-9B04-CB2E6AB5FC2A}"/>
              </a:ext>
            </a:extLst>
          </p:cNvPr>
          <p:cNvPicPr>
            <a:picLocks noChangeAspect="1"/>
          </p:cNvPicPr>
          <p:nvPr/>
        </p:nvPicPr>
        <p:blipFill>
          <a:blip r:embed="rId2"/>
          <a:stretch>
            <a:fillRect/>
          </a:stretch>
        </p:blipFill>
        <p:spPr>
          <a:xfrm>
            <a:off x="828220" y="2234042"/>
            <a:ext cx="2397037" cy="1405860"/>
          </a:xfrm>
          <a:prstGeom prst="rect">
            <a:avLst/>
          </a:prstGeom>
        </p:spPr>
      </p:pic>
      <p:cxnSp>
        <p:nvCxnSpPr>
          <p:cNvPr id="14" name="コネクタ: 曲線 13">
            <a:extLst>
              <a:ext uri="{FF2B5EF4-FFF2-40B4-BE49-F238E27FC236}">
                <a16:creationId xmlns:a16="http://schemas.microsoft.com/office/drawing/2014/main" id="{6E10355D-6B25-F916-1172-E97C0AD44E4C}"/>
              </a:ext>
            </a:extLst>
          </p:cNvPr>
          <p:cNvCxnSpPr>
            <a:cxnSpLocks/>
            <a:stCxn id="11" idx="0"/>
            <a:endCxn id="11" idx="1"/>
          </p:cNvCxnSpPr>
          <p:nvPr/>
        </p:nvCxnSpPr>
        <p:spPr>
          <a:xfrm rot="16200000" flipH="1" flipV="1">
            <a:off x="2852103" y="3691127"/>
            <a:ext cx="506761" cy="1117991"/>
          </a:xfrm>
          <a:prstGeom prst="curvedConnector4">
            <a:avLst>
              <a:gd name="adj1" fmla="val -45110"/>
              <a:gd name="adj2" fmla="val 120447"/>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4666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DFEBA6-32CF-58C9-5069-B4E827637058}"/>
              </a:ext>
            </a:extLst>
          </p:cNvPr>
          <p:cNvSpPr>
            <a:spLocks noGrp="1"/>
          </p:cNvSpPr>
          <p:nvPr>
            <p:ph type="title"/>
          </p:nvPr>
        </p:nvSpPr>
        <p:spPr/>
        <p:txBody>
          <a:bodyPr/>
          <a:lstStyle/>
          <a:p>
            <a:r>
              <a:rPr kumimoji="1" lang="en-US" altLang="ja-JP"/>
              <a:t>Web</a:t>
            </a:r>
            <a:r>
              <a:rPr kumimoji="1" lang="ja-JP" altLang="en-US"/>
              <a:t>画面アプリケーション</a:t>
            </a:r>
          </a:p>
        </p:txBody>
      </p:sp>
      <p:sp>
        <p:nvSpPr>
          <p:cNvPr id="3" name="コンテンツ プレースホルダー 2">
            <a:extLst>
              <a:ext uri="{FF2B5EF4-FFF2-40B4-BE49-F238E27FC236}">
                <a16:creationId xmlns:a16="http://schemas.microsoft.com/office/drawing/2014/main" id="{6029C17D-7777-B790-6CC9-FDE95206087A}"/>
              </a:ext>
            </a:extLst>
          </p:cNvPr>
          <p:cNvSpPr>
            <a:spLocks noGrp="1"/>
          </p:cNvSpPr>
          <p:nvPr>
            <p:ph sz="quarter" idx="10"/>
          </p:nvPr>
        </p:nvSpPr>
        <p:spPr>
          <a:xfrm>
            <a:off x="371474" y="1044871"/>
            <a:ext cx="11448000" cy="5196814"/>
          </a:xfrm>
        </p:spPr>
        <p:txBody>
          <a:bodyPr/>
          <a:lstStyle/>
          <a:p>
            <a:r>
              <a:rPr kumimoji="1" lang="ja-JP" altLang="en-US"/>
              <a:t>実際に</a:t>
            </a:r>
            <a:r>
              <a:rPr kumimoji="1" lang="en-US" altLang="ja-JP"/>
              <a:t>HTML</a:t>
            </a:r>
            <a:r>
              <a:rPr kumimoji="1" lang="ja-JP" altLang="en-US"/>
              <a:t>を確認・編集してみましょう。</a:t>
            </a:r>
            <a:endParaRPr kumimoji="1" lang="en-US" altLang="ja-JP"/>
          </a:p>
          <a:p>
            <a:r>
              <a:rPr kumimoji="1" lang="en-US" altLang="ja-JP"/>
              <a:t>Chrome</a:t>
            </a:r>
            <a:r>
              <a:rPr kumimoji="1" lang="ja-JP" altLang="en-US"/>
              <a:t>または</a:t>
            </a:r>
            <a:r>
              <a:rPr kumimoji="1" lang="en-US" altLang="ja-JP"/>
              <a:t>Edge</a:t>
            </a:r>
            <a:r>
              <a:rPr kumimoji="1" lang="ja-JP" altLang="en-US"/>
              <a:t>を起動して、</a:t>
            </a:r>
            <a:r>
              <a:rPr lang="en-US" altLang="ja-JP"/>
              <a:t>NTT</a:t>
            </a:r>
            <a:r>
              <a:rPr lang="ja-JP" altLang="en-US"/>
              <a:t>データの新卒募集要項のページを開きます。</a:t>
            </a:r>
            <a:endParaRPr lang="en-US" altLang="ja-JP"/>
          </a:p>
          <a:p>
            <a:r>
              <a:rPr lang="ja-JP" altLang="en-US">
                <a:hlinkClick r:id="rId2"/>
              </a:rPr>
              <a:t>募集要項 </a:t>
            </a:r>
            <a:r>
              <a:rPr lang="en-US" altLang="ja-JP">
                <a:hlinkClick r:id="rId2"/>
              </a:rPr>
              <a:t>| </a:t>
            </a:r>
            <a:r>
              <a:rPr lang="ja-JP" altLang="en-US">
                <a:hlinkClick r:id="rId2"/>
              </a:rPr>
              <a:t>採用情報 </a:t>
            </a:r>
            <a:r>
              <a:rPr lang="en-US" altLang="ja-JP">
                <a:hlinkClick r:id="rId2"/>
              </a:rPr>
              <a:t>| NTT DATA</a:t>
            </a:r>
            <a:r>
              <a:rPr lang="ja-JP" altLang="en-US">
                <a:hlinkClick r:id="rId2"/>
              </a:rPr>
              <a:t>新卒採用サイト</a:t>
            </a:r>
            <a:endParaRPr lang="en-US" altLang="ja-JP"/>
          </a:p>
          <a:p>
            <a:endParaRPr kumimoji="1" lang="en-US" altLang="ja-JP"/>
          </a:p>
          <a:p>
            <a:r>
              <a:rPr kumimoji="1" lang="ja-JP" altLang="en-US"/>
              <a:t>キーボードの右上側にある</a:t>
            </a:r>
            <a:r>
              <a:rPr kumimoji="1" lang="en-US" altLang="ja-JP"/>
              <a:t>F12</a:t>
            </a:r>
            <a:r>
              <a:rPr kumimoji="1" lang="ja-JP" altLang="en-US"/>
              <a:t>（反応がない場合は「</a:t>
            </a:r>
            <a:r>
              <a:rPr lang="ja-JP" altLang="en-US"/>
              <a:t>左下</a:t>
            </a:r>
            <a:r>
              <a:rPr lang="en-US" altLang="ja-JP" err="1"/>
              <a:t>Fn</a:t>
            </a:r>
            <a:r>
              <a:rPr lang="en-US" altLang="ja-JP"/>
              <a:t> + </a:t>
            </a:r>
            <a:r>
              <a:rPr lang="ja-JP" altLang="en-US"/>
              <a:t>右上</a:t>
            </a:r>
            <a:r>
              <a:rPr lang="en-US" altLang="ja-JP"/>
              <a:t>F12</a:t>
            </a:r>
            <a:r>
              <a:rPr lang="ja-JP" altLang="en-US"/>
              <a:t>」）</a:t>
            </a:r>
            <a:r>
              <a:rPr kumimoji="1" lang="ja-JP" altLang="en-US"/>
              <a:t>を押してましょう。</a:t>
            </a:r>
            <a:endParaRPr kumimoji="1" lang="en-US" altLang="ja-JP"/>
          </a:p>
          <a:p>
            <a:r>
              <a:rPr kumimoji="1" lang="ja-JP" altLang="en-US" b="1">
                <a:solidFill>
                  <a:srgbClr val="FF0000"/>
                </a:solidFill>
              </a:rPr>
              <a:t>開発者ツール</a:t>
            </a:r>
            <a:r>
              <a:rPr kumimoji="1" lang="ja-JP" altLang="en-US"/>
              <a:t>という、画面の裏側を確認できるブラウザの機能が使えるようになります。</a:t>
            </a:r>
            <a:endParaRPr kumimoji="1" lang="en-US" altLang="ja-JP"/>
          </a:p>
          <a:p>
            <a:endParaRPr kumimoji="1" lang="en-US" altLang="ja-JP"/>
          </a:p>
          <a:p>
            <a:r>
              <a:rPr lang="ja-JP" altLang="en-US"/>
              <a:t>開発者ツールで確認できる情報</a:t>
            </a:r>
            <a:endParaRPr lang="en-US" altLang="ja-JP"/>
          </a:p>
          <a:p>
            <a:r>
              <a:rPr lang="ja-JP" altLang="en-US"/>
              <a:t>　・</a:t>
            </a:r>
            <a:r>
              <a:rPr lang="en-US" altLang="ja-JP"/>
              <a:t>HTML</a:t>
            </a:r>
          </a:p>
          <a:p>
            <a:r>
              <a:rPr lang="ja-JP" altLang="en-US"/>
              <a:t>　・スマートフォンで表示した際の見え方</a:t>
            </a:r>
            <a:endParaRPr lang="en-US" altLang="ja-JP"/>
          </a:p>
          <a:p>
            <a:r>
              <a:rPr lang="ja-JP" altLang="en-US"/>
              <a:t>　・通信状態</a:t>
            </a:r>
            <a:endParaRPr lang="en-US" altLang="ja-JP"/>
          </a:p>
          <a:p>
            <a:r>
              <a:rPr lang="ja-JP" altLang="en-US"/>
              <a:t>　・ログ</a:t>
            </a:r>
            <a:endParaRPr lang="en-US" altLang="ja-JP"/>
          </a:p>
          <a:p>
            <a:r>
              <a:rPr lang="ja-JP" altLang="en-US"/>
              <a:t>　・ブラウザが持っているストレージ情報</a:t>
            </a:r>
            <a:endParaRPr lang="en-US" altLang="ja-JP"/>
          </a:p>
          <a:p>
            <a:r>
              <a:rPr lang="ja-JP" altLang="en-US"/>
              <a:t>　・パフォーマンス</a:t>
            </a:r>
            <a:endParaRPr lang="en-US" altLang="ja-JP"/>
          </a:p>
          <a:p>
            <a:r>
              <a:rPr lang="ja-JP" altLang="en-US"/>
              <a:t>　など</a:t>
            </a:r>
            <a:endParaRPr lang="en-US" altLang="ja-JP"/>
          </a:p>
          <a:p>
            <a:endParaRPr kumimoji="1" lang="ja-JP" altLang="en-US"/>
          </a:p>
        </p:txBody>
      </p:sp>
      <p:pic>
        <p:nvPicPr>
          <p:cNvPr id="4" name="図 3">
            <a:extLst>
              <a:ext uri="{FF2B5EF4-FFF2-40B4-BE49-F238E27FC236}">
                <a16:creationId xmlns:a16="http://schemas.microsoft.com/office/drawing/2014/main" id="{62FBEA05-653B-832A-4424-CC21EACB8249}"/>
              </a:ext>
            </a:extLst>
          </p:cNvPr>
          <p:cNvPicPr>
            <a:picLocks noChangeAspect="1"/>
          </p:cNvPicPr>
          <p:nvPr/>
        </p:nvPicPr>
        <p:blipFill>
          <a:blip r:embed="rId3"/>
          <a:stretch>
            <a:fillRect/>
          </a:stretch>
        </p:blipFill>
        <p:spPr>
          <a:xfrm>
            <a:off x="4714630" y="3340713"/>
            <a:ext cx="6811326" cy="419158"/>
          </a:xfrm>
          <a:prstGeom prst="rect">
            <a:avLst/>
          </a:prstGeom>
        </p:spPr>
      </p:pic>
      <p:pic>
        <p:nvPicPr>
          <p:cNvPr id="5" name="図 4">
            <a:extLst>
              <a:ext uri="{FF2B5EF4-FFF2-40B4-BE49-F238E27FC236}">
                <a16:creationId xmlns:a16="http://schemas.microsoft.com/office/drawing/2014/main" id="{63986951-22C5-BD50-D0CC-1D70AA7E3DB2}"/>
              </a:ext>
            </a:extLst>
          </p:cNvPr>
          <p:cNvPicPr>
            <a:picLocks noChangeAspect="1"/>
          </p:cNvPicPr>
          <p:nvPr/>
        </p:nvPicPr>
        <p:blipFill>
          <a:blip r:embed="rId4"/>
          <a:stretch>
            <a:fillRect/>
          </a:stretch>
        </p:blipFill>
        <p:spPr>
          <a:xfrm>
            <a:off x="6344044" y="3815834"/>
            <a:ext cx="3209859" cy="2578411"/>
          </a:xfrm>
          <a:prstGeom prst="rect">
            <a:avLst/>
          </a:prstGeom>
        </p:spPr>
      </p:pic>
      <p:sp>
        <p:nvSpPr>
          <p:cNvPr id="6" name="吹き出し: 角を丸めた四角形 5">
            <a:extLst>
              <a:ext uri="{FF2B5EF4-FFF2-40B4-BE49-F238E27FC236}">
                <a16:creationId xmlns:a16="http://schemas.microsoft.com/office/drawing/2014/main" id="{4912F2D3-C0BA-EA40-F25E-43832FC7DA18}"/>
              </a:ext>
            </a:extLst>
          </p:cNvPr>
          <p:cNvSpPr/>
          <p:nvPr/>
        </p:nvSpPr>
        <p:spPr>
          <a:xfrm>
            <a:off x="4162698" y="4168981"/>
            <a:ext cx="2332696" cy="1195865"/>
          </a:xfrm>
          <a:prstGeom prst="wedgeRoundRectCallout">
            <a:avLst>
              <a:gd name="adj1" fmla="val 73805"/>
              <a:gd name="adj2" fmla="val -55120"/>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選択した端末</a:t>
            </a:r>
            <a:r>
              <a:rPr kumimoji="1" lang="ja-JP" altLang="en-US" sz="1400">
                <a:solidFill>
                  <a:schemeClr val="tx1"/>
                </a:solidFill>
              </a:rPr>
              <a:t>でページを表示したときの見え方を確認できる</a:t>
            </a:r>
            <a:endParaRPr kumimoji="1" lang="en-US" altLang="ja-JP" sz="1400">
              <a:solidFill>
                <a:schemeClr val="tx1"/>
              </a:solidFill>
            </a:endParaRPr>
          </a:p>
          <a:p>
            <a:pPr algn="ctr"/>
            <a:r>
              <a:rPr lang="ja-JP" altLang="en-US" sz="1400">
                <a:solidFill>
                  <a:schemeClr val="tx1"/>
                </a:solidFill>
              </a:rPr>
              <a:t>この場合は</a:t>
            </a:r>
            <a:endParaRPr lang="en-US" altLang="ja-JP" sz="1400">
              <a:solidFill>
                <a:schemeClr val="tx1"/>
              </a:solidFill>
            </a:endParaRPr>
          </a:p>
          <a:p>
            <a:pPr algn="ctr"/>
            <a:r>
              <a:rPr lang="en-US" altLang="ja-JP" sz="1400">
                <a:solidFill>
                  <a:schemeClr val="tx1"/>
                </a:solidFill>
              </a:rPr>
              <a:t>iPhone 14 Pro Max</a:t>
            </a:r>
            <a:endParaRPr kumimoji="1" lang="en-US" altLang="ja-JP" sz="1400">
              <a:solidFill>
                <a:schemeClr val="tx1"/>
              </a:solidFill>
            </a:endParaRPr>
          </a:p>
        </p:txBody>
      </p:sp>
    </p:spTree>
    <p:extLst>
      <p:ext uri="{BB962C8B-B14F-4D97-AF65-F5344CB8AC3E}">
        <p14:creationId xmlns:p14="http://schemas.microsoft.com/office/powerpoint/2010/main" val="4153627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2864CF-0A00-CF6A-DF9D-829667AB3415}"/>
              </a:ext>
            </a:extLst>
          </p:cNvPr>
          <p:cNvSpPr>
            <a:spLocks noGrp="1"/>
          </p:cNvSpPr>
          <p:nvPr>
            <p:ph type="title"/>
          </p:nvPr>
        </p:nvSpPr>
        <p:spPr/>
        <p:txBody>
          <a:bodyPr/>
          <a:lstStyle/>
          <a:p>
            <a:r>
              <a:rPr kumimoji="1" lang="en-US" altLang="ja-JP"/>
              <a:t>Web</a:t>
            </a:r>
            <a:r>
              <a:rPr kumimoji="1" lang="ja-JP" altLang="en-US"/>
              <a:t>画面アプリケーション</a:t>
            </a:r>
          </a:p>
        </p:txBody>
      </p:sp>
      <p:sp>
        <p:nvSpPr>
          <p:cNvPr id="3" name="コンテンツ プレースホルダー 2">
            <a:extLst>
              <a:ext uri="{FF2B5EF4-FFF2-40B4-BE49-F238E27FC236}">
                <a16:creationId xmlns:a16="http://schemas.microsoft.com/office/drawing/2014/main" id="{667977E7-C1C0-57A2-34FC-2AFB4754A2A7}"/>
              </a:ext>
            </a:extLst>
          </p:cNvPr>
          <p:cNvSpPr>
            <a:spLocks noGrp="1"/>
          </p:cNvSpPr>
          <p:nvPr>
            <p:ph sz="quarter" idx="10"/>
          </p:nvPr>
        </p:nvSpPr>
        <p:spPr>
          <a:xfrm>
            <a:off x="371474" y="1038386"/>
            <a:ext cx="11448000" cy="1634476"/>
          </a:xfrm>
        </p:spPr>
        <p:txBody>
          <a:bodyPr/>
          <a:lstStyle/>
          <a:p>
            <a:r>
              <a:rPr kumimoji="1" lang="ja-JP" altLang="en-US"/>
              <a:t>今やったように、ブラウザ画面は簡単に書き換えることができます。</a:t>
            </a:r>
            <a:endParaRPr kumimoji="1" lang="en-US" altLang="ja-JP"/>
          </a:p>
          <a:p>
            <a:r>
              <a:rPr lang="ja-JP" altLang="en-US"/>
              <a:t>そのため、</a:t>
            </a:r>
            <a:r>
              <a:rPr lang="en-US" altLang="ja-JP"/>
              <a:t>SNS</a:t>
            </a:r>
            <a:r>
              <a:rPr lang="ja-JP" altLang="en-US"/>
              <a:t>などで目にする、ブラウザ画面のスクリーンショットなどは安易に信じないほうがよい。</a:t>
            </a:r>
            <a:r>
              <a:rPr kumimoji="1" lang="ja-JP" altLang="en-US"/>
              <a:t>たとえば、銀行口座の残高の表示も簡単に修正できるので注意しましょう。</a:t>
            </a:r>
            <a:endParaRPr kumimoji="1" lang="en-US" altLang="ja-JP"/>
          </a:p>
          <a:p>
            <a:r>
              <a:rPr lang="ja-JP" altLang="en-US"/>
              <a:t>また、書き換えた状態で</a:t>
            </a:r>
            <a:r>
              <a:rPr lang="en-US" altLang="ja-JP"/>
              <a:t>Web</a:t>
            </a:r>
            <a:r>
              <a:rPr lang="ja-JP" altLang="en-US"/>
              <a:t>画面アプリケーションと通信が発生すると不正アクセスと見なされる可能性があるため、安易に行わないこと。</a:t>
            </a:r>
            <a:endParaRPr lang="en-US" altLang="ja-JP"/>
          </a:p>
          <a:p>
            <a:endParaRPr kumimoji="1" lang="ja-JP" altLang="en-US"/>
          </a:p>
        </p:txBody>
      </p:sp>
      <p:pic>
        <p:nvPicPr>
          <p:cNvPr id="15" name="図 14">
            <a:extLst>
              <a:ext uri="{FF2B5EF4-FFF2-40B4-BE49-F238E27FC236}">
                <a16:creationId xmlns:a16="http://schemas.microsoft.com/office/drawing/2014/main" id="{FEEB9ACA-E365-BEC8-6291-4F0FCB157884}"/>
              </a:ext>
            </a:extLst>
          </p:cNvPr>
          <p:cNvPicPr>
            <a:picLocks noChangeAspect="1"/>
          </p:cNvPicPr>
          <p:nvPr/>
        </p:nvPicPr>
        <p:blipFill>
          <a:blip r:embed="rId2"/>
          <a:stretch>
            <a:fillRect/>
          </a:stretch>
        </p:blipFill>
        <p:spPr>
          <a:xfrm>
            <a:off x="503248" y="4509294"/>
            <a:ext cx="4534533" cy="1305107"/>
          </a:xfrm>
          <a:prstGeom prst="rect">
            <a:avLst/>
          </a:prstGeom>
        </p:spPr>
      </p:pic>
      <p:pic>
        <p:nvPicPr>
          <p:cNvPr id="16" name="図 15">
            <a:extLst>
              <a:ext uri="{FF2B5EF4-FFF2-40B4-BE49-F238E27FC236}">
                <a16:creationId xmlns:a16="http://schemas.microsoft.com/office/drawing/2014/main" id="{88F458CF-1777-3304-1BC3-95C8F6F2BC29}"/>
              </a:ext>
            </a:extLst>
          </p:cNvPr>
          <p:cNvPicPr>
            <a:picLocks noChangeAspect="1"/>
          </p:cNvPicPr>
          <p:nvPr/>
        </p:nvPicPr>
        <p:blipFill>
          <a:blip r:embed="rId3"/>
          <a:stretch>
            <a:fillRect/>
          </a:stretch>
        </p:blipFill>
        <p:spPr>
          <a:xfrm>
            <a:off x="5708593" y="2525422"/>
            <a:ext cx="5553471" cy="1042662"/>
          </a:xfrm>
          <a:prstGeom prst="rect">
            <a:avLst/>
          </a:prstGeom>
        </p:spPr>
      </p:pic>
      <p:pic>
        <p:nvPicPr>
          <p:cNvPr id="17" name="図 16">
            <a:extLst>
              <a:ext uri="{FF2B5EF4-FFF2-40B4-BE49-F238E27FC236}">
                <a16:creationId xmlns:a16="http://schemas.microsoft.com/office/drawing/2014/main" id="{82B19426-D28A-DA0F-61F2-7784C68C5594}"/>
              </a:ext>
            </a:extLst>
          </p:cNvPr>
          <p:cNvPicPr>
            <a:picLocks noChangeAspect="1"/>
          </p:cNvPicPr>
          <p:nvPr/>
        </p:nvPicPr>
        <p:blipFill>
          <a:blip r:embed="rId4"/>
          <a:stretch>
            <a:fillRect/>
          </a:stretch>
        </p:blipFill>
        <p:spPr>
          <a:xfrm>
            <a:off x="503248" y="2654846"/>
            <a:ext cx="4239217" cy="1314633"/>
          </a:xfrm>
          <a:prstGeom prst="rect">
            <a:avLst/>
          </a:prstGeom>
        </p:spPr>
      </p:pic>
      <p:pic>
        <p:nvPicPr>
          <p:cNvPr id="18" name="図 17">
            <a:extLst>
              <a:ext uri="{FF2B5EF4-FFF2-40B4-BE49-F238E27FC236}">
                <a16:creationId xmlns:a16="http://schemas.microsoft.com/office/drawing/2014/main" id="{366E3C68-3D34-E8A0-C4B0-60D04B71C215}"/>
              </a:ext>
            </a:extLst>
          </p:cNvPr>
          <p:cNvPicPr>
            <a:picLocks noChangeAspect="1"/>
          </p:cNvPicPr>
          <p:nvPr/>
        </p:nvPicPr>
        <p:blipFill>
          <a:blip r:embed="rId5"/>
          <a:stretch>
            <a:fillRect/>
          </a:stretch>
        </p:blipFill>
        <p:spPr>
          <a:xfrm>
            <a:off x="5771508" y="4412082"/>
            <a:ext cx="5725049" cy="1022607"/>
          </a:xfrm>
          <a:prstGeom prst="rect">
            <a:avLst/>
          </a:prstGeom>
        </p:spPr>
      </p:pic>
      <p:cxnSp>
        <p:nvCxnSpPr>
          <p:cNvPr id="19" name="直線矢印コネクタ 18">
            <a:extLst>
              <a:ext uri="{FF2B5EF4-FFF2-40B4-BE49-F238E27FC236}">
                <a16:creationId xmlns:a16="http://schemas.microsoft.com/office/drawing/2014/main" id="{185FB44C-B407-CAB0-1BAA-F5BFCB2EAA3C}"/>
              </a:ext>
            </a:extLst>
          </p:cNvPr>
          <p:cNvCxnSpPr>
            <a:cxnSpLocks/>
          </p:cNvCxnSpPr>
          <p:nvPr/>
        </p:nvCxnSpPr>
        <p:spPr>
          <a:xfrm>
            <a:off x="3105920" y="3507901"/>
            <a:ext cx="0" cy="1080294"/>
          </a:xfrm>
          <a:prstGeom prst="straightConnector1">
            <a:avLst/>
          </a:prstGeom>
          <a:ln w="571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正方形/長方形 19">
            <a:extLst>
              <a:ext uri="{FF2B5EF4-FFF2-40B4-BE49-F238E27FC236}">
                <a16:creationId xmlns:a16="http://schemas.microsoft.com/office/drawing/2014/main" id="{A809A569-A6B4-024A-3BD1-156E084F03D6}"/>
              </a:ext>
            </a:extLst>
          </p:cNvPr>
          <p:cNvSpPr/>
          <p:nvPr/>
        </p:nvSpPr>
        <p:spPr>
          <a:xfrm>
            <a:off x="3320257" y="3701327"/>
            <a:ext cx="1828798" cy="47927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残高の値を</a:t>
            </a:r>
            <a:r>
              <a:rPr kumimoji="1" lang="ja-JP" altLang="en-US" sz="1400">
                <a:solidFill>
                  <a:schemeClr val="tx1"/>
                </a:solidFill>
              </a:rPr>
              <a:t>書き換える</a:t>
            </a:r>
          </a:p>
        </p:txBody>
      </p:sp>
      <p:cxnSp>
        <p:nvCxnSpPr>
          <p:cNvPr id="21" name="直線矢印コネクタ 20">
            <a:extLst>
              <a:ext uri="{FF2B5EF4-FFF2-40B4-BE49-F238E27FC236}">
                <a16:creationId xmlns:a16="http://schemas.microsoft.com/office/drawing/2014/main" id="{805B68B2-482E-B089-00B9-30301C876B95}"/>
              </a:ext>
            </a:extLst>
          </p:cNvPr>
          <p:cNvCxnSpPr>
            <a:cxnSpLocks/>
          </p:cNvCxnSpPr>
          <p:nvPr/>
        </p:nvCxnSpPr>
        <p:spPr>
          <a:xfrm>
            <a:off x="8687964" y="3553216"/>
            <a:ext cx="0" cy="927894"/>
          </a:xfrm>
          <a:prstGeom prst="straightConnector1">
            <a:avLst/>
          </a:prstGeom>
          <a:ln w="571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43EC8EF1-1D7E-E266-7983-337E2EE0DF00}"/>
              </a:ext>
            </a:extLst>
          </p:cNvPr>
          <p:cNvSpPr/>
          <p:nvPr/>
        </p:nvSpPr>
        <p:spPr>
          <a:xfrm>
            <a:off x="9028425" y="4001838"/>
            <a:ext cx="1828798" cy="479272"/>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画面表示も変わる</a:t>
            </a:r>
            <a:endParaRPr kumimoji="1" lang="ja-JP" altLang="en-US" sz="1400">
              <a:solidFill>
                <a:schemeClr val="tx1"/>
              </a:solidFill>
            </a:endParaRPr>
          </a:p>
        </p:txBody>
      </p:sp>
      <p:sp>
        <p:nvSpPr>
          <p:cNvPr id="23" name="正方形/長方形 22">
            <a:extLst>
              <a:ext uri="{FF2B5EF4-FFF2-40B4-BE49-F238E27FC236}">
                <a16:creationId xmlns:a16="http://schemas.microsoft.com/office/drawing/2014/main" id="{58714E74-0B64-A071-10CE-4C00FD3FA24A}"/>
              </a:ext>
            </a:extLst>
          </p:cNvPr>
          <p:cNvSpPr/>
          <p:nvPr/>
        </p:nvSpPr>
        <p:spPr>
          <a:xfrm>
            <a:off x="3812992" y="5683176"/>
            <a:ext cx="4572876" cy="671040"/>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a:t>
            </a:r>
            <a:r>
              <a:rPr lang="ja-JP" altLang="en-US" sz="1400">
                <a:solidFill>
                  <a:schemeClr val="tx1"/>
                </a:solidFill>
              </a:rPr>
              <a:t>○○</a:t>
            </a:r>
            <a:r>
              <a:rPr kumimoji="1" lang="ja-JP" altLang="en-US" sz="1400">
                <a:solidFill>
                  <a:schemeClr val="tx1"/>
                </a:solidFill>
              </a:rPr>
              <a:t>で</a:t>
            </a:r>
            <a:r>
              <a:rPr kumimoji="1" lang="en-US" altLang="ja-JP" sz="1400">
                <a:solidFill>
                  <a:schemeClr val="tx1"/>
                </a:solidFill>
              </a:rPr>
              <a:t>X</a:t>
            </a:r>
            <a:r>
              <a:rPr kumimoji="1" lang="ja-JP" altLang="en-US" sz="1400">
                <a:solidFill>
                  <a:schemeClr val="tx1"/>
                </a:solidFill>
              </a:rPr>
              <a:t>千万円稼げる！」といった喧伝をする詐欺師などが、自身の稼ぎをよく見せるために使う常套手段</a:t>
            </a:r>
          </a:p>
        </p:txBody>
      </p:sp>
      <p:sp>
        <p:nvSpPr>
          <p:cNvPr id="24" name="吹き出し: 角を丸めた四角形 23">
            <a:extLst>
              <a:ext uri="{FF2B5EF4-FFF2-40B4-BE49-F238E27FC236}">
                <a16:creationId xmlns:a16="http://schemas.microsoft.com/office/drawing/2014/main" id="{8E00A482-E46C-7D2D-2D6B-F5E49033C621}"/>
              </a:ext>
            </a:extLst>
          </p:cNvPr>
          <p:cNvSpPr/>
          <p:nvPr/>
        </p:nvSpPr>
        <p:spPr>
          <a:xfrm>
            <a:off x="9942824" y="5518803"/>
            <a:ext cx="936881" cy="379712"/>
          </a:xfrm>
          <a:prstGeom prst="wedgeRoundRectCallout">
            <a:avLst>
              <a:gd name="adj1" fmla="val -19420"/>
              <a:gd name="adj2" fmla="val -120186"/>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a:solidFill>
                  <a:schemeClr val="tx1"/>
                </a:solidFill>
              </a:rPr>
              <a:t>11</a:t>
            </a:r>
            <a:r>
              <a:rPr lang="en-US" altLang="ja-JP" sz="1400">
                <a:solidFill>
                  <a:schemeClr val="tx1"/>
                </a:solidFill>
              </a:rPr>
              <a:t>12</a:t>
            </a:r>
            <a:r>
              <a:rPr kumimoji="1" lang="ja-JP" altLang="en-US" sz="1400">
                <a:solidFill>
                  <a:schemeClr val="tx1"/>
                </a:solidFill>
              </a:rPr>
              <a:t>億円</a:t>
            </a:r>
          </a:p>
        </p:txBody>
      </p:sp>
    </p:spTree>
    <p:extLst>
      <p:ext uri="{BB962C8B-B14F-4D97-AF65-F5344CB8AC3E}">
        <p14:creationId xmlns:p14="http://schemas.microsoft.com/office/powerpoint/2010/main" val="433861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E7BF88-54C0-3AF2-FDEF-6C4852746175}"/>
              </a:ext>
            </a:extLst>
          </p:cNvPr>
          <p:cNvSpPr>
            <a:spLocks noGrp="1"/>
          </p:cNvSpPr>
          <p:nvPr>
            <p:ph type="title"/>
          </p:nvPr>
        </p:nvSpPr>
        <p:spPr/>
        <p:txBody>
          <a:bodyPr/>
          <a:lstStyle/>
          <a:p>
            <a:r>
              <a:rPr kumimoji="1" lang="ja-JP" altLang="en-US"/>
              <a:t>ブラウザからのリクエスト種類</a:t>
            </a:r>
          </a:p>
        </p:txBody>
      </p:sp>
      <p:sp>
        <p:nvSpPr>
          <p:cNvPr id="3" name="コンテンツ プレースホルダー 2">
            <a:extLst>
              <a:ext uri="{FF2B5EF4-FFF2-40B4-BE49-F238E27FC236}">
                <a16:creationId xmlns:a16="http://schemas.microsoft.com/office/drawing/2014/main" id="{313A76E1-1791-4F97-C857-06D7EE230CEE}"/>
              </a:ext>
            </a:extLst>
          </p:cNvPr>
          <p:cNvSpPr>
            <a:spLocks noGrp="1"/>
          </p:cNvSpPr>
          <p:nvPr>
            <p:ph sz="quarter" idx="10"/>
          </p:nvPr>
        </p:nvSpPr>
        <p:spPr/>
        <p:txBody>
          <a:bodyPr/>
          <a:lstStyle/>
          <a:p>
            <a:r>
              <a:rPr lang="en-US" altLang="ja-JP"/>
              <a:t>Web</a:t>
            </a:r>
            <a:r>
              <a:rPr lang="ja-JP" altLang="en-US"/>
              <a:t>画面および</a:t>
            </a:r>
            <a:r>
              <a:rPr lang="en-US" altLang="ja-JP" err="1"/>
              <a:t>WebAPI</a:t>
            </a:r>
            <a:r>
              <a:rPr lang="ja-JP" altLang="en-US"/>
              <a:t>アプリケーションを利用する場合には、渡す情報のほかにリクエストの種類（</a:t>
            </a:r>
            <a:r>
              <a:rPr lang="en-US" altLang="ja-JP"/>
              <a:t>=</a:t>
            </a:r>
            <a:r>
              <a:rPr lang="ja-JP" altLang="en-US"/>
              <a:t>メソッド）の指定も重要になる。利用したい</a:t>
            </a:r>
            <a:r>
              <a:rPr lang="en-US" altLang="ja-JP"/>
              <a:t>Web</a:t>
            </a:r>
            <a:r>
              <a:rPr lang="ja-JP" altLang="en-US"/>
              <a:t>アプリケーションが指定する「</a:t>
            </a:r>
            <a:r>
              <a:rPr lang="en-US" altLang="ja-JP"/>
              <a:t>HTTP</a:t>
            </a:r>
            <a:r>
              <a:rPr lang="ja-JP" altLang="en-US"/>
              <a:t>メソッド」でリクエストを送る必要がある。</a:t>
            </a:r>
            <a:endParaRPr lang="en-US" altLang="ja-JP"/>
          </a:p>
          <a:p>
            <a:endParaRPr lang="en-US" altLang="ja-JP"/>
          </a:p>
          <a:p>
            <a:r>
              <a:rPr lang="ja-JP" altLang="en-US"/>
              <a:t>■</a:t>
            </a:r>
            <a:r>
              <a:rPr lang="en-US" altLang="ja-JP"/>
              <a:t>Web</a:t>
            </a:r>
            <a:r>
              <a:rPr lang="ja-JP" altLang="en-US"/>
              <a:t>画面アプリケーションでよく使う</a:t>
            </a:r>
            <a:r>
              <a:rPr lang="en-US" altLang="ja-JP"/>
              <a:t>HTTP</a:t>
            </a:r>
            <a:r>
              <a:rPr lang="ja-JP" altLang="en-US"/>
              <a:t>メソッド</a:t>
            </a:r>
            <a:endParaRPr lang="en-US" altLang="ja-JP"/>
          </a:p>
          <a:p>
            <a:endParaRPr lang="en-US" altLang="ja-JP"/>
          </a:p>
          <a:p>
            <a:endParaRPr lang="en-US" altLang="ja-JP"/>
          </a:p>
          <a:p>
            <a:endParaRPr lang="en-US" altLang="ja-JP"/>
          </a:p>
          <a:p>
            <a:endParaRPr lang="en-US" altLang="ja-JP"/>
          </a:p>
          <a:p>
            <a:r>
              <a:rPr lang="ja-JP" altLang="en-US"/>
              <a:t>■</a:t>
            </a:r>
            <a:r>
              <a:rPr lang="en-US" altLang="ja-JP" err="1"/>
              <a:t>WebAPI</a:t>
            </a:r>
            <a:r>
              <a:rPr lang="ja-JP" altLang="en-US"/>
              <a:t>アプリケーションでよく使う</a:t>
            </a:r>
            <a:r>
              <a:rPr lang="en-US" altLang="ja-JP"/>
              <a:t>HTTP</a:t>
            </a:r>
            <a:r>
              <a:rPr lang="ja-JP" altLang="en-US"/>
              <a:t>メソッド</a:t>
            </a:r>
            <a:endParaRPr lang="en-US" altLang="ja-JP"/>
          </a:p>
          <a:p>
            <a:endParaRPr lang="en-US" altLang="ja-JP"/>
          </a:p>
          <a:p>
            <a:endParaRPr lang="en-US" altLang="ja-JP"/>
          </a:p>
          <a:p>
            <a:endParaRPr lang="en-US" altLang="ja-JP"/>
          </a:p>
          <a:p>
            <a:endParaRPr lang="en-US" altLang="ja-JP"/>
          </a:p>
          <a:p>
            <a:endParaRPr lang="en-US" altLang="ja-JP"/>
          </a:p>
          <a:p>
            <a:endParaRPr lang="en-US" altLang="ja-JP"/>
          </a:p>
          <a:p>
            <a:r>
              <a:rPr lang="en-US" altLang="ja-JP"/>
              <a:t>※</a:t>
            </a:r>
            <a:r>
              <a:rPr lang="ja-JP" altLang="en-US"/>
              <a:t>ブラウザのアドレスバーに</a:t>
            </a:r>
            <a:r>
              <a:rPr lang="en-US" altLang="ja-JP"/>
              <a:t>URL</a:t>
            </a:r>
            <a:r>
              <a:rPr lang="ja-JP" altLang="en-US"/>
              <a:t>を直接入力する場合は「</a:t>
            </a:r>
            <a:r>
              <a:rPr lang="en-US" altLang="ja-JP"/>
              <a:t>GET</a:t>
            </a:r>
            <a:r>
              <a:rPr lang="ja-JP" altLang="en-US"/>
              <a:t>」（サイトの情報を取得）になる</a:t>
            </a:r>
            <a:endParaRPr lang="en-US" altLang="ja-JP"/>
          </a:p>
        </p:txBody>
      </p:sp>
      <p:graphicFrame>
        <p:nvGraphicFramePr>
          <p:cNvPr id="12" name="表 11">
            <a:extLst>
              <a:ext uri="{FF2B5EF4-FFF2-40B4-BE49-F238E27FC236}">
                <a16:creationId xmlns:a16="http://schemas.microsoft.com/office/drawing/2014/main" id="{2BC7FABB-BEDF-3B71-BB12-333DBF4D2A25}"/>
              </a:ext>
            </a:extLst>
          </p:cNvPr>
          <p:cNvGraphicFramePr>
            <a:graphicFrameLocks noGrp="1"/>
          </p:cNvGraphicFramePr>
          <p:nvPr>
            <p:extLst>
              <p:ext uri="{D42A27DB-BD31-4B8C-83A1-F6EECF244321}">
                <p14:modId xmlns:p14="http://schemas.microsoft.com/office/powerpoint/2010/main" val="3991639804"/>
              </p:ext>
            </p:extLst>
          </p:nvPr>
        </p:nvGraphicFramePr>
        <p:xfrm>
          <a:off x="597898" y="3937171"/>
          <a:ext cx="9937990" cy="1676400"/>
        </p:xfrm>
        <a:graphic>
          <a:graphicData uri="http://schemas.openxmlformats.org/drawingml/2006/table">
            <a:tbl>
              <a:tblPr firstRow="1" bandRow="1">
                <a:tableStyleId>{5C22544A-7EE6-4342-B048-85BDC9FD1C3A}</a:tableStyleId>
              </a:tblPr>
              <a:tblGrid>
                <a:gridCol w="2894549">
                  <a:extLst>
                    <a:ext uri="{9D8B030D-6E8A-4147-A177-3AD203B41FA5}">
                      <a16:colId xmlns:a16="http://schemas.microsoft.com/office/drawing/2014/main" val="4162437668"/>
                    </a:ext>
                  </a:extLst>
                </a:gridCol>
                <a:gridCol w="2314378">
                  <a:extLst>
                    <a:ext uri="{9D8B030D-6E8A-4147-A177-3AD203B41FA5}">
                      <a16:colId xmlns:a16="http://schemas.microsoft.com/office/drawing/2014/main" val="4069112564"/>
                    </a:ext>
                  </a:extLst>
                </a:gridCol>
                <a:gridCol w="4729063">
                  <a:extLst>
                    <a:ext uri="{9D8B030D-6E8A-4147-A177-3AD203B41FA5}">
                      <a16:colId xmlns:a16="http://schemas.microsoft.com/office/drawing/2014/main" val="3317311897"/>
                    </a:ext>
                  </a:extLst>
                </a:gridCol>
              </a:tblGrid>
              <a:tr h="242219">
                <a:tc>
                  <a:txBody>
                    <a:bodyPr/>
                    <a:lstStyle/>
                    <a:p>
                      <a:r>
                        <a:rPr kumimoji="1" lang="en-US" altLang="ja-JP" sz="1600"/>
                        <a:t>HTTP</a:t>
                      </a:r>
                      <a:r>
                        <a:rPr kumimoji="1" lang="ja-JP" altLang="en-US" sz="1600"/>
                        <a:t>メソッド名</a:t>
                      </a:r>
                    </a:p>
                  </a:txBody>
                  <a:tcPr/>
                </a:tc>
                <a:tc>
                  <a:txBody>
                    <a:bodyPr/>
                    <a:lstStyle/>
                    <a:p>
                      <a:r>
                        <a:rPr kumimoji="1" lang="ja-JP" altLang="en-US" sz="1600"/>
                        <a:t>一般的な用途</a:t>
                      </a:r>
                    </a:p>
                  </a:txBody>
                  <a:tcPr/>
                </a:tc>
                <a:tc>
                  <a:txBody>
                    <a:bodyPr/>
                    <a:lstStyle/>
                    <a:p>
                      <a:r>
                        <a:rPr kumimoji="1" lang="ja-JP" altLang="en-US" sz="1600"/>
                        <a:t>例</a:t>
                      </a:r>
                    </a:p>
                  </a:txBody>
                  <a:tcPr/>
                </a:tc>
                <a:extLst>
                  <a:ext uri="{0D108BD9-81ED-4DB2-BD59-A6C34878D82A}">
                    <a16:rowId xmlns:a16="http://schemas.microsoft.com/office/drawing/2014/main" val="2213885604"/>
                  </a:ext>
                </a:extLst>
              </a:tr>
              <a:tr h="242219">
                <a:tc>
                  <a:txBody>
                    <a:bodyPr/>
                    <a:lstStyle/>
                    <a:p>
                      <a:r>
                        <a:rPr kumimoji="1" lang="en-US" altLang="ja-JP" sz="1600"/>
                        <a:t>GET</a:t>
                      </a:r>
                      <a:r>
                        <a:rPr kumimoji="1" lang="ja-JP" altLang="en-US" sz="1600"/>
                        <a:t>メソッド</a:t>
                      </a:r>
                    </a:p>
                  </a:txBody>
                  <a:tcPr/>
                </a:tc>
                <a:tc>
                  <a:txBody>
                    <a:bodyPr/>
                    <a:lstStyle/>
                    <a:p>
                      <a:r>
                        <a:rPr kumimoji="1" lang="ja-JP" altLang="en-US" sz="1600"/>
                        <a:t>情報を取得</a:t>
                      </a:r>
                    </a:p>
                  </a:txBody>
                  <a:tcPr/>
                </a:tc>
                <a:tc>
                  <a:txBody>
                    <a:bodyPr/>
                    <a:lstStyle/>
                    <a:p>
                      <a:r>
                        <a:rPr kumimoji="1" lang="ja-JP" altLang="en-US" sz="1600"/>
                        <a:t>ユーザー情報を取得</a:t>
                      </a:r>
                    </a:p>
                  </a:txBody>
                  <a:tcPr/>
                </a:tc>
                <a:extLst>
                  <a:ext uri="{0D108BD9-81ED-4DB2-BD59-A6C34878D82A}">
                    <a16:rowId xmlns:a16="http://schemas.microsoft.com/office/drawing/2014/main" val="306383017"/>
                  </a:ext>
                </a:extLst>
              </a:tr>
              <a:tr h="248604">
                <a:tc>
                  <a:txBody>
                    <a:bodyPr/>
                    <a:lstStyle/>
                    <a:p>
                      <a:r>
                        <a:rPr kumimoji="1" lang="en-US" altLang="ja-JP" sz="1600"/>
                        <a:t>POST</a:t>
                      </a:r>
                      <a:r>
                        <a:rPr kumimoji="1" lang="ja-JP" altLang="en-US" sz="1600"/>
                        <a:t>メソッド</a:t>
                      </a:r>
                      <a:endParaRPr kumimoji="1" lang="en-US" altLang="ja-JP" sz="1600"/>
                    </a:p>
                  </a:txBody>
                  <a:tcPr/>
                </a:tc>
                <a:tc>
                  <a:txBody>
                    <a:bodyPr/>
                    <a:lstStyle/>
                    <a:p>
                      <a:r>
                        <a:rPr kumimoji="1" lang="ja-JP" altLang="en-US" sz="1600"/>
                        <a:t>情報を作成</a:t>
                      </a:r>
                    </a:p>
                  </a:txBody>
                  <a:tcPr/>
                </a:tc>
                <a:tc>
                  <a:txBody>
                    <a:bodyPr/>
                    <a:lstStyle/>
                    <a:p>
                      <a:r>
                        <a:rPr kumimoji="1" lang="ja-JP" altLang="en-US" sz="1600"/>
                        <a:t>ユーザーを作成</a:t>
                      </a:r>
                    </a:p>
                  </a:txBody>
                  <a:tcPr/>
                </a:tc>
                <a:extLst>
                  <a:ext uri="{0D108BD9-81ED-4DB2-BD59-A6C34878D82A}">
                    <a16:rowId xmlns:a16="http://schemas.microsoft.com/office/drawing/2014/main" val="1790219151"/>
                  </a:ext>
                </a:extLst>
              </a:tr>
              <a:tr h="242219">
                <a:tc>
                  <a:txBody>
                    <a:bodyPr/>
                    <a:lstStyle/>
                    <a:p>
                      <a:r>
                        <a:rPr kumimoji="1" lang="en-US" altLang="ja-JP" sz="1600"/>
                        <a:t>PUT</a:t>
                      </a:r>
                      <a:r>
                        <a:rPr kumimoji="1" lang="ja-JP" altLang="en-US" sz="1600"/>
                        <a:t>メソッド</a:t>
                      </a:r>
                    </a:p>
                  </a:txBody>
                  <a:tcPr/>
                </a:tc>
                <a:tc>
                  <a:txBody>
                    <a:bodyPr/>
                    <a:lstStyle/>
                    <a:p>
                      <a:r>
                        <a:rPr kumimoji="1" lang="ja-JP" altLang="en-US" sz="1600"/>
                        <a:t>情報を更新</a:t>
                      </a:r>
                    </a:p>
                  </a:txBody>
                  <a:tcPr/>
                </a:tc>
                <a:tc>
                  <a:txBody>
                    <a:bodyPr/>
                    <a:lstStyle/>
                    <a:p>
                      <a:r>
                        <a:rPr kumimoji="1" lang="ja-JP" altLang="en-US" sz="1600"/>
                        <a:t>ユーザー情報を更新</a:t>
                      </a:r>
                    </a:p>
                  </a:txBody>
                  <a:tcPr/>
                </a:tc>
                <a:extLst>
                  <a:ext uri="{0D108BD9-81ED-4DB2-BD59-A6C34878D82A}">
                    <a16:rowId xmlns:a16="http://schemas.microsoft.com/office/drawing/2014/main" val="3491402205"/>
                  </a:ext>
                </a:extLst>
              </a:tr>
              <a:tr h="242219">
                <a:tc>
                  <a:txBody>
                    <a:bodyPr/>
                    <a:lstStyle/>
                    <a:p>
                      <a:r>
                        <a:rPr kumimoji="1" lang="en-US" altLang="ja-JP" sz="1600"/>
                        <a:t>DELETE</a:t>
                      </a:r>
                      <a:r>
                        <a:rPr kumimoji="1" lang="ja-JP" altLang="en-US" sz="1600"/>
                        <a:t>メソッド</a:t>
                      </a:r>
                    </a:p>
                  </a:txBody>
                  <a:tcPr/>
                </a:tc>
                <a:tc>
                  <a:txBody>
                    <a:bodyPr/>
                    <a:lstStyle/>
                    <a:p>
                      <a:r>
                        <a:rPr kumimoji="1" lang="ja-JP" altLang="en-US" sz="1600"/>
                        <a:t>情報を削除</a:t>
                      </a:r>
                    </a:p>
                  </a:txBody>
                  <a:tcPr/>
                </a:tc>
                <a:tc>
                  <a:txBody>
                    <a:bodyPr/>
                    <a:lstStyle/>
                    <a:p>
                      <a:r>
                        <a:rPr kumimoji="1" lang="ja-JP" altLang="en-US" sz="1600"/>
                        <a:t>ユーザーを削除</a:t>
                      </a:r>
                    </a:p>
                  </a:txBody>
                  <a:tcPr/>
                </a:tc>
                <a:extLst>
                  <a:ext uri="{0D108BD9-81ED-4DB2-BD59-A6C34878D82A}">
                    <a16:rowId xmlns:a16="http://schemas.microsoft.com/office/drawing/2014/main" val="2152739147"/>
                  </a:ext>
                </a:extLst>
              </a:tr>
            </a:tbl>
          </a:graphicData>
        </a:graphic>
      </p:graphicFrame>
      <p:graphicFrame>
        <p:nvGraphicFramePr>
          <p:cNvPr id="13" name="表 12">
            <a:extLst>
              <a:ext uri="{FF2B5EF4-FFF2-40B4-BE49-F238E27FC236}">
                <a16:creationId xmlns:a16="http://schemas.microsoft.com/office/drawing/2014/main" id="{F2CB6B7C-E469-8746-9188-3F2FC3DBA57F}"/>
              </a:ext>
            </a:extLst>
          </p:cNvPr>
          <p:cNvGraphicFramePr>
            <a:graphicFrameLocks noGrp="1"/>
          </p:cNvGraphicFramePr>
          <p:nvPr>
            <p:extLst>
              <p:ext uri="{D42A27DB-BD31-4B8C-83A1-F6EECF244321}">
                <p14:modId xmlns:p14="http://schemas.microsoft.com/office/powerpoint/2010/main" val="3233996749"/>
              </p:ext>
            </p:extLst>
          </p:nvPr>
        </p:nvGraphicFramePr>
        <p:xfrm>
          <a:off x="597898" y="2278855"/>
          <a:ext cx="9937990" cy="1005840"/>
        </p:xfrm>
        <a:graphic>
          <a:graphicData uri="http://schemas.openxmlformats.org/drawingml/2006/table">
            <a:tbl>
              <a:tblPr firstRow="1" bandRow="1">
                <a:tableStyleId>{5C22544A-7EE6-4342-B048-85BDC9FD1C3A}</a:tableStyleId>
              </a:tblPr>
              <a:tblGrid>
                <a:gridCol w="2894549">
                  <a:extLst>
                    <a:ext uri="{9D8B030D-6E8A-4147-A177-3AD203B41FA5}">
                      <a16:colId xmlns:a16="http://schemas.microsoft.com/office/drawing/2014/main" val="4162437668"/>
                    </a:ext>
                  </a:extLst>
                </a:gridCol>
                <a:gridCol w="2314378">
                  <a:extLst>
                    <a:ext uri="{9D8B030D-6E8A-4147-A177-3AD203B41FA5}">
                      <a16:colId xmlns:a16="http://schemas.microsoft.com/office/drawing/2014/main" val="4069112564"/>
                    </a:ext>
                  </a:extLst>
                </a:gridCol>
                <a:gridCol w="4729063">
                  <a:extLst>
                    <a:ext uri="{9D8B030D-6E8A-4147-A177-3AD203B41FA5}">
                      <a16:colId xmlns:a16="http://schemas.microsoft.com/office/drawing/2014/main" val="3317311897"/>
                    </a:ext>
                  </a:extLst>
                </a:gridCol>
              </a:tblGrid>
              <a:tr h="242219">
                <a:tc>
                  <a:txBody>
                    <a:bodyPr/>
                    <a:lstStyle/>
                    <a:p>
                      <a:r>
                        <a:rPr kumimoji="1" lang="en-US" altLang="ja-JP" sz="1600"/>
                        <a:t>HTTP</a:t>
                      </a:r>
                      <a:r>
                        <a:rPr kumimoji="1" lang="ja-JP" altLang="en-US" sz="1600"/>
                        <a:t>メソッド名</a:t>
                      </a:r>
                    </a:p>
                  </a:txBody>
                  <a:tcPr/>
                </a:tc>
                <a:tc>
                  <a:txBody>
                    <a:bodyPr/>
                    <a:lstStyle/>
                    <a:p>
                      <a:r>
                        <a:rPr kumimoji="1" lang="ja-JP" altLang="en-US" sz="1600"/>
                        <a:t>一般的な用途</a:t>
                      </a:r>
                    </a:p>
                  </a:txBody>
                  <a:tcPr/>
                </a:tc>
                <a:tc>
                  <a:txBody>
                    <a:bodyPr/>
                    <a:lstStyle/>
                    <a:p>
                      <a:r>
                        <a:rPr kumimoji="1" lang="ja-JP" altLang="en-US" sz="1600"/>
                        <a:t>例</a:t>
                      </a:r>
                    </a:p>
                  </a:txBody>
                  <a:tcPr/>
                </a:tc>
                <a:extLst>
                  <a:ext uri="{0D108BD9-81ED-4DB2-BD59-A6C34878D82A}">
                    <a16:rowId xmlns:a16="http://schemas.microsoft.com/office/drawing/2014/main" val="2213885604"/>
                  </a:ext>
                </a:extLst>
              </a:tr>
              <a:tr h="242219">
                <a:tc>
                  <a:txBody>
                    <a:bodyPr/>
                    <a:lstStyle/>
                    <a:p>
                      <a:r>
                        <a:rPr kumimoji="1" lang="en-US" altLang="ja-JP" sz="1600"/>
                        <a:t>GET</a:t>
                      </a:r>
                      <a:r>
                        <a:rPr kumimoji="1" lang="ja-JP" altLang="en-US" sz="1600"/>
                        <a:t>メソッド</a:t>
                      </a:r>
                    </a:p>
                  </a:txBody>
                  <a:tcPr/>
                </a:tc>
                <a:tc>
                  <a:txBody>
                    <a:bodyPr/>
                    <a:lstStyle/>
                    <a:p>
                      <a:r>
                        <a:rPr kumimoji="1" lang="ja-JP" altLang="en-US" sz="1600"/>
                        <a:t>情報を取得</a:t>
                      </a:r>
                    </a:p>
                  </a:txBody>
                  <a:tcPr/>
                </a:tc>
                <a:tc>
                  <a:txBody>
                    <a:bodyPr/>
                    <a:lstStyle/>
                    <a:p>
                      <a:r>
                        <a:rPr kumimoji="1" lang="ja-JP" altLang="en-US" sz="1600"/>
                        <a:t>ユーザー情報を取得</a:t>
                      </a:r>
                    </a:p>
                  </a:txBody>
                  <a:tcPr/>
                </a:tc>
                <a:extLst>
                  <a:ext uri="{0D108BD9-81ED-4DB2-BD59-A6C34878D82A}">
                    <a16:rowId xmlns:a16="http://schemas.microsoft.com/office/drawing/2014/main" val="306383017"/>
                  </a:ext>
                </a:extLst>
              </a:tr>
              <a:tr h="248604">
                <a:tc>
                  <a:txBody>
                    <a:bodyPr/>
                    <a:lstStyle/>
                    <a:p>
                      <a:r>
                        <a:rPr kumimoji="1" lang="en-US" altLang="ja-JP" sz="1600"/>
                        <a:t>POST</a:t>
                      </a:r>
                      <a:r>
                        <a:rPr kumimoji="1" lang="ja-JP" altLang="en-US" sz="1600"/>
                        <a:t>メソッド</a:t>
                      </a:r>
                      <a:endParaRPr kumimoji="1" lang="en-US" altLang="ja-JP" sz="1600"/>
                    </a:p>
                  </a:txBody>
                  <a:tcPr/>
                </a:tc>
                <a:tc>
                  <a:txBody>
                    <a:bodyPr/>
                    <a:lstStyle/>
                    <a:p>
                      <a:r>
                        <a:rPr kumimoji="1" lang="ja-JP" altLang="en-US" sz="1600"/>
                        <a:t>情報を作成</a:t>
                      </a:r>
                    </a:p>
                  </a:txBody>
                  <a:tcPr/>
                </a:tc>
                <a:tc>
                  <a:txBody>
                    <a:bodyPr/>
                    <a:lstStyle/>
                    <a:p>
                      <a:r>
                        <a:rPr kumimoji="1" lang="ja-JP" altLang="en-US" sz="1600"/>
                        <a:t>ユーザーを作成</a:t>
                      </a:r>
                    </a:p>
                  </a:txBody>
                  <a:tcPr/>
                </a:tc>
                <a:extLst>
                  <a:ext uri="{0D108BD9-81ED-4DB2-BD59-A6C34878D82A}">
                    <a16:rowId xmlns:a16="http://schemas.microsoft.com/office/drawing/2014/main" val="1790219151"/>
                  </a:ext>
                </a:extLst>
              </a:tr>
            </a:tbl>
          </a:graphicData>
        </a:graphic>
      </p:graphicFrame>
    </p:spTree>
    <p:extLst>
      <p:ext uri="{BB962C8B-B14F-4D97-AF65-F5344CB8AC3E}">
        <p14:creationId xmlns:p14="http://schemas.microsoft.com/office/powerpoint/2010/main" val="3236602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CCBAA2-8AC4-B1E8-1FE2-43A1C040318A}"/>
              </a:ext>
            </a:extLst>
          </p:cNvPr>
          <p:cNvSpPr>
            <a:spLocks noGrp="1"/>
          </p:cNvSpPr>
          <p:nvPr>
            <p:ph type="title"/>
          </p:nvPr>
        </p:nvSpPr>
        <p:spPr/>
        <p:txBody>
          <a:bodyPr/>
          <a:lstStyle/>
          <a:p>
            <a:r>
              <a:rPr lang="ja-JP" altLang="en-US"/>
              <a:t>ブラウザからのリクエスト種類</a:t>
            </a:r>
            <a:endParaRPr kumimoji="1" lang="ja-JP" altLang="en-US"/>
          </a:p>
        </p:txBody>
      </p:sp>
      <p:sp>
        <p:nvSpPr>
          <p:cNvPr id="3" name="コンテンツ プレースホルダー 2">
            <a:extLst>
              <a:ext uri="{FF2B5EF4-FFF2-40B4-BE49-F238E27FC236}">
                <a16:creationId xmlns:a16="http://schemas.microsoft.com/office/drawing/2014/main" id="{3FCC8426-2515-D288-63FB-538792479D48}"/>
              </a:ext>
            </a:extLst>
          </p:cNvPr>
          <p:cNvSpPr>
            <a:spLocks noGrp="1"/>
          </p:cNvSpPr>
          <p:nvPr>
            <p:ph sz="quarter" idx="10"/>
          </p:nvPr>
        </p:nvSpPr>
        <p:spPr>
          <a:xfrm>
            <a:off x="371474" y="1038386"/>
            <a:ext cx="11448000" cy="1751706"/>
          </a:xfrm>
        </p:spPr>
        <p:txBody>
          <a:bodyPr/>
          <a:lstStyle/>
          <a:p>
            <a:r>
              <a:rPr kumimoji="1" lang="en-US" altLang="ja-JP"/>
              <a:t>Web</a:t>
            </a:r>
            <a:r>
              <a:rPr kumimoji="1" lang="ja-JP" altLang="en-US"/>
              <a:t>画面アプリケーションでも、私たちが意識していないだけで、</a:t>
            </a:r>
            <a:r>
              <a:rPr kumimoji="1" lang="en-US" altLang="ja-JP"/>
              <a:t>HTTP</a:t>
            </a:r>
            <a:r>
              <a:rPr kumimoji="1" lang="ja-JP" altLang="en-US"/>
              <a:t>メソッドを使っている</a:t>
            </a:r>
            <a:endParaRPr kumimoji="1" lang="en-US" altLang="ja-JP"/>
          </a:p>
          <a:p>
            <a:endParaRPr lang="en-US" altLang="ja-JP"/>
          </a:p>
          <a:p>
            <a:r>
              <a:rPr kumimoji="1" lang="ja-JP" altLang="en-US"/>
              <a:t>ページを表示：</a:t>
            </a:r>
            <a:r>
              <a:rPr kumimoji="1" lang="en-US" altLang="ja-JP"/>
              <a:t>GET</a:t>
            </a:r>
            <a:r>
              <a:rPr kumimoji="1" lang="ja-JP" altLang="en-US"/>
              <a:t>メソッド</a:t>
            </a:r>
            <a:endParaRPr kumimoji="1" lang="en-US" altLang="ja-JP"/>
          </a:p>
          <a:p>
            <a:r>
              <a:rPr kumimoji="1" lang="ja-JP" altLang="en-US"/>
              <a:t>「登録」や「更新」や「削除」</a:t>
            </a:r>
            <a:r>
              <a:rPr lang="ja-JP" altLang="en-US"/>
              <a:t>や「ログイン」</a:t>
            </a:r>
            <a:r>
              <a:rPr kumimoji="1" lang="ja-JP" altLang="en-US"/>
              <a:t>ボタンを押す（</a:t>
            </a:r>
            <a:r>
              <a:rPr kumimoji="1" lang="en-US" altLang="ja-JP"/>
              <a:t>=</a:t>
            </a:r>
            <a:r>
              <a:rPr kumimoji="1" lang="ja-JP" altLang="en-US"/>
              <a:t>クライアントから情報を渡す操作）：</a:t>
            </a:r>
            <a:r>
              <a:rPr kumimoji="1" lang="en-US" altLang="ja-JP"/>
              <a:t>POST</a:t>
            </a:r>
            <a:r>
              <a:rPr kumimoji="1" lang="ja-JP" altLang="en-US"/>
              <a:t>メソッド</a:t>
            </a:r>
          </a:p>
          <a:p>
            <a:r>
              <a:rPr lang="en-US" altLang="ja-JP"/>
              <a:t>※ Web</a:t>
            </a:r>
            <a:r>
              <a:rPr lang="ja-JP" altLang="en-US"/>
              <a:t>画面アプリケーションではこの</a:t>
            </a:r>
            <a:r>
              <a:rPr lang="en-US" altLang="ja-JP"/>
              <a:t>2</a:t>
            </a:r>
            <a:r>
              <a:rPr lang="ja-JP" altLang="en-US"/>
              <a:t>つのメソッドを使用する</a:t>
            </a:r>
            <a:endParaRPr kumimoji="1" lang="ja-JP" altLang="en-US"/>
          </a:p>
        </p:txBody>
      </p:sp>
      <p:pic>
        <p:nvPicPr>
          <p:cNvPr id="4" name="図 3">
            <a:extLst>
              <a:ext uri="{FF2B5EF4-FFF2-40B4-BE49-F238E27FC236}">
                <a16:creationId xmlns:a16="http://schemas.microsoft.com/office/drawing/2014/main" id="{40BA5258-10CD-1840-D37F-124803140CAD}"/>
              </a:ext>
            </a:extLst>
          </p:cNvPr>
          <p:cNvPicPr>
            <a:picLocks noChangeAspect="1"/>
          </p:cNvPicPr>
          <p:nvPr/>
        </p:nvPicPr>
        <p:blipFill>
          <a:blip r:embed="rId2"/>
          <a:stretch>
            <a:fillRect/>
          </a:stretch>
        </p:blipFill>
        <p:spPr>
          <a:xfrm>
            <a:off x="536027" y="3582386"/>
            <a:ext cx="4349697" cy="2542093"/>
          </a:xfrm>
          <a:prstGeom prst="rect">
            <a:avLst/>
          </a:prstGeom>
        </p:spPr>
      </p:pic>
      <p:pic>
        <p:nvPicPr>
          <p:cNvPr id="5" name="図 4">
            <a:extLst>
              <a:ext uri="{FF2B5EF4-FFF2-40B4-BE49-F238E27FC236}">
                <a16:creationId xmlns:a16="http://schemas.microsoft.com/office/drawing/2014/main" id="{2ADDE48A-9DA9-5134-CCD2-74A80C93D7BB}"/>
              </a:ext>
            </a:extLst>
          </p:cNvPr>
          <p:cNvPicPr>
            <a:picLocks noChangeAspect="1"/>
          </p:cNvPicPr>
          <p:nvPr/>
        </p:nvPicPr>
        <p:blipFill>
          <a:blip r:embed="rId3"/>
          <a:stretch>
            <a:fillRect/>
          </a:stretch>
        </p:blipFill>
        <p:spPr>
          <a:xfrm>
            <a:off x="4949261" y="3735772"/>
            <a:ext cx="6524583" cy="2388707"/>
          </a:xfrm>
          <a:prstGeom prst="rect">
            <a:avLst/>
          </a:prstGeom>
        </p:spPr>
      </p:pic>
      <p:sp>
        <p:nvSpPr>
          <p:cNvPr id="6" name="吹き出し: 角を丸めた四角形 5">
            <a:extLst>
              <a:ext uri="{FF2B5EF4-FFF2-40B4-BE49-F238E27FC236}">
                <a16:creationId xmlns:a16="http://schemas.microsoft.com/office/drawing/2014/main" id="{7A9C51D0-EA07-8238-7467-80E45436F684}"/>
              </a:ext>
            </a:extLst>
          </p:cNvPr>
          <p:cNvSpPr/>
          <p:nvPr/>
        </p:nvSpPr>
        <p:spPr>
          <a:xfrm>
            <a:off x="1065749" y="2959272"/>
            <a:ext cx="2345909" cy="618008"/>
          </a:xfrm>
          <a:prstGeom prst="wedgeRoundRectCallou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新卒募集ログイン画面</a:t>
            </a:r>
          </a:p>
        </p:txBody>
      </p:sp>
      <p:sp>
        <p:nvSpPr>
          <p:cNvPr id="7" name="正方形/長方形 6">
            <a:extLst>
              <a:ext uri="{FF2B5EF4-FFF2-40B4-BE49-F238E27FC236}">
                <a16:creationId xmlns:a16="http://schemas.microsoft.com/office/drawing/2014/main" id="{A5014D23-1E59-39A6-934E-5532102085FA}"/>
              </a:ext>
            </a:extLst>
          </p:cNvPr>
          <p:cNvSpPr/>
          <p:nvPr/>
        </p:nvSpPr>
        <p:spPr>
          <a:xfrm>
            <a:off x="5618830" y="3735772"/>
            <a:ext cx="1172955" cy="302237"/>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8" name="吹き出し: 角を丸めた四角形 7">
            <a:extLst>
              <a:ext uri="{FF2B5EF4-FFF2-40B4-BE49-F238E27FC236}">
                <a16:creationId xmlns:a16="http://schemas.microsoft.com/office/drawing/2014/main" id="{673BA281-DA74-642D-9575-8673FAF666F1}"/>
              </a:ext>
            </a:extLst>
          </p:cNvPr>
          <p:cNvSpPr/>
          <p:nvPr/>
        </p:nvSpPr>
        <p:spPr>
          <a:xfrm>
            <a:off x="5720780" y="3024060"/>
            <a:ext cx="2345909" cy="618008"/>
          </a:xfrm>
          <a:prstGeom prst="wedgeRoundRectCallout">
            <a:avLst>
              <a:gd name="adj1" fmla="val -19758"/>
              <a:gd name="adj2" fmla="val 62500"/>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ログインボタンを押すと</a:t>
            </a:r>
            <a:endParaRPr kumimoji="1" lang="en-US" altLang="ja-JP" sz="1400">
              <a:solidFill>
                <a:schemeClr val="tx1"/>
              </a:solidFill>
            </a:endParaRPr>
          </a:p>
          <a:p>
            <a:pPr algn="ctr"/>
            <a:r>
              <a:rPr kumimoji="1" lang="en-US" altLang="ja-JP" sz="1400">
                <a:solidFill>
                  <a:schemeClr val="tx1"/>
                </a:solidFill>
              </a:rPr>
              <a:t>POST</a:t>
            </a:r>
            <a:r>
              <a:rPr kumimoji="1" lang="ja-JP" altLang="en-US" sz="1400">
                <a:solidFill>
                  <a:schemeClr val="tx1"/>
                </a:solidFill>
              </a:rPr>
              <a:t>メソッド</a:t>
            </a:r>
          </a:p>
        </p:txBody>
      </p:sp>
    </p:spTree>
    <p:extLst>
      <p:ext uri="{BB962C8B-B14F-4D97-AF65-F5344CB8AC3E}">
        <p14:creationId xmlns:p14="http://schemas.microsoft.com/office/powerpoint/2010/main" val="1551571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0879-82A5-80C7-AC56-1963CAC629C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E73F403-79D2-136F-4597-C0C64C69B73C}"/>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0DDD6472-B79E-C506-8727-58AB3E810933}"/>
              </a:ext>
            </a:extLst>
          </p:cNvPr>
          <p:cNvSpPr>
            <a:spLocks noGrp="1"/>
          </p:cNvSpPr>
          <p:nvPr>
            <p:ph type="title"/>
          </p:nvPr>
        </p:nvSpPr>
        <p:spPr/>
        <p:txBody>
          <a:bodyPr/>
          <a:lstStyle/>
          <a:p>
            <a:r>
              <a:rPr kumimoji="1" lang="ja-JP" altLang="en-US"/>
              <a:t>目次</a:t>
            </a:r>
          </a:p>
        </p:txBody>
      </p:sp>
      <p:sp>
        <p:nvSpPr>
          <p:cNvPr id="10" name="テキスト ボックス 9">
            <a:extLst>
              <a:ext uri="{FF2B5EF4-FFF2-40B4-BE49-F238E27FC236}">
                <a16:creationId xmlns:a16="http://schemas.microsoft.com/office/drawing/2014/main" id="{89E56BED-9333-6EB8-E7CD-9F98B1F4F696}"/>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a:solidFill>
                  <a:schemeClr val="bg1"/>
                </a:solidFill>
                <a:latin typeface="+mn-ea"/>
              </a:rPr>
              <a:t>1</a:t>
            </a:r>
            <a:endParaRPr kumimoji="1" lang="ja-JP" altLang="en-US" sz="3600" b="1">
              <a:solidFill>
                <a:schemeClr val="bg1"/>
              </a:solidFill>
              <a:latin typeface="+mn-ea"/>
            </a:endParaRPr>
          </a:p>
        </p:txBody>
      </p:sp>
      <p:sp>
        <p:nvSpPr>
          <p:cNvPr id="12" name="コンテンツ プレースホルダー 2">
            <a:extLst>
              <a:ext uri="{FF2B5EF4-FFF2-40B4-BE49-F238E27FC236}">
                <a16:creationId xmlns:a16="http://schemas.microsoft.com/office/drawing/2014/main" id="{F00FCAA4-338D-79A4-43CC-BE823AD8DEF8}"/>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800" b="1">
                <a:solidFill>
                  <a:schemeClr val="tx1"/>
                </a:solidFill>
              </a:rPr>
              <a:t>Web</a:t>
            </a:r>
            <a:r>
              <a:rPr lang="ja-JP" altLang="en-US" sz="2800" b="1">
                <a:solidFill>
                  <a:schemeClr val="tx1"/>
                </a:solidFill>
              </a:rPr>
              <a:t>アプリケーション開発</a:t>
            </a:r>
            <a:endParaRPr lang="en-US" altLang="ja-JP" sz="2800" b="1">
              <a:solidFill>
                <a:schemeClr val="tx1"/>
              </a:solidFill>
            </a:endParaRPr>
          </a:p>
        </p:txBody>
      </p:sp>
      <p:sp>
        <p:nvSpPr>
          <p:cNvPr id="4" name="テキスト ボックス 3">
            <a:extLst>
              <a:ext uri="{FF2B5EF4-FFF2-40B4-BE49-F238E27FC236}">
                <a16:creationId xmlns:a16="http://schemas.microsoft.com/office/drawing/2014/main" id="{5F89E06F-93BB-A9C0-C8B2-8C6E018EAA28}"/>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a:solidFill>
                  <a:schemeClr val="bg1">
                    <a:lumMod val="75000"/>
                  </a:schemeClr>
                </a:solidFill>
                <a:latin typeface="+mn-ea"/>
              </a:rPr>
              <a:t>1-1</a:t>
            </a:r>
            <a:endParaRPr kumimoji="1" lang="ja-JP" altLang="en-US" sz="2400" b="1">
              <a:solidFill>
                <a:schemeClr val="bg1">
                  <a:lumMod val="75000"/>
                </a:schemeClr>
              </a:solidFill>
              <a:latin typeface="+mn-ea"/>
            </a:endParaRPr>
          </a:p>
        </p:txBody>
      </p:sp>
      <p:sp>
        <p:nvSpPr>
          <p:cNvPr id="5" name="コンテンツ プレースホルダー 2">
            <a:extLst>
              <a:ext uri="{FF2B5EF4-FFF2-40B4-BE49-F238E27FC236}">
                <a16:creationId xmlns:a16="http://schemas.microsoft.com/office/drawing/2014/main" id="{814F3479-DB5E-001E-4E57-E01EA4A0C723}"/>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a:solidFill>
                  <a:schemeClr val="bg1">
                    <a:lumMod val="75000"/>
                  </a:schemeClr>
                </a:solidFill>
              </a:rPr>
              <a:t>Web</a:t>
            </a:r>
            <a:r>
              <a:rPr lang="ja-JP" altLang="en-US" sz="2000" b="1">
                <a:solidFill>
                  <a:schemeClr val="bg1">
                    <a:lumMod val="75000"/>
                  </a:schemeClr>
                </a:solidFill>
              </a:rPr>
              <a:t>アプリケーションとは</a:t>
            </a:r>
            <a:endParaRPr lang="en-US" altLang="ja-JP" sz="2000" b="1">
              <a:solidFill>
                <a:schemeClr val="bg1">
                  <a:lumMod val="75000"/>
                </a:schemeClr>
              </a:solidFill>
            </a:endParaRPr>
          </a:p>
        </p:txBody>
      </p:sp>
      <p:sp>
        <p:nvSpPr>
          <p:cNvPr id="21" name="テキスト ボックス 20">
            <a:extLst>
              <a:ext uri="{FF2B5EF4-FFF2-40B4-BE49-F238E27FC236}">
                <a16:creationId xmlns:a16="http://schemas.microsoft.com/office/drawing/2014/main" id="{9D79BC81-D0AD-683E-CA18-6726AE273878}"/>
              </a:ext>
            </a:extLst>
          </p:cNvPr>
          <p:cNvSpPr txBox="1"/>
          <p:nvPr/>
        </p:nvSpPr>
        <p:spPr>
          <a:xfrm>
            <a:off x="1581151" y="2521087"/>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1-2</a:t>
            </a:r>
            <a:endParaRPr kumimoji="1" lang="ja-JP" altLang="en-US" sz="2400" b="1">
              <a:solidFill>
                <a:schemeClr val="accent2"/>
              </a:solidFill>
              <a:latin typeface="+mn-ea"/>
            </a:endParaRPr>
          </a:p>
        </p:txBody>
      </p:sp>
      <p:sp>
        <p:nvSpPr>
          <p:cNvPr id="22" name="コンテンツ プレースホルダー 2">
            <a:extLst>
              <a:ext uri="{FF2B5EF4-FFF2-40B4-BE49-F238E27FC236}">
                <a16:creationId xmlns:a16="http://schemas.microsoft.com/office/drawing/2014/main" id="{20F8971F-FD77-D569-B867-4D62E9847DAC}"/>
              </a:ext>
            </a:extLst>
          </p:cNvPr>
          <p:cNvSpPr txBox="1">
            <a:spLocks/>
          </p:cNvSpPr>
          <p:nvPr/>
        </p:nvSpPr>
        <p:spPr>
          <a:xfrm>
            <a:off x="2607573" y="2468261"/>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a:solidFill>
                  <a:schemeClr val="tx1"/>
                </a:solidFill>
              </a:rPr>
              <a:t>データベースとは</a:t>
            </a:r>
            <a:endParaRPr lang="en-US" altLang="ja-JP" sz="2000" b="1">
              <a:solidFill>
                <a:schemeClr val="tx1"/>
              </a:solidFill>
            </a:endParaRPr>
          </a:p>
        </p:txBody>
      </p:sp>
      <p:sp>
        <p:nvSpPr>
          <p:cNvPr id="3" name="テキスト ボックス 2">
            <a:extLst>
              <a:ext uri="{FF2B5EF4-FFF2-40B4-BE49-F238E27FC236}">
                <a16:creationId xmlns:a16="http://schemas.microsoft.com/office/drawing/2014/main" id="{D257BCD0-84D7-BF4F-3E65-FB2C06632A5F}"/>
              </a:ext>
            </a:extLst>
          </p:cNvPr>
          <p:cNvSpPr txBox="1"/>
          <p:nvPr/>
        </p:nvSpPr>
        <p:spPr>
          <a:xfrm>
            <a:off x="1581151" y="3003155"/>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1-3</a:t>
            </a:r>
            <a:endParaRPr kumimoji="1" lang="ja-JP" altLang="en-US" sz="2400" b="1">
              <a:solidFill>
                <a:schemeClr val="accent2"/>
              </a:solidFill>
              <a:latin typeface="+mn-ea"/>
            </a:endParaRPr>
          </a:p>
        </p:txBody>
      </p:sp>
      <p:sp>
        <p:nvSpPr>
          <p:cNvPr id="6" name="コンテンツ プレースホルダー 2">
            <a:extLst>
              <a:ext uri="{FF2B5EF4-FFF2-40B4-BE49-F238E27FC236}">
                <a16:creationId xmlns:a16="http://schemas.microsoft.com/office/drawing/2014/main" id="{C7A5C329-5F0C-C4E2-7B2A-3D6702DD2A62}"/>
              </a:ext>
            </a:extLst>
          </p:cNvPr>
          <p:cNvSpPr txBox="1">
            <a:spLocks/>
          </p:cNvSpPr>
          <p:nvPr/>
        </p:nvSpPr>
        <p:spPr>
          <a:xfrm>
            <a:off x="2607573" y="2950329"/>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a:solidFill>
                  <a:schemeClr val="tx1"/>
                </a:solidFill>
              </a:rPr>
              <a:t>Java</a:t>
            </a:r>
            <a:r>
              <a:rPr lang="ja-JP" altLang="en-US" sz="2000" b="1">
                <a:solidFill>
                  <a:schemeClr val="tx1"/>
                </a:solidFill>
              </a:rPr>
              <a:t>言語、</a:t>
            </a:r>
            <a:r>
              <a:rPr lang="en-US" altLang="ja-JP" sz="2000" b="1">
                <a:solidFill>
                  <a:schemeClr val="tx1"/>
                </a:solidFill>
              </a:rPr>
              <a:t>Spring</a:t>
            </a:r>
            <a:r>
              <a:rPr lang="ja-JP" altLang="en-US" sz="2000" b="1">
                <a:solidFill>
                  <a:schemeClr val="tx1"/>
                </a:solidFill>
              </a:rPr>
              <a:t>フレームワークとは</a:t>
            </a:r>
            <a:endParaRPr lang="en-US" altLang="ja-JP" sz="2000" b="1">
              <a:solidFill>
                <a:schemeClr val="tx1"/>
              </a:solidFill>
            </a:endParaRPr>
          </a:p>
        </p:txBody>
      </p:sp>
      <p:sp>
        <p:nvSpPr>
          <p:cNvPr id="7" name="正方形/長方形 6">
            <a:extLst>
              <a:ext uri="{FF2B5EF4-FFF2-40B4-BE49-F238E27FC236}">
                <a16:creationId xmlns:a16="http://schemas.microsoft.com/office/drawing/2014/main" id="{3ACD4558-4370-BFFB-8D59-C36D45F105C3}"/>
              </a:ext>
            </a:extLst>
          </p:cNvPr>
          <p:cNvSpPr/>
          <p:nvPr/>
        </p:nvSpPr>
        <p:spPr>
          <a:xfrm flipV="1">
            <a:off x="1546834" y="2531414"/>
            <a:ext cx="8256669" cy="43951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8" name="グラフィックス 7" descr="バッジ: チェックマーク 1 単色塗りつぶし">
            <a:extLst>
              <a:ext uri="{FF2B5EF4-FFF2-40B4-BE49-F238E27FC236}">
                <a16:creationId xmlns:a16="http://schemas.microsoft.com/office/drawing/2014/main" id="{798CE5CD-8412-5E7C-033C-D8535A6F3D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03503" y="2057036"/>
            <a:ext cx="468000" cy="468000"/>
          </a:xfrm>
          <a:prstGeom prst="rect">
            <a:avLst/>
          </a:prstGeom>
        </p:spPr>
      </p:pic>
    </p:spTree>
    <p:extLst>
      <p:ext uri="{BB962C8B-B14F-4D97-AF65-F5344CB8AC3E}">
        <p14:creationId xmlns:p14="http://schemas.microsoft.com/office/powerpoint/2010/main" val="1436707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AB89-24B0-D7A1-31A6-4AE753597C7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0F69189-01A2-155E-8781-F99A3CCF60B0}"/>
              </a:ext>
            </a:extLst>
          </p:cNvPr>
          <p:cNvSpPr>
            <a:spLocks noGrp="1"/>
          </p:cNvSpPr>
          <p:nvPr>
            <p:ph type="title"/>
          </p:nvPr>
        </p:nvSpPr>
        <p:spPr/>
        <p:txBody>
          <a:bodyPr/>
          <a:lstStyle/>
          <a:p>
            <a:r>
              <a:rPr kumimoji="1" lang="ja-JP" altLang="en-US"/>
              <a:t>データベースとは</a:t>
            </a:r>
          </a:p>
        </p:txBody>
      </p:sp>
      <p:sp>
        <p:nvSpPr>
          <p:cNvPr id="3" name="フローチャート: 処理 2">
            <a:extLst>
              <a:ext uri="{FF2B5EF4-FFF2-40B4-BE49-F238E27FC236}">
                <a16:creationId xmlns:a16="http://schemas.microsoft.com/office/drawing/2014/main" id="{8EDF0AFB-C77F-EC20-D7F5-9A09B31F3FCA}"/>
              </a:ext>
            </a:extLst>
          </p:cNvPr>
          <p:cNvSpPr/>
          <p:nvPr/>
        </p:nvSpPr>
        <p:spPr>
          <a:xfrm>
            <a:off x="639266" y="2028056"/>
            <a:ext cx="2239879" cy="665596"/>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t>A</a:t>
            </a:r>
            <a:r>
              <a:rPr lang="ja-JP" altLang="en-US" sz="1400"/>
              <a:t>さんの</a:t>
            </a:r>
            <a:r>
              <a:rPr lang="en-US" altLang="ja-JP" sz="1400"/>
              <a:t>iPhone</a:t>
            </a:r>
            <a:r>
              <a:rPr lang="ja-JP" altLang="en-US" sz="1400"/>
              <a:t>の</a:t>
            </a:r>
            <a:r>
              <a:rPr lang="en-US" altLang="ja-JP" sz="1400"/>
              <a:t>Safari</a:t>
            </a:r>
            <a:endParaRPr kumimoji="1" lang="en-US" altLang="ja-JP" sz="1400"/>
          </a:p>
        </p:txBody>
      </p:sp>
      <p:sp>
        <p:nvSpPr>
          <p:cNvPr id="4" name="フローチャート: 処理 3">
            <a:extLst>
              <a:ext uri="{FF2B5EF4-FFF2-40B4-BE49-F238E27FC236}">
                <a16:creationId xmlns:a16="http://schemas.microsoft.com/office/drawing/2014/main" id="{DD09F20F-7FA2-F473-571A-841827B8D11A}"/>
              </a:ext>
            </a:extLst>
          </p:cNvPr>
          <p:cNvSpPr/>
          <p:nvPr/>
        </p:nvSpPr>
        <p:spPr>
          <a:xfrm>
            <a:off x="4453761" y="2605250"/>
            <a:ext cx="2971800" cy="1126111"/>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t>Web</a:t>
            </a:r>
            <a:r>
              <a:rPr lang="ja-JP" altLang="en-US" sz="1400"/>
              <a:t>アプリケーション</a:t>
            </a:r>
            <a:endParaRPr lang="en-US" altLang="ja-JP" sz="1400"/>
          </a:p>
          <a:p>
            <a:pPr algn="ctr"/>
            <a:r>
              <a:rPr kumimoji="1" lang="ja-JP" altLang="en-US" sz="1400"/>
              <a:t>例：</a:t>
            </a:r>
            <a:r>
              <a:rPr kumimoji="1" lang="en-US" altLang="ja-JP" sz="1400"/>
              <a:t>Amazon</a:t>
            </a:r>
            <a:endParaRPr kumimoji="1" lang="en-US" altLang="ja-JP" sz="1400" b="1"/>
          </a:p>
        </p:txBody>
      </p:sp>
      <p:sp>
        <p:nvSpPr>
          <p:cNvPr id="5" name="フローチャート: 処理 4">
            <a:extLst>
              <a:ext uri="{FF2B5EF4-FFF2-40B4-BE49-F238E27FC236}">
                <a16:creationId xmlns:a16="http://schemas.microsoft.com/office/drawing/2014/main" id="{098507AD-3F08-7564-D377-71BB7F8807E7}"/>
              </a:ext>
            </a:extLst>
          </p:cNvPr>
          <p:cNvSpPr/>
          <p:nvPr/>
        </p:nvSpPr>
        <p:spPr>
          <a:xfrm>
            <a:off x="639267" y="3363003"/>
            <a:ext cx="2239879" cy="665596"/>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t>B</a:t>
            </a:r>
            <a:r>
              <a:rPr lang="ja-JP" altLang="en-US" sz="1400"/>
              <a:t>さんのパソコンの</a:t>
            </a:r>
            <a:r>
              <a:rPr lang="en-US" altLang="ja-JP" sz="1400"/>
              <a:t>Chrome</a:t>
            </a:r>
            <a:endParaRPr kumimoji="1" lang="en-US" altLang="ja-JP" sz="1400"/>
          </a:p>
        </p:txBody>
      </p:sp>
      <p:cxnSp>
        <p:nvCxnSpPr>
          <p:cNvPr id="6" name="直線矢印コネクタ 5">
            <a:extLst>
              <a:ext uri="{FF2B5EF4-FFF2-40B4-BE49-F238E27FC236}">
                <a16:creationId xmlns:a16="http://schemas.microsoft.com/office/drawing/2014/main" id="{175F5267-99D6-95DA-6792-4C95C8144597}"/>
              </a:ext>
            </a:extLst>
          </p:cNvPr>
          <p:cNvCxnSpPr>
            <a:cxnSpLocks/>
          </p:cNvCxnSpPr>
          <p:nvPr/>
        </p:nvCxnSpPr>
        <p:spPr>
          <a:xfrm>
            <a:off x="3039843" y="2207256"/>
            <a:ext cx="1289825" cy="6698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直線矢印コネクタ 6">
            <a:extLst>
              <a:ext uri="{FF2B5EF4-FFF2-40B4-BE49-F238E27FC236}">
                <a16:creationId xmlns:a16="http://schemas.microsoft.com/office/drawing/2014/main" id="{9D82F434-F693-DB9A-0CE3-9A7F2E504E85}"/>
              </a:ext>
            </a:extLst>
          </p:cNvPr>
          <p:cNvCxnSpPr>
            <a:cxnSpLocks/>
          </p:cNvCxnSpPr>
          <p:nvPr/>
        </p:nvCxnSpPr>
        <p:spPr>
          <a:xfrm flipV="1">
            <a:off x="3044831" y="3273309"/>
            <a:ext cx="1319559" cy="4393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直線矢印コネクタ 8">
            <a:extLst>
              <a:ext uri="{FF2B5EF4-FFF2-40B4-BE49-F238E27FC236}">
                <a16:creationId xmlns:a16="http://schemas.microsoft.com/office/drawing/2014/main" id="{FED412A4-0481-AAC3-34A5-CC14BD137DE8}"/>
              </a:ext>
            </a:extLst>
          </p:cNvPr>
          <p:cNvCxnSpPr>
            <a:cxnSpLocks/>
          </p:cNvCxnSpPr>
          <p:nvPr/>
        </p:nvCxnSpPr>
        <p:spPr>
          <a:xfrm flipH="1" flipV="1">
            <a:off x="3032319" y="2343207"/>
            <a:ext cx="1284446" cy="688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直線矢印コネクタ 17">
            <a:extLst>
              <a:ext uri="{FF2B5EF4-FFF2-40B4-BE49-F238E27FC236}">
                <a16:creationId xmlns:a16="http://schemas.microsoft.com/office/drawing/2014/main" id="{5F36222F-07EB-7958-5DBA-49367CCE4F13}"/>
              </a:ext>
            </a:extLst>
          </p:cNvPr>
          <p:cNvCxnSpPr>
            <a:cxnSpLocks/>
          </p:cNvCxnSpPr>
          <p:nvPr/>
        </p:nvCxnSpPr>
        <p:spPr>
          <a:xfrm flipH="1">
            <a:off x="2996625" y="3436619"/>
            <a:ext cx="1339657" cy="4157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四角形: 角を丸くする 26">
            <a:extLst>
              <a:ext uri="{FF2B5EF4-FFF2-40B4-BE49-F238E27FC236}">
                <a16:creationId xmlns:a16="http://schemas.microsoft.com/office/drawing/2014/main" id="{1B1BD65B-255E-84CB-A5D6-22D89A2B4905}"/>
              </a:ext>
            </a:extLst>
          </p:cNvPr>
          <p:cNvSpPr/>
          <p:nvPr/>
        </p:nvSpPr>
        <p:spPr>
          <a:xfrm>
            <a:off x="729909" y="1878499"/>
            <a:ext cx="1223404" cy="285440"/>
          </a:xfrm>
          <a:prstGeom prst="round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クライアント</a:t>
            </a:r>
          </a:p>
        </p:txBody>
      </p:sp>
      <p:sp>
        <p:nvSpPr>
          <p:cNvPr id="28" name="四角形: 角を丸くする 27">
            <a:extLst>
              <a:ext uri="{FF2B5EF4-FFF2-40B4-BE49-F238E27FC236}">
                <a16:creationId xmlns:a16="http://schemas.microsoft.com/office/drawing/2014/main" id="{32F95494-C0CC-E68C-A72C-4ECC2F05034B}"/>
              </a:ext>
            </a:extLst>
          </p:cNvPr>
          <p:cNvSpPr/>
          <p:nvPr/>
        </p:nvSpPr>
        <p:spPr>
          <a:xfrm>
            <a:off x="729909" y="3203837"/>
            <a:ext cx="1223404" cy="285440"/>
          </a:xfrm>
          <a:prstGeom prst="round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クライアント</a:t>
            </a:r>
          </a:p>
        </p:txBody>
      </p:sp>
      <p:sp>
        <p:nvSpPr>
          <p:cNvPr id="29" name="四角形: 角を丸くする 28">
            <a:extLst>
              <a:ext uri="{FF2B5EF4-FFF2-40B4-BE49-F238E27FC236}">
                <a16:creationId xmlns:a16="http://schemas.microsoft.com/office/drawing/2014/main" id="{B94690E8-34B3-2968-98A1-F227CAED795B}"/>
              </a:ext>
            </a:extLst>
          </p:cNvPr>
          <p:cNvSpPr/>
          <p:nvPr/>
        </p:nvSpPr>
        <p:spPr>
          <a:xfrm>
            <a:off x="4552505" y="2542164"/>
            <a:ext cx="1223404" cy="285440"/>
          </a:xfrm>
          <a:prstGeom prst="round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サーバ</a:t>
            </a:r>
            <a:endParaRPr kumimoji="1" lang="ja-JP" altLang="en-US" sz="1400">
              <a:solidFill>
                <a:schemeClr val="tx1"/>
              </a:solidFill>
            </a:endParaRPr>
          </a:p>
        </p:txBody>
      </p:sp>
      <p:sp>
        <p:nvSpPr>
          <p:cNvPr id="32" name="フローチャート: 磁気ディスク 31">
            <a:extLst>
              <a:ext uri="{FF2B5EF4-FFF2-40B4-BE49-F238E27FC236}">
                <a16:creationId xmlns:a16="http://schemas.microsoft.com/office/drawing/2014/main" id="{8E9A6811-88F6-4F29-44F9-646043BCC230}"/>
              </a:ext>
            </a:extLst>
          </p:cNvPr>
          <p:cNvSpPr/>
          <p:nvPr/>
        </p:nvSpPr>
        <p:spPr>
          <a:xfrm>
            <a:off x="8825941" y="1978612"/>
            <a:ext cx="2312321" cy="2106192"/>
          </a:xfrm>
          <a:prstGeom prst="flowChartMagneticDisk">
            <a:avLst/>
          </a:prstGeom>
          <a:solidFill>
            <a:srgbClr val="FFE1C5"/>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ja-JP" altLang="en-US" sz="1200"/>
          </a:p>
        </p:txBody>
      </p:sp>
      <p:sp>
        <p:nvSpPr>
          <p:cNvPr id="34" name="四角形: 角を丸くする 33">
            <a:extLst>
              <a:ext uri="{FF2B5EF4-FFF2-40B4-BE49-F238E27FC236}">
                <a16:creationId xmlns:a16="http://schemas.microsoft.com/office/drawing/2014/main" id="{5E5BD2F1-5311-A8AB-5E6A-A3EA9EB0D5A8}"/>
              </a:ext>
            </a:extLst>
          </p:cNvPr>
          <p:cNvSpPr/>
          <p:nvPr/>
        </p:nvSpPr>
        <p:spPr>
          <a:xfrm>
            <a:off x="8547979" y="2019795"/>
            <a:ext cx="1223404" cy="285440"/>
          </a:xfrm>
          <a:prstGeom prst="roundRect">
            <a:avLst/>
          </a:prstGeom>
          <a:solidFill>
            <a:srgbClr val="FFC400"/>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tx1"/>
                </a:solidFill>
              </a:rPr>
              <a:t>データベース</a:t>
            </a:r>
            <a:endParaRPr kumimoji="1" lang="ja-JP" altLang="en-US" sz="1400">
              <a:solidFill>
                <a:schemeClr val="tx1"/>
              </a:solidFill>
            </a:endParaRPr>
          </a:p>
        </p:txBody>
      </p:sp>
      <p:sp>
        <p:nvSpPr>
          <p:cNvPr id="35" name="フローチャート: 処理 34">
            <a:extLst>
              <a:ext uri="{FF2B5EF4-FFF2-40B4-BE49-F238E27FC236}">
                <a16:creationId xmlns:a16="http://schemas.microsoft.com/office/drawing/2014/main" id="{F9A8746C-6437-B14C-5093-DA4633150AE2}"/>
              </a:ext>
            </a:extLst>
          </p:cNvPr>
          <p:cNvSpPr/>
          <p:nvPr/>
        </p:nvSpPr>
        <p:spPr>
          <a:xfrm>
            <a:off x="9273801" y="2859471"/>
            <a:ext cx="1551087" cy="285440"/>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latin typeface="+mj-ea"/>
                <a:ea typeface="+mj-ea"/>
              </a:rPr>
              <a:t>A</a:t>
            </a:r>
            <a:r>
              <a:rPr lang="ja-JP" altLang="en-US" sz="1400">
                <a:latin typeface="+mj-ea"/>
                <a:ea typeface="+mj-ea"/>
              </a:rPr>
              <a:t>さんのデータ</a:t>
            </a:r>
            <a:endParaRPr kumimoji="1" lang="en-US" altLang="ja-JP" sz="1400">
              <a:latin typeface="+mj-ea"/>
              <a:ea typeface="+mj-ea"/>
            </a:endParaRPr>
          </a:p>
        </p:txBody>
      </p:sp>
      <p:sp>
        <p:nvSpPr>
          <p:cNvPr id="36" name="フローチャート: 処理 35">
            <a:extLst>
              <a:ext uri="{FF2B5EF4-FFF2-40B4-BE49-F238E27FC236}">
                <a16:creationId xmlns:a16="http://schemas.microsoft.com/office/drawing/2014/main" id="{A9A5C4A2-F286-9FEA-8980-2073C4C93976}"/>
              </a:ext>
            </a:extLst>
          </p:cNvPr>
          <p:cNvSpPr/>
          <p:nvPr/>
        </p:nvSpPr>
        <p:spPr>
          <a:xfrm>
            <a:off x="9273801" y="3233532"/>
            <a:ext cx="1551087" cy="285440"/>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a:latin typeface="+mj-ea"/>
                <a:ea typeface="+mj-ea"/>
              </a:rPr>
              <a:t>B</a:t>
            </a:r>
            <a:r>
              <a:rPr lang="ja-JP" altLang="en-US" sz="1400">
                <a:latin typeface="+mj-ea"/>
                <a:ea typeface="+mj-ea"/>
              </a:rPr>
              <a:t>さんのデータ</a:t>
            </a:r>
            <a:endParaRPr kumimoji="1" lang="en-US" altLang="ja-JP" sz="1400">
              <a:latin typeface="+mj-ea"/>
              <a:ea typeface="+mj-ea"/>
            </a:endParaRPr>
          </a:p>
        </p:txBody>
      </p:sp>
      <p:sp>
        <p:nvSpPr>
          <p:cNvPr id="38" name="フローチャート: 処理 37">
            <a:extLst>
              <a:ext uri="{FF2B5EF4-FFF2-40B4-BE49-F238E27FC236}">
                <a16:creationId xmlns:a16="http://schemas.microsoft.com/office/drawing/2014/main" id="{CBB6CCCE-52BB-3A4A-DB08-095E45D22D03}"/>
              </a:ext>
            </a:extLst>
          </p:cNvPr>
          <p:cNvSpPr/>
          <p:nvPr/>
        </p:nvSpPr>
        <p:spPr>
          <a:xfrm>
            <a:off x="9273801" y="3607593"/>
            <a:ext cx="1551087" cy="285440"/>
          </a:xfrm>
          <a:prstGeom prst="flowChartProcess">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latin typeface="+mj-ea"/>
                <a:ea typeface="+mj-ea"/>
              </a:rPr>
              <a:t>いろんなデータ</a:t>
            </a:r>
            <a:endParaRPr kumimoji="1" lang="en-US" altLang="ja-JP" sz="1400">
              <a:latin typeface="+mj-ea"/>
              <a:ea typeface="+mj-ea"/>
            </a:endParaRPr>
          </a:p>
        </p:txBody>
      </p:sp>
      <p:cxnSp>
        <p:nvCxnSpPr>
          <p:cNvPr id="39" name="直線矢印コネクタ 38">
            <a:extLst>
              <a:ext uri="{FF2B5EF4-FFF2-40B4-BE49-F238E27FC236}">
                <a16:creationId xmlns:a16="http://schemas.microsoft.com/office/drawing/2014/main" id="{59E1596A-8B96-FE91-D856-4A299C245C9B}"/>
              </a:ext>
            </a:extLst>
          </p:cNvPr>
          <p:cNvCxnSpPr>
            <a:cxnSpLocks/>
          </p:cNvCxnSpPr>
          <p:nvPr/>
        </p:nvCxnSpPr>
        <p:spPr>
          <a:xfrm>
            <a:off x="7502986" y="3065889"/>
            <a:ext cx="1260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3F414B57-9F8C-4CC3-7AFD-1212A7DBDB0C}"/>
              </a:ext>
            </a:extLst>
          </p:cNvPr>
          <p:cNvCxnSpPr>
            <a:cxnSpLocks/>
          </p:cNvCxnSpPr>
          <p:nvPr/>
        </p:nvCxnSpPr>
        <p:spPr>
          <a:xfrm flipH="1">
            <a:off x="7495462" y="3201840"/>
            <a:ext cx="1260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4" name="コンテンツ プレースホルダー 2">
            <a:extLst>
              <a:ext uri="{FF2B5EF4-FFF2-40B4-BE49-F238E27FC236}">
                <a16:creationId xmlns:a16="http://schemas.microsoft.com/office/drawing/2014/main" id="{2D187F0B-7148-59A5-FF21-98C086E99D7C}"/>
              </a:ext>
            </a:extLst>
          </p:cNvPr>
          <p:cNvSpPr>
            <a:spLocks noGrp="1"/>
          </p:cNvSpPr>
          <p:nvPr>
            <p:ph sz="quarter" idx="10"/>
          </p:nvPr>
        </p:nvSpPr>
        <p:spPr>
          <a:xfrm>
            <a:off x="371474" y="1038386"/>
            <a:ext cx="11448000" cy="964101"/>
          </a:xfrm>
        </p:spPr>
        <p:txBody>
          <a:bodyPr/>
          <a:lstStyle/>
          <a:p>
            <a:r>
              <a:rPr kumimoji="1" lang="en-US" altLang="ja-JP"/>
              <a:t>Web</a:t>
            </a:r>
            <a:r>
              <a:rPr lang="ja-JP" altLang="en-US"/>
              <a:t>アプリケーションのシステム構成要素として、「データベース」は不可欠である。</a:t>
            </a:r>
            <a:endParaRPr lang="en-US" altLang="ja-JP"/>
          </a:p>
          <a:p>
            <a:r>
              <a:rPr kumimoji="1" lang="ja-JP" altLang="en-US"/>
              <a:t>利用ユーザーのアカウント管理や</a:t>
            </a:r>
            <a:r>
              <a:rPr kumimoji="1" lang="en-US" altLang="ja-JP"/>
              <a:t>EC</a:t>
            </a:r>
            <a:r>
              <a:rPr kumimoji="1" lang="ja-JP" altLang="en-US"/>
              <a:t>サイトの商品情報や購入履歴など、データを保管するシステム利用要素は多岐にわたる。</a:t>
            </a:r>
            <a:endParaRPr kumimoji="1" lang="en-US" altLang="ja-JP"/>
          </a:p>
        </p:txBody>
      </p:sp>
      <p:sp>
        <p:nvSpPr>
          <p:cNvPr id="65" name="コンテンツ プレースホルダー 2">
            <a:extLst>
              <a:ext uri="{FF2B5EF4-FFF2-40B4-BE49-F238E27FC236}">
                <a16:creationId xmlns:a16="http://schemas.microsoft.com/office/drawing/2014/main" id="{9E413F07-196D-7862-D042-9A080137083C}"/>
              </a:ext>
            </a:extLst>
          </p:cNvPr>
          <p:cNvSpPr txBox="1">
            <a:spLocks/>
          </p:cNvSpPr>
          <p:nvPr/>
        </p:nvSpPr>
        <p:spPr>
          <a:xfrm>
            <a:off x="370800" y="4481040"/>
            <a:ext cx="11448000" cy="2008659"/>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solidFill>
                  <a:schemeClr val="tx1"/>
                </a:solidFill>
              </a:rPr>
              <a:t>データベースとは、データの検索や蓄積が容易にできるよう整理された情報の集まりである。</a:t>
            </a:r>
            <a:endParaRPr lang="en-US" altLang="ja-JP">
              <a:solidFill>
                <a:schemeClr val="tx1"/>
              </a:solidFill>
            </a:endParaRPr>
          </a:p>
          <a:p>
            <a:r>
              <a:rPr lang="ja-JP" altLang="en-US">
                <a:solidFill>
                  <a:schemeClr val="tx1"/>
                </a:solidFill>
              </a:rPr>
              <a:t>データベースには用途や</a:t>
            </a:r>
            <a:r>
              <a:rPr lang="en-US" altLang="ja-JP">
                <a:solidFill>
                  <a:schemeClr val="tx1"/>
                </a:solidFill>
              </a:rPr>
              <a:t>IT</a:t>
            </a:r>
            <a:r>
              <a:rPr lang="ja-JP" altLang="en-US">
                <a:solidFill>
                  <a:schemeClr val="tx1"/>
                </a:solidFill>
              </a:rPr>
              <a:t>技術に進化に応じて、さまざま形態がある。</a:t>
            </a:r>
            <a:endParaRPr lang="en-US" altLang="ja-JP">
              <a:solidFill>
                <a:schemeClr val="tx1"/>
              </a:solidFill>
            </a:endParaRPr>
          </a:p>
          <a:p>
            <a:endParaRPr lang="en-US" altLang="ja-JP">
              <a:solidFill>
                <a:schemeClr val="tx1"/>
              </a:solidFill>
            </a:endParaRPr>
          </a:p>
          <a:p>
            <a:endParaRPr lang="en-US" altLang="ja-JP">
              <a:solidFill>
                <a:schemeClr val="tx1"/>
              </a:solidFill>
            </a:endParaRPr>
          </a:p>
          <a:p>
            <a:endParaRPr lang="en-US" altLang="ja-JP">
              <a:solidFill>
                <a:schemeClr val="tx1"/>
              </a:solidFill>
            </a:endParaRPr>
          </a:p>
          <a:p>
            <a:r>
              <a:rPr lang="ja-JP" altLang="en-US">
                <a:solidFill>
                  <a:schemeClr val="tx1"/>
                </a:solidFill>
              </a:rPr>
              <a:t>　　　　　　　　　　　　　　　　　　　　　　　　　　</a:t>
            </a:r>
            <a:r>
              <a:rPr lang="en-US" altLang="ja-JP">
                <a:solidFill>
                  <a:schemeClr val="tx1"/>
                </a:solidFill>
              </a:rPr>
              <a:t>etc.</a:t>
            </a:r>
          </a:p>
        </p:txBody>
      </p:sp>
      <p:sp>
        <p:nvSpPr>
          <p:cNvPr id="61" name="テキスト プレースホルダー 23">
            <a:extLst>
              <a:ext uri="{FF2B5EF4-FFF2-40B4-BE49-F238E27FC236}">
                <a16:creationId xmlns:a16="http://schemas.microsoft.com/office/drawing/2014/main" id="{1A718A35-6EA4-06F3-3581-A6AAF26B9BDB}"/>
              </a:ext>
            </a:extLst>
          </p:cNvPr>
          <p:cNvSpPr txBox="1">
            <a:spLocks/>
          </p:cNvSpPr>
          <p:nvPr/>
        </p:nvSpPr>
        <p:spPr>
          <a:xfrm>
            <a:off x="5294879" y="5544443"/>
            <a:ext cx="4754465" cy="603971"/>
          </a:xfrm>
          <a:prstGeom prst="roundRect">
            <a:avLst>
              <a:gd name="adj" fmla="val 5660"/>
            </a:avLst>
          </a:prstGeom>
          <a:solidFill>
            <a:srgbClr val="FFE1C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defRPr lang="ja-JP"/>
            </a:defPPr>
            <a:lvl1pPr algn="ctr">
              <a:defRPr sz="1400" u="sng"/>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u="none">
                <a:solidFill>
                  <a:schemeClr val="tx1"/>
                </a:solidFill>
                <a:latin typeface="+mj-ea"/>
                <a:ea typeface="+mj-ea"/>
              </a:rPr>
              <a:t>本講義では、もっとも代表的で多く利用される</a:t>
            </a:r>
            <a:endParaRPr lang="en-US" altLang="ja-JP" u="none">
              <a:solidFill>
                <a:schemeClr val="tx1"/>
              </a:solidFill>
              <a:latin typeface="+mj-ea"/>
              <a:ea typeface="+mj-ea"/>
            </a:endParaRPr>
          </a:p>
          <a:p>
            <a:r>
              <a:rPr lang="ja-JP" altLang="en-US" b="1" u="none">
                <a:solidFill>
                  <a:srgbClr val="C00000"/>
                </a:solidFill>
                <a:latin typeface="+mj-ea"/>
                <a:ea typeface="+mj-ea"/>
              </a:rPr>
              <a:t>「リレーショナルデータベース」</a:t>
            </a:r>
            <a:r>
              <a:rPr lang="ja-JP" altLang="en-US" u="none">
                <a:solidFill>
                  <a:schemeClr val="tx1"/>
                </a:solidFill>
                <a:latin typeface="+mj-ea"/>
                <a:ea typeface="+mj-ea"/>
              </a:rPr>
              <a:t>の概要を説明する</a:t>
            </a:r>
            <a:endParaRPr lang="en-US" altLang="ja-JP" u="none">
              <a:solidFill>
                <a:schemeClr val="tx1"/>
              </a:solidFill>
              <a:latin typeface="+mj-ea"/>
              <a:ea typeface="+mj-ea"/>
            </a:endParaRPr>
          </a:p>
        </p:txBody>
      </p:sp>
      <p:graphicFrame>
        <p:nvGraphicFramePr>
          <p:cNvPr id="66" name="表 65">
            <a:extLst>
              <a:ext uri="{FF2B5EF4-FFF2-40B4-BE49-F238E27FC236}">
                <a16:creationId xmlns:a16="http://schemas.microsoft.com/office/drawing/2014/main" id="{1DBB59A8-0A71-FE66-BA79-AABE6F873D05}"/>
              </a:ext>
            </a:extLst>
          </p:cNvPr>
          <p:cNvGraphicFramePr>
            <a:graphicFrameLocks noGrp="1"/>
          </p:cNvGraphicFramePr>
          <p:nvPr>
            <p:extLst>
              <p:ext uri="{D42A27DB-BD31-4B8C-83A1-F6EECF244321}">
                <p14:modId xmlns:p14="http://schemas.microsoft.com/office/powerpoint/2010/main" val="3967913876"/>
              </p:ext>
            </p:extLst>
          </p:nvPr>
        </p:nvGraphicFramePr>
        <p:xfrm>
          <a:off x="827629" y="5098903"/>
          <a:ext cx="3317651" cy="1341120"/>
        </p:xfrm>
        <a:graphic>
          <a:graphicData uri="http://schemas.openxmlformats.org/drawingml/2006/table">
            <a:tbl>
              <a:tblPr bandRow="1">
                <a:tableStyleId>{5C22544A-7EE6-4342-B048-85BDC9FD1C3A}</a:tableStyleId>
              </a:tblPr>
              <a:tblGrid>
                <a:gridCol w="3317651">
                  <a:extLst>
                    <a:ext uri="{9D8B030D-6E8A-4147-A177-3AD203B41FA5}">
                      <a16:colId xmlns:a16="http://schemas.microsoft.com/office/drawing/2014/main" val="979788982"/>
                    </a:ext>
                  </a:extLst>
                </a:gridCol>
              </a:tblGrid>
              <a:tr h="17899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ja-JP" altLang="en-US" sz="1600">
                          <a:solidFill>
                            <a:schemeClr val="tx1"/>
                          </a:solidFill>
                          <a:latin typeface="+mn-ea"/>
                          <a:ea typeface="+mn-ea"/>
                        </a:rPr>
                        <a:t>リレーショナルデータベース</a:t>
                      </a:r>
                      <a:endParaRPr lang="en-US" altLang="ja-JP" sz="1600">
                        <a:solidFill>
                          <a:schemeClr val="tx1"/>
                        </a:solidFill>
                        <a:latin typeface="+mn-ea"/>
                        <a:ea typeface="+mn-ea"/>
                      </a:endParaRPr>
                    </a:p>
                  </a:txBody>
                  <a:tcPr/>
                </a:tc>
                <a:extLst>
                  <a:ext uri="{0D108BD9-81ED-4DB2-BD59-A6C34878D82A}">
                    <a16:rowId xmlns:a16="http://schemas.microsoft.com/office/drawing/2014/main" val="1407318309"/>
                  </a:ext>
                </a:extLst>
              </a:tr>
              <a:tr h="17899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en-US" altLang="ja-JP" sz="1600">
                          <a:solidFill>
                            <a:schemeClr val="tx1"/>
                          </a:solidFill>
                          <a:latin typeface="+mn-ea"/>
                          <a:ea typeface="+mn-ea"/>
                        </a:rPr>
                        <a:t>Key-Value</a:t>
                      </a:r>
                      <a:r>
                        <a:rPr lang="ja-JP" altLang="en-US" sz="1600">
                          <a:solidFill>
                            <a:schemeClr val="tx1"/>
                          </a:solidFill>
                          <a:latin typeface="+mn-ea"/>
                          <a:ea typeface="+mn-ea"/>
                        </a:rPr>
                        <a:t>ストア（</a:t>
                      </a:r>
                      <a:r>
                        <a:rPr lang="en-US" altLang="ja-JP" sz="1600">
                          <a:solidFill>
                            <a:schemeClr val="tx1"/>
                          </a:solidFill>
                          <a:latin typeface="+mn-ea"/>
                          <a:ea typeface="+mn-ea"/>
                        </a:rPr>
                        <a:t>NoSQL</a:t>
                      </a:r>
                      <a:r>
                        <a:rPr lang="ja-JP" altLang="en-US" sz="1600">
                          <a:solidFill>
                            <a:schemeClr val="tx1"/>
                          </a:solidFill>
                          <a:latin typeface="+mn-ea"/>
                          <a:ea typeface="+mn-ea"/>
                        </a:rPr>
                        <a:t>）</a:t>
                      </a:r>
                      <a:endParaRPr lang="en-US" altLang="ja-JP" sz="1600">
                        <a:solidFill>
                          <a:schemeClr val="tx1"/>
                        </a:solidFill>
                        <a:latin typeface="+mn-ea"/>
                        <a:ea typeface="+mn-ea"/>
                      </a:endParaRPr>
                    </a:p>
                  </a:txBody>
                  <a:tcPr/>
                </a:tc>
                <a:extLst>
                  <a:ext uri="{0D108BD9-81ED-4DB2-BD59-A6C34878D82A}">
                    <a16:rowId xmlns:a16="http://schemas.microsoft.com/office/drawing/2014/main" val="1627228472"/>
                  </a:ext>
                </a:extLst>
              </a:tr>
              <a:tr h="17899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lang="ja-JP" altLang="en-US" sz="1600">
                          <a:solidFill>
                            <a:schemeClr val="tx1"/>
                          </a:solidFill>
                          <a:latin typeface="+mn-ea"/>
                          <a:ea typeface="+mn-ea"/>
                        </a:rPr>
                        <a:t>列指向データベース（</a:t>
                      </a:r>
                      <a:r>
                        <a:rPr lang="en-US" altLang="ja-JP" sz="1600">
                          <a:solidFill>
                            <a:schemeClr val="tx1"/>
                          </a:solidFill>
                          <a:latin typeface="+mn-ea"/>
                          <a:ea typeface="+mn-ea"/>
                        </a:rPr>
                        <a:t>NoSQL</a:t>
                      </a:r>
                      <a:r>
                        <a:rPr lang="ja-JP" altLang="en-US" sz="1600">
                          <a:solidFill>
                            <a:schemeClr val="tx1"/>
                          </a:solidFill>
                          <a:latin typeface="+mn-ea"/>
                          <a:ea typeface="+mn-ea"/>
                        </a:rPr>
                        <a:t>）</a:t>
                      </a:r>
                      <a:endParaRPr lang="en-US" altLang="ja-JP" sz="1600">
                        <a:solidFill>
                          <a:schemeClr val="tx1"/>
                        </a:solidFill>
                        <a:latin typeface="+mn-ea"/>
                        <a:ea typeface="+mn-ea"/>
                      </a:endParaRPr>
                    </a:p>
                  </a:txBody>
                  <a:tcPr/>
                </a:tc>
                <a:extLst>
                  <a:ext uri="{0D108BD9-81ED-4DB2-BD59-A6C34878D82A}">
                    <a16:rowId xmlns:a16="http://schemas.microsoft.com/office/drawing/2014/main" val="4244799190"/>
                  </a:ext>
                </a:extLst>
              </a:tr>
              <a:tr h="178990">
                <a:tc>
                  <a:txBody>
                    <a:bodyPr/>
                    <a:lstStyle/>
                    <a:p>
                      <a:r>
                        <a:rPr lang="ja-JP" altLang="en-US" sz="1600">
                          <a:solidFill>
                            <a:schemeClr val="tx1"/>
                          </a:solidFill>
                          <a:latin typeface="+mn-ea"/>
                          <a:ea typeface="+mn-ea"/>
                        </a:rPr>
                        <a:t>ドキュメントデータベース（</a:t>
                      </a:r>
                      <a:r>
                        <a:rPr lang="en-US" altLang="ja-JP" sz="1600">
                          <a:solidFill>
                            <a:schemeClr val="tx1"/>
                          </a:solidFill>
                          <a:latin typeface="+mn-ea"/>
                          <a:ea typeface="+mn-ea"/>
                        </a:rPr>
                        <a:t>NoSQL</a:t>
                      </a:r>
                      <a:r>
                        <a:rPr lang="ja-JP" altLang="en-US" sz="1600">
                          <a:solidFill>
                            <a:schemeClr val="tx1"/>
                          </a:solidFill>
                          <a:latin typeface="+mn-ea"/>
                          <a:ea typeface="+mn-ea"/>
                        </a:rPr>
                        <a:t>） </a:t>
                      </a:r>
                      <a:endParaRPr kumimoji="1" lang="ja-JP" altLang="en-US" sz="1600">
                        <a:latin typeface="+mn-ea"/>
                        <a:ea typeface="+mn-ea"/>
                      </a:endParaRPr>
                    </a:p>
                  </a:txBody>
                  <a:tcPr/>
                </a:tc>
                <a:extLst>
                  <a:ext uri="{0D108BD9-81ED-4DB2-BD59-A6C34878D82A}">
                    <a16:rowId xmlns:a16="http://schemas.microsoft.com/office/drawing/2014/main" val="2800625699"/>
                  </a:ext>
                </a:extLst>
              </a:tr>
            </a:tbl>
          </a:graphicData>
        </a:graphic>
      </p:graphicFrame>
    </p:spTree>
    <p:extLst>
      <p:ext uri="{BB962C8B-B14F-4D97-AF65-F5344CB8AC3E}">
        <p14:creationId xmlns:p14="http://schemas.microsoft.com/office/powerpoint/2010/main" val="1057202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タイトル 22"/>
          <p:cNvSpPr>
            <a:spLocks noGrp="1"/>
          </p:cNvSpPr>
          <p:nvPr>
            <p:ph type="title"/>
          </p:nvPr>
        </p:nvSpPr>
        <p:spPr/>
        <p:txBody>
          <a:bodyPr/>
          <a:lstStyle/>
          <a:p>
            <a:r>
              <a:rPr kumimoji="1" lang="ja-JP" altLang="en-US"/>
              <a:t>リレーショナルデータベース</a:t>
            </a:r>
          </a:p>
        </p:txBody>
      </p:sp>
      <p:sp>
        <p:nvSpPr>
          <p:cNvPr id="24" name="テキスト プレースホルダー 23"/>
          <p:cNvSpPr>
            <a:spLocks noGrp="1"/>
          </p:cNvSpPr>
          <p:nvPr>
            <p:ph sz="quarter" idx="10"/>
          </p:nvPr>
        </p:nvSpPr>
        <p:spPr/>
        <p:txBody>
          <a:bodyPr/>
          <a:lstStyle/>
          <a:p>
            <a:r>
              <a:rPr kumimoji="1" lang="ja-JP" altLang="en-US">
                <a:latin typeface="+mn-ea"/>
                <a:ea typeface="+mn-ea"/>
              </a:rPr>
              <a:t>リレーショナルデータベース</a:t>
            </a:r>
            <a:r>
              <a:rPr kumimoji="1" lang="en-US" altLang="ja-JP">
                <a:latin typeface="+mn-ea"/>
                <a:ea typeface="+mn-ea"/>
              </a:rPr>
              <a:t>(*1)</a:t>
            </a:r>
            <a:r>
              <a:rPr kumimoji="1" lang="ja-JP" altLang="en-US">
                <a:latin typeface="+mn-ea"/>
                <a:ea typeface="+mn-ea"/>
              </a:rPr>
              <a:t>とは、データを</a:t>
            </a:r>
            <a:r>
              <a:rPr kumimoji="1" lang="ja-JP" altLang="en-US" b="1">
                <a:latin typeface="+mn-ea"/>
                <a:ea typeface="+mn-ea"/>
              </a:rPr>
              <a:t>行と列を持つテーブル（表）</a:t>
            </a:r>
            <a:r>
              <a:rPr kumimoji="1" lang="ja-JP" altLang="en-US">
                <a:latin typeface="+mn-ea"/>
                <a:ea typeface="+mn-ea"/>
              </a:rPr>
              <a:t>のセットとして構成してデータを蓄積する</a:t>
            </a:r>
            <a:r>
              <a:rPr kumimoji="1" lang="ja-JP" altLang="en-US">
                <a:latin typeface="+mn-ea"/>
              </a:rPr>
              <a:t>。</a:t>
            </a:r>
            <a:endParaRPr kumimoji="1" lang="en-US" altLang="ja-JP">
              <a:latin typeface="+mn-ea"/>
            </a:endParaRPr>
          </a:p>
          <a:p>
            <a:r>
              <a:rPr kumimoji="1" lang="ja-JP" altLang="en-US">
                <a:latin typeface="+mn-ea"/>
              </a:rPr>
              <a:t>表計算ソフトの</a:t>
            </a:r>
            <a:r>
              <a:rPr kumimoji="1" lang="en-US" altLang="ja-JP">
                <a:latin typeface="+mn-ea"/>
              </a:rPr>
              <a:t>Excel</a:t>
            </a:r>
            <a:r>
              <a:rPr kumimoji="1" lang="ja-JP" altLang="en-US">
                <a:latin typeface="+mn-ea"/>
              </a:rPr>
              <a:t>の表形式をイメージすると分かりやすい。</a:t>
            </a:r>
            <a:endParaRPr kumimoji="1" lang="ja-JP" altLang="en-US">
              <a:latin typeface="+mn-ea"/>
              <a:ea typeface="+mn-ea"/>
            </a:endParaRPr>
          </a:p>
          <a:p>
            <a:r>
              <a:rPr kumimoji="1" lang="ja-JP" altLang="en-US" b="1">
                <a:latin typeface="+mn-ea"/>
                <a:ea typeface="+mn-ea"/>
              </a:rPr>
              <a:t>「リレーショナル」</a:t>
            </a:r>
            <a:r>
              <a:rPr kumimoji="1" lang="ja-JP" altLang="en-US">
                <a:latin typeface="+mn-ea"/>
                <a:ea typeface="+mn-ea"/>
              </a:rPr>
              <a:t>という名があるように、</a:t>
            </a:r>
            <a:r>
              <a:rPr kumimoji="1" lang="ja-JP" altLang="en-US" b="1">
                <a:latin typeface="+mn-ea"/>
                <a:ea typeface="+mn-ea"/>
              </a:rPr>
              <a:t>データとデータの「関係」を表す</a:t>
            </a:r>
            <a:r>
              <a:rPr kumimoji="1" lang="ja-JP" altLang="en-US">
                <a:latin typeface="+mn-ea"/>
                <a:ea typeface="+mn-ea"/>
              </a:rPr>
              <a:t>ことが特徴である。</a:t>
            </a:r>
            <a:endParaRPr kumimoji="1" lang="en-US" altLang="ja-JP">
              <a:latin typeface="+mn-ea"/>
              <a:ea typeface="+mn-ea"/>
            </a:endParaRPr>
          </a:p>
          <a:p>
            <a:endParaRPr kumimoji="1" lang="en-US" altLang="ja-JP">
              <a:latin typeface="+mn-ea"/>
              <a:ea typeface="+mn-ea"/>
            </a:endParaRPr>
          </a:p>
          <a:p>
            <a:endParaRPr kumimoji="1" lang="en-US" altLang="ja-JP">
              <a:latin typeface="+mn-ea"/>
              <a:ea typeface="+mn-ea"/>
            </a:endParaRPr>
          </a:p>
          <a:p>
            <a:endParaRPr kumimoji="1" lang="en-US" altLang="ja-JP">
              <a:latin typeface="+mn-ea"/>
              <a:ea typeface="+mn-ea"/>
            </a:endParaRPr>
          </a:p>
        </p:txBody>
      </p:sp>
      <p:sp>
        <p:nvSpPr>
          <p:cNvPr id="17" name="テキスト ボックス 16">
            <a:extLst>
              <a:ext uri="{FF2B5EF4-FFF2-40B4-BE49-F238E27FC236}">
                <a16:creationId xmlns:a16="http://schemas.microsoft.com/office/drawing/2014/main" id="{E728B83E-70CF-409D-801B-5D2496F51D93}"/>
              </a:ext>
            </a:extLst>
          </p:cNvPr>
          <p:cNvSpPr txBox="1"/>
          <p:nvPr/>
        </p:nvSpPr>
        <p:spPr>
          <a:xfrm>
            <a:off x="6740940" y="5824183"/>
            <a:ext cx="4898945" cy="584775"/>
          </a:xfrm>
          <a:prstGeom prst="rect">
            <a:avLst/>
          </a:prstGeom>
          <a:solidFill>
            <a:schemeClr val="accent6">
              <a:lumMod val="20000"/>
              <a:lumOff val="80000"/>
            </a:schemeClr>
          </a:solidFill>
        </p:spPr>
        <p:txBody>
          <a:bodyPr wrap="square" rtlCol="0">
            <a:spAutoFit/>
          </a:bodyPr>
          <a:lstStyle/>
          <a:p>
            <a:r>
              <a:rPr lang="ja-JP" altLang="en-US" sz="1600">
                <a:latin typeface="+mn-ea"/>
              </a:rPr>
              <a:t>　</a:t>
            </a:r>
            <a:r>
              <a:rPr lang="en-US" altLang="ja-JP" sz="1600">
                <a:latin typeface="+mn-ea"/>
              </a:rPr>
              <a:t>(*1) </a:t>
            </a:r>
            <a:r>
              <a:rPr lang="ja-JP" altLang="en-US" sz="1600">
                <a:latin typeface="+mn-ea"/>
              </a:rPr>
              <a:t>リレーショナル・データベース・マネージメント・システム</a:t>
            </a:r>
            <a:endParaRPr lang="en-US" altLang="ja-JP" sz="1600">
              <a:latin typeface="+mn-ea"/>
            </a:endParaRPr>
          </a:p>
          <a:p>
            <a:r>
              <a:rPr lang="ja-JP" altLang="en-US" sz="1600">
                <a:latin typeface="+mn-ea"/>
              </a:rPr>
              <a:t>　　　　　＝略して、データベース、または</a:t>
            </a:r>
            <a:r>
              <a:rPr lang="en-US" altLang="ja-JP" sz="1600">
                <a:latin typeface="+mn-ea"/>
              </a:rPr>
              <a:t>DB</a:t>
            </a:r>
            <a:r>
              <a:rPr lang="ja-JP" altLang="en-US" sz="1600">
                <a:latin typeface="+mn-ea"/>
              </a:rPr>
              <a:t>とも呼ぶ</a:t>
            </a:r>
            <a:endParaRPr lang="ja-JP" altLang="en-US" sz="1600"/>
          </a:p>
        </p:txBody>
      </p:sp>
      <p:sp>
        <p:nvSpPr>
          <p:cNvPr id="18" name="フローチャート: 磁気ディスク 17"/>
          <p:cNvSpPr/>
          <p:nvPr/>
        </p:nvSpPr>
        <p:spPr>
          <a:xfrm>
            <a:off x="2780631" y="2808230"/>
            <a:ext cx="6630737" cy="2134547"/>
          </a:xfrm>
          <a:prstGeom prst="flowChartMagneticDisk">
            <a:avLst/>
          </a:prstGeom>
          <a:solidFill>
            <a:srgbClr val="FFE1C5"/>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ja-JP" altLang="en-US" sz="1200"/>
          </a:p>
        </p:txBody>
      </p:sp>
      <p:sp>
        <p:nvSpPr>
          <p:cNvPr id="19" name="テキスト ボックス 18">
            <a:extLst>
              <a:ext uri="{FF2B5EF4-FFF2-40B4-BE49-F238E27FC236}">
                <a16:creationId xmlns:a16="http://schemas.microsoft.com/office/drawing/2014/main" id="{E728B83E-70CF-409D-801B-5D2496F51D93}"/>
              </a:ext>
            </a:extLst>
          </p:cNvPr>
          <p:cNvSpPr txBox="1"/>
          <p:nvPr/>
        </p:nvSpPr>
        <p:spPr>
          <a:xfrm>
            <a:off x="1809125" y="2584470"/>
            <a:ext cx="2522655" cy="379656"/>
          </a:xfrm>
          <a:prstGeom prst="rect">
            <a:avLst/>
          </a:prstGeom>
          <a:noFill/>
        </p:spPr>
        <p:txBody>
          <a:bodyPr wrap="square" rtlCol="0">
            <a:spAutoFit/>
          </a:bodyPr>
          <a:lstStyle/>
          <a:p>
            <a:r>
              <a:rPr lang="ja-JP" altLang="en-US" sz="1867" b="1"/>
              <a:t>データベース</a:t>
            </a:r>
          </a:p>
        </p:txBody>
      </p:sp>
      <p:graphicFrame>
        <p:nvGraphicFramePr>
          <p:cNvPr id="20" name="表 19"/>
          <p:cNvGraphicFramePr>
            <a:graphicFrameLocks noGrp="1"/>
          </p:cNvGraphicFramePr>
          <p:nvPr>
            <p:extLst>
              <p:ext uri="{D42A27DB-BD31-4B8C-83A1-F6EECF244321}">
                <p14:modId xmlns:p14="http://schemas.microsoft.com/office/powerpoint/2010/main" val="4123746549"/>
              </p:ext>
            </p:extLst>
          </p:nvPr>
        </p:nvGraphicFramePr>
        <p:xfrm>
          <a:off x="4168356" y="3235731"/>
          <a:ext cx="1890476" cy="967435"/>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472619">
                  <a:extLst>
                    <a:ext uri="{9D8B030D-6E8A-4147-A177-3AD203B41FA5}">
                      <a16:colId xmlns:a16="http://schemas.microsoft.com/office/drawing/2014/main" val="2653221931"/>
                    </a:ext>
                  </a:extLst>
                </a:gridCol>
                <a:gridCol w="472619">
                  <a:extLst>
                    <a:ext uri="{9D8B030D-6E8A-4147-A177-3AD203B41FA5}">
                      <a16:colId xmlns:a16="http://schemas.microsoft.com/office/drawing/2014/main" val="927158453"/>
                    </a:ext>
                  </a:extLst>
                </a:gridCol>
                <a:gridCol w="472619">
                  <a:extLst>
                    <a:ext uri="{9D8B030D-6E8A-4147-A177-3AD203B41FA5}">
                      <a16:colId xmlns:a16="http://schemas.microsoft.com/office/drawing/2014/main" val="2846407366"/>
                    </a:ext>
                  </a:extLst>
                </a:gridCol>
                <a:gridCol w="472619">
                  <a:extLst>
                    <a:ext uri="{9D8B030D-6E8A-4147-A177-3AD203B41FA5}">
                      <a16:colId xmlns:a16="http://schemas.microsoft.com/office/drawing/2014/main" val="1654274727"/>
                    </a:ext>
                  </a:extLst>
                </a:gridCol>
              </a:tblGrid>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1991897"/>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4788236"/>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6150042"/>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8924652"/>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7807665"/>
                  </a:ext>
                </a:extLst>
              </a:tr>
            </a:tbl>
          </a:graphicData>
        </a:graphic>
      </p:graphicFrame>
      <p:sp>
        <p:nvSpPr>
          <p:cNvPr id="25" name="テキスト ボックス 24">
            <a:extLst>
              <a:ext uri="{FF2B5EF4-FFF2-40B4-BE49-F238E27FC236}">
                <a16:creationId xmlns:a16="http://schemas.microsoft.com/office/drawing/2014/main" id="{E728B83E-70CF-409D-801B-5D2496F51D93}"/>
              </a:ext>
            </a:extLst>
          </p:cNvPr>
          <p:cNvSpPr txBox="1"/>
          <p:nvPr/>
        </p:nvSpPr>
        <p:spPr>
          <a:xfrm>
            <a:off x="3580509" y="2888725"/>
            <a:ext cx="2522655" cy="379656"/>
          </a:xfrm>
          <a:prstGeom prst="rect">
            <a:avLst/>
          </a:prstGeom>
          <a:noFill/>
        </p:spPr>
        <p:txBody>
          <a:bodyPr wrap="square" rtlCol="0">
            <a:spAutoFit/>
          </a:bodyPr>
          <a:lstStyle/>
          <a:p>
            <a:r>
              <a:rPr lang="ja-JP" altLang="en-US" sz="1867" b="1"/>
              <a:t>テーブル</a:t>
            </a:r>
          </a:p>
        </p:txBody>
      </p:sp>
      <p:graphicFrame>
        <p:nvGraphicFramePr>
          <p:cNvPr id="30" name="表 29"/>
          <p:cNvGraphicFramePr>
            <a:graphicFrameLocks noGrp="1"/>
          </p:cNvGraphicFramePr>
          <p:nvPr>
            <p:extLst>
              <p:ext uri="{D42A27DB-BD31-4B8C-83A1-F6EECF244321}">
                <p14:modId xmlns:p14="http://schemas.microsoft.com/office/powerpoint/2010/main" val="507248843"/>
              </p:ext>
            </p:extLst>
          </p:nvPr>
        </p:nvGraphicFramePr>
        <p:xfrm>
          <a:off x="6673768" y="3781855"/>
          <a:ext cx="1890476" cy="1160922"/>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472619">
                  <a:extLst>
                    <a:ext uri="{9D8B030D-6E8A-4147-A177-3AD203B41FA5}">
                      <a16:colId xmlns:a16="http://schemas.microsoft.com/office/drawing/2014/main" val="2653221931"/>
                    </a:ext>
                  </a:extLst>
                </a:gridCol>
                <a:gridCol w="472619">
                  <a:extLst>
                    <a:ext uri="{9D8B030D-6E8A-4147-A177-3AD203B41FA5}">
                      <a16:colId xmlns:a16="http://schemas.microsoft.com/office/drawing/2014/main" val="927158453"/>
                    </a:ext>
                  </a:extLst>
                </a:gridCol>
                <a:gridCol w="472619">
                  <a:extLst>
                    <a:ext uri="{9D8B030D-6E8A-4147-A177-3AD203B41FA5}">
                      <a16:colId xmlns:a16="http://schemas.microsoft.com/office/drawing/2014/main" val="2846407366"/>
                    </a:ext>
                  </a:extLst>
                </a:gridCol>
                <a:gridCol w="472619">
                  <a:extLst>
                    <a:ext uri="{9D8B030D-6E8A-4147-A177-3AD203B41FA5}">
                      <a16:colId xmlns:a16="http://schemas.microsoft.com/office/drawing/2014/main" val="1654274727"/>
                    </a:ext>
                  </a:extLst>
                </a:gridCol>
              </a:tblGrid>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1991897"/>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4788236"/>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810269"/>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6150042"/>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8924652"/>
                  </a:ext>
                </a:extLst>
              </a:tr>
              <a:tr h="193487">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500"/>
                    </a:p>
                  </a:txBody>
                  <a:tcPr marL="60960" marR="60960" marT="30480" marB="3048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7807665"/>
                  </a:ext>
                </a:extLst>
              </a:tr>
            </a:tbl>
          </a:graphicData>
        </a:graphic>
      </p:graphicFrame>
      <p:cxnSp>
        <p:nvCxnSpPr>
          <p:cNvPr id="5" name="カギ線コネクタ 4"/>
          <p:cNvCxnSpPr/>
          <p:nvPr/>
        </p:nvCxnSpPr>
        <p:spPr>
          <a:xfrm>
            <a:off x="6061540" y="4080818"/>
            <a:ext cx="600067" cy="578919"/>
          </a:xfrm>
          <a:prstGeom prst="bentConnector3">
            <a:avLst/>
          </a:prstGeom>
          <a:ln w="38100">
            <a:solidFill>
              <a:schemeClr val="accent5">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E728B83E-70CF-409D-801B-5D2496F51D93}"/>
              </a:ext>
            </a:extLst>
          </p:cNvPr>
          <p:cNvSpPr txBox="1"/>
          <p:nvPr/>
        </p:nvSpPr>
        <p:spPr>
          <a:xfrm>
            <a:off x="4730715" y="4492148"/>
            <a:ext cx="1673156" cy="379656"/>
          </a:xfrm>
          <a:prstGeom prst="rect">
            <a:avLst/>
          </a:prstGeom>
          <a:noFill/>
          <a:ln>
            <a:noFill/>
          </a:ln>
        </p:spPr>
        <p:txBody>
          <a:bodyPr wrap="square" rtlCol="0">
            <a:spAutoFit/>
          </a:bodyPr>
          <a:lstStyle/>
          <a:p>
            <a:r>
              <a:rPr lang="ja-JP" altLang="en-US" sz="1867">
                <a:solidFill>
                  <a:schemeClr val="accent5">
                    <a:lumMod val="50000"/>
                  </a:schemeClr>
                </a:solidFill>
              </a:rPr>
              <a:t>データの</a:t>
            </a:r>
            <a:r>
              <a:rPr lang="ja-JP" altLang="en-US" sz="1867" b="1">
                <a:solidFill>
                  <a:schemeClr val="accent5">
                    <a:lumMod val="50000"/>
                  </a:schemeClr>
                </a:solidFill>
              </a:rPr>
              <a:t>「関係」</a:t>
            </a:r>
          </a:p>
        </p:txBody>
      </p:sp>
      <p:sp>
        <p:nvSpPr>
          <p:cNvPr id="3" name="角丸四角形 2"/>
          <p:cNvSpPr/>
          <p:nvPr/>
        </p:nvSpPr>
        <p:spPr>
          <a:xfrm>
            <a:off x="4105878" y="3591884"/>
            <a:ext cx="2028095" cy="260067"/>
          </a:xfrm>
          <a:prstGeom prst="roundRect">
            <a:avLst/>
          </a:prstGeom>
          <a:noFill/>
          <a:ln w="38100" cmpd="thinThick">
            <a:solidFill>
              <a:schemeClr val="accent2">
                <a:lumMod val="75000"/>
              </a:schemeClr>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13" name="角丸四角形 12"/>
          <p:cNvSpPr/>
          <p:nvPr/>
        </p:nvSpPr>
        <p:spPr>
          <a:xfrm>
            <a:off x="5113594" y="3202701"/>
            <a:ext cx="468463" cy="1085071"/>
          </a:xfrm>
          <a:prstGeom prst="roundRect">
            <a:avLst/>
          </a:prstGeom>
          <a:noFill/>
          <a:ln w="38100" cmpd="thinThick">
            <a:solidFill>
              <a:srgbClr val="0070C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15" name="テキスト ボックス 14">
            <a:extLst>
              <a:ext uri="{FF2B5EF4-FFF2-40B4-BE49-F238E27FC236}">
                <a16:creationId xmlns:a16="http://schemas.microsoft.com/office/drawing/2014/main" id="{E728B83E-70CF-409D-801B-5D2496F51D93}"/>
              </a:ext>
            </a:extLst>
          </p:cNvPr>
          <p:cNvSpPr txBox="1"/>
          <p:nvPr/>
        </p:nvSpPr>
        <p:spPr>
          <a:xfrm>
            <a:off x="3658697" y="3519255"/>
            <a:ext cx="510057" cy="379656"/>
          </a:xfrm>
          <a:prstGeom prst="rect">
            <a:avLst/>
          </a:prstGeom>
          <a:noFill/>
        </p:spPr>
        <p:txBody>
          <a:bodyPr wrap="square" rtlCol="0">
            <a:spAutoFit/>
          </a:bodyPr>
          <a:lstStyle/>
          <a:p>
            <a:r>
              <a:rPr lang="ja-JP" altLang="en-US" sz="1867" b="1">
                <a:solidFill>
                  <a:schemeClr val="accent2">
                    <a:lumMod val="75000"/>
                  </a:schemeClr>
                </a:solidFill>
              </a:rPr>
              <a:t>行</a:t>
            </a:r>
          </a:p>
        </p:txBody>
      </p:sp>
      <p:sp>
        <p:nvSpPr>
          <p:cNvPr id="16" name="テキスト ボックス 15">
            <a:extLst>
              <a:ext uri="{FF2B5EF4-FFF2-40B4-BE49-F238E27FC236}">
                <a16:creationId xmlns:a16="http://schemas.microsoft.com/office/drawing/2014/main" id="{E728B83E-70CF-409D-801B-5D2496F51D93}"/>
              </a:ext>
            </a:extLst>
          </p:cNvPr>
          <p:cNvSpPr txBox="1"/>
          <p:nvPr/>
        </p:nvSpPr>
        <p:spPr>
          <a:xfrm>
            <a:off x="5326258" y="2901564"/>
            <a:ext cx="510057" cy="379656"/>
          </a:xfrm>
          <a:prstGeom prst="rect">
            <a:avLst/>
          </a:prstGeom>
          <a:noFill/>
        </p:spPr>
        <p:txBody>
          <a:bodyPr wrap="square" rtlCol="0">
            <a:spAutoFit/>
          </a:bodyPr>
          <a:lstStyle/>
          <a:p>
            <a:r>
              <a:rPr lang="ja-JP" altLang="en-US" sz="1867" b="1">
                <a:solidFill>
                  <a:srgbClr val="0070C0"/>
                </a:solidFill>
              </a:rPr>
              <a:t>列</a:t>
            </a:r>
          </a:p>
        </p:txBody>
      </p:sp>
    </p:spTree>
    <p:extLst>
      <p:ext uri="{BB962C8B-B14F-4D97-AF65-F5344CB8AC3E}">
        <p14:creationId xmlns:p14="http://schemas.microsoft.com/office/powerpoint/2010/main" val="2670889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タイトル 22"/>
          <p:cNvSpPr>
            <a:spLocks noGrp="1"/>
          </p:cNvSpPr>
          <p:nvPr>
            <p:ph type="title"/>
          </p:nvPr>
        </p:nvSpPr>
        <p:spPr/>
        <p:txBody>
          <a:bodyPr/>
          <a:lstStyle/>
          <a:p>
            <a:r>
              <a:rPr kumimoji="1" lang="ja-JP" altLang="en-US"/>
              <a:t>リレーショナルデータベース</a:t>
            </a:r>
          </a:p>
        </p:txBody>
      </p:sp>
      <p:sp>
        <p:nvSpPr>
          <p:cNvPr id="24" name="テキスト プレースホルダー 23"/>
          <p:cNvSpPr>
            <a:spLocks noGrp="1"/>
          </p:cNvSpPr>
          <p:nvPr>
            <p:ph sz="quarter" idx="10"/>
          </p:nvPr>
        </p:nvSpPr>
        <p:spPr/>
        <p:txBody>
          <a:bodyPr/>
          <a:lstStyle/>
          <a:p>
            <a:r>
              <a:rPr kumimoji="1" lang="ja-JP" altLang="en-US">
                <a:latin typeface="+mn-ea"/>
                <a:ea typeface="+mn-ea"/>
              </a:rPr>
              <a:t>データベースの「テーブル」に対して、</a:t>
            </a:r>
            <a:r>
              <a:rPr kumimoji="1" lang="ja-JP" altLang="en-US">
                <a:latin typeface="+mn-ea"/>
              </a:rPr>
              <a:t>データを格納したり、変更したり、削除したり、データを取り出すには、</a:t>
            </a:r>
            <a:endParaRPr kumimoji="1" lang="en-US" altLang="ja-JP">
              <a:latin typeface="+mn-ea"/>
            </a:endParaRPr>
          </a:p>
          <a:p>
            <a:r>
              <a:rPr kumimoji="1" lang="ja-JP" altLang="en-US" b="1">
                <a:latin typeface="+mn-ea"/>
              </a:rPr>
              <a:t>「</a:t>
            </a:r>
            <a:r>
              <a:rPr kumimoji="1" lang="en-US" altLang="ja-JP" b="1">
                <a:latin typeface="+mn-ea"/>
              </a:rPr>
              <a:t>SQL</a:t>
            </a:r>
            <a:r>
              <a:rPr kumimoji="1" lang="ja-JP" altLang="en-US" b="1">
                <a:latin typeface="+mn-ea"/>
              </a:rPr>
              <a:t>」（</a:t>
            </a:r>
            <a:r>
              <a:rPr kumimoji="1" lang="en-US" altLang="ja-JP" b="1">
                <a:latin typeface="+mn-ea"/>
              </a:rPr>
              <a:t>Structured Query Language</a:t>
            </a:r>
            <a:r>
              <a:rPr kumimoji="1" lang="ja-JP" altLang="en-US" b="1">
                <a:latin typeface="+mn-ea"/>
              </a:rPr>
              <a:t>）</a:t>
            </a:r>
            <a:r>
              <a:rPr kumimoji="1" lang="ja-JP" altLang="en-US">
                <a:latin typeface="+mn-ea"/>
              </a:rPr>
              <a:t>という記述方法を使用する。</a:t>
            </a:r>
            <a:endParaRPr kumimoji="1" lang="en-US" altLang="ja-JP">
              <a:latin typeface="+mn-ea"/>
              <a:ea typeface="+mn-ea"/>
            </a:endParaRPr>
          </a:p>
          <a:p>
            <a:endParaRPr kumimoji="1" lang="en-US" altLang="ja-JP">
              <a:latin typeface="+mn-ea"/>
              <a:ea typeface="+mn-ea"/>
            </a:endParaRPr>
          </a:p>
          <a:p>
            <a:endParaRPr kumimoji="1" lang="en-US" altLang="ja-JP">
              <a:latin typeface="+mn-ea"/>
              <a:ea typeface="+mn-ea"/>
            </a:endParaRPr>
          </a:p>
        </p:txBody>
      </p:sp>
      <p:sp>
        <p:nvSpPr>
          <p:cNvPr id="8" name="フローチャート: 磁気ディスク 7"/>
          <p:cNvSpPr/>
          <p:nvPr/>
        </p:nvSpPr>
        <p:spPr>
          <a:xfrm>
            <a:off x="2602621" y="2580410"/>
            <a:ext cx="3660407" cy="2340260"/>
          </a:xfrm>
          <a:prstGeom prst="flowChartMagneticDisk">
            <a:avLst/>
          </a:prstGeom>
          <a:solidFill>
            <a:srgbClr val="FFE1C5"/>
          </a:solidFill>
          <a:ln>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ja-JP" altLang="en-US" sz="1200"/>
          </a:p>
        </p:txBody>
      </p:sp>
      <p:sp>
        <p:nvSpPr>
          <p:cNvPr id="9" name="テキスト ボックス 8">
            <a:extLst>
              <a:ext uri="{FF2B5EF4-FFF2-40B4-BE49-F238E27FC236}">
                <a16:creationId xmlns:a16="http://schemas.microsoft.com/office/drawing/2014/main" id="{E728B83E-70CF-409D-801B-5D2496F51D93}"/>
              </a:ext>
            </a:extLst>
          </p:cNvPr>
          <p:cNvSpPr txBox="1"/>
          <p:nvPr/>
        </p:nvSpPr>
        <p:spPr>
          <a:xfrm>
            <a:off x="2512612" y="2307527"/>
            <a:ext cx="2522655" cy="379656"/>
          </a:xfrm>
          <a:prstGeom prst="rect">
            <a:avLst/>
          </a:prstGeom>
          <a:noFill/>
        </p:spPr>
        <p:txBody>
          <a:bodyPr wrap="square" rtlCol="0">
            <a:spAutoFit/>
          </a:bodyPr>
          <a:lstStyle/>
          <a:p>
            <a:r>
              <a:rPr lang="ja-JP" altLang="en-US" sz="1867" b="1"/>
              <a:t>データベース</a:t>
            </a:r>
          </a:p>
        </p:txBody>
      </p:sp>
      <p:graphicFrame>
        <p:nvGraphicFramePr>
          <p:cNvPr id="10" name="表 9"/>
          <p:cNvGraphicFramePr>
            <a:graphicFrameLocks noGrp="1"/>
          </p:cNvGraphicFramePr>
          <p:nvPr>
            <p:extLst>
              <p:ext uri="{D42A27DB-BD31-4B8C-83A1-F6EECF244321}">
                <p14:modId xmlns:p14="http://schemas.microsoft.com/office/powerpoint/2010/main" val="876291474"/>
              </p:ext>
            </p:extLst>
          </p:nvPr>
        </p:nvGraphicFramePr>
        <p:xfrm>
          <a:off x="2893121" y="3115525"/>
          <a:ext cx="1235760" cy="843392"/>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205960">
                  <a:extLst>
                    <a:ext uri="{9D8B030D-6E8A-4147-A177-3AD203B41FA5}">
                      <a16:colId xmlns:a16="http://schemas.microsoft.com/office/drawing/2014/main" val="2653221931"/>
                    </a:ext>
                  </a:extLst>
                </a:gridCol>
                <a:gridCol w="205960">
                  <a:extLst>
                    <a:ext uri="{9D8B030D-6E8A-4147-A177-3AD203B41FA5}">
                      <a16:colId xmlns:a16="http://schemas.microsoft.com/office/drawing/2014/main" val="927158453"/>
                    </a:ext>
                  </a:extLst>
                </a:gridCol>
                <a:gridCol w="205960">
                  <a:extLst>
                    <a:ext uri="{9D8B030D-6E8A-4147-A177-3AD203B41FA5}">
                      <a16:colId xmlns:a16="http://schemas.microsoft.com/office/drawing/2014/main" val="2846407366"/>
                    </a:ext>
                  </a:extLst>
                </a:gridCol>
                <a:gridCol w="205960">
                  <a:extLst>
                    <a:ext uri="{9D8B030D-6E8A-4147-A177-3AD203B41FA5}">
                      <a16:colId xmlns:a16="http://schemas.microsoft.com/office/drawing/2014/main" val="1750840734"/>
                    </a:ext>
                  </a:extLst>
                </a:gridCol>
                <a:gridCol w="205960">
                  <a:extLst>
                    <a:ext uri="{9D8B030D-6E8A-4147-A177-3AD203B41FA5}">
                      <a16:colId xmlns:a16="http://schemas.microsoft.com/office/drawing/2014/main" val="1439604236"/>
                    </a:ext>
                  </a:extLst>
                </a:gridCol>
                <a:gridCol w="205960">
                  <a:extLst>
                    <a:ext uri="{9D8B030D-6E8A-4147-A177-3AD203B41FA5}">
                      <a16:colId xmlns:a16="http://schemas.microsoft.com/office/drawing/2014/main" val="1654274727"/>
                    </a:ext>
                  </a:extLst>
                </a:gridCol>
              </a:tblGrid>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1991897"/>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4788236"/>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6150042"/>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8924652"/>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2507764"/>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80813256"/>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1727467"/>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7807665"/>
                  </a:ext>
                </a:extLst>
              </a:tr>
            </a:tbl>
          </a:graphicData>
        </a:graphic>
      </p:graphicFrame>
      <p:sp>
        <p:nvSpPr>
          <p:cNvPr id="11" name="テキスト ボックス 10">
            <a:extLst>
              <a:ext uri="{FF2B5EF4-FFF2-40B4-BE49-F238E27FC236}">
                <a16:creationId xmlns:a16="http://schemas.microsoft.com/office/drawing/2014/main" id="{E728B83E-70CF-409D-801B-5D2496F51D93}"/>
              </a:ext>
            </a:extLst>
          </p:cNvPr>
          <p:cNvSpPr txBox="1"/>
          <p:nvPr/>
        </p:nvSpPr>
        <p:spPr>
          <a:xfrm>
            <a:off x="3038068" y="2768519"/>
            <a:ext cx="2522655" cy="379656"/>
          </a:xfrm>
          <a:prstGeom prst="rect">
            <a:avLst/>
          </a:prstGeom>
          <a:noFill/>
        </p:spPr>
        <p:txBody>
          <a:bodyPr wrap="square" rtlCol="0">
            <a:spAutoFit/>
          </a:bodyPr>
          <a:lstStyle/>
          <a:p>
            <a:r>
              <a:rPr lang="ja-JP" altLang="en-US" sz="1867" b="1"/>
              <a:t>テーブル</a:t>
            </a:r>
          </a:p>
        </p:txBody>
      </p:sp>
      <p:sp>
        <p:nvSpPr>
          <p:cNvPr id="13" name="右矢印 12"/>
          <p:cNvSpPr/>
          <p:nvPr/>
        </p:nvSpPr>
        <p:spPr>
          <a:xfrm flipH="1">
            <a:off x="6653250" y="3307566"/>
            <a:ext cx="1559995" cy="345164"/>
          </a:xfrm>
          <a:prstGeom prst="rightArrow">
            <a:avLst/>
          </a:prstGeom>
          <a:solidFill>
            <a:schemeClr val="tx1">
              <a:lumMod val="20000"/>
              <a:lumOff val="80000"/>
            </a:schemeClr>
          </a:solidFill>
          <a:ln w="12700" cmpd="thinThick">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14" name="テキスト ボックス 13">
            <a:extLst>
              <a:ext uri="{FF2B5EF4-FFF2-40B4-BE49-F238E27FC236}">
                <a16:creationId xmlns:a16="http://schemas.microsoft.com/office/drawing/2014/main" id="{E728B83E-70CF-409D-801B-5D2496F51D93}"/>
              </a:ext>
            </a:extLst>
          </p:cNvPr>
          <p:cNvSpPr txBox="1"/>
          <p:nvPr/>
        </p:nvSpPr>
        <p:spPr>
          <a:xfrm>
            <a:off x="7333313" y="2374867"/>
            <a:ext cx="2947528" cy="923330"/>
          </a:xfrm>
          <a:prstGeom prst="rect">
            <a:avLst/>
          </a:prstGeom>
          <a:noFill/>
        </p:spPr>
        <p:txBody>
          <a:bodyPr wrap="square" rtlCol="0">
            <a:spAutoFit/>
          </a:bodyPr>
          <a:lstStyle/>
          <a:p>
            <a:r>
              <a:rPr lang="ja-JP" altLang="en-US">
                <a:latin typeface="+mn-ea"/>
              </a:rPr>
              <a:t>データを格納</a:t>
            </a:r>
            <a:r>
              <a:rPr lang="en-US" altLang="ja-JP">
                <a:latin typeface="+mn-ea"/>
              </a:rPr>
              <a:t>(</a:t>
            </a:r>
            <a:r>
              <a:rPr lang="ja-JP" altLang="en-US">
                <a:latin typeface="+mn-ea"/>
              </a:rPr>
              <a:t>挿入</a:t>
            </a:r>
            <a:r>
              <a:rPr lang="en-US" altLang="ja-JP">
                <a:latin typeface="+mn-ea"/>
              </a:rPr>
              <a:t>,</a:t>
            </a:r>
            <a:r>
              <a:rPr lang="ja-JP" altLang="en-US">
                <a:latin typeface="+mn-ea"/>
              </a:rPr>
              <a:t>登録</a:t>
            </a:r>
            <a:r>
              <a:rPr lang="en-US" altLang="ja-JP">
                <a:latin typeface="+mn-ea"/>
              </a:rPr>
              <a:t>)</a:t>
            </a:r>
          </a:p>
          <a:p>
            <a:r>
              <a:rPr lang="ja-JP" altLang="en-US">
                <a:latin typeface="+mn-ea"/>
              </a:rPr>
              <a:t>データを変更</a:t>
            </a:r>
            <a:r>
              <a:rPr lang="en-US" altLang="ja-JP">
                <a:latin typeface="+mn-ea"/>
              </a:rPr>
              <a:t>(</a:t>
            </a:r>
            <a:r>
              <a:rPr lang="ja-JP" altLang="en-US">
                <a:latin typeface="+mn-ea"/>
              </a:rPr>
              <a:t>更新</a:t>
            </a:r>
            <a:r>
              <a:rPr lang="en-US" altLang="ja-JP">
                <a:latin typeface="+mn-ea"/>
              </a:rPr>
              <a:t>)</a:t>
            </a:r>
          </a:p>
          <a:p>
            <a:r>
              <a:rPr lang="ja-JP" altLang="en-US">
                <a:latin typeface="+mn-ea"/>
              </a:rPr>
              <a:t>データを削除</a:t>
            </a:r>
          </a:p>
        </p:txBody>
      </p:sp>
      <p:sp>
        <p:nvSpPr>
          <p:cNvPr id="15" name="右矢印 14"/>
          <p:cNvSpPr/>
          <p:nvPr/>
        </p:nvSpPr>
        <p:spPr>
          <a:xfrm>
            <a:off x="6657693" y="3815953"/>
            <a:ext cx="1559995" cy="345164"/>
          </a:xfrm>
          <a:prstGeom prst="rightArrow">
            <a:avLst/>
          </a:prstGeom>
          <a:solidFill>
            <a:schemeClr val="tx1">
              <a:lumMod val="20000"/>
              <a:lumOff val="80000"/>
            </a:schemeClr>
          </a:solidFill>
          <a:ln w="12700" cmpd="thinThick">
            <a:solidFill>
              <a:schemeClr val="tx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16" name="テキスト ボックス 15">
            <a:extLst>
              <a:ext uri="{FF2B5EF4-FFF2-40B4-BE49-F238E27FC236}">
                <a16:creationId xmlns:a16="http://schemas.microsoft.com/office/drawing/2014/main" id="{E728B83E-70CF-409D-801B-5D2496F51D93}"/>
              </a:ext>
            </a:extLst>
          </p:cNvPr>
          <p:cNvSpPr txBox="1"/>
          <p:nvPr/>
        </p:nvSpPr>
        <p:spPr>
          <a:xfrm>
            <a:off x="7333313" y="4292305"/>
            <a:ext cx="2947528" cy="369332"/>
          </a:xfrm>
          <a:prstGeom prst="rect">
            <a:avLst/>
          </a:prstGeom>
          <a:noFill/>
        </p:spPr>
        <p:txBody>
          <a:bodyPr wrap="square" rtlCol="0">
            <a:spAutoFit/>
          </a:bodyPr>
          <a:lstStyle/>
          <a:p>
            <a:r>
              <a:rPr lang="ja-JP" altLang="en-US">
                <a:latin typeface="+mn-ea"/>
              </a:rPr>
              <a:t>データを取り出す</a:t>
            </a:r>
            <a:r>
              <a:rPr lang="en-US" altLang="ja-JP">
                <a:latin typeface="+mn-ea"/>
              </a:rPr>
              <a:t>(</a:t>
            </a:r>
            <a:r>
              <a:rPr lang="ja-JP" altLang="en-US">
                <a:latin typeface="+mn-ea"/>
              </a:rPr>
              <a:t>検索</a:t>
            </a:r>
            <a:r>
              <a:rPr lang="en-US" altLang="ja-JP">
                <a:latin typeface="+mn-ea"/>
              </a:rPr>
              <a:t>)</a:t>
            </a:r>
            <a:endParaRPr lang="ja-JP" altLang="en-US">
              <a:latin typeface="+mn-ea"/>
            </a:endParaRPr>
          </a:p>
        </p:txBody>
      </p:sp>
      <p:graphicFrame>
        <p:nvGraphicFramePr>
          <p:cNvPr id="3" name="表 2">
            <a:extLst>
              <a:ext uri="{FF2B5EF4-FFF2-40B4-BE49-F238E27FC236}">
                <a16:creationId xmlns:a16="http://schemas.microsoft.com/office/drawing/2014/main" id="{1D73703D-671D-81BC-6D98-E6811020FD1F}"/>
              </a:ext>
            </a:extLst>
          </p:cNvPr>
          <p:cNvGraphicFramePr>
            <a:graphicFrameLocks noGrp="1"/>
          </p:cNvGraphicFramePr>
          <p:nvPr>
            <p:extLst>
              <p:ext uri="{D42A27DB-BD31-4B8C-83A1-F6EECF244321}">
                <p14:modId xmlns:p14="http://schemas.microsoft.com/office/powerpoint/2010/main" val="3027334507"/>
              </p:ext>
            </p:extLst>
          </p:nvPr>
        </p:nvGraphicFramePr>
        <p:xfrm>
          <a:off x="4067480" y="3807511"/>
          <a:ext cx="1235760" cy="843392"/>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205960">
                  <a:extLst>
                    <a:ext uri="{9D8B030D-6E8A-4147-A177-3AD203B41FA5}">
                      <a16:colId xmlns:a16="http://schemas.microsoft.com/office/drawing/2014/main" val="2653221931"/>
                    </a:ext>
                  </a:extLst>
                </a:gridCol>
                <a:gridCol w="205960">
                  <a:extLst>
                    <a:ext uri="{9D8B030D-6E8A-4147-A177-3AD203B41FA5}">
                      <a16:colId xmlns:a16="http://schemas.microsoft.com/office/drawing/2014/main" val="927158453"/>
                    </a:ext>
                  </a:extLst>
                </a:gridCol>
                <a:gridCol w="205960">
                  <a:extLst>
                    <a:ext uri="{9D8B030D-6E8A-4147-A177-3AD203B41FA5}">
                      <a16:colId xmlns:a16="http://schemas.microsoft.com/office/drawing/2014/main" val="2846407366"/>
                    </a:ext>
                  </a:extLst>
                </a:gridCol>
                <a:gridCol w="205960">
                  <a:extLst>
                    <a:ext uri="{9D8B030D-6E8A-4147-A177-3AD203B41FA5}">
                      <a16:colId xmlns:a16="http://schemas.microsoft.com/office/drawing/2014/main" val="1750840734"/>
                    </a:ext>
                  </a:extLst>
                </a:gridCol>
                <a:gridCol w="205960">
                  <a:extLst>
                    <a:ext uri="{9D8B030D-6E8A-4147-A177-3AD203B41FA5}">
                      <a16:colId xmlns:a16="http://schemas.microsoft.com/office/drawing/2014/main" val="1439604236"/>
                    </a:ext>
                  </a:extLst>
                </a:gridCol>
                <a:gridCol w="205960">
                  <a:extLst>
                    <a:ext uri="{9D8B030D-6E8A-4147-A177-3AD203B41FA5}">
                      <a16:colId xmlns:a16="http://schemas.microsoft.com/office/drawing/2014/main" val="1654274727"/>
                    </a:ext>
                  </a:extLst>
                </a:gridCol>
              </a:tblGrid>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1991897"/>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4788236"/>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6150042"/>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8924652"/>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2507764"/>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80813256"/>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1727467"/>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7807665"/>
                  </a:ext>
                </a:extLst>
              </a:tr>
            </a:tbl>
          </a:graphicData>
        </a:graphic>
      </p:graphicFrame>
      <p:graphicFrame>
        <p:nvGraphicFramePr>
          <p:cNvPr id="4" name="表 3">
            <a:extLst>
              <a:ext uri="{FF2B5EF4-FFF2-40B4-BE49-F238E27FC236}">
                <a16:creationId xmlns:a16="http://schemas.microsoft.com/office/drawing/2014/main" id="{88208A97-A0DC-BFD2-4C82-97BDCE8F248D}"/>
              </a:ext>
            </a:extLst>
          </p:cNvPr>
          <p:cNvGraphicFramePr>
            <a:graphicFrameLocks noGrp="1"/>
          </p:cNvGraphicFramePr>
          <p:nvPr>
            <p:extLst>
              <p:ext uri="{D42A27DB-BD31-4B8C-83A1-F6EECF244321}">
                <p14:modId xmlns:p14="http://schemas.microsoft.com/office/powerpoint/2010/main" val="3623630579"/>
              </p:ext>
            </p:extLst>
          </p:nvPr>
        </p:nvGraphicFramePr>
        <p:xfrm>
          <a:off x="4775369" y="3316378"/>
          <a:ext cx="1235760" cy="843392"/>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205960">
                  <a:extLst>
                    <a:ext uri="{9D8B030D-6E8A-4147-A177-3AD203B41FA5}">
                      <a16:colId xmlns:a16="http://schemas.microsoft.com/office/drawing/2014/main" val="2653221931"/>
                    </a:ext>
                  </a:extLst>
                </a:gridCol>
                <a:gridCol w="205960">
                  <a:extLst>
                    <a:ext uri="{9D8B030D-6E8A-4147-A177-3AD203B41FA5}">
                      <a16:colId xmlns:a16="http://schemas.microsoft.com/office/drawing/2014/main" val="927158453"/>
                    </a:ext>
                  </a:extLst>
                </a:gridCol>
                <a:gridCol w="205960">
                  <a:extLst>
                    <a:ext uri="{9D8B030D-6E8A-4147-A177-3AD203B41FA5}">
                      <a16:colId xmlns:a16="http://schemas.microsoft.com/office/drawing/2014/main" val="2846407366"/>
                    </a:ext>
                  </a:extLst>
                </a:gridCol>
                <a:gridCol w="205960">
                  <a:extLst>
                    <a:ext uri="{9D8B030D-6E8A-4147-A177-3AD203B41FA5}">
                      <a16:colId xmlns:a16="http://schemas.microsoft.com/office/drawing/2014/main" val="1750840734"/>
                    </a:ext>
                  </a:extLst>
                </a:gridCol>
                <a:gridCol w="205960">
                  <a:extLst>
                    <a:ext uri="{9D8B030D-6E8A-4147-A177-3AD203B41FA5}">
                      <a16:colId xmlns:a16="http://schemas.microsoft.com/office/drawing/2014/main" val="1439604236"/>
                    </a:ext>
                  </a:extLst>
                </a:gridCol>
                <a:gridCol w="205960">
                  <a:extLst>
                    <a:ext uri="{9D8B030D-6E8A-4147-A177-3AD203B41FA5}">
                      <a16:colId xmlns:a16="http://schemas.microsoft.com/office/drawing/2014/main" val="1654274727"/>
                    </a:ext>
                  </a:extLst>
                </a:gridCol>
              </a:tblGrid>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1991897"/>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94788236"/>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6150042"/>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08924652"/>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2507764"/>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80813256"/>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1727467"/>
                  </a:ext>
                </a:extLst>
              </a:tr>
              <a:tr h="105424">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tc>
                  <a:txBody>
                    <a:bodyPr/>
                    <a:lstStyle/>
                    <a:p>
                      <a:endParaRPr kumimoji="1" lang="ja-JP" altLang="en-US" sz="200"/>
                    </a:p>
                  </a:txBody>
                  <a:tcPr marL="33215" marR="33215" marT="16607" marB="16607">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7807665"/>
                  </a:ext>
                </a:extLst>
              </a:tr>
            </a:tbl>
          </a:graphicData>
        </a:graphic>
      </p:graphicFrame>
      <p:pic>
        <p:nvPicPr>
          <p:cNvPr id="17" name="グラフィックス 16" descr="プログラマー男性 単色塗りつぶし">
            <a:extLst>
              <a:ext uri="{FF2B5EF4-FFF2-40B4-BE49-F238E27FC236}">
                <a16:creationId xmlns:a16="http://schemas.microsoft.com/office/drawing/2014/main" id="{356B5B57-0FFE-5161-FC1C-9941BB87DE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94175" y="3239596"/>
            <a:ext cx="914400" cy="914400"/>
          </a:xfrm>
          <a:prstGeom prst="rect">
            <a:avLst/>
          </a:prstGeom>
        </p:spPr>
      </p:pic>
      <p:sp>
        <p:nvSpPr>
          <p:cNvPr id="18" name="吹き出し: 角を丸めた四角形 17">
            <a:extLst>
              <a:ext uri="{FF2B5EF4-FFF2-40B4-BE49-F238E27FC236}">
                <a16:creationId xmlns:a16="http://schemas.microsoft.com/office/drawing/2014/main" id="{2A925C6E-7356-4777-9666-B9A9D55D1CEB}"/>
              </a:ext>
            </a:extLst>
          </p:cNvPr>
          <p:cNvSpPr/>
          <p:nvPr/>
        </p:nvSpPr>
        <p:spPr>
          <a:xfrm>
            <a:off x="4775370" y="5290478"/>
            <a:ext cx="2951120" cy="832420"/>
          </a:xfrm>
          <a:prstGeom prst="wedgeRoundRectCallout">
            <a:avLst>
              <a:gd name="adj1" fmla="val 31678"/>
              <a:gd name="adj2" fmla="val -169679"/>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a:solidFill>
                  <a:schemeClr val="tx1"/>
                </a:solidFill>
              </a:rPr>
              <a:t>これらのデータの操作</a:t>
            </a:r>
            <a:r>
              <a:rPr kumimoji="1" lang="en-US" altLang="ja-JP" sz="1600">
                <a:solidFill>
                  <a:schemeClr val="tx1"/>
                </a:solidFill>
              </a:rPr>
              <a:t>(</a:t>
            </a:r>
            <a:r>
              <a:rPr kumimoji="1" lang="ja-JP" altLang="en-US" sz="1600">
                <a:solidFill>
                  <a:schemeClr val="tx1"/>
                </a:solidFill>
              </a:rPr>
              <a:t>記述</a:t>
            </a:r>
            <a:r>
              <a:rPr kumimoji="1" lang="en-US" altLang="ja-JP" sz="1600">
                <a:solidFill>
                  <a:schemeClr val="tx1"/>
                </a:solidFill>
              </a:rPr>
              <a:t>)</a:t>
            </a:r>
            <a:r>
              <a:rPr kumimoji="1" lang="ja-JP" altLang="en-US" sz="1600">
                <a:solidFill>
                  <a:schemeClr val="tx1"/>
                </a:solidFill>
              </a:rPr>
              <a:t>を</a:t>
            </a:r>
            <a:endParaRPr kumimoji="1" lang="en-US" altLang="ja-JP" sz="1600">
              <a:solidFill>
                <a:schemeClr val="tx1"/>
              </a:solidFill>
            </a:endParaRPr>
          </a:p>
          <a:p>
            <a:pPr algn="ctr"/>
            <a:r>
              <a:rPr lang="en-US" altLang="ja-JP" sz="1600" b="1">
                <a:solidFill>
                  <a:schemeClr val="tx1"/>
                </a:solidFill>
              </a:rPr>
              <a:t>SQL </a:t>
            </a:r>
            <a:r>
              <a:rPr lang="ja-JP" altLang="en-US" sz="1600">
                <a:solidFill>
                  <a:schemeClr val="tx1"/>
                </a:solidFill>
              </a:rPr>
              <a:t>という</a:t>
            </a:r>
            <a:endParaRPr kumimoji="1" lang="ja-JP" altLang="en-US" sz="1600">
              <a:solidFill>
                <a:schemeClr val="tx1"/>
              </a:solidFill>
            </a:endParaRPr>
          </a:p>
        </p:txBody>
      </p:sp>
    </p:spTree>
    <p:extLst>
      <p:ext uri="{BB962C8B-B14F-4D97-AF65-F5344CB8AC3E}">
        <p14:creationId xmlns:p14="http://schemas.microsoft.com/office/powerpoint/2010/main" val="3948244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93565C-28CA-4B27-B492-BE9D8CAF8B9E}"/>
              </a:ext>
            </a:extLst>
          </p:cNvPr>
          <p:cNvSpPr>
            <a:spLocks noGrp="1"/>
          </p:cNvSpPr>
          <p:nvPr>
            <p:ph type="title"/>
          </p:nvPr>
        </p:nvSpPr>
        <p:spPr/>
        <p:txBody>
          <a:bodyPr/>
          <a:lstStyle/>
          <a:p>
            <a:r>
              <a:rPr kumimoji="1" lang="ja-JP" altLang="en-US"/>
              <a:t>データベースの役割</a:t>
            </a:r>
          </a:p>
        </p:txBody>
      </p:sp>
      <p:sp>
        <p:nvSpPr>
          <p:cNvPr id="5" name="テキスト プレースホルダー 4">
            <a:extLst>
              <a:ext uri="{FF2B5EF4-FFF2-40B4-BE49-F238E27FC236}">
                <a16:creationId xmlns:a16="http://schemas.microsoft.com/office/drawing/2014/main" id="{58F737F7-0F5C-43A2-912C-10D1E4EE11FF}"/>
              </a:ext>
            </a:extLst>
          </p:cNvPr>
          <p:cNvSpPr>
            <a:spLocks noGrp="1"/>
          </p:cNvSpPr>
          <p:nvPr>
            <p:ph sz="quarter" idx="10"/>
          </p:nvPr>
        </p:nvSpPr>
        <p:spPr/>
        <p:txBody>
          <a:bodyPr/>
          <a:lstStyle/>
          <a:p>
            <a:r>
              <a:rPr kumimoji="1" lang="en-US" altLang="ja-JP">
                <a:latin typeface="+mn-ea"/>
                <a:ea typeface="+mn-ea"/>
              </a:rPr>
              <a:t>Web</a:t>
            </a:r>
            <a:r>
              <a:rPr kumimoji="1" lang="ja-JP" altLang="en-US">
                <a:latin typeface="+mn-ea"/>
                <a:ea typeface="+mn-ea"/>
              </a:rPr>
              <a:t>アプリケーションに限らず、一般的なシステムでの「データベース」は何をしているのか</a:t>
            </a:r>
            <a:endParaRPr kumimoji="1" lang="en-US" altLang="ja-JP">
              <a:latin typeface="+mn-ea"/>
              <a:ea typeface="+mn-ea"/>
            </a:endParaRPr>
          </a:p>
        </p:txBody>
      </p:sp>
      <p:cxnSp>
        <p:nvCxnSpPr>
          <p:cNvPr id="9" name="直線矢印コネクタ 8">
            <a:extLst>
              <a:ext uri="{FF2B5EF4-FFF2-40B4-BE49-F238E27FC236}">
                <a16:creationId xmlns:a16="http://schemas.microsoft.com/office/drawing/2014/main" id="{38451F75-B27E-4B1B-BC01-873D72B60184}"/>
              </a:ext>
            </a:extLst>
          </p:cNvPr>
          <p:cNvCxnSpPr>
            <a:cxnSpLocks/>
          </p:cNvCxnSpPr>
          <p:nvPr/>
        </p:nvCxnSpPr>
        <p:spPr>
          <a:xfrm>
            <a:off x="2745618" y="3516859"/>
            <a:ext cx="2053873" cy="2580"/>
          </a:xfrm>
          <a:prstGeom prst="straightConnector1">
            <a:avLst/>
          </a:prstGeom>
          <a:ln w="28575">
            <a:solidFill>
              <a:schemeClr val="accent2"/>
            </a:solidFill>
            <a:prstDash val="solid"/>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38451F75-B27E-4B1B-BC01-873D72B60184}"/>
              </a:ext>
            </a:extLst>
          </p:cNvPr>
          <p:cNvCxnSpPr>
            <a:cxnSpLocks/>
          </p:cNvCxnSpPr>
          <p:nvPr/>
        </p:nvCxnSpPr>
        <p:spPr>
          <a:xfrm flipV="1">
            <a:off x="2720266" y="2556806"/>
            <a:ext cx="2040405" cy="15659"/>
          </a:xfrm>
          <a:prstGeom prst="straightConnector1">
            <a:avLst/>
          </a:prstGeom>
          <a:ln w="28575">
            <a:solidFill>
              <a:schemeClr val="accent1"/>
            </a:solidFill>
            <a:prstDash val="solid"/>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310EFAC1-DC4C-4770-B44A-73755690DADF}"/>
              </a:ext>
            </a:extLst>
          </p:cNvPr>
          <p:cNvSpPr txBox="1"/>
          <p:nvPr/>
        </p:nvSpPr>
        <p:spPr>
          <a:xfrm>
            <a:off x="1563044" y="2817211"/>
            <a:ext cx="1223172" cy="276999"/>
          </a:xfrm>
          <a:prstGeom prst="rect">
            <a:avLst/>
          </a:prstGeom>
          <a:noFill/>
        </p:spPr>
        <p:txBody>
          <a:bodyPr wrap="square" rtlCol="0">
            <a:spAutoFit/>
          </a:bodyPr>
          <a:lstStyle/>
          <a:p>
            <a:pPr algn="ctr"/>
            <a:r>
              <a:rPr lang="ja-JP" altLang="en-US" sz="1200"/>
              <a:t>会員登録機能</a:t>
            </a:r>
          </a:p>
        </p:txBody>
      </p:sp>
      <p:sp>
        <p:nvSpPr>
          <p:cNvPr id="23" name="正方形/長方形 22"/>
          <p:cNvSpPr/>
          <p:nvPr/>
        </p:nvSpPr>
        <p:spPr>
          <a:xfrm>
            <a:off x="8886127" y="2515872"/>
            <a:ext cx="1329331" cy="563646"/>
          </a:xfrm>
          <a:prstGeom prst="rect">
            <a:avLst/>
          </a:prstGeom>
          <a:solidFill>
            <a:srgbClr val="FFE1C5"/>
          </a:solidFill>
          <a:ln>
            <a:tailEnd type="none" w="lg" len="lg"/>
          </a:ln>
          <a:effectLst/>
        </p:spPr>
        <p:style>
          <a:lnRef idx="1">
            <a:schemeClr val="accent1"/>
          </a:lnRef>
          <a:fillRef idx="2">
            <a:schemeClr val="accent1"/>
          </a:fillRef>
          <a:effectRef idx="1">
            <a:schemeClr val="accent1"/>
          </a:effectRef>
          <a:fontRef idx="minor">
            <a:schemeClr val="dk1"/>
          </a:fontRef>
        </p:style>
        <p:txBody>
          <a:bodyPr lIns="24000" tIns="24000" rIns="24000" bIns="24000" rtlCol="0" anchor="ctr"/>
          <a:lstStyle/>
          <a:p>
            <a:pPr algn="ctr"/>
            <a:r>
              <a:rPr lang="ja-JP" altLang="en-US" sz="1333">
                <a:solidFill>
                  <a:srgbClr val="0F0634"/>
                </a:solidFill>
              </a:rPr>
              <a:t>会員情報</a:t>
            </a:r>
          </a:p>
        </p:txBody>
      </p:sp>
      <p:sp>
        <p:nvSpPr>
          <p:cNvPr id="24" name="テキスト ボックス 23">
            <a:extLst>
              <a:ext uri="{FF2B5EF4-FFF2-40B4-BE49-F238E27FC236}">
                <a16:creationId xmlns:a16="http://schemas.microsoft.com/office/drawing/2014/main" id="{310EFAC1-DC4C-4770-B44A-73755690DADF}"/>
              </a:ext>
            </a:extLst>
          </p:cNvPr>
          <p:cNvSpPr txBox="1"/>
          <p:nvPr/>
        </p:nvSpPr>
        <p:spPr>
          <a:xfrm>
            <a:off x="3326265" y="2270411"/>
            <a:ext cx="1223172" cy="276999"/>
          </a:xfrm>
          <a:prstGeom prst="rect">
            <a:avLst/>
          </a:prstGeom>
          <a:noFill/>
        </p:spPr>
        <p:txBody>
          <a:bodyPr wrap="square" rtlCol="0">
            <a:spAutoFit/>
          </a:bodyPr>
          <a:lstStyle/>
          <a:p>
            <a:pPr algn="ctr"/>
            <a:r>
              <a:rPr lang="ja-JP" altLang="en-US" sz="1200"/>
              <a:t>会員データ</a:t>
            </a:r>
          </a:p>
        </p:txBody>
      </p:sp>
      <p:cxnSp>
        <p:nvCxnSpPr>
          <p:cNvPr id="25" name="直線矢印コネクタ 24">
            <a:extLst>
              <a:ext uri="{FF2B5EF4-FFF2-40B4-BE49-F238E27FC236}">
                <a16:creationId xmlns:a16="http://schemas.microsoft.com/office/drawing/2014/main" id="{38451F75-B27E-4B1B-BC01-873D72B60184}"/>
              </a:ext>
            </a:extLst>
          </p:cNvPr>
          <p:cNvCxnSpPr>
            <a:cxnSpLocks/>
          </p:cNvCxnSpPr>
          <p:nvPr/>
        </p:nvCxnSpPr>
        <p:spPr>
          <a:xfrm>
            <a:off x="6416839" y="2547410"/>
            <a:ext cx="2396972" cy="234030"/>
          </a:xfrm>
          <a:prstGeom prst="straightConnector1">
            <a:avLst/>
          </a:prstGeom>
          <a:ln w="28575">
            <a:solidFill>
              <a:schemeClr val="accent1"/>
            </a:solidFill>
            <a:prstDash val="dash"/>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310EFAC1-DC4C-4770-B44A-73755690DADF}"/>
              </a:ext>
            </a:extLst>
          </p:cNvPr>
          <p:cNvSpPr txBox="1"/>
          <p:nvPr/>
        </p:nvSpPr>
        <p:spPr>
          <a:xfrm>
            <a:off x="6817088" y="2244772"/>
            <a:ext cx="1223172" cy="276999"/>
          </a:xfrm>
          <a:prstGeom prst="rect">
            <a:avLst/>
          </a:prstGeom>
          <a:noFill/>
        </p:spPr>
        <p:txBody>
          <a:bodyPr wrap="square" rtlCol="0">
            <a:spAutoFit/>
          </a:bodyPr>
          <a:lstStyle/>
          <a:p>
            <a:pPr algn="ctr"/>
            <a:r>
              <a:rPr lang="ja-JP" altLang="en-US" sz="1200"/>
              <a:t>データ登録</a:t>
            </a:r>
          </a:p>
        </p:txBody>
      </p:sp>
      <p:sp>
        <p:nvSpPr>
          <p:cNvPr id="31" name="正方形/長方形 30"/>
          <p:cNvSpPr/>
          <p:nvPr/>
        </p:nvSpPr>
        <p:spPr>
          <a:xfrm>
            <a:off x="8886127" y="3391442"/>
            <a:ext cx="1329331" cy="563646"/>
          </a:xfrm>
          <a:prstGeom prst="rect">
            <a:avLst/>
          </a:prstGeom>
          <a:solidFill>
            <a:srgbClr val="FFE1C5"/>
          </a:solidFill>
          <a:ln>
            <a:tailEnd type="none" w="lg" len="lg"/>
          </a:ln>
          <a:effectLst/>
        </p:spPr>
        <p:style>
          <a:lnRef idx="1">
            <a:schemeClr val="accent1"/>
          </a:lnRef>
          <a:fillRef idx="2">
            <a:schemeClr val="accent1"/>
          </a:fillRef>
          <a:effectRef idx="1">
            <a:schemeClr val="accent1"/>
          </a:effectRef>
          <a:fontRef idx="minor">
            <a:schemeClr val="dk1"/>
          </a:fontRef>
        </p:style>
        <p:txBody>
          <a:bodyPr lIns="24000" tIns="24000" rIns="24000" bIns="24000" rtlCol="0" anchor="ctr"/>
          <a:lstStyle/>
          <a:p>
            <a:pPr algn="ctr"/>
            <a:r>
              <a:rPr lang="ja-JP" altLang="en-US" sz="1333">
                <a:solidFill>
                  <a:srgbClr val="0F0634"/>
                </a:solidFill>
              </a:rPr>
              <a:t>商品情報</a:t>
            </a:r>
          </a:p>
        </p:txBody>
      </p:sp>
      <p:sp>
        <p:nvSpPr>
          <p:cNvPr id="32" name="正方形/長方形 31"/>
          <p:cNvSpPr/>
          <p:nvPr/>
        </p:nvSpPr>
        <p:spPr>
          <a:xfrm>
            <a:off x="8886127" y="4294323"/>
            <a:ext cx="1329331" cy="563646"/>
          </a:xfrm>
          <a:prstGeom prst="rect">
            <a:avLst/>
          </a:prstGeom>
          <a:solidFill>
            <a:srgbClr val="FFE1C5"/>
          </a:solidFill>
          <a:ln>
            <a:tailEnd type="none" w="lg" len="lg"/>
          </a:ln>
          <a:effectLst/>
        </p:spPr>
        <p:style>
          <a:lnRef idx="1">
            <a:schemeClr val="accent1"/>
          </a:lnRef>
          <a:fillRef idx="2">
            <a:schemeClr val="accent1"/>
          </a:fillRef>
          <a:effectRef idx="1">
            <a:schemeClr val="accent1"/>
          </a:effectRef>
          <a:fontRef idx="minor">
            <a:schemeClr val="dk1"/>
          </a:fontRef>
        </p:style>
        <p:txBody>
          <a:bodyPr lIns="24000" tIns="24000" rIns="24000" bIns="24000" rtlCol="0" anchor="ctr"/>
          <a:lstStyle/>
          <a:p>
            <a:pPr algn="ctr"/>
            <a:r>
              <a:rPr lang="ja-JP" altLang="en-US" sz="1333">
                <a:solidFill>
                  <a:srgbClr val="0F0634"/>
                </a:solidFill>
              </a:rPr>
              <a:t>在庫情報</a:t>
            </a:r>
          </a:p>
        </p:txBody>
      </p:sp>
      <p:sp>
        <p:nvSpPr>
          <p:cNvPr id="34" name="テキスト ボックス 33">
            <a:extLst>
              <a:ext uri="{FF2B5EF4-FFF2-40B4-BE49-F238E27FC236}">
                <a16:creationId xmlns:a16="http://schemas.microsoft.com/office/drawing/2014/main" id="{310EFAC1-DC4C-4770-B44A-73755690DADF}"/>
              </a:ext>
            </a:extLst>
          </p:cNvPr>
          <p:cNvSpPr txBox="1"/>
          <p:nvPr/>
        </p:nvSpPr>
        <p:spPr>
          <a:xfrm>
            <a:off x="1563044" y="3802410"/>
            <a:ext cx="1223172" cy="276999"/>
          </a:xfrm>
          <a:prstGeom prst="rect">
            <a:avLst/>
          </a:prstGeom>
          <a:noFill/>
        </p:spPr>
        <p:txBody>
          <a:bodyPr wrap="square" rtlCol="0">
            <a:spAutoFit/>
          </a:bodyPr>
          <a:lstStyle/>
          <a:p>
            <a:pPr algn="ctr"/>
            <a:r>
              <a:rPr lang="ja-JP" altLang="en-US" sz="1200"/>
              <a:t>ログイン機能</a:t>
            </a:r>
          </a:p>
        </p:txBody>
      </p:sp>
      <p:sp>
        <p:nvSpPr>
          <p:cNvPr id="36" name="テキスト ボックス 35">
            <a:extLst>
              <a:ext uri="{FF2B5EF4-FFF2-40B4-BE49-F238E27FC236}">
                <a16:creationId xmlns:a16="http://schemas.microsoft.com/office/drawing/2014/main" id="{310EFAC1-DC4C-4770-B44A-73755690DADF}"/>
              </a:ext>
            </a:extLst>
          </p:cNvPr>
          <p:cNvSpPr txBox="1"/>
          <p:nvPr/>
        </p:nvSpPr>
        <p:spPr>
          <a:xfrm>
            <a:off x="3187294" y="3271049"/>
            <a:ext cx="1501114" cy="276999"/>
          </a:xfrm>
          <a:prstGeom prst="rect">
            <a:avLst/>
          </a:prstGeom>
          <a:noFill/>
        </p:spPr>
        <p:txBody>
          <a:bodyPr wrap="square" rtlCol="0">
            <a:spAutoFit/>
          </a:bodyPr>
          <a:lstStyle/>
          <a:p>
            <a:pPr algn="ctr"/>
            <a:r>
              <a:rPr lang="ja-JP" altLang="en-US" sz="1200"/>
              <a:t>会員</a:t>
            </a:r>
            <a:r>
              <a:rPr lang="en-US" altLang="ja-JP" sz="1200"/>
              <a:t>ID</a:t>
            </a:r>
            <a:r>
              <a:rPr lang="ja-JP" altLang="en-US" sz="1200" err="1"/>
              <a:t>、</a:t>
            </a:r>
            <a:r>
              <a:rPr lang="ja-JP" altLang="en-US" sz="1200"/>
              <a:t>パスワード</a:t>
            </a:r>
          </a:p>
        </p:txBody>
      </p:sp>
      <p:cxnSp>
        <p:nvCxnSpPr>
          <p:cNvPr id="38" name="直線矢印コネクタ 37">
            <a:extLst>
              <a:ext uri="{FF2B5EF4-FFF2-40B4-BE49-F238E27FC236}">
                <a16:creationId xmlns:a16="http://schemas.microsoft.com/office/drawing/2014/main" id="{38451F75-B27E-4B1B-BC01-873D72B60184}"/>
              </a:ext>
            </a:extLst>
          </p:cNvPr>
          <p:cNvCxnSpPr>
            <a:cxnSpLocks/>
          </p:cNvCxnSpPr>
          <p:nvPr/>
        </p:nvCxnSpPr>
        <p:spPr>
          <a:xfrm flipV="1">
            <a:off x="6433206" y="2951876"/>
            <a:ext cx="2380605" cy="611472"/>
          </a:xfrm>
          <a:prstGeom prst="straightConnector1">
            <a:avLst/>
          </a:prstGeom>
          <a:ln w="28575">
            <a:solidFill>
              <a:schemeClr val="accent2"/>
            </a:solidFill>
            <a:prstDash val="dash"/>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310EFAC1-DC4C-4770-B44A-73755690DADF}"/>
              </a:ext>
            </a:extLst>
          </p:cNvPr>
          <p:cNvSpPr txBox="1"/>
          <p:nvPr/>
        </p:nvSpPr>
        <p:spPr>
          <a:xfrm>
            <a:off x="6817088" y="2875506"/>
            <a:ext cx="1223172" cy="276999"/>
          </a:xfrm>
          <a:prstGeom prst="rect">
            <a:avLst/>
          </a:prstGeom>
          <a:noFill/>
        </p:spPr>
        <p:txBody>
          <a:bodyPr wrap="square" rtlCol="0">
            <a:spAutoFit/>
          </a:bodyPr>
          <a:lstStyle/>
          <a:p>
            <a:pPr algn="ctr"/>
            <a:r>
              <a:rPr lang="ja-JP" altLang="en-US" sz="1200"/>
              <a:t>データ取得</a:t>
            </a:r>
          </a:p>
        </p:txBody>
      </p:sp>
      <p:sp>
        <p:nvSpPr>
          <p:cNvPr id="44" name="テキスト ボックス 43">
            <a:extLst>
              <a:ext uri="{FF2B5EF4-FFF2-40B4-BE49-F238E27FC236}">
                <a16:creationId xmlns:a16="http://schemas.microsoft.com/office/drawing/2014/main" id="{310EFAC1-DC4C-4770-B44A-73755690DADF}"/>
              </a:ext>
            </a:extLst>
          </p:cNvPr>
          <p:cNvSpPr txBox="1"/>
          <p:nvPr/>
        </p:nvSpPr>
        <p:spPr>
          <a:xfrm>
            <a:off x="1563044" y="4749472"/>
            <a:ext cx="1223172" cy="276999"/>
          </a:xfrm>
          <a:prstGeom prst="rect">
            <a:avLst/>
          </a:prstGeom>
          <a:noFill/>
        </p:spPr>
        <p:txBody>
          <a:bodyPr wrap="square" rtlCol="0">
            <a:spAutoFit/>
          </a:bodyPr>
          <a:lstStyle/>
          <a:p>
            <a:pPr algn="ctr"/>
            <a:r>
              <a:rPr lang="ja-JP" altLang="en-US" sz="1200"/>
              <a:t>商品検索機能</a:t>
            </a:r>
          </a:p>
        </p:txBody>
      </p:sp>
      <p:cxnSp>
        <p:nvCxnSpPr>
          <p:cNvPr id="45" name="直線矢印コネクタ 44">
            <a:extLst>
              <a:ext uri="{FF2B5EF4-FFF2-40B4-BE49-F238E27FC236}">
                <a16:creationId xmlns:a16="http://schemas.microsoft.com/office/drawing/2014/main" id="{38451F75-B27E-4B1B-BC01-873D72B60184}"/>
              </a:ext>
            </a:extLst>
          </p:cNvPr>
          <p:cNvCxnSpPr>
            <a:cxnSpLocks/>
          </p:cNvCxnSpPr>
          <p:nvPr/>
        </p:nvCxnSpPr>
        <p:spPr>
          <a:xfrm>
            <a:off x="2745618" y="4492679"/>
            <a:ext cx="2053873" cy="0"/>
          </a:xfrm>
          <a:prstGeom prst="straightConnector1">
            <a:avLst/>
          </a:prstGeom>
          <a:ln w="28575">
            <a:solidFill>
              <a:schemeClr val="accent6"/>
            </a:solidFill>
            <a:prstDash val="solid"/>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310EFAC1-DC4C-4770-B44A-73755690DADF}"/>
              </a:ext>
            </a:extLst>
          </p:cNvPr>
          <p:cNvSpPr txBox="1"/>
          <p:nvPr/>
        </p:nvSpPr>
        <p:spPr>
          <a:xfrm>
            <a:off x="3187294" y="4196889"/>
            <a:ext cx="1501114" cy="276999"/>
          </a:xfrm>
          <a:prstGeom prst="rect">
            <a:avLst/>
          </a:prstGeom>
          <a:noFill/>
        </p:spPr>
        <p:txBody>
          <a:bodyPr wrap="square" rtlCol="0">
            <a:spAutoFit/>
          </a:bodyPr>
          <a:lstStyle/>
          <a:p>
            <a:pPr algn="ctr"/>
            <a:r>
              <a:rPr lang="ja-JP" altLang="en-US" sz="1200"/>
              <a:t>検索キーワード等</a:t>
            </a:r>
          </a:p>
        </p:txBody>
      </p:sp>
      <p:sp>
        <p:nvSpPr>
          <p:cNvPr id="48" name="正方形/長方形 47"/>
          <p:cNvSpPr/>
          <p:nvPr/>
        </p:nvSpPr>
        <p:spPr>
          <a:xfrm>
            <a:off x="8886127" y="5146495"/>
            <a:ext cx="1329331" cy="563646"/>
          </a:xfrm>
          <a:prstGeom prst="rect">
            <a:avLst/>
          </a:prstGeom>
          <a:solidFill>
            <a:srgbClr val="FFE1C5"/>
          </a:solidFill>
          <a:ln>
            <a:tailEnd type="none" w="lg" len="lg"/>
          </a:ln>
          <a:effectLst/>
        </p:spPr>
        <p:style>
          <a:lnRef idx="1">
            <a:schemeClr val="accent1"/>
          </a:lnRef>
          <a:fillRef idx="2">
            <a:schemeClr val="accent1"/>
          </a:fillRef>
          <a:effectRef idx="1">
            <a:schemeClr val="accent1"/>
          </a:effectRef>
          <a:fontRef idx="minor">
            <a:schemeClr val="dk1"/>
          </a:fontRef>
        </p:style>
        <p:txBody>
          <a:bodyPr lIns="24000" tIns="24000" rIns="24000" bIns="24000" rtlCol="0" anchor="ctr"/>
          <a:lstStyle/>
          <a:p>
            <a:pPr algn="ctr"/>
            <a:r>
              <a:rPr lang="ja-JP" altLang="en-US" sz="1333">
                <a:solidFill>
                  <a:srgbClr val="0F0634"/>
                </a:solidFill>
              </a:rPr>
              <a:t>注文情報</a:t>
            </a:r>
          </a:p>
        </p:txBody>
      </p:sp>
      <p:cxnSp>
        <p:nvCxnSpPr>
          <p:cNvPr id="51" name="直線矢印コネクタ 50">
            <a:extLst>
              <a:ext uri="{FF2B5EF4-FFF2-40B4-BE49-F238E27FC236}">
                <a16:creationId xmlns:a16="http://schemas.microsoft.com/office/drawing/2014/main" id="{38451F75-B27E-4B1B-BC01-873D72B60184}"/>
              </a:ext>
            </a:extLst>
          </p:cNvPr>
          <p:cNvCxnSpPr>
            <a:cxnSpLocks/>
          </p:cNvCxnSpPr>
          <p:nvPr/>
        </p:nvCxnSpPr>
        <p:spPr>
          <a:xfrm flipV="1">
            <a:off x="6465391" y="3807884"/>
            <a:ext cx="2306208" cy="573825"/>
          </a:xfrm>
          <a:prstGeom prst="straightConnector1">
            <a:avLst/>
          </a:prstGeom>
          <a:ln w="28575">
            <a:solidFill>
              <a:schemeClr val="accent6"/>
            </a:solidFill>
            <a:prstDash val="dash"/>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310EFAC1-DC4C-4770-B44A-73755690DADF}"/>
              </a:ext>
            </a:extLst>
          </p:cNvPr>
          <p:cNvSpPr txBox="1"/>
          <p:nvPr/>
        </p:nvSpPr>
        <p:spPr>
          <a:xfrm>
            <a:off x="6817088" y="3856413"/>
            <a:ext cx="1223172" cy="276999"/>
          </a:xfrm>
          <a:prstGeom prst="rect">
            <a:avLst/>
          </a:prstGeom>
          <a:noFill/>
        </p:spPr>
        <p:txBody>
          <a:bodyPr wrap="square" rtlCol="0">
            <a:spAutoFit/>
          </a:bodyPr>
          <a:lstStyle/>
          <a:p>
            <a:pPr algn="ctr"/>
            <a:r>
              <a:rPr lang="ja-JP" altLang="en-US" sz="1200"/>
              <a:t>データ取得</a:t>
            </a:r>
          </a:p>
        </p:txBody>
      </p:sp>
      <p:sp>
        <p:nvSpPr>
          <p:cNvPr id="57" name="テキスト ボックス 56">
            <a:extLst>
              <a:ext uri="{FF2B5EF4-FFF2-40B4-BE49-F238E27FC236}">
                <a16:creationId xmlns:a16="http://schemas.microsoft.com/office/drawing/2014/main" id="{310EFAC1-DC4C-4770-B44A-73755690DADF}"/>
              </a:ext>
            </a:extLst>
          </p:cNvPr>
          <p:cNvSpPr txBox="1"/>
          <p:nvPr/>
        </p:nvSpPr>
        <p:spPr>
          <a:xfrm>
            <a:off x="1563044" y="5764910"/>
            <a:ext cx="1223172" cy="276999"/>
          </a:xfrm>
          <a:prstGeom prst="rect">
            <a:avLst/>
          </a:prstGeom>
          <a:noFill/>
        </p:spPr>
        <p:txBody>
          <a:bodyPr wrap="square" rtlCol="0">
            <a:spAutoFit/>
          </a:bodyPr>
          <a:lstStyle/>
          <a:p>
            <a:pPr algn="ctr"/>
            <a:r>
              <a:rPr lang="ja-JP" altLang="en-US" sz="1200"/>
              <a:t>注文機能</a:t>
            </a:r>
          </a:p>
        </p:txBody>
      </p:sp>
      <p:cxnSp>
        <p:nvCxnSpPr>
          <p:cNvPr id="58" name="直線矢印コネクタ 57">
            <a:extLst>
              <a:ext uri="{FF2B5EF4-FFF2-40B4-BE49-F238E27FC236}">
                <a16:creationId xmlns:a16="http://schemas.microsoft.com/office/drawing/2014/main" id="{38451F75-B27E-4B1B-BC01-873D72B60184}"/>
              </a:ext>
            </a:extLst>
          </p:cNvPr>
          <p:cNvCxnSpPr>
            <a:cxnSpLocks/>
          </p:cNvCxnSpPr>
          <p:nvPr/>
        </p:nvCxnSpPr>
        <p:spPr>
          <a:xfrm>
            <a:off x="2746538" y="5482788"/>
            <a:ext cx="2059433" cy="0"/>
          </a:xfrm>
          <a:prstGeom prst="straightConnector1">
            <a:avLst/>
          </a:prstGeom>
          <a:ln w="28575">
            <a:solidFill>
              <a:srgbClr val="7030A0"/>
            </a:solidFill>
            <a:prstDash val="solid"/>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38451F75-B27E-4B1B-BC01-873D72B60184}"/>
              </a:ext>
            </a:extLst>
          </p:cNvPr>
          <p:cNvCxnSpPr>
            <a:cxnSpLocks/>
          </p:cNvCxnSpPr>
          <p:nvPr/>
        </p:nvCxnSpPr>
        <p:spPr>
          <a:xfrm flipV="1">
            <a:off x="6504211" y="4593763"/>
            <a:ext cx="2309600" cy="710089"/>
          </a:xfrm>
          <a:prstGeom prst="straightConnector1">
            <a:avLst/>
          </a:prstGeom>
          <a:ln w="28575">
            <a:solidFill>
              <a:srgbClr val="7030A0"/>
            </a:solidFill>
            <a:prstDash val="dash"/>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310EFAC1-DC4C-4770-B44A-73755690DADF}"/>
              </a:ext>
            </a:extLst>
          </p:cNvPr>
          <p:cNvSpPr txBox="1"/>
          <p:nvPr/>
        </p:nvSpPr>
        <p:spPr>
          <a:xfrm>
            <a:off x="6817088" y="4631019"/>
            <a:ext cx="1223172" cy="276999"/>
          </a:xfrm>
          <a:prstGeom prst="rect">
            <a:avLst/>
          </a:prstGeom>
          <a:noFill/>
        </p:spPr>
        <p:txBody>
          <a:bodyPr wrap="square" rtlCol="0">
            <a:spAutoFit/>
          </a:bodyPr>
          <a:lstStyle/>
          <a:p>
            <a:pPr algn="ctr"/>
            <a:r>
              <a:rPr lang="ja-JP" altLang="en-US" sz="1200"/>
              <a:t>データ更新</a:t>
            </a:r>
          </a:p>
        </p:txBody>
      </p:sp>
      <p:cxnSp>
        <p:nvCxnSpPr>
          <p:cNvPr id="64" name="直線矢印コネクタ 63">
            <a:extLst>
              <a:ext uri="{FF2B5EF4-FFF2-40B4-BE49-F238E27FC236}">
                <a16:creationId xmlns:a16="http://schemas.microsoft.com/office/drawing/2014/main" id="{38451F75-B27E-4B1B-BC01-873D72B60184}"/>
              </a:ext>
            </a:extLst>
          </p:cNvPr>
          <p:cNvCxnSpPr>
            <a:cxnSpLocks/>
          </p:cNvCxnSpPr>
          <p:nvPr/>
        </p:nvCxnSpPr>
        <p:spPr>
          <a:xfrm flipV="1">
            <a:off x="6504211" y="5401292"/>
            <a:ext cx="2309600" cy="26173"/>
          </a:xfrm>
          <a:prstGeom prst="straightConnector1">
            <a:avLst/>
          </a:prstGeom>
          <a:ln w="28575">
            <a:solidFill>
              <a:srgbClr val="7030A0"/>
            </a:solidFill>
            <a:prstDash val="dash"/>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310EFAC1-DC4C-4770-B44A-73755690DADF}"/>
              </a:ext>
            </a:extLst>
          </p:cNvPr>
          <p:cNvSpPr txBox="1"/>
          <p:nvPr/>
        </p:nvSpPr>
        <p:spPr>
          <a:xfrm>
            <a:off x="6817088" y="5121611"/>
            <a:ext cx="1223172" cy="276999"/>
          </a:xfrm>
          <a:prstGeom prst="rect">
            <a:avLst/>
          </a:prstGeom>
          <a:noFill/>
        </p:spPr>
        <p:txBody>
          <a:bodyPr wrap="square" rtlCol="0">
            <a:spAutoFit/>
          </a:bodyPr>
          <a:lstStyle/>
          <a:p>
            <a:pPr algn="ctr"/>
            <a:r>
              <a:rPr lang="ja-JP" altLang="en-US" sz="1200"/>
              <a:t>データ登録</a:t>
            </a:r>
          </a:p>
        </p:txBody>
      </p:sp>
      <p:sp>
        <p:nvSpPr>
          <p:cNvPr id="68" name="テキスト ボックス 67">
            <a:extLst>
              <a:ext uri="{FF2B5EF4-FFF2-40B4-BE49-F238E27FC236}">
                <a16:creationId xmlns:a16="http://schemas.microsoft.com/office/drawing/2014/main" id="{310EFAC1-DC4C-4770-B44A-73755690DADF}"/>
              </a:ext>
            </a:extLst>
          </p:cNvPr>
          <p:cNvSpPr txBox="1"/>
          <p:nvPr/>
        </p:nvSpPr>
        <p:spPr>
          <a:xfrm>
            <a:off x="3187294" y="5205789"/>
            <a:ext cx="1501114" cy="276999"/>
          </a:xfrm>
          <a:prstGeom prst="rect">
            <a:avLst/>
          </a:prstGeom>
          <a:noFill/>
        </p:spPr>
        <p:txBody>
          <a:bodyPr wrap="square" rtlCol="0">
            <a:spAutoFit/>
          </a:bodyPr>
          <a:lstStyle/>
          <a:p>
            <a:pPr algn="ctr"/>
            <a:r>
              <a:rPr lang="ja-JP" altLang="en-US" sz="1200"/>
              <a:t>対象商品、個数等</a:t>
            </a:r>
          </a:p>
        </p:txBody>
      </p:sp>
      <p:sp>
        <p:nvSpPr>
          <p:cNvPr id="79" name="角丸四角形 78"/>
          <p:cNvSpPr/>
          <p:nvPr/>
        </p:nvSpPr>
        <p:spPr>
          <a:xfrm>
            <a:off x="8658450" y="2032402"/>
            <a:ext cx="1784684" cy="3957539"/>
          </a:xfrm>
          <a:prstGeom prst="roundRect">
            <a:avLst>
              <a:gd name="adj" fmla="val 8486"/>
            </a:avLst>
          </a:prstGeom>
          <a:noFill/>
          <a:ln w="19050" cmpd="thinThick">
            <a:solidFill>
              <a:schemeClr val="accent1"/>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80" name="テキスト ボックス 79">
            <a:extLst>
              <a:ext uri="{FF2B5EF4-FFF2-40B4-BE49-F238E27FC236}">
                <a16:creationId xmlns:a16="http://schemas.microsoft.com/office/drawing/2014/main" id="{FC37C06F-AB5F-493F-AA89-4CBE1F9819E0}"/>
              </a:ext>
            </a:extLst>
          </p:cNvPr>
          <p:cNvSpPr txBox="1"/>
          <p:nvPr/>
        </p:nvSpPr>
        <p:spPr>
          <a:xfrm>
            <a:off x="8346574" y="1676579"/>
            <a:ext cx="1500167" cy="338554"/>
          </a:xfrm>
          <a:prstGeom prst="rect">
            <a:avLst/>
          </a:prstGeom>
          <a:noFill/>
        </p:spPr>
        <p:txBody>
          <a:bodyPr wrap="square" rtlCol="0">
            <a:spAutoFit/>
          </a:bodyPr>
          <a:lstStyle/>
          <a:p>
            <a:pPr algn="ctr"/>
            <a:r>
              <a:rPr lang="ja-JP" altLang="en-US" sz="1600">
                <a:solidFill>
                  <a:srgbClr val="0F0634"/>
                </a:solidFill>
              </a:rPr>
              <a:t>データベース</a:t>
            </a:r>
          </a:p>
        </p:txBody>
      </p:sp>
      <p:sp>
        <p:nvSpPr>
          <p:cNvPr id="93" name="楕円 92"/>
          <p:cNvSpPr/>
          <p:nvPr/>
        </p:nvSpPr>
        <p:spPr>
          <a:xfrm>
            <a:off x="6787085" y="1760342"/>
            <a:ext cx="1283179" cy="4631749"/>
          </a:xfrm>
          <a:prstGeom prst="ellipse">
            <a:avLst/>
          </a:prstGeom>
          <a:noFill/>
          <a:ln w="19050" cmpd="thinThick">
            <a:solidFill>
              <a:srgbClr val="FF7A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6" name="フローチャート: 磁気ディスク 5">
            <a:extLst>
              <a:ext uri="{FF2B5EF4-FFF2-40B4-BE49-F238E27FC236}">
                <a16:creationId xmlns:a16="http://schemas.microsoft.com/office/drawing/2014/main" id="{21E00033-4DF1-DC8E-8653-9B561D9B7148}"/>
              </a:ext>
            </a:extLst>
          </p:cNvPr>
          <p:cNvSpPr/>
          <p:nvPr/>
        </p:nvSpPr>
        <p:spPr>
          <a:xfrm>
            <a:off x="9761645" y="1760342"/>
            <a:ext cx="793943" cy="563646"/>
          </a:xfrm>
          <a:prstGeom prst="flowChartMagneticDisk">
            <a:avLst/>
          </a:prstGeom>
          <a:solidFill>
            <a:srgbClr val="FFE1C5"/>
          </a:solidFill>
          <a:ln>
            <a:tailEnd type="none" w="lg" len="lg"/>
          </a:ln>
          <a:effectLst/>
        </p:spPr>
        <p:style>
          <a:lnRef idx="1">
            <a:schemeClr val="accent1"/>
          </a:lnRef>
          <a:fillRef idx="2">
            <a:schemeClr val="accent1"/>
          </a:fillRef>
          <a:effectRef idx="1">
            <a:schemeClr val="accent1"/>
          </a:effectRef>
          <a:fontRef idx="minor">
            <a:schemeClr val="dk1"/>
          </a:fontRef>
        </p:style>
        <p:txBody>
          <a:bodyPr lIns="24000" tIns="24000" rIns="24000" bIns="24000" rtlCol="0" anchor="ctr"/>
          <a:lstStyle/>
          <a:p>
            <a:pPr algn="ctr"/>
            <a:endParaRPr lang="ja-JP" altLang="en-US" sz="1333">
              <a:solidFill>
                <a:srgbClr val="0F0634"/>
              </a:solidFill>
            </a:endParaRPr>
          </a:p>
        </p:txBody>
      </p:sp>
      <p:sp>
        <p:nvSpPr>
          <p:cNvPr id="10" name="フローチャート: 処理 9">
            <a:extLst>
              <a:ext uri="{FF2B5EF4-FFF2-40B4-BE49-F238E27FC236}">
                <a16:creationId xmlns:a16="http://schemas.microsoft.com/office/drawing/2014/main" id="{601D7A22-75AE-1EA1-F402-2628913EF045}"/>
              </a:ext>
            </a:extLst>
          </p:cNvPr>
          <p:cNvSpPr/>
          <p:nvPr/>
        </p:nvSpPr>
        <p:spPr>
          <a:xfrm>
            <a:off x="4915057" y="2032403"/>
            <a:ext cx="1434768" cy="3957539"/>
          </a:xfrm>
          <a:prstGeom prst="flowChartProcess">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solidFill>
                  <a:schemeClr val="tx1">
                    <a:lumMod val="65000"/>
                    <a:lumOff val="35000"/>
                  </a:schemeClr>
                </a:solidFill>
              </a:rPr>
              <a:t>サーバー</a:t>
            </a:r>
            <a:endParaRPr lang="en-US" altLang="ja-JP" sz="1400">
              <a:solidFill>
                <a:schemeClr val="tx1">
                  <a:lumMod val="65000"/>
                  <a:lumOff val="35000"/>
                </a:schemeClr>
              </a:solidFill>
            </a:endParaRPr>
          </a:p>
          <a:p>
            <a:pPr algn="ctr"/>
            <a:r>
              <a:rPr kumimoji="1" lang="en-US" altLang="ja-JP" sz="1400">
                <a:solidFill>
                  <a:schemeClr val="tx1">
                    <a:lumMod val="65000"/>
                    <a:lumOff val="35000"/>
                  </a:schemeClr>
                </a:solidFill>
              </a:rPr>
              <a:t>(</a:t>
            </a:r>
            <a:r>
              <a:rPr kumimoji="1" lang="ja-JP" altLang="en-US" sz="1400">
                <a:solidFill>
                  <a:schemeClr val="tx1">
                    <a:lumMod val="65000"/>
                    <a:lumOff val="35000"/>
                  </a:schemeClr>
                </a:solidFill>
              </a:rPr>
              <a:t>アプリケーション</a:t>
            </a:r>
            <a:r>
              <a:rPr kumimoji="1" lang="en-US" altLang="ja-JP" sz="1400">
                <a:solidFill>
                  <a:schemeClr val="tx1">
                    <a:lumMod val="65000"/>
                    <a:lumOff val="35000"/>
                  </a:schemeClr>
                </a:solidFill>
              </a:rPr>
              <a:t>)</a:t>
            </a:r>
          </a:p>
        </p:txBody>
      </p:sp>
      <p:pic>
        <p:nvPicPr>
          <p:cNvPr id="14" name="グラフィックス 13" descr="ノート PC 単色塗りつぶし">
            <a:extLst>
              <a:ext uri="{FF2B5EF4-FFF2-40B4-BE49-F238E27FC236}">
                <a16:creationId xmlns:a16="http://schemas.microsoft.com/office/drawing/2014/main" id="{F12900B9-0A0B-50C3-A67A-1B55AE4359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7430" y="2099606"/>
            <a:ext cx="914400" cy="914400"/>
          </a:xfrm>
          <a:prstGeom prst="rect">
            <a:avLst/>
          </a:prstGeom>
        </p:spPr>
      </p:pic>
      <p:pic>
        <p:nvPicPr>
          <p:cNvPr id="20" name="グラフィックス 19" descr="ノート PC 単色塗りつぶし">
            <a:extLst>
              <a:ext uri="{FF2B5EF4-FFF2-40B4-BE49-F238E27FC236}">
                <a16:creationId xmlns:a16="http://schemas.microsoft.com/office/drawing/2014/main" id="{824DA4CE-3159-7D74-C048-5B8BDB5ADB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7430" y="3085197"/>
            <a:ext cx="914400" cy="914400"/>
          </a:xfrm>
          <a:prstGeom prst="rect">
            <a:avLst/>
          </a:prstGeom>
        </p:spPr>
      </p:pic>
      <p:pic>
        <p:nvPicPr>
          <p:cNvPr id="26" name="グラフィックス 25" descr="ノート PC 単色塗りつぶし">
            <a:extLst>
              <a:ext uri="{FF2B5EF4-FFF2-40B4-BE49-F238E27FC236}">
                <a16:creationId xmlns:a16="http://schemas.microsoft.com/office/drawing/2014/main" id="{28242FEE-A1C6-1CB4-FA8A-D1108B8BCA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7430" y="4041505"/>
            <a:ext cx="914400" cy="914400"/>
          </a:xfrm>
          <a:prstGeom prst="rect">
            <a:avLst/>
          </a:prstGeom>
        </p:spPr>
      </p:pic>
      <p:pic>
        <p:nvPicPr>
          <p:cNvPr id="27" name="グラフィックス 26" descr="ノート PC 単色塗りつぶし">
            <a:extLst>
              <a:ext uri="{FF2B5EF4-FFF2-40B4-BE49-F238E27FC236}">
                <a16:creationId xmlns:a16="http://schemas.microsoft.com/office/drawing/2014/main" id="{DA89ECD4-9D94-D891-1A78-89FB85799B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7430" y="5050938"/>
            <a:ext cx="914400" cy="914400"/>
          </a:xfrm>
          <a:prstGeom prst="rect">
            <a:avLst/>
          </a:prstGeom>
        </p:spPr>
      </p:pic>
      <p:sp>
        <p:nvSpPr>
          <p:cNvPr id="28" name="テキスト ボックス 27">
            <a:extLst>
              <a:ext uri="{FF2B5EF4-FFF2-40B4-BE49-F238E27FC236}">
                <a16:creationId xmlns:a16="http://schemas.microsoft.com/office/drawing/2014/main" id="{FA4C2156-8F56-0746-72B7-D2543A2D936C}"/>
              </a:ext>
            </a:extLst>
          </p:cNvPr>
          <p:cNvSpPr txBox="1"/>
          <p:nvPr/>
        </p:nvSpPr>
        <p:spPr>
          <a:xfrm>
            <a:off x="8714683" y="2263199"/>
            <a:ext cx="927613" cy="307777"/>
          </a:xfrm>
          <a:prstGeom prst="rect">
            <a:avLst/>
          </a:prstGeom>
          <a:noFill/>
        </p:spPr>
        <p:txBody>
          <a:bodyPr wrap="square" rtlCol="0">
            <a:spAutoFit/>
          </a:bodyPr>
          <a:lstStyle/>
          <a:p>
            <a:pPr algn="ctr"/>
            <a:r>
              <a:rPr lang="ja-JP" altLang="en-US" sz="1400">
                <a:solidFill>
                  <a:srgbClr val="0F0634"/>
                </a:solidFill>
              </a:rPr>
              <a:t>テーブル</a:t>
            </a:r>
          </a:p>
        </p:txBody>
      </p:sp>
      <p:sp>
        <p:nvSpPr>
          <p:cNvPr id="29" name="テキスト ボックス 28">
            <a:extLst>
              <a:ext uri="{FF2B5EF4-FFF2-40B4-BE49-F238E27FC236}">
                <a16:creationId xmlns:a16="http://schemas.microsoft.com/office/drawing/2014/main" id="{56B63520-B087-79D4-8505-27961DFDB91E}"/>
              </a:ext>
            </a:extLst>
          </p:cNvPr>
          <p:cNvSpPr txBox="1"/>
          <p:nvPr/>
        </p:nvSpPr>
        <p:spPr>
          <a:xfrm>
            <a:off x="8714683" y="3121412"/>
            <a:ext cx="927613" cy="307777"/>
          </a:xfrm>
          <a:prstGeom prst="rect">
            <a:avLst/>
          </a:prstGeom>
          <a:noFill/>
        </p:spPr>
        <p:txBody>
          <a:bodyPr wrap="square" rtlCol="0">
            <a:spAutoFit/>
          </a:bodyPr>
          <a:lstStyle/>
          <a:p>
            <a:pPr algn="ctr"/>
            <a:r>
              <a:rPr lang="ja-JP" altLang="en-US" sz="1400">
                <a:solidFill>
                  <a:srgbClr val="0F0634"/>
                </a:solidFill>
              </a:rPr>
              <a:t>テーブル</a:t>
            </a:r>
          </a:p>
        </p:txBody>
      </p:sp>
      <p:sp>
        <p:nvSpPr>
          <p:cNvPr id="35" name="テキスト ボックス 34">
            <a:extLst>
              <a:ext uri="{FF2B5EF4-FFF2-40B4-BE49-F238E27FC236}">
                <a16:creationId xmlns:a16="http://schemas.microsoft.com/office/drawing/2014/main" id="{AAAEAA4C-DE14-5D99-5773-4BCCE78A1064}"/>
              </a:ext>
            </a:extLst>
          </p:cNvPr>
          <p:cNvSpPr txBox="1"/>
          <p:nvPr/>
        </p:nvSpPr>
        <p:spPr>
          <a:xfrm>
            <a:off x="8714683" y="4041505"/>
            <a:ext cx="927613" cy="307777"/>
          </a:xfrm>
          <a:prstGeom prst="rect">
            <a:avLst/>
          </a:prstGeom>
          <a:noFill/>
        </p:spPr>
        <p:txBody>
          <a:bodyPr wrap="square" rtlCol="0">
            <a:spAutoFit/>
          </a:bodyPr>
          <a:lstStyle/>
          <a:p>
            <a:pPr algn="ctr"/>
            <a:r>
              <a:rPr lang="ja-JP" altLang="en-US" sz="1400">
                <a:solidFill>
                  <a:srgbClr val="0F0634"/>
                </a:solidFill>
              </a:rPr>
              <a:t>テーブル</a:t>
            </a:r>
          </a:p>
        </p:txBody>
      </p:sp>
      <p:sp>
        <p:nvSpPr>
          <p:cNvPr id="37" name="テキスト ボックス 36">
            <a:extLst>
              <a:ext uri="{FF2B5EF4-FFF2-40B4-BE49-F238E27FC236}">
                <a16:creationId xmlns:a16="http://schemas.microsoft.com/office/drawing/2014/main" id="{BE6C499A-3E02-CFFC-E107-D1B995324AAC}"/>
              </a:ext>
            </a:extLst>
          </p:cNvPr>
          <p:cNvSpPr txBox="1"/>
          <p:nvPr/>
        </p:nvSpPr>
        <p:spPr>
          <a:xfrm>
            <a:off x="8714683" y="4905495"/>
            <a:ext cx="927613" cy="307777"/>
          </a:xfrm>
          <a:prstGeom prst="rect">
            <a:avLst/>
          </a:prstGeom>
          <a:noFill/>
        </p:spPr>
        <p:txBody>
          <a:bodyPr wrap="square" rtlCol="0">
            <a:spAutoFit/>
          </a:bodyPr>
          <a:lstStyle/>
          <a:p>
            <a:pPr algn="ctr"/>
            <a:r>
              <a:rPr lang="ja-JP" altLang="en-US" sz="1400">
                <a:solidFill>
                  <a:srgbClr val="0F0634"/>
                </a:solidFill>
              </a:rPr>
              <a:t>テーブル</a:t>
            </a:r>
          </a:p>
        </p:txBody>
      </p:sp>
      <p:pic>
        <p:nvPicPr>
          <p:cNvPr id="39" name="グラフィックス 38" descr="プログラマー男性 単色塗りつぶし">
            <a:extLst>
              <a:ext uri="{FF2B5EF4-FFF2-40B4-BE49-F238E27FC236}">
                <a16:creationId xmlns:a16="http://schemas.microsoft.com/office/drawing/2014/main" id="{A72953B6-3F19-5CF6-0F40-0E6042B3D8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306" y="1676579"/>
            <a:ext cx="914400" cy="914400"/>
          </a:xfrm>
          <a:prstGeom prst="rect">
            <a:avLst/>
          </a:prstGeom>
        </p:spPr>
      </p:pic>
      <p:sp>
        <p:nvSpPr>
          <p:cNvPr id="41" name="吹き出し: 角を丸めた四角形 40">
            <a:extLst>
              <a:ext uri="{FF2B5EF4-FFF2-40B4-BE49-F238E27FC236}">
                <a16:creationId xmlns:a16="http://schemas.microsoft.com/office/drawing/2014/main" id="{98649E04-450A-04E1-E51D-FDF0E95911D4}"/>
              </a:ext>
            </a:extLst>
          </p:cNvPr>
          <p:cNvSpPr/>
          <p:nvPr/>
        </p:nvSpPr>
        <p:spPr>
          <a:xfrm>
            <a:off x="7981432" y="5889880"/>
            <a:ext cx="1129128" cy="597993"/>
          </a:xfrm>
          <a:prstGeom prst="wedgeRoundRectCallout">
            <a:avLst>
              <a:gd name="adj1" fmla="val -92496"/>
              <a:gd name="adj2" fmla="val -59000"/>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600" b="1">
                <a:solidFill>
                  <a:schemeClr val="tx1"/>
                </a:solidFill>
              </a:rPr>
              <a:t>SQL</a:t>
            </a:r>
            <a:endParaRPr kumimoji="1" lang="ja-JP" altLang="en-US" sz="1600">
              <a:solidFill>
                <a:schemeClr val="tx1"/>
              </a:solidFill>
            </a:endParaRPr>
          </a:p>
        </p:txBody>
      </p:sp>
    </p:spTree>
    <p:extLst>
      <p:ext uri="{BB962C8B-B14F-4D97-AF65-F5344CB8AC3E}">
        <p14:creationId xmlns:p14="http://schemas.microsoft.com/office/powerpoint/2010/main" val="1477312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par>
                                <p:cTn id="25" presetID="10"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500"/>
                                        <p:tgtEl>
                                          <p:spTgt spid="47"/>
                                        </p:tgtEl>
                                      </p:cBhvr>
                                    </p:animEffect>
                                  </p:childTnLst>
                                </p:cTn>
                              </p:par>
                              <p:par>
                                <p:cTn id="36" presetID="10" presetClass="entr" presetSubtype="0" fill="hold"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fade">
                                      <p:cBhvr>
                                        <p:cTn id="49" dur="500"/>
                                        <p:tgtEl>
                                          <p:spTgt spid="5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fade">
                                      <p:cBhvr>
                                        <p:cTn id="52" dur="500"/>
                                        <p:tgtEl>
                                          <p:spTgt spid="68"/>
                                        </p:tgtEl>
                                      </p:cBhvr>
                                    </p:animEffect>
                                  </p:childTnLst>
                                </p:cTn>
                              </p:par>
                              <p:par>
                                <p:cTn id="53" presetID="10"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animEffect transition="in" filter="fade">
                                      <p:cBhvr>
                                        <p:cTn id="55" dur="500"/>
                                        <p:tgtEl>
                                          <p:spTgt spid="60"/>
                                        </p:tgtEl>
                                      </p:cBhvr>
                                    </p:animEffect>
                                  </p:childTnLst>
                                </p:cTn>
                              </p:par>
                              <p:par>
                                <p:cTn id="56" presetID="10" presetClass="entr" presetSubtype="0" fill="hold" nodeType="with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fade">
                                      <p:cBhvr>
                                        <p:cTn id="58" dur="500"/>
                                        <p:tgtEl>
                                          <p:spTgt spid="6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500"/>
                                        <p:tgtEl>
                                          <p:spTgt spid="6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7"/>
                                        </p:tgtEl>
                                        <p:attrNameLst>
                                          <p:attrName>style.visibility</p:attrName>
                                        </p:attrNameLst>
                                      </p:cBhvr>
                                      <p:to>
                                        <p:strVal val="visible"/>
                                      </p:to>
                                    </p:set>
                                    <p:animEffect transition="in" filter="fade">
                                      <p:cBhvr>
                                        <p:cTn id="64" dur="500"/>
                                        <p:tgtEl>
                                          <p:spTgt spid="67"/>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3"/>
                                        </p:tgtEl>
                                        <p:attrNameLst>
                                          <p:attrName>style.visibility</p:attrName>
                                        </p:attrNameLst>
                                      </p:cBhvr>
                                      <p:to>
                                        <p:strVal val="visible"/>
                                      </p:to>
                                    </p:set>
                                  </p:childTnLst>
                                </p:cTn>
                              </p:par>
                              <p:par>
                                <p:cTn id="69" presetID="10"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p:bldP spid="36" grpId="0"/>
      <p:bldP spid="42" grpId="0"/>
      <p:bldP spid="47" grpId="0"/>
      <p:bldP spid="52" grpId="0"/>
      <p:bldP spid="63" grpId="0"/>
      <p:bldP spid="67" grpId="0"/>
      <p:bldP spid="68" grpId="0"/>
      <p:bldP spid="93" grpId="0" animBg="1"/>
      <p:bldP spid="4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テキスト プレースホルダー 23"/>
          <p:cNvSpPr>
            <a:spLocks noGrp="1"/>
          </p:cNvSpPr>
          <p:nvPr>
            <p:ph sz="quarter" idx="10"/>
          </p:nvPr>
        </p:nvSpPr>
        <p:spPr/>
        <p:txBody>
          <a:bodyPr/>
          <a:lstStyle/>
          <a:p>
            <a:r>
              <a:rPr kumimoji="1" lang="ja-JP" altLang="en-US"/>
              <a:t>データを保存しておくための場所、</a:t>
            </a:r>
            <a:r>
              <a:rPr kumimoji="1" lang="en-US" altLang="ja-JP"/>
              <a:t>Excel</a:t>
            </a:r>
            <a:r>
              <a:rPr kumimoji="1" lang="ja-JP" altLang="en-US"/>
              <a:t>でいうシートが「テーブル」である。</a:t>
            </a:r>
            <a:endParaRPr kumimoji="1" lang="en-US" altLang="ja-JP"/>
          </a:p>
          <a:p>
            <a:pPr marL="381019" indent="-381019">
              <a:buFont typeface="Wingdings" panose="05000000000000000000" pitchFamily="2" charset="2"/>
              <a:buChar char="p"/>
            </a:pPr>
            <a:endParaRPr kumimoji="1" lang="en-US" altLang="ja-JP"/>
          </a:p>
        </p:txBody>
      </p:sp>
      <p:pic>
        <p:nvPicPr>
          <p:cNvPr id="14" name="図 13">
            <a:extLst>
              <a:ext uri="{FF2B5EF4-FFF2-40B4-BE49-F238E27FC236}">
                <a16:creationId xmlns:a16="http://schemas.microsoft.com/office/drawing/2014/main" id="{F6560CA8-9C6F-B281-1249-ED8A9A44B306}"/>
              </a:ext>
            </a:extLst>
          </p:cNvPr>
          <p:cNvPicPr>
            <a:picLocks noChangeAspect="1"/>
          </p:cNvPicPr>
          <p:nvPr/>
        </p:nvPicPr>
        <p:blipFill>
          <a:blip r:embed="rId2"/>
          <a:stretch>
            <a:fillRect/>
          </a:stretch>
        </p:blipFill>
        <p:spPr>
          <a:xfrm>
            <a:off x="497511" y="1800312"/>
            <a:ext cx="7220958" cy="2524477"/>
          </a:xfrm>
          <a:prstGeom prst="rect">
            <a:avLst/>
          </a:prstGeom>
        </p:spPr>
      </p:pic>
      <p:sp>
        <p:nvSpPr>
          <p:cNvPr id="23" name="タイトル 22"/>
          <p:cNvSpPr>
            <a:spLocks noGrp="1"/>
          </p:cNvSpPr>
          <p:nvPr>
            <p:ph type="title"/>
          </p:nvPr>
        </p:nvSpPr>
        <p:spPr/>
        <p:txBody>
          <a:bodyPr/>
          <a:lstStyle/>
          <a:p>
            <a:r>
              <a:rPr kumimoji="1" lang="en-US" altLang="ja-JP"/>
              <a:t>2.1.</a:t>
            </a:r>
            <a:r>
              <a:rPr kumimoji="1" lang="ja-JP" altLang="en-US"/>
              <a:t>テーブル</a:t>
            </a:r>
          </a:p>
        </p:txBody>
      </p:sp>
      <p:sp>
        <p:nvSpPr>
          <p:cNvPr id="3" name="角丸四角形 2"/>
          <p:cNvSpPr/>
          <p:nvPr/>
        </p:nvSpPr>
        <p:spPr>
          <a:xfrm>
            <a:off x="2901366" y="2068695"/>
            <a:ext cx="1525216" cy="2428388"/>
          </a:xfrm>
          <a:prstGeom prst="roundRect">
            <a:avLst/>
          </a:prstGeom>
          <a:noFill/>
          <a:ln w="50800" cmpd="sng">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4" name="正方形/長方形 3"/>
          <p:cNvSpPr/>
          <p:nvPr/>
        </p:nvSpPr>
        <p:spPr>
          <a:xfrm>
            <a:off x="2608471" y="4454851"/>
            <a:ext cx="4695522" cy="545797"/>
          </a:xfrm>
          <a:prstGeom prst="rect">
            <a:avLst/>
          </a:prstGeom>
          <a:no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67" b="1">
                <a:solidFill>
                  <a:srgbClr val="FF0000"/>
                </a:solidFill>
                <a:latin typeface="+mn-ea"/>
              </a:rPr>
              <a:t>カラム</a:t>
            </a:r>
            <a:r>
              <a:rPr lang="ja-JP" altLang="en-US" sz="1867">
                <a:solidFill>
                  <a:schemeClr val="tx1"/>
                </a:solidFill>
                <a:latin typeface="+mn-ea"/>
              </a:rPr>
              <a:t>・・・</a:t>
            </a:r>
            <a:r>
              <a:rPr lang="en-US" altLang="ja-JP" sz="1867">
                <a:solidFill>
                  <a:schemeClr val="tx1"/>
                </a:solidFill>
                <a:latin typeface="+mn-ea"/>
              </a:rPr>
              <a:t>Excel</a:t>
            </a:r>
            <a:r>
              <a:rPr lang="ja-JP" altLang="en-US" sz="1867">
                <a:solidFill>
                  <a:schemeClr val="tx1"/>
                </a:solidFill>
                <a:latin typeface="+mn-ea"/>
              </a:rPr>
              <a:t>でいう列を「</a:t>
            </a:r>
            <a:r>
              <a:rPr lang="ja-JP" altLang="en-US" sz="1867">
                <a:solidFill>
                  <a:srgbClr val="FF0000"/>
                </a:solidFill>
                <a:latin typeface="+mn-ea"/>
              </a:rPr>
              <a:t>カラム</a:t>
            </a:r>
            <a:r>
              <a:rPr lang="ja-JP" altLang="en-US" sz="1867">
                <a:solidFill>
                  <a:schemeClr val="tx1"/>
                </a:solidFill>
                <a:latin typeface="+mn-ea"/>
              </a:rPr>
              <a:t>」という</a:t>
            </a:r>
          </a:p>
        </p:txBody>
      </p:sp>
      <p:sp>
        <p:nvSpPr>
          <p:cNvPr id="9" name="角丸四角形 8"/>
          <p:cNvSpPr/>
          <p:nvPr/>
        </p:nvSpPr>
        <p:spPr>
          <a:xfrm>
            <a:off x="757308" y="3195901"/>
            <a:ext cx="6895316" cy="383116"/>
          </a:xfrm>
          <a:prstGeom prst="roundRect">
            <a:avLst/>
          </a:prstGeom>
          <a:noFill/>
          <a:ln w="50800" cmpd="sng">
            <a:solidFill>
              <a:srgbClr val="3333FF"/>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10" name="正方形/長方形 9"/>
          <p:cNvSpPr/>
          <p:nvPr/>
        </p:nvSpPr>
        <p:spPr>
          <a:xfrm>
            <a:off x="7718469" y="3114560"/>
            <a:ext cx="4395383" cy="545797"/>
          </a:xfrm>
          <a:prstGeom prst="rect">
            <a:avLst/>
          </a:prstGeom>
          <a:no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67" b="1">
                <a:solidFill>
                  <a:srgbClr val="3333FF"/>
                </a:solidFill>
                <a:latin typeface="+mn-ea"/>
              </a:rPr>
              <a:t>レコード</a:t>
            </a:r>
            <a:r>
              <a:rPr lang="ja-JP" altLang="en-US" sz="1867">
                <a:solidFill>
                  <a:schemeClr val="tx1"/>
                </a:solidFill>
                <a:latin typeface="+mn-ea"/>
              </a:rPr>
              <a:t>・・・</a:t>
            </a:r>
            <a:r>
              <a:rPr lang="en-US" altLang="ja-JP" sz="1867">
                <a:solidFill>
                  <a:schemeClr val="tx1"/>
                </a:solidFill>
                <a:latin typeface="+mn-ea"/>
              </a:rPr>
              <a:t>Excel</a:t>
            </a:r>
            <a:r>
              <a:rPr lang="ja-JP" altLang="en-US" sz="1867">
                <a:solidFill>
                  <a:schemeClr val="tx1"/>
                </a:solidFill>
                <a:latin typeface="+mn-ea"/>
              </a:rPr>
              <a:t>でいう行を「</a:t>
            </a:r>
            <a:r>
              <a:rPr lang="ja-JP" altLang="en-US" sz="1867">
                <a:solidFill>
                  <a:srgbClr val="3333FF"/>
                </a:solidFill>
                <a:latin typeface="+mn-ea"/>
              </a:rPr>
              <a:t>レコード</a:t>
            </a:r>
            <a:r>
              <a:rPr lang="ja-JP" altLang="en-US" sz="1867">
                <a:solidFill>
                  <a:schemeClr val="tx1"/>
                </a:solidFill>
                <a:latin typeface="+mn-ea"/>
              </a:rPr>
              <a:t>」と呼ぶ</a:t>
            </a:r>
          </a:p>
        </p:txBody>
      </p:sp>
      <p:sp>
        <p:nvSpPr>
          <p:cNvPr id="11" name="角丸四角形 10"/>
          <p:cNvSpPr/>
          <p:nvPr/>
        </p:nvSpPr>
        <p:spPr>
          <a:xfrm>
            <a:off x="6641931" y="3948122"/>
            <a:ext cx="1140126" cy="383115"/>
          </a:xfrm>
          <a:prstGeom prst="roundRect">
            <a:avLst/>
          </a:prstGeom>
          <a:noFill/>
          <a:ln w="50800" cmpd="sng">
            <a:solidFill>
              <a:srgbClr val="00B05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12" name="正方形/長方形 11"/>
          <p:cNvSpPr/>
          <p:nvPr/>
        </p:nvSpPr>
        <p:spPr>
          <a:xfrm>
            <a:off x="6866303" y="4479333"/>
            <a:ext cx="5228027" cy="545797"/>
          </a:xfrm>
          <a:prstGeom prst="rect">
            <a:avLst/>
          </a:prstGeom>
          <a:no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867" b="1">
                <a:solidFill>
                  <a:srgbClr val="00B050"/>
                </a:solidFill>
                <a:latin typeface="+mn-ea"/>
              </a:rPr>
              <a:t>フィールド</a:t>
            </a:r>
            <a:r>
              <a:rPr lang="ja-JP" altLang="en-US" sz="1867">
                <a:solidFill>
                  <a:schemeClr val="tx1"/>
                </a:solidFill>
                <a:latin typeface="+mn-ea"/>
              </a:rPr>
              <a:t>・・・</a:t>
            </a:r>
            <a:r>
              <a:rPr lang="en-US" altLang="ja-JP" sz="1867">
                <a:solidFill>
                  <a:schemeClr val="tx1"/>
                </a:solidFill>
                <a:latin typeface="+mn-ea"/>
              </a:rPr>
              <a:t>Excel</a:t>
            </a:r>
            <a:r>
              <a:rPr lang="ja-JP" altLang="en-US" sz="1867">
                <a:solidFill>
                  <a:schemeClr val="tx1"/>
                </a:solidFill>
                <a:latin typeface="+mn-ea"/>
              </a:rPr>
              <a:t>でいうセルを「</a:t>
            </a:r>
            <a:r>
              <a:rPr lang="ja-JP" altLang="en-US" sz="1867">
                <a:solidFill>
                  <a:srgbClr val="00B050"/>
                </a:solidFill>
                <a:latin typeface="+mn-ea"/>
              </a:rPr>
              <a:t>フィールド</a:t>
            </a:r>
            <a:r>
              <a:rPr lang="ja-JP" altLang="en-US" sz="1867">
                <a:solidFill>
                  <a:schemeClr val="tx1"/>
                </a:solidFill>
                <a:latin typeface="+mn-ea"/>
              </a:rPr>
              <a:t>」と呼ぶ</a:t>
            </a:r>
          </a:p>
        </p:txBody>
      </p:sp>
    </p:spTree>
    <p:extLst>
      <p:ext uri="{BB962C8B-B14F-4D97-AF65-F5344CB8AC3E}">
        <p14:creationId xmlns:p14="http://schemas.microsoft.com/office/powerpoint/2010/main" val="820515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タイトル 22"/>
          <p:cNvSpPr>
            <a:spLocks noGrp="1"/>
          </p:cNvSpPr>
          <p:nvPr>
            <p:ph type="title"/>
          </p:nvPr>
        </p:nvSpPr>
        <p:spPr/>
        <p:txBody>
          <a:bodyPr/>
          <a:lstStyle/>
          <a:p>
            <a:r>
              <a:rPr kumimoji="1" lang="en-US" altLang="ja-JP"/>
              <a:t>2.2.</a:t>
            </a:r>
            <a:r>
              <a:rPr kumimoji="1" lang="ja-JP" altLang="en-US"/>
              <a:t>データ型</a:t>
            </a:r>
          </a:p>
        </p:txBody>
      </p:sp>
      <p:sp>
        <p:nvSpPr>
          <p:cNvPr id="24" name="テキスト プレースホルダー 23"/>
          <p:cNvSpPr>
            <a:spLocks noGrp="1"/>
          </p:cNvSpPr>
          <p:nvPr>
            <p:ph sz="quarter" idx="10"/>
          </p:nvPr>
        </p:nvSpPr>
        <p:spPr/>
        <p:txBody>
          <a:bodyPr/>
          <a:lstStyle/>
          <a:p>
            <a:r>
              <a:rPr kumimoji="1" lang="ja-JP" altLang="en-US"/>
              <a:t>リレーショナルデータベースでは、複数のカラムによってテーブルが構成されており、カラムには同一形式の値が入る。</a:t>
            </a:r>
            <a:endParaRPr kumimoji="1" lang="en-US" altLang="ja-JP"/>
          </a:p>
          <a:p>
            <a:pPr marL="381019" indent="-381019">
              <a:buFont typeface="Wingdings" panose="05000000000000000000" pitchFamily="2" charset="2"/>
              <a:buChar char="p"/>
            </a:pPr>
            <a:endParaRPr kumimoji="1" lang="en-US" altLang="ja-JP"/>
          </a:p>
          <a:p>
            <a:r>
              <a:rPr lang="ja-JP" altLang="ja-JP"/>
              <a:t>この形式のことを</a:t>
            </a:r>
            <a:r>
              <a:rPr lang="ja-JP" altLang="en-US">
                <a:solidFill>
                  <a:srgbClr val="C00000"/>
                </a:solidFill>
              </a:rPr>
              <a:t>「</a:t>
            </a:r>
            <a:r>
              <a:rPr lang="ja-JP" altLang="ja-JP">
                <a:solidFill>
                  <a:srgbClr val="C00000"/>
                </a:solidFill>
              </a:rPr>
              <a:t>データ型</a:t>
            </a:r>
            <a:r>
              <a:rPr lang="ja-JP" altLang="en-US">
                <a:solidFill>
                  <a:srgbClr val="C00000"/>
                </a:solidFill>
              </a:rPr>
              <a:t>」</a:t>
            </a:r>
            <a:r>
              <a:rPr lang="ja-JP" altLang="ja-JP"/>
              <a:t>と呼び、データの</a:t>
            </a:r>
            <a:r>
              <a:rPr lang="ja-JP" altLang="ja-JP" u="sng"/>
              <a:t>性質や範囲などを定義</a:t>
            </a:r>
            <a:r>
              <a:rPr lang="ja-JP" altLang="ja-JP"/>
              <a:t>する</a:t>
            </a:r>
            <a:r>
              <a:rPr lang="ja-JP" altLang="en-US"/>
              <a:t>。</a:t>
            </a:r>
            <a:endParaRPr lang="en-US" altLang="ja-JP"/>
          </a:p>
          <a:p>
            <a:pPr marL="381019" indent="-381019">
              <a:buFont typeface="Wingdings" panose="05000000000000000000" pitchFamily="2" charset="2"/>
              <a:buChar char="p"/>
            </a:pPr>
            <a:endParaRPr lang="en-US" altLang="ja-JP"/>
          </a:p>
          <a:p>
            <a:r>
              <a:rPr lang="ja-JP" altLang="ja-JP"/>
              <a:t>データ型には主に以下のような</a:t>
            </a:r>
            <a:r>
              <a:rPr lang="ja-JP" altLang="en-US"/>
              <a:t>種類がある。</a:t>
            </a:r>
            <a:endParaRPr lang="en-US" altLang="ja-JP"/>
          </a:p>
          <a:p>
            <a:pPr marL="1265501" lvl="1" indent="-381019">
              <a:buFont typeface="Wingdings" panose="05000000000000000000" pitchFamily="2" charset="2"/>
              <a:buChar char="p"/>
            </a:pPr>
            <a:r>
              <a:rPr lang="ja-JP" altLang="en-US"/>
              <a:t>数値型</a:t>
            </a:r>
            <a:endParaRPr lang="en-US" altLang="ja-JP"/>
          </a:p>
          <a:p>
            <a:pPr marL="1265501" lvl="1" indent="-381019">
              <a:buFont typeface="Wingdings" panose="05000000000000000000" pitchFamily="2" charset="2"/>
              <a:buChar char="p"/>
            </a:pPr>
            <a:r>
              <a:rPr lang="ja-JP" altLang="en-US"/>
              <a:t>文字列型</a:t>
            </a:r>
            <a:endParaRPr lang="en-US" altLang="ja-JP"/>
          </a:p>
          <a:p>
            <a:pPr marL="1265501" lvl="1" indent="-381019">
              <a:buFont typeface="Wingdings" panose="05000000000000000000" pitchFamily="2" charset="2"/>
              <a:buChar char="p"/>
            </a:pPr>
            <a:r>
              <a:rPr lang="ja-JP" altLang="en-US"/>
              <a:t>日付型</a:t>
            </a:r>
            <a:endParaRPr lang="en-US" altLang="ja-JP"/>
          </a:p>
          <a:p>
            <a:pPr marL="1265501" lvl="1" indent="-381019">
              <a:buFont typeface="Wingdings" panose="05000000000000000000" pitchFamily="2" charset="2"/>
              <a:buChar char="p"/>
            </a:pPr>
            <a:r>
              <a:rPr lang="ja-JP" altLang="en-US"/>
              <a:t>バイナリデータ型　</a:t>
            </a:r>
            <a:r>
              <a:rPr lang="en-US" altLang="ja-JP"/>
              <a:t>etc.</a:t>
            </a:r>
          </a:p>
          <a:p>
            <a:pPr marL="381019" indent="-381019">
              <a:buFont typeface="Wingdings" panose="05000000000000000000" pitchFamily="2" charset="2"/>
              <a:buChar char="p"/>
            </a:pPr>
            <a:endParaRPr kumimoji="1" lang="en-US" altLang="ja-JP"/>
          </a:p>
        </p:txBody>
      </p:sp>
    </p:spTree>
    <p:extLst>
      <p:ext uri="{BB962C8B-B14F-4D97-AF65-F5344CB8AC3E}">
        <p14:creationId xmlns:p14="http://schemas.microsoft.com/office/powerpoint/2010/main" val="2575012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タイトル 22"/>
          <p:cNvSpPr>
            <a:spLocks noGrp="1"/>
          </p:cNvSpPr>
          <p:nvPr>
            <p:ph type="title"/>
          </p:nvPr>
        </p:nvSpPr>
        <p:spPr/>
        <p:txBody>
          <a:bodyPr/>
          <a:lstStyle/>
          <a:p>
            <a:r>
              <a:rPr kumimoji="1" lang="en-US" altLang="ja-JP"/>
              <a:t>2.2.</a:t>
            </a:r>
            <a:r>
              <a:rPr kumimoji="1" lang="ja-JP" altLang="en-US"/>
              <a:t>データ型</a:t>
            </a:r>
          </a:p>
        </p:txBody>
      </p:sp>
      <p:sp>
        <p:nvSpPr>
          <p:cNvPr id="24" name="テキスト プレースホルダー 23"/>
          <p:cNvSpPr>
            <a:spLocks noGrp="1"/>
          </p:cNvSpPr>
          <p:nvPr>
            <p:ph sz="quarter" idx="10"/>
          </p:nvPr>
        </p:nvSpPr>
        <p:spPr>
          <a:xfrm>
            <a:off x="371474" y="1050292"/>
            <a:ext cx="11448000" cy="5196814"/>
          </a:xfrm>
        </p:spPr>
        <p:txBody>
          <a:bodyPr/>
          <a:lstStyle/>
          <a:p>
            <a:r>
              <a:rPr kumimoji="1" lang="ja-JP" altLang="en-US"/>
              <a:t>リレーショナルデータベース製品における代表的なデータ型</a:t>
            </a:r>
            <a:endParaRPr lang="en-US" altLang="ja-JP"/>
          </a:p>
          <a:p>
            <a:pPr marL="381019" indent="-381019">
              <a:buFont typeface="Wingdings" panose="05000000000000000000" pitchFamily="2" charset="2"/>
              <a:buChar char="p"/>
            </a:pPr>
            <a:endParaRPr kumimoji="1" lang="en-US" altLang="ja-JP"/>
          </a:p>
          <a:p>
            <a:pPr marL="381019" indent="-381019">
              <a:buFont typeface="Wingdings" panose="05000000000000000000" pitchFamily="2" charset="2"/>
              <a:buChar char="p"/>
            </a:pPr>
            <a:endParaRPr kumimoji="1" lang="en-US" altLang="ja-JP"/>
          </a:p>
        </p:txBody>
      </p:sp>
      <p:graphicFrame>
        <p:nvGraphicFramePr>
          <p:cNvPr id="2" name="表 1"/>
          <p:cNvGraphicFramePr>
            <a:graphicFrameLocks noGrp="1"/>
          </p:cNvGraphicFramePr>
          <p:nvPr>
            <p:extLst>
              <p:ext uri="{D42A27DB-BD31-4B8C-83A1-F6EECF244321}">
                <p14:modId xmlns:p14="http://schemas.microsoft.com/office/powerpoint/2010/main" val="3123260008"/>
              </p:ext>
            </p:extLst>
          </p:nvPr>
        </p:nvGraphicFramePr>
        <p:xfrm>
          <a:off x="663592" y="1664358"/>
          <a:ext cx="11155207" cy="3124451"/>
        </p:xfrm>
        <a:graphic>
          <a:graphicData uri="http://schemas.openxmlformats.org/drawingml/2006/table">
            <a:tbl>
              <a:tblPr firstRow="1" bandRow="1">
                <a:tableStyleId>{5C22544A-7EE6-4342-B048-85BDC9FD1C3A}</a:tableStyleId>
              </a:tblPr>
              <a:tblGrid>
                <a:gridCol w="1324919">
                  <a:extLst>
                    <a:ext uri="{9D8B030D-6E8A-4147-A177-3AD203B41FA5}">
                      <a16:colId xmlns:a16="http://schemas.microsoft.com/office/drawing/2014/main" val="3310224780"/>
                    </a:ext>
                  </a:extLst>
                </a:gridCol>
                <a:gridCol w="2457572">
                  <a:extLst>
                    <a:ext uri="{9D8B030D-6E8A-4147-A177-3AD203B41FA5}">
                      <a16:colId xmlns:a16="http://schemas.microsoft.com/office/drawing/2014/main" val="3140287621"/>
                    </a:ext>
                  </a:extLst>
                </a:gridCol>
                <a:gridCol w="2457572">
                  <a:extLst>
                    <a:ext uri="{9D8B030D-6E8A-4147-A177-3AD203B41FA5}">
                      <a16:colId xmlns:a16="http://schemas.microsoft.com/office/drawing/2014/main" val="2439849904"/>
                    </a:ext>
                  </a:extLst>
                </a:gridCol>
                <a:gridCol w="2457572">
                  <a:extLst>
                    <a:ext uri="{9D8B030D-6E8A-4147-A177-3AD203B41FA5}">
                      <a16:colId xmlns:a16="http://schemas.microsoft.com/office/drawing/2014/main" val="704390844"/>
                    </a:ext>
                  </a:extLst>
                </a:gridCol>
                <a:gridCol w="2457572">
                  <a:extLst>
                    <a:ext uri="{9D8B030D-6E8A-4147-A177-3AD203B41FA5}">
                      <a16:colId xmlns:a16="http://schemas.microsoft.com/office/drawing/2014/main" val="779809675"/>
                    </a:ext>
                  </a:extLst>
                </a:gridCol>
              </a:tblGrid>
              <a:tr h="280778">
                <a:tc>
                  <a:txBody>
                    <a:bodyPr/>
                    <a:lstStyle/>
                    <a:p>
                      <a:pPr algn="ctr"/>
                      <a:r>
                        <a:rPr kumimoji="1" lang="ja-JP" altLang="en-US" sz="1800">
                          <a:latin typeface="+mn-ea"/>
                          <a:ea typeface="+mn-ea"/>
                        </a:rPr>
                        <a:t>データ型</a:t>
                      </a:r>
                    </a:p>
                  </a:txBody>
                  <a:tcPr marL="60960" marR="60960" marT="30480" marB="30480"/>
                </a:tc>
                <a:tc>
                  <a:txBody>
                    <a:bodyPr/>
                    <a:lstStyle/>
                    <a:p>
                      <a:pPr algn="ctr"/>
                      <a:r>
                        <a:rPr kumimoji="1" lang="en-US" altLang="ja-JP" sz="1800">
                          <a:latin typeface="+mn-ea"/>
                          <a:ea typeface="+mn-ea"/>
                        </a:rPr>
                        <a:t>PostgreSQL</a:t>
                      </a:r>
                      <a:endParaRPr kumimoji="1" lang="ja-JP" altLang="en-US" sz="1800">
                        <a:latin typeface="+mn-ea"/>
                        <a:ea typeface="+mn-ea"/>
                      </a:endParaRPr>
                    </a:p>
                  </a:txBody>
                  <a:tcPr marL="60960" marR="60960" marT="30480" marB="30480"/>
                </a:tc>
                <a:tc>
                  <a:txBody>
                    <a:bodyPr/>
                    <a:lstStyle/>
                    <a:p>
                      <a:pPr algn="ctr"/>
                      <a:r>
                        <a:rPr kumimoji="1" lang="en-US" altLang="ja-JP" sz="1800">
                          <a:latin typeface="+mn-ea"/>
                          <a:ea typeface="+mn-ea"/>
                        </a:rPr>
                        <a:t>MySQL</a:t>
                      </a:r>
                      <a:endParaRPr kumimoji="1" lang="ja-JP" altLang="en-US" sz="1800">
                        <a:latin typeface="+mn-ea"/>
                        <a:ea typeface="+mn-ea"/>
                      </a:endParaRPr>
                    </a:p>
                  </a:txBody>
                  <a:tcPr marL="60960" marR="60960" marT="30480" marB="30480"/>
                </a:tc>
                <a:tc>
                  <a:txBody>
                    <a:bodyPr/>
                    <a:lstStyle/>
                    <a:p>
                      <a:pPr algn="ctr"/>
                      <a:r>
                        <a:rPr kumimoji="1" lang="en-US" altLang="ja-JP" sz="1800">
                          <a:latin typeface="+mn-ea"/>
                          <a:ea typeface="+mn-ea"/>
                        </a:rPr>
                        <a:t>Oracle</a:t>
                      </a:r>
                      <a:endParaRPr kumimoji="1" lang="ja-JP" altLang="en-US" sz="1800">
                        <a:latin typeface="+mn-ea"/>
                        <a:ea typeface="+mn-ea"/>
                      </a:endParaRPr>
                    </a:p>
                  </a:txBody>
                  <a:tcPr marL="60960" marR="60960" marT="30480" marB="30480"/>
                </a:tc>
                <a:tc>
                  <a:txBody>
                    <a:bodyPr/>
                    <a:lstStyle/>
                    <a:p>
                      <a:pPr algn="ctr"/>
                      <a:r>
                        <a:rPr kumimoji="1" lang="en-US" altLang="ja-JP" sz="1800" err="1">
                          <a:latin typeface="+mn-ea"/>
                          <a:ea typeface="+mn-ea"/>
                        </a:rPr>
                        <a:t>SQLServer</a:t>
                      </a:r>
                      <a:endParaRPr kumimoji="1" lang="ja-JP" altLang="en-US" sz="1800">
                        <a:latin typeface="+mn-ea"/>
                        <a:ea typeface="+mn-ea"/>
                      </a:endParaRPr>
                    </a:p>
                  </a:txBody>
                  <a:tcPr marL="60960" marR="60960" marT="30480" marB="30480"/>
                </a:tc>
                <a:extLst>
                  <a:ext uri="{0D108BD9-81ED-4DB2-BD59-A6C34878D82A}">
                    <a16:rowId xmlns:a16="http://schemas.microsoft.com/office/drawing/2014/main" val="1734587070"/>
                  </a:ext>
                </a:extLst>
              </a:tr>
              <a:tr h="398453">
                <a:tc>
                  <a:txBody>
                    <a:bodyPr/>
                    <a:lstStyle/>
                    <a:p>
                      <a:r>
                        <a:rPr kumimoji="1" lang="ja-JP" altLang="en-US" sz="1800">
                          <a:latin typeface="+mn-ea"/>
                          <a:ea typeface="+mn-ea"/>
                        </a:rPr>
                        <a:t>数値型</a:t>
                      </a:r>
                    </a:p>
                  </a:txBody>
                  <a:tcPr marL="60960" marR="60960" marT="30480" marB="30480"/>
                </a:tc>
                <a:tc>
                  <a:txBody>
                    <a:bodyPr/>
                    <a:lstStyle/>
                    <a:p>
                      <a:r>
                        <a:rPr kumimoji="1" lang="en-US" altLang="ja-JP" sz="1800">
                          <a:latin typeface="+mn-ea"/>
                          <a:ea typeface="+mn-ea"/>
                        </a:rPr>
                        <a:t>INTEGER</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INT</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NUMBER</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INT</a:t>
                      </a:r>
                      <a:endParaRPr kumimoji="1" lang="ja-JP" altLang="en-US" sz="1800">
                        <a:latin typeface="+mn-ea"/>
                        <a:ea typeface="+mn-ea"/>
                      </a:endParaRPr>
                    </a:p>
                  </a:txBody>
                  <a:tcPr marL="60960" marR="60960" marT="30480" marB="30480"/>
                </a:tc>
                <a:extLst>
                  <a:ext uri="{0D108BD9-81ED-4DB2-BD59-A6C34878D82A}">
                    <a16:rowId xmlns:a16="http://schemas.microsoft.com/office/drawing/2014/main" val="2595480146"/>
                  </a:ext>
                </a:extLst>
              </a:tr>
              <a:tr h="398453">
                <a:tc>
                  <a:txBody>
                    <a:bodyPr/>
                    <a:lstStyle/>
                    <a:p>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DECIMAL</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DECIMAL</a:t>
                      </a:r>
                      <a:endParaRPr kumimoji="1" lang="ja-JP" altLang="en-US" sz="1800">
                        <a:latin typeface="+mn-ea"/>
                        <a:ea typeface="+mn-ea"/>
                      </a:endParaRPr>
                    </a:p>
                  </a:txBody>
                  <a:tcPr marL="60960" marR="60960" marT="30480" marB="30480"/>
                </a:tc>
                <a:tc>
                  <a:txBody>
                    <a:bodyPr/>
                    <a:lstStyle/>
                    <a:p>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DECIMAL</a:t>
                      </a:r>
                      <a:endParaRPr kumimoji="1" lang="ja-JP" altLang="en-US" sz="1800">
                        <a:latin typeface="+mn-ea"/>
                        <a:ea typeface="+mn-ea"/>
                      </a:endParaRPr>
                    </a:p>
                  </a:txBody>
                  <a:tcPr marL="60960" marR="60960" marT="30480" marB="30480"/>
                </a:tc>
                <a:extLst>
                  <a:ext uri="{0D108BD9-81ED-4DB2-BD59-A6C34878D82A}">
                    <a16:rowId xmlns:a16="http://schemas.microsoft.com/office/drawing/2014/main" val="3096268080"/>
                  </a:ext>
                </a:extLst>
              </a:tr>
              <a:tr h="398453">
                <a:tc>
                  <a:txBody>
                    <a:bodyPr/>
                    <a:lstStyle/>
                    <a:p>
                      <a:r>
                        <a:rPr kumimoji="1" lang="ja-JP" altLang="en-US" sz="1800">
                          <a:latin typeface="+mn-ea"/>
                          <a:ea typeface="+mn-ea"/>
                        </a:rPr>
                        <a:t>文字列型</a:t>
                      </a:r>
                    </a:p>
                  </a:txBody>
                  <a:tcPr marL="60960" marR="60960" marT="30480" marB="30480"/>
                </a:tc>
                <a:tc>
                  <a:txBody>
                    <a:bodyPr/>
                    <a:lstStyle/>
                    <a:p>
                      <a:r>
                        <a:rPr kumimoji="1" lang="en-US" altLang="ja-JP" sz="1800">
                          <a:latin typeface="+mn-ea"/>
                          <a:ea typeface="+mn-ea"/>
                        </a:rPr>
                        <a:t>CHAR</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CHAR</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CHAR</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CHAR</a:t>
                      </a:r>
                      <a:endParaRPr kumimoji="1" lang="ja-JP" altLang="en-US" sz="1800">
                        <a:latin typeface="+mn-ea"/>
                        <a:ea typeface="+mn-ea"/>
                      </a:endParaRPr>
                    </a:p>
                  </a:txBody>
                  <a:tcPr marL="60960" marR="60960" marT="30480" marB="30480"/>
                </a:tc>
                <a:extLst>
                  <a:ext uri="{0D108BD9-81ED-4DB2-BD59-A6C34878D82A}">
                    <a16:rowId xmlns:a16="http://schemas.microsoft.com/office/drawing/2014/main" val="1537205056"/>
                  </a:ext>
                </a:extLst>
              </a:tr>
              <a:tr h="398453">
                <a:tc>
                  <a:txBody>
                    <a:bodyPr/>
                    <a:lstStyle/>
                    <a:p>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VARCHAR</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VARCHAR</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VARCHAR2</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VARCHAR</a:t>
                      </a:r>
                      <a:endParaRPr kumimoji="1" lang="ja-JP" altLang="en-US" sz="1800">
                        <a:latin typeface="+mn-ea"/>
                        <a:ea typeface="+mn-ea"/>
                      </a:endParaRPr>
                    </a:p>
                  </a:txBody>
                  <a:tcPr marL="60960" marR="60960" marT="30480" marB="30480"/>
                </a:tc>
                <a:extLst>
                  <a:ext uri="{0D108BD9-81ED-4DB2-BD59-A6C34878D82A}">
                    <a16:rowId xmlns:a16="http://schemas.microsoft.com/office/drawing/2014/main" val="1285665361"/>
                  </a:ext>
                </a:extLst>
              </a:tr>
              <a:tr h="398453">
                <a:tc>
                  <a:txBody>
                    <a:bodyPr/>
                    <a:lstStyle/>
                    <a:p>
                      <a:r>
                        <a:rPr kumimoji="1" lang="ja-JP" altLang="en-US" sz="1800">
                          <a:latin typeface="+mn-ea"/>
                          <a:ea typeface="+mn-ea"/>
                        </a:rPr>
                        <a:t>日付型</a:t>
                      </a:r>
                    </a:p>
                  </a:txBody>
                  <a:tcPr marL="60960" marR="60960" marT="30480" marB="30480"/>
                </a:tc>
                <a:tc>
                  <a:txBody>
                    <a:bodyPr/>
                    <a:lstStyle/>
                    <a:p>
                      <a:r>
                        <a:rPr kumimoji="1" lang="en-US" altLang="ja-JP" sz="1800">
                          <a:latin typeface="+mn-ea"/>
                          <a:ea typeface="+mn-ea"/>
                        </a:rPr>
                        <a:t>DATE</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DATE</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DATE</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DATE</a:t>
                      </a:r>
                      <a:endParaRPr kumimoji="1" lang="ja-JP" altLang="en-US" sz="1800">
                        <a:latin typeface="+mn-ea"/>
                        <a:ea typeface="+mn-ea"/>
                      </a:endParaRPr>
                    </a:p>
                  </a:txBody>
                  <a:tcPr marL="60960" marR="60960" marT="30480" marB="30480"/>
                </a:tc>
                <a:extLst>
                  <a:ext uri="{0D108BD9-81ED-4DB2-BD59-A6C34878D82A}">
                    <a16:rowId xmlns:a16="http://schemas.microsoft.com/office/drawing/2014/main" val="2631703785"/>
                  </a:ext>
                </a:extLst>
              </a:tr>
              <a:tr h="398453">
                <a:tc>
                  <a:txBody>
                    <a:bodyPr/>
                    <a:lstStyle/>
                    <a:p>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TIMESTAMP</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DATETIME</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TIMESTAMP</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DATETIME2</a:t>
                      </a:r>
                      <a:endParaRPr kumimoji="1" lang="ja-JP" altLang="en-US" sz="1800">
                        <a:latin typeface="+mn-ea"/>
                        <a:ea typeface="+mn-ea"/>
                      </a:endParaRPr>
                    </a:p>
                  </a:txBody>
                  <a:tcPr marL="60960" marR="60960" marT="30480" marB="30480"/>
                </a:tc>
                <a:extLst>
                  <a:ext uri="{0D108BD9-81ED-4DB2-BD59-A6C34878D82A}">
                    <a16:rowId xmlns:a16="http://schemas.microsoft.com/office/drawing/2014/main" val="3377566664"/>
                  </a:ext>
                </a:extLst>
              </a:tr>
              <a:tr h="398453">
                <a:tc>
                  <a:txBody>
                    <a:bodyPr/>
                    <a:lstStyle/>
                    <a:p>
                      <a:r>
                        <a:rPr kumimoji="1" lang="ja-JP" altLang="en-US" sz="1800">
                          <a:latin typeface="+mn-ea"/>
                          <a:ea typeface="+mn-ea"/>
                        </a:rPr>
                        <a:t>バイナリ型</a:t>
                      </a:r>
                    </a:p>
                  </a:txBody>
                  <a:tcPr marL="60960" marR="60960" marT="30480" marB="30480"/>
                </a:tc>
                <a:tc>
                  <a:txBody>
                    <a:bodyPr/>
                    <a:lstStyle/>
                    <a:p>
                      <a:r>
                        <a:rPr kumimoji="1" lang="en-US" altLang="ja-JP" sz="1800">
                          <a:latin typeface="+mn-ea"/>
                          <a:ea typeface="+mn-ea"/>
                        </a:rPr>
                        <a:t>BYTEA</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MEDIUMBLOB</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BLOB</a:t>
                      </a:r>
                      <a:endParaRPr kumimoji="1" lang="ja-JP" altLang="en-US" sz="1800">
                        <a:latin typeface="+mn-ea"/>
                        <a:ea typeface="+mn-ea"/>
                      </a:endParaRPr>
                    </a:p>
                  </a:txBody>
                  <a:tcPr marL="60960" marR="60960" marT="30480" marB="30480"/>
                </a:tc>
                <a:tc>
                  <a:txBody>
                    <a:bodyPr/>
                    <a:lstStyle/>
                    <a:p>
                      <a:r>
                        <a:rPr kumimoji="1" lang="en-US" altLang="ja-JP" sz="1800">
                          <a:latin typeface="+mn-ea"/>
                          <a:ea typeface="+mn-ea"/>
                        </a:rPr>
                        <a:t>VARBINARY</a:t>
                      </a:r>
                    </a:p>
                  </a:txBody>
                  <a:tcPr marL="60960" marR="60960" marT="30480" marB="30480"/>
                </a:tc>
                <a:extLst>
                  <a:ext uri="{0D108BD9-81ED-4DB2-BD59-A6C34878D82A}">
                    <a16:rowId xmlns:a16="http://schemas.microsoft.com/office/drawing/2014/main" val="2615244621"/>
                  </a:ext>
                </a:extLst>
              </a:tr>
            </a:tbl>
          </a:graphicData>
        </a:graphic>
      </p:graphicFrame>
    </p:spTree>
    <p:extLst>
      <p:ext uri="{BB962C8B-B14F-4D97-AF65-F5344CB8AC3E}">
        <p14:creationId xmlns:p14="http://schemas.microsoft.com/office/powerpoint/2010/main" val="693779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テキスト プレースホルダー 23"/>
          <p:cNvSpPr>
            <a:spLocks noGrp="1"/>
          </p:cNvSpPr>
          <p:nvPr>
            <p:ph sz="quarter" idx="10"/>
          </p:nvPr>
        </p:nvSpPr>
        <p:spPr/>
        <p:txBody>
          <a:bodyPr/>
          <a:lstStyle/>
          <a:p>
            <a:r>
              <a:rPr kumimoji="1" lang="ja-JP" altLang="en-US"/>
              <a:t>リレーショナルデータベースでは、複数のテーブルにデータを格納し管理する。</a:t>
            </a:r>
            <a:br>
              <a:rPr kumimoji="1" lang="en-US" altLang="ja-JP"/>
            </a:br>
            <a:r>
              <a:rPr kumimoji="1" lang="ja-JP" altLang="en-US"/>
              <a:t>各テーブルは、同じ意味を持つデータが重複しないように考慮され、定義されている。</a:t>
            </a:r>
            <a:br>
              <a:rPr kumimoji="1" lang="en-US" altLang="ja-JP"/>
            </a:br>
            <a:r>
              <a:rPr kumimoji="1" lang="ja-JP" altLang="en-US"/>
              <a:t>関連が強いデータを持った表同士を関係付けることができ、これを </a:t>
            </a:r>
            <a:r>
              <a:rPr kumimoji="1" lang="ja-JP" altLang="en-US" b="1">
                <a:solidFill>
                  <a:srgbClr val="C00000"/>
                </a:solidFill>
              </a:rPr>
              <a:t>「リレーション」 </a:t>
            </a:r>
            <a:r>
              <a:rPr kumimoji="1" lang="ja-JP" altLang="en-US"/>
              <a:t>と呼ぶ。</a:t>
            </a:r>
            <a:endParaRPr kumimoji="1" lang="en-US" altLang="ja-JP"/>
          </a:p>
          <a:p>
            <a:pPr marL="381019" indent="-381019">
              <a:buFont typeface="Wingdings" panose="05000000000000000000" pitchFamily="2" charset="2"/>
              <a:buChar char="p"/>
            </a:pPr>
            <a:endParaRPr kumimoji="1" lang="en-US" altLang="ja-JP"/>
          </a:p>
        </p:txBody>
      </p:sp>
      <p:pic>
        <p:nvPicPr>
          <p:cNvPr id="11" name="図 10">
            <a:extLst>
              <a:ext uri="{FF2B5EF4-FFF2-40B4-BE49-F238E27FC236}">
                <a16:creationId xmlns:a16="http://schemas.microsoft.com/office/drawing/2014/main" id="{1CE23C98-1805-452F-E4A0-FA727E3DCEA0}"/>
              </a:ext>
            </a:extLst>
          </p:cNvPr>
          <p:cNvPicPr>
            <a:picLocks noChangeAspect="1"/>
          </p:cNvPicPr>
          <p:nvPr/>
        </p:nvPicPr>
        <p:blipFill>
          <a:blip r:embed="rId2"/>
          <a:stretch>
            <a:fillRect/>
          </a:stretch>
        </p:blipFill>
        <p:spPr>
          <a:xfrm>
            <a:off x="6152480" y="4072788"/>
            <a:ext cx="4160136" cy="2162411"/>
          </a:xfrm>
          <a:prstGeom prst="rect">
            <a:avLst/>
          </a:prstGeom>
        </p:spPr>
      </p:pic>
      <p:pic>
        <p:nvPicPr>
          <p:cNvPr id="26" name="図 25">
            <a:extLst>
              <a:ext uri="{FF2B5EF4-FFF2-40B4-BE49-F238E27FC236}">
                <a16:creationId xmlns:a16="http://schemas.microsoft.com/office/drawing/2014/main" id="{E4728E9B-1002-3AA0-BA1B-A3C8D409B9C9}"/>
              </a:ext>
            </a:extLst>
          </p:cNvPr>
          <p:cNvPicPr>
            <a:picLocks noChangeAspect="1"/>
          </p:cNvPicPr>
          <p:nvPr/>
        </p:nvPicPr>
        <p:blipFill>
          <a:blip r:embed="rId3"/>
          <a:stretch>
            <a:fillRect/>
          </a:stretch>
        </p:blipFill>
        <p:spPr>
          <a:xfrm>
            <a:off x="1302400" y="4519073"/>
            <a:ext cx="2966567" cy="1448966"/>
          </a:xfrm>
          <a:prstGeom prst="rect">
            <a:avLst/>
          </a:prstGeom>
        </p:spPr>
      </p:pic>
      <p:pic>
        <p:nvPicPr>
          <p:cNvPr id="18" name="図 17">
            <a:extLst>
              <a:ext uri="{FF2B5EF4-FFF2-40B4-BE49-F238E27FC236}">
                <a16:creationId xmlns:a16="http://schemas.microsoft.com/office/drawing/2014/main" id="{2D30EE3D-8EC7-834B-5735-6E94170D59B9}"/>
              </a:ext>
            </a:extLst>
          </p:cNvPr>
          <p:cNvPicPr>
            <a:picLocks noChangeAspect="1"/>
          </p:cNvPicPr>
          <p:nvPr/>
        </p:nvPicPr>
        <p:blipFill>
          <a:blip r:embed="rId4"/>
          <a:stretch>
            <a:fillRect/>
          </a:stretch>
        </p:blipFill>
        <p:spPr>
          <a:xfrm>
            <a:off x="1302400" y="2169390"/>
            <a:ext cx="4291462" cy="1943162"/>
          </a:xfrm>
          <a:prstGeom prst="rect">
            <a:avLst/>
          </a:prstGeom>
        </p:spPr>
      </p:pic>
      <p:sp>
        <p:nvSpPr>
          <p:cNvPr id="23" name="タイトル 22"/>
          <p:cNvSpPr>
            <a:spLocks noGrp="1"/>
          </p:cNvSpPr>
          <p:nvPr>
            <p:ph type="title"/>
          </p:nvPr>
        </p:nvSpPr>
        <p:spPr/>
        <p:txBody>
          <a:bodyPr/>
          <a:lstStyle/>
          <a:p>
            <a:r>
              <a:rPr kumimoji="1" lang="en-US" altLang="ja-JP"/>
              <a:t>2.3.</a:t>
            </a:r>
            <a:r>
              <a:rPr kumimoji="1" lang="ja-JP" altLang="en-US"/>
              <a:t>リレーション</a:t>
            </a:r>
          </a:p>
        </p:txBody>
      </p:sp>
      <p:sp>
        <p:nvSpPr>
          <p:cNvPr id="3" name="Oval 2"/>
          <p:cNvSpPr>
            <a:spLocks noChangeArrowheads="1"/>
          </p:cNvSpPr>
          <p:nvPr/>
        </p:nvSpPr>
        <p:spPr bwMode="auto">
          <a:xfrm>
            <a:off x="1782613" y="4998720"/>
            <a:ext cx="480213" cy="960926"/>
          </a:xfrm>
          <a:prstGeom prst="ellipse">
            <a:avLst/>
          </a:prstGeom>
          <a:noFill/>
          <a:ln w="38100" algn="ctr">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endParaRPr lang="ja-JP" altLang="en-US" sz="1200"/>
          </a:p>
        </p:txBody>
      </p:sp>
      <p:sp>
        <p:nvSpPr>
          <p:cNvPr id="4" name="Line 3"/>
          <p:cNvSpPr>
            <a:spLocks noChangeShapeType="1"/>
          </p:cNvSpPr>
          <p:nvPr/>
        </p:nvSpPr>
        <p:spPr bwMode="auto">
          <a:xfrm>
            <a:off x="2262825" y="5819612"/>
            <a:ext cx="4381815" cy="196339"/>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endParaRPr lang="ja-JP" altLang="en-US" sz="1200"/>
          </a:p>
        </p:txBody>
      </p:sp>
      <p:sp>
        <p:nvSpPr>
          <p:cNvPr id="5" name="Oval 4"/>
          <p:cNvSpPr>
            <a:spLocks noChangeArrowheads="1"/>
          </p:cNvSpPr>
          <p:nvPr/>
        </p:nvSpPr>
        <p:spPr bwMode="auto">
          <a:xfrm>
            <a:off x="6577925" y="4582909"/>
            <a:ext cx="510057" cy="1581103"/>
          </a:xfrm>
          <a:prstGeom prst="ellipse">
            <a:avLst/>
          </a:prstGeom>
          <a:noFill/>
          <a:ln w="38100" algn="ctr">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endParaRPr lang="ja-JP" altLang="en-US" sz="1200"/>
          </a:p>
        </p:txBody>
      </p:sp>
      <p:sp>
        <p:nvSpPr>
          <p:cNvPr id="6" name="Oval 5"/>
          <p:cNvSpPr>
            <a:spLocks noChangeArrowheads="1"/>
          </p:cNvSpPr>
          <p:nvPr/>
        </p:nvSpPr>
        <p:spPr bwMode="auto">
          <a:xfrm>
            <a:off x="3347082" y="2664281"/>
            <a:ext cx="458390" cy="1459397"/>
          </a:xfrm>
          <a:prstGeom prst="ellipse">
            <a:avLst/>
          </a:prstGeom>
          <a:noFill/>
          <a:ln w="38100" algn="ctr">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endParaRPr lang="ja-JP" altLang="en-US" sz="1200"/>
          </a:p>
        </p:txBody>
      </p:sp>
      <p:sp>
        <p:nvSpPr>
          <p:cNvPr id="7" name="Line 6"/>
          <p:cNvSpPr>
            <a:spLocks noChangeShapeType="1"/>
          </p:cNvSpPr>
          <p:nvPr/>
        </p:nvSpPr>
        <p:spPr bwMode="auto">
          <a:xfrm flipV="1">
            <a:off x="2262826" y="4072789"/>
            <a:ext cx="1091665" cy="1121772"/>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endParaRPr lang="ja-JP" altLang="en-US" sz="1200"/>
          </a:p>
        </p:txBody>
      </p:sp>
      <p:sp>
        <p:nvSpPr>
          <p:cNvPr id="8" name="Oval 7"/>
          <p:cNvSpPr>
            <a:spLocks noChangeArrowheads="1"/>
          </p:cNvSpPr>
          <p:nvPr/>
        </p:nvSpPr>
        <p:spPr bwMode="auto">
          <a:xfrm>
            <a:off x="4605419" y="2673701"/>
            <a:ext cx="478021" cy="1459397"/>
          </a:xfrm>
          <a:prstGeom prst="ellipse">
            <a:avLst/>
          </a:prstGeom>
          <a:noFill/>
          <a:ln w="38100" algn="ctr">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endParaRPr lang="ja-JP" altLang="en-US" sz="1200"/>
          </a:p>
        </p:txBody>
      </p:sp>
      <p:sp>
        <p:nvSpPr>
          <p:cNvPr id="9" name="Oval 8"/>
          <p:cNvSpPr>
            <a:spLocks noChangeArrowheads="1"/>
          </p:cNvSpPr>
          <p:nvPr/>
        </p:nvSpPr>
        <p:spPr bwMode="auto">
          <a:xfrm>
            <a:off x="7959845" y="4577654"/>
            <a:ext cx="498223" cy="1586357"/>
          </a:xfrm>
          <a:prstGeom prst="ellipse">
            <a:avLst/>
          </a:prstGeom>
          <a:noFill/>
          <a:ln w="38100" algn="ctr">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endParaRPr lang="ja-JP" altLang="en-US" sz="1200"/>
          </a:p>
        </p:txBody>
      </p:sp>
      <p:sp>
        <p:nvSpPr>
          <p:cNvPr id="10" name="Line 9"/>
          <p:cNvSpPr>
            <a:spLocks noChangeShapeType="1"/>
          </p:cNvSpPr>
          <p:nvPr/>
        </p:nvSpPr>
        <p:spPr bwMode="auto">
          <a:xfrm flipH="1" flipV="1">
            <a:off x="5083439" y="3622766"/>
            <a:ext cx="2917510" cy="99409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endParaRPr lang="ja-JP" altLang="en-US" sz="1200"/>
          </a:p>
        </p:txBody>
      </p:sp>
      <p:sp>
        <p:nvSpPr>
          <p:cNvPr id="14" name="Text Box 10"/>
          <p:cNvSpPr txBox="1">
            <a:spLocks noChangeArrowheads="1"/>
          </p:cNvSpPr>
          <p:nvPr/>
        </p:nvSpPr>
        <p:spPr bwMode="auto">
          <a:xfrm>
            <a:off x="3103209" y="4302449"/>
            <a:ext cx="1085242" cy="2681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pPr algn="just" defTabSz="609630" eaLnBrk="0" fontAlgn="base" hangingPunct="0">
              <a:spcBef>
                <a:spcPct val="0"/>
              </a:spcBef>
              <a:spcAft>
                <a:spcPct val="0"/>
              </a:spcAft>
            </a:pPr>
            <a:r>
              <a:rPr kumimoji="0" lang="ja-JP" altLang="en-US" sz="1200" b="1">
                <a:solidFill>
                  <a:srgbClr val="0000FF"/>
                </a:solidFill>
                <a:latin typeface="+mj-lt"/>
                <a:ea typeface="メイリオ" panose="020B0604030504040204" pitchFamily="50" charset="-128"/>
              </a:rPr>
              <a:t>リレーション</a:t>
            </a:r>
            <a:endParaRPr kumimoji="0" lang="ja-JP" altLang="ja-JP" sz="1200" b="1">
              <a:latin typeface="+mj-lt"/>
            </a:endParaRPr>
          </a:p>
        </p:txBody>
      </p:sp>
      <p:sp>
        <p:nvSpPr>
          <p:cNvPr id="19" name="Text Box 10"/>
          <p:cNvSpPr txBox="1">
            <a:spLocks noChangeArrowheads="1"/>
          </p:cNvSpPr>
          <p:nvPr/>
        </p:nvSpPr>
        <p:spPr bwMode="auto">
          <a:xfrm>
            <a:off x="5865713" y="3632385"/>
            <a:ext cx="1085242" cy="2681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pPr algn="just" defTabSz="609630" eaLnBrk="0" fontAlgn="base" hangingPunct="0">
              <a:spcBef>
                <a:spcPct val="0"/>
              </a:spcBef>
              <a:spcAft>
                <a:spcPct val="0"/>
              </a:spcAft>
            </a:pPr>
            <a:r>
              <a:rPr kumimoji="0" lang="ja-JP" altLang="en-US" sz="1200" b="1">
                <a:solidFill>
                  <a:srgbClr val="FF0000"/>
                </a:solidFill>
                <a:latin typeface="+mj-lt"/>
                <a:ea typeface="メイリオ" panose="020B0604030504040204" pitchFamily="50" charset="-128"/>
              </a:rPr>
              <a:t>リレーション</a:t>
            </a:r>
            <a:endParaRPr kumimoji="0" lang="ja-JP" altLang="ja-JP" sz="1200" b="1">
              <a:solidFill>
                <a:srgbClr val="FF0000"/>
              </a:solidFill>
              <a:latin typeface="+mj-lt"/>
            </a:endParaRPr>
          </a:p>
        </p:txBody>
      </p:sp>
      <p:sp>
        <p:nvSpPr>
          <p:cNvPr id="20" name="Text Box 10"/>
          <p:cNvSpPr txBox="1">
            <a:spLocks noChangeArrowheads="1"/>
          </p:cNvSpPr>
          <p:nvPr/>
        </p:nvSpPr>
        <p:spPr bwMode="auto">
          <a:xfrm>
            <a:off x="4802733" y="5685561"/>
            <a:ext cx="1085242" cy="2681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49530" tIns="5927" rIns="49530" bIns="5927" numCol="1" anchor="t" anchorCtr="0" compatLnSpc="1">
            <a:prstTxWarp prst="textNoShape">
              <a:avLst/>
            </a:prstTxWarp>
          </a:bodyPr>
          <a:lstStyle/>
          <a:p>
            <a:pPr algn="just" defTabSz="609630" eaLnBrk="0" fontAlgn="base" hangingPunct="0">
              <a:spcBef>
                <a:spcPct val="0"/>
              </a:spcBef>
              <a:spcAft>
                <a:spcPct val="0"/>
              </a:spcAft>
            </a:pPr>
            <a:r>
              <a:rPr kumimoji="0" lang="ja-JP" altLang="en-US" sz="1200" b="1">
                <a:solidFill>
                  <a:srgbClr val="0000FF"/>
                </a:solidFill>
                <a:latin typeface="+mj-lt"/>
                <a:ea typeface="メイリオ" panose="020B0604030504040204" pitchFamily="50" charset="-128"/>
              </a:rPr>
              <a:t>リレーション</a:t>
            </a:r>
            <a:endParaRPr kumimoji="0" lang="ja-JP" altLang="ja-JP" sz="1200" b="1">
              <a:latin typeface="+mj-lt"/>
            </a:endParaRPr>
          </a:p>
        </p:txBody>
      </p:sp>
    </p:spTree>
    <p:extLst>
      <p:ext uri="{BB962C8B-B14F-4D97-AF65-F5344CB8AC3E}">
        <p14:creationId xmlns:p14="http://schemas.microsoft.com/office/powerpoint/2010/main" val="132733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4" grpId="0"/>
      <p:bldP spid="19" grpId="0"/>
      <p:bldP spid="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3CF21-6993-0D81-A172-EAF69E22DAC1}"/>
            </a:ext>
          </a:extLst>
        </p:cNvPr>
        <p:cNvGrpSpPr/>
        <p:nvPr/>
      </p:nvGrpSpPr>
      <p:grpSpPr>
        <a:xfrm>
          <a:off x="0" y="0"/>
          <a:ext cx="0" cy="0"/>
          <a:chOff x="0" y="0"/>
          <a:chExt cx="0" cy="0"/>
        </a:xfrm>
      </p:grpSpPr>
      <p:sp>
        <p:nvSpPr>
          <p:cNvPr id="24" name="テキスト プレースホルダー 23">
            <a:extLst>
              <a:ext uri="{FF2B5EF4-FFF2-40B4-BE49-F238E27FC236}">
                <a16:creationId xmlns:a16="http://schemas.microsoft.com/office/drawing/2014/main" id="{6611821B-F76C-5407-D45F-10050827033D}"/>
              </a:ext>
            </a:extLst>
          </p:cNvPr>
          <p:cNvSpPr>
            <a:spLocks noGrp="1"/>
          </p:cNvSpPr>
          <p:nvPr>
            <p:ph sz="quarter" idx="10"/>
          </p:nvPr>
        </p:nvSpPr>
        <p:spPr/>
        <p:txBody>
          <a:bodyPr/>
          <a:lstStyle/>
          <a:p>
            <a:r>
              <a:rPr kumimoji="1" lang="ja-JP" altLang="en-US"/>
              <a:t>複数のテーブル</a:t>
            </a:r>
            <a:r>
              <a:rPr lang="ja-JP" altLang="en-US"/>
              <a:t>間にある「リレーション」</a:t>
            </a:r>
            <a:r>
              <a:rPr kumimoji="1" lang="ja-JP" altLang="en-US"/>
              <a:t>を利用して、</a:t>
            </a:r>
            <a:r>
              <a:rPr kumimoji="1" lang="ja-JP" altLang="en-US" u="sng"/>
              <a:t>データ同士を結合（</a:t>
            </a:r>
            <a:r>
              <a:rPr kumimoji="1" lang="en-US" altLang="ja-JP" u="sng"/>
              <a:t>Join</a:t>
            </a:r>
            <a:r>
              <a:rPr kumimoji="1" lang="ja-JP" altLang="en-US" u="sng"/>
              <a:t>）して１つのテーブル（</a:t>
            </a:r>
            <a:r>
              <a:rPr kumimoji="1" lang="en-US" altLang="ja-JP" u="sng"/>
              <a:t>View</a:t>
            </a:r>
            <a:r>
              <a:rPr kumimoji="1" lang="ja-JP" altLang="en-US" u="sng"/>
              <a:t>）</a:t>
            </a:r>
            <a:r>
              <a:rPr kumimoji="1" lang="ja-JP" altLang="en-US"/>
              <a:t>を</a:t>
            </a:r>
            <a:br>
              <a:rPr kumimoji="1" lang="en-US" altLang="ja-JP"/>
            </a:br>
            <a:r>
              <a:rPr kumimoji="1" lang="ja-JP" altLang="en-US"/>
              <a:t>作ることができる。</a:t>
            </a:r>
            <a:r>
              <a:rPr kumimoji="1" lang="en-US" altLang="ja-JP"/>
              <a:t>(SQL</a:t>
            </a:r>
            <a:r>
              <a:rPr lang="ja-JP" altLang="en-US"/>
              <a:t>の</a:t>
            </a:r>
            <a:r>
              <a:rPr lang="en-US" altLang="ja-JP"/>
              <a:t>Join</a:t>
            </a:r>
            <a:r>
              <a:rPr lang="ja-JP" altLang="en-US"/>
              <a:t>句を用いる</a:t>
            </a:r>
            <a:r>
              <a:rPr kumimoji="1" lang="en-US" altLang="ja-JP"/>
              <a:t>)</a:t>
            </a:r>
          </a:p>
          <a:p>
            <a:pPr marL="381019" indent="-381019">
              <a:buFont typeface="Wingdings" panose="05000000000000000000" pitchFamily="2" charset="2"/>
              <a:buChar char="p"/>
            </a:pPr>
            <a:endParaRPr kumimoji="1" lang="en-US" altLang="ja-JP"/>
          </a:p>
        </p:txBody>
      </p:sp>
      <p:pic>
        <p:nvPicPr>
          <p:cNvPr id="2" name="図 1">
            <a:extLst>
              <a:ext uri="{FF2B5EF4-FFF2-40B4-BE49-F238E27FC236}">
                <a16:creationId xmlns:a16="http://schemas.microsoft.com/office/drawing/2014/main" id="{657290F8-1566-2822-11D8-8126E298B5DC}"/>
              </a:ext>
            </a:extLst>
          </p:cNvPr>
          <p:cNvPicPr>
            <a:picLocks noChangeAspect="1"/>
          </p:cNvPicPr>
          <p:nvPr/>
        </p:nvPicPr>
        <p:blipFill>
          <a:blip r:embed="rId2"/>
          <a:stretch>
            <a:fillRect/>
          </a:stretch>
        </p:blipFill>
        <p:spPr>
          <a:xfrm>
            <a:off x="7395178" y="2055021"/>
            <a:ext cx="3063815" cy="1592551"/>
          </a:xfrm>
          <a:prstGeom prst="rect">
            <a:avLst/>
          </a:prstGeom>
        </p:spPr>
      </p:pic>
      <p:sp>
        <p:nvSpPr>
          <p:cNvPr id="23" name="タイトル 22">
            <a:extLst>
              <a:ext uri="{FF2B5EF4-FFF2-40B4-BE49-F238E27FC236}">
                <a16:creationId xmlns:a16="http://schemas.microsoft.com/office/drawing/2014/main" id="{9A431DCF-DA8D-2384-01F7-B57F0DFE0279}"/>
              </a:ext>
            </a:extLst>
          </p:cNvPr>
          <p:cNvSpPr>
            <a:spLocks noGrp="1"/>
          </p:cNvSpPr>
          <p:nvPr>
            <p:ph type="title"/>
          </p:nvPr>
        </p:nvSpPr>
        <p:spPr/>
        <p:txBody>
          <a:bodyPr/>
          <a:lstStyle/>
          <a:p>
            <a:r>
              <a:rPr kumimoji="1" lang="en-US" altLang="ja-JP"/>
              <a:t>2.4.</a:t>
            </a:r>
            <a:r>
              <a:rPr kumimoji="1" lang="ja-JP" altLang="en-US"/>
              <a:t>データを結合して取得（</a:t>
            </a:r>
            <a:r>
              <a:rPr kumimoji="1" lang="en-US" altLang="ja-JP"/>
              <a:t>Join</a:t>
            </a:r>
            <a:r>
              <a:rPr kumimoji="1" lang="ja-JP" altLang="en-US"/>
              <a:t>）</a:t>
            </a:r>
          </a:p>
        </p:txBody>
      </p:sp>
      <p:pic>
        <p:nvPicPr>
          <p:cNvPr id="15" name="図 14">
            <a:extLst>
              <a:ext uri="{FF2B5EF4-FFF2-40B4-BE49-F238E27FC236}">
                <a16:creationId xmlns:a16="http://schemas.microsoft.com/office/drawing/2014/main" id="{A570E8F9-A238-9D78-F13C-2F1D1E7E1356}"/>
              </a:ext>
            </a:extLst>
          </p:cNvPr>
          <p:cNvPicPr>
            <a:picLocks noChangeAspect="1"/>
          </p:cNvPicPr>
          <p:nvPr/>
        </p:nvPicPr>
        <p:blipFill>
          <a:blip r:embed="rId3"/>
          <a:stretch>
            <a:fillRect/>
          </a:stretch>
        </p:blipFill>
        <p:spPr>
          <a:xfrm>
            <a:off x="2342606" y="4205374"/>
            <a:ext cx="7172168" cy="1858112"/>
          </a:xfrm>
          <a:prstGeom prst="rect">
            <a:avLst/>
          </a:prstGeom>
        </p:spPr>
      </p:pic>
      <p:pic>
        <p:nvPicPr>
          <p:cNvPr id="17" name="図 16">
            <a:extLst>
              <a:ext uri="{FF2B5EF4-FFF2-40B4-BE49-F238E27FC236}">
                <a16:creationId xmlns:a16="http://schemas.microsoft.com/office/drawing/2014/main" id="{13783660-F5F6-D873-D403-A89CD763CE54}"/>
              </a:ext>
            </a:extLst>
          </p:cNvPr>
          <p:cNvPicPr>
            <a:picLocks noChangeAspect="1"/>
          </p:cNvPicPr>
          <p:nvPr/>
        </p:nvPicPr>
        <p:blipFill>
          <a:blip r:embed="rId4"/>
          <a:stretch>
            <a:fillRect/>
          </a:stretch>
        </p:blipFill>
        <p:spPr>
          <a:xfrm>
            <a:off x="4976678" y="2077633"/>
            <a:ext cx="2176600" cy="1063121"/>
          </a:xfrm>
          <a:prstGeom prst="rect">
            <a:avLst/>
          </a:prstGeom>
        </p:spPr>
      </p:pic>
      <p:pic>
        <p:nvPicPr>
          <p:cNvPr id="21" name="図 20">
            <a:extLst>
              <a:ext uri="{FF2B5EF4-FFF2-40B4-BE49-F238E27FC236}">
                <a16:creationId xmlns:a16="http://schemas.microsoft.com/office/drawing/2014/main" id="{DB847762-FB75-2283-0245-043F8760BDF1}"/>
              </a:ext>
            </a:extLst>
          </p:cNvPr>
          <p:cNvPicPr>
            <a:picLocks noChangeAspect="1"/>
          </p:cNvPicPr>
          <p:nvPr/>
        </p:nvPicPr>
        <p:blipFill>
          <a:blip r:embed="rId5"/>
          <a:stretch>
            <a:fillRect/>
          </a:stretch>
        </p:blipFill>
        <p:spPr>
          <a:xfrm>
            <a:off x="1586087" y="2147674"/>
            <a:ext cx="3148690" cy="1425718"/>
          </a:xfrm>
          <a:prstGeom prst="rect">
            <a:avLst/>
          </a:prstGeom>
        </p:spPr>
      </p:pic>
      <p:sp>
        <p:nvSpPr>
          <p:cNvPr id="22" name="左大かっこ 21">
            <a:extLst>
              <a:ext uri="{FF2B5EF4-FFF2-40B4-BE49-F238E27FC236}">
                <a16:creationId xmlns:a16="http://schemas.microsoft.com/office/drawing/2014/main" id="{1619DCF6-85A9-262E-60DD-BC5D874887EC}"/>
              </a:ext>
            </a:extLst>
          </p:cNvPr>
          <p:cNvSpPr/>
          <p:nvPr/>
        </p:nvSpPr>
        <p:spPr>
          <a:xfrm rot="16200000">
            <a:off x="2123607" y="3045556"/>
            <a:ext cx="130628" cy="1205669"/>
          </a:xfrm>
          <a:prstGeom prst="leftBracket">
            <a:avLst/>
          </a:prstGeom>
          <a:ln w="38100">
            <a:solidFill>
              <a:schemeClr val="accent5">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25" name="左大かっこ 24">
            <a:extLst>
              <a:ext uri="{FF2B5EF4-FFF2-40B4-BE49-F238E27FC236}">
                <a16:creationId xmlns:a16="http://schemas.microsoft.com/office/drawing/2014/main" id="{BFC60FE0-BA98-42CD-34B5-D0FF1B1F56DB}"/>
              </a:ext>
            </a:extLst>
          </p:cNvPr>
          <p:cNvSpPr/>
          <p:nvPr/>
        </p:nvSpPr>
        <p:spPr>
          <a:xfrm rot="16200000">
            <a:off x="5986460" y="2251758"/>
            <a:ext cx="130628" cy="1927991"/>
          </a:xfrm>
          <a:prstGeom prst="leftBracket">
            <a:avLst/>
          </a:prstGeom>
          <a:ln w="38100">
            <a:solidFill>
              <a:schemeClr val="accent5">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27" name="左大かっこ 26">
            <a:extLst>
              <a:ext uri="{FF2B5EF4-FFF2-40B4-BE49-F238E27FC236}">
                <a16:creationId xmlns:a16="http://schemas.microsoft.com/office/drawing/2014/main" id="{001D180D-9DFF-52BB-E39F-3C5CF1EF2F90}"/>
              </a:ext>
            </a:extLst>
          </p:cNvPr>
          <p:cNvSpPr/>
          <p:nvPr/>
        </p:nvSpPr>
        <p:spPr>
          <a:xfrm rot="16200000">
            <a:off x="9378608" y="2797361"/>
            <a:ext cx="130629" cy="1785428"/>
          </a:xfrm>
          <a:prstGeom prst="leftBracket">
            <a:avLst/>
          </a:prstGeom>
          <a:ln w="38100">
            <a:solidFill>
              <a:schemeClr val="accent5">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cxnSp>
        <p:nvCxnSpPr>
          <p:cNvPr id="31" name="直線コネクタ 30">
            <a:extLst>
              <a:ext uri="{FF2B5EF4-FFF2-40B4-BE49-F238E27FC236}">
                <a16:creationId xmlns:a16="http://schemas.microsoft.com/office/drawing/2014/main" id="{696AE124-D872-865E-E1EC-60E1CF5B2C79}"/>
              </a:ext>
            </a:extLst>
          </p:cNvPr>
          <p:cNvCxnSpPr/>
          <p:nvPr/>
        </p:nvCxnSpPr>
        <p:spPr>
          <a:xfrm>
            <a:off x="2626293" y="3777161"/>
            <a:ext cx="435428" cy="428213"/>
          </a:xfrm>
          <a:prstGeom prst="line">
            <a:avLst/>
          </a:prstGeom>
          <a:ln w="38100">
            <a:solidFill>
              <a:schemeClr val="accent5">
                <a:lumMod val="50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6C3A7227-FE0F-3F01-390F-A953BB4D98C2}"/>
              </a:ext>
            </a:extLst>
          </p:cNvPr>
          <p:cNvCxnSpPr>
            <a:cxnSpLocks/>
            <a:stCxn id="25" idx="1"/>
          </p:cNvCxnSpPr>
          <p:nvPr/>
        </p:nvCxnSpPr>
        <p:spPr>
          <a:xfrm flipH="1">
            <a:off x="5554555" y="3281068"/>
            <a:ext cx="497220" cy="990542"/>
          </a:xfrm>
          <a:prstGeom prst="line">
            <a:avLst/>
          </a:prstGeom>
          <a:ln w="38100">
            <a:solidFill>
              <a:schemeClr val="accent5">
                <a:lumMod val="50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7B30BA15-A2B3-229E-947C-F299926C59A1}"/>
              </a:ext>
            </a:extLst>
          </p:cNvPr>
          <p:cNvCxnSpPr>
            <a:cxnSpLocks/>
          </p:cNvCxnSpPr>
          <p:nvPr/>
        </p:nvCxnSpPr>
        <p:spPr>
          <a:xfrm flipH="1">
            <a:off x="8260738" y="3783928"/>
            <a:ext cx="679269" cy="561760"/>
          </a:xfrm>
          <a:prstGeom prst="line">
            <a:avLst/>
          </a:prstGeom>
          <a:ln w="38100">
            <a:solidFill>
              <a:schemeClr val="accent5">
                <a:lumMod val="50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左大かっこ 35">
            <a:extLst>
              <a:ext uri="{FF2B5EF4-FFF2-40B4-BE49-F238E27FC236}">
                <a16:creationId xmlns:a16="http://schemas.microsoft.com/office/drawing/2014/main" id="{59A1DFEC-9E18-CAB5-05BD-A547A3B1E9F2}"/>
              </a:ext>
            </a:extLst>
          </p:cNvPr>
          <p:cNvSpPr/>
          <p:nvPr/>
        </p:nvSpPr>
        <p:spPr>
          <a:xfrm rot="5400000" flipV="1">
            <a:off x="4165817" y="1032282"/>
            <a:ext cx="296074" cy="2176604"/>
          </a:xfrm>
          <a:prstGeom prst="leftBracket">
            <a:avLst/>
          </a:prstGeom>
          <a:ln w="12700">
            <a:solidFill>
              <a:srgbClr val="0000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7" name="左大かっこ 36">
            <a:extLst>
              <a:ext uri="{FF2B5EF4-FFF2-40B4-BE49-F238E27FC236}">
                <a16:creationId xmlns:a16="http://schemas.microsoft.com/office/drawing/2014/main" id="{D8BCF9B1-69F9-98C5-8DB9-D5521E9716AE}"/>
              </a:ext>
            </a:extLst>
          </p:cNvPr>
          <p:cNvSpPr/>
          <p:nvPr/>
        </p:nvSpPr>
        <p:spPr>
          <a:xfrm rot="5400000" flipV="1">
            <a:off x="6452159" y="-113749"/>
            <a:ext cx="215789" cy="4568321"/>
          </a:xfrm>
          <a:prstGeom prst="leftBracket">
            <a:avLst/>
          </a:prstGeom>
          <a:ln w="127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8" name="左大かっこ 37">
            <a:extLst>
              <a:ext uri="{FF2B5EF4-FFF2-40B4-BE49-F238E27FC236}">
                <a16:creationId xmlns:a16="http://schemas.microsoft.com/office/drawing/2014/main" id="{598AFB7C-0A20-7C4D-E85B-5ADAAB483584}"/>
              </a:ext>
            </a:extLst>
          </p:cNvPr>
          <p:cNvSpPr/>
          <p:nvPr/>
        </p:nvSpPr>
        <p:spPr>
          <a:xfrm rot="5400000" flipV="1">
            <a:off x="6689941" y="841515"/>
            <a:ext cx="296074" cy="2566845"/>
          </a:xfrm>
          <a:prstGeom prst="leftBracket">
            <a:avLst/>
          </a:prstGeom>
          <a:ln w="12700">
            <a:solidFill>
              <a:srgbClr val="0000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155487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par>
                                <p:cTn id="21" presetID="10"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par>
                                <p:cTn id="33" presetID="10"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par>
                                <p:cTn id="36" presetID="10"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5" grpId="0" animBg="1"/>
      <p:bldP spid="27" grpId="0" animBg="1"/>
      <p:bldP spid="36" grpId="0" animBg="1"/>
      <p:bldP spid="37" grpId="0" animBg="1"/>
      <p:bldP spid="3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FFB2E-65FA-9008-A9E4-2136DDD7962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62A7B9D-F9B1-FE48-40F7-8E7AF68616C0}"/>
              </a:ext>
            </a:extLst>
          </p:cNvPr>
          <p:cNvSpPr/>
          <p:nvPr/>
        </p:nvSpPr>
        <p:spPr>
          <a:xfrm>
            <a:off x="803503" y="1938842"/>
            <a:ext cx="9000000" cy="90000"/>
          </a:xfrm>
          <a:prstGeom prst="rect">
            <a:avLst/>
          </a:prstGeom>
          <a:solidFill>
            <a:schemeClr val="bg2">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3D6AFE25-FBC0-55EA-A3B5-AC9E9567B58A}"/>
              </a:ext>
            </a:extLst>
          </p:cNvPr>
          <p:cNvSpPr>
            <a:spLocks noGrp="1"/>
          </p:cNvSpPr>
          <p:nvPr>
            <p:ph type="title"/>
          </p:nvPr>
        </p:nvSpPr>
        <p:spPr/>
        <p:txBody>
          <a:bodyPr/>
          <a:lstStyle/>
          <a:p>
            <a:r>
              <a:rPr kumimoji="1" lang="ja-JP" altLang="en-US"/>
              <a:t>目次</a:t>
            </a:r>
          </a:p>
        </p:txBody>
      </p:sp>
      <p:sp>
        <p:nvSpPr>
          <p:cNvPr id="10" name="テキスト ボックス 9">
            <a:extLst>
              <a:ext uri="{FF2B5EF4-FFF2-40B4-BE49-F238E27FC236}">
                <a16:creationId xmlns:a16="http://schemas.microsoft.com/office/drawing/2014/main" id="{DF770505-787B-F30F-6420-A41EFB5844EA}"/>
              </a:ext>
            </a:extLst>
          </p:cNvPr>
          <p:cNvSpPr txBox="1"/>
          <p:nvPr/>
        </p:nvSpPr>
        <p:spPr>
          <a:xfrm>
            <a:off x="803503" y="1315875"/>
            <a:ext cx="710292" cy="712967"/>
          </a:xfrm>
          <a:prstGeom prst="rect">
            <a:avLst/>
          </a:prstGeom>
          <a:solidFill>
            <a:schemeClr val="accent2"/>
          </a:solidFill>
        </p:spPr>
        <p:txBody>
          <a:bodyPr wrap="square" lIns="0" rIns="0" rtlCol="0" anchor="ctr">
            <a:noAutofit/>
          </a:bodyPr>
          <a:lstStyle/>
          <a:p>
            <a:pPr algn="ctr" defTabSz="288000"/>
            <a:r>
              <a:rPr kumimoji="1" lang="en-US" altLang="ja-JP" sz="3600" b="1">
                <a:solidFill>
                  <a:schemeClr val="bg1"/>
                </a:solidFill>
                <a:latin typeface="+mn-ea"/>
              </a:rPr>
              <a:t>1</a:t>
            </a:r>
            <a:endParaRPr kumimoji="1" lang="ja-JP" altLang="en-US" sz="3600" b="1">
              <a:solidFill>
                <a:schemeClr val="bg1"/>
              </a:solidFill>
              <a:latin typeface="+mn-ea"/>
            </a:endParaRPr>
          </a:p>
        </p:txBody>
      </p:sp>
      <p:sp>
        <p:nvSpPr>
          <p:cNvPr id="12" name="コンテンツ プレースホルダー 2">
            <a:extLst>
              <a:ext uri="{FF2B5EF4-FFF2-40B4-BE49-F238E27FC236}">
                <a16:creationId xmlns:a16="http://schemas.microsoft.com/office/drawing/2014/main" id="{CD0F7B66-42A2-957C-11EA-AE65DCB4CB25}"/>
              </a:ext>
            </a:extLst>
          </p:cNvPr>
          <p:cNvSpPr txBox="1">
            <a:spLocks/>
          </p:cNvSpPr>
          <p:nvPr/>
        </p:nvSpPr>
        <p:spPr>
          <a:xfrm>
            <a:off x="1722664" y="1431995"/>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800" b="1">
                <a:solidFill>
                  <a:schemeClr val="tx1"/>
                </a:solidFill>
              </a:rPr>
              <a:t>Web</a:t>
            </a:r>
            <a:r>
              <a:rPr lang="ja-JP" altLang="en-US" sz="2800" b="1">
                <a:solidFill>
                  <a:schemeClr val="tx1"/>
                </a:solidFill>
              </a:rPr>
              <a:t>アプリケーション開発</a:t>
            </a:r>
            <a:endParaRPr lang="en-US" altLang="ja-JP" sz="2800" b="1">
              <a:solidFill>
                <a:schemeClr val="tx1"/>
              </a:solidFill>
            </a:endParaRPr>
          </a:p>
        </p:txBody>
      </p:sp>
      <p:sp>
        <p:nvSpPr>
          <p:cNvPr id="4" name="テキスト ボックス 3">
            <a:extLst>
              <a:ext uri="{FF2B5EF4-FFF2-40B4-BE49-F238E27FC236}">
                <a16:creationId xmlns:a16="http://schemas.microsoft.com/office/drawing/2014/main" id="{3D3B577B-7D44-3BEB-E5C9-D6A84909BD64}"/>
              </a:ext>
            </a:extLst>
          </p:cNvPr>
          <p:cNvSpPr txBox="1"/>
          <p:nvPr/>
        </p:nvSpPr>
        <p:spPr>
          <a:xfrm>
            <a:off x="1577984" y="2071280"/>
            <a:ext cx="1026422" cy="439512"/>
          </a:xfrm>
          <a:prstGeom prst="rect">
            <a:avLst/>
          </a:prstGeom>
          <a:noFill/>
        </p:spPr>
        <p:txBody>
          <a:bodyPr wrap="square" lIns="0" rIns="0" rtlCol="0" anchor="ctr">
            <a:noAutofit/>
          </a:bodyPr>
          <a:lstStyle/>
          <a:p>
            <a:pPr algn="ctr" defTabSz="288000"/>
            <a:r>
              <a:rPr lang="en-US" altLang="ja-JP" sz="2400" b="1">
                <a:solidFill>
                  <a:schemeClr val="bg1">
                    <a:lumMod val="75000"/>
                  </a:schemeClr>
                </a:solidFill>
                <a:latin typeface="+mn-ea"/>
              </a:rPr>
              <a:t>1-1</a:t>
            </a:r>
            <a:endParaRPr kumimoji="1" lang="ja-JP" altLang="en-US" sz="2400" b="1">
              <a:solidFill>
                <a:schemeClr val="bg1">
                  <a:lumMod val="75000"/>
                </a:schemeClr>
              </a:solidFill>
              <a:latin typeface="+mn-ea"/>
            </a:endParaRPr>
          </a:p>
        </p:txBody>
      </p:sp>
      <p:sp>
        <p:nvSpPr>
          <p:cNvPr id="5" name="コンテンツ プレースホルダー 2">
            <a:extLst>
              <a:ext uri="{FF2B5EF4-FFF2-40B4-BE49-F238E27FC236}">
                <a16:creationId xmlns:a16="http://schemas.microsoft.com/office/drawing/2014/main" id="{0BF7D3ED-7E79-B953-5FD8-7CB3E54D32F7}"/>
              </a:ext>
            </a:extLst>
          </p:cNvPr>
          <p:cNvSpPr txBox="1">
            <a:spLocks/>
          </p:cNvSpPr>
          <p:nvPr/>
        </p:nvSpPr>
        <p:spPr>
          <a:xfrm>
            <a:off x="2604406" y="2018454"/>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a:solidFill>
                  <a:schemeClr val="bg1">
                    <a:lumMod val="75000"/>
                  </a:schemeClr>
                </a:solidFill>
              </a:rPr>
              <a:t>Web</a:t>
            </a:r>
            <a:r>
              <a:rPr lang="ja-JP" altLang="en-US" sz="2000" b="1">
                <a:solidFill>
                  <a:schemeClr val="bg1">
                    <a:lumMod val="75000"/>
                  </a:schemeClr>
                </a:solidFill>
              </a:rPr>
              <a:t>アプリケーションとは</a:t>
            </a:r>
            <a:endParaRPr lang="en-US" altLang="ja-JP" sz="2000" b="1">
              <a:solidFill>
                <a:schemeClr val="bg1">
                  <a:lumMod val="75000"/>
                </a:schemeClr>
              </a:solidFill>
            </a:endParaRPr>
          </a:p>
        </p:txBody>
      </p:sp>
      <p:sp>
        <p:nvSpPr>
          <p:cNvPr id="21" name="テキスト ボックス 20">
            <a:extLst>
              <a:ext uri="{FF2B5EF4-FFF2-40B4-BE49-F238E27FC236}">
                <a16:creationId xmlns:a16="http://schemas.microsoft.com/office/drawing/2014/main" id="{4262501F-1058-A114-36DA-EE19E33AFD0E}"/>
              </a:ext>
            </a:extLst>
          </p:cNvPr>
          <p:cNvSpPr txBox="1"/>
          <p:nvPr/>
        </p:nvSpPr>
        <p:spPr>
          <a:xfrm>
            <a:off x="1581151" y="2521087"/>
            <a:ext cx="1026422" cy="439512"/>
          </a:xfrm>
          <a:prstGeom prst="rect">
            <a:avLst/>
          </a:prstGeom>
          <a:noFill/>
        </p:spPr>
        <p:txBody>
          <a:bodyPr wrap="square" lIns="0" rIns="0" rtlCol="0" anchor="ctr">
            <a:noAutofit/>
          </a:bodyPr>
          <a:lstStyle/>
          <a:p>
            <a:pPr algn="ctr" defTabSz="288000"/>
            <a:r>
              <a:rPr lang="en-US" altLang="ja-JP" sz="2400" b="1">
                <a:solidFill>
                  <a:schemeClr val="bg1">
                    <a:lumMod val="75000"/>
                  </a:schemeClr>
                </a:solidFill>
                <a:latin typeface="+mn-ea"/>
              </a:rPr>
              <a:t>1-2</a:t>
            </a:r>
            <a:endParaRPr kumimoji="1" lang="ja-JP" altLang="en-US" sz="2400" b="1">
              <a:solidFill>
                <a:schemeClr val="bg1">
                  <a:lumMod val="75000"/>
                </a:schemeClr>
              </a:solidFill>
              <a:latin typeface="+mn-ea"/>
            </a:endParaRPr>
          </a:p>
        </p:txBody>
      </p:sp>
      <p:sp>
        <p:nvSpPr>
          <p:cNvPr id="22" name="コンテンツ プレースホルダー 2">
            <a:extLst>
              <a:ext uri="{FF2B5EF4-FFF2-40B4-BE49-F238E27FC236}">
                <a16:creationId xmlns:a16="http://schemas.microsoft.com/office/drawing/2014/main" id="{FFC62A0F-C772-C4CC-ED67-92EA305C3DBE}"/>
              </a:ext>
            </a:extLst>
          </p:cNvPr>
          <p:cNvSpPr txBox="1">
            <a:spLocks/>
          </p:cNvSpPr>
          <p:nvPr/>
        </p:nvSpPr>
        <p:spPr>
          <a:xfrm>
            <a:off x="2607573" y="2468261"/>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2000" b="1">
                <a:solidFill>
                  <a:schemeClr val="bg1">
                    <a:lumMod val="75000"/>
                  </a:schemeClr>
                </a:solidFill>
              </a:rPr>
              <a:t>データベースとは</a:t>
            </a:r>
            <a:endParaRPr lang="en-US" altLang="ja-JP" sz="2000" b="1">
              <a:solidFill>
                <a:schemeClr val="bg1">
                  <a:lumMod val="75000"/>
                </a:schemeClr>
              </a:solidFill>
            </a:endParaRPr>
          </a:p>
        </p:txBody>
      </p:sp>
      <p:sp>
        <p:nvSpPr>
          <p:cNvPr id="3" name="テキスト ボックス 2">
            <a:extLst>
              <a:ext uri="{FF2B5EF4-FFF2-40B4-BE49-F238E27FC236}">
                <a16:creationId xmlns:a16="http://schemas.microsoft.com/office/drawing/2014/main" id="{40B0AF01-C6FF-7335-1421-53591601DCF2}"/>
              </a:ext>
            </a:extLst>
          </p:cNvPr>
          <p:cNvSpPr txBox="1"/>
          <p:nvPr/>
        </p:nvSpPr>
        <p:spPr>
          <a:xfrm>
            <a:off x="1581151" y="3003155"/>
            <a:ext cx="1026422" cy="439512"/>
          </a:xfrm>
          <a:prstGeom prst="rect">
            <a:avLst/>
          </a:prstGeom>
          <a:noFill/>
        </p:spPr>
        <p:txBody>
          <a:bodyPr wrap="square" lIns="0" rIns="0" rtlCol="0" anchor="ctr">
            <a:noAutofit/>
          </a:bodyPr>
          <a:lstStyle/>
          <a:p>
            <a:pPr algn="ctr" defTabSz="288000"/>
            <a:r>
              <a:rPr lang="en-US" altLang="ja-JP" sz="2400" b="1">
                <a:solidFill>
                  <a:schemeClr val="accent2"/>
                </a:solidFill>
                <a:latin typeface="+mn-ea"/>
              </a:rPr>
              <a:t>1-3</a:t>
            </a:r>
            <a:endParaRPr kumimoji="1" lang="ja-JP" altLang="en-US" sz="2400" b="1">
              <a:solidFill>
                <a:schemeClr val="accent2"/>
              </a:solidFill>
              <a:latin typeface="+mn-ea"/>
            </a:endParaRPr>
          </a:p>
        </p:txBody>
      </p:sp>
      <p:sp>
        <p:nvSpPr>
          <p:cNvPr id="6" name="コンテンツ プレースホルダー 2">
            <a:extLst>
              <a:ext uri="{FF2B5EF4-FFF2-40B4-BE49-F238E27FC236}">
                <a16:creationId xmlns:a16="http://schemas.microsoft.com/office/drawing/2014/main" id="{3BC7A676-9AFD-3F81-A87E-C6C22F2DAD29}"/>
              </a:ext>
            </a:extLst>
          </p:cNvPr>
          <p:cNvSpPr txBox="1">
            <a:spLocks/>
          </p:cNvSpPr>
          <p:nvPr/>
        </p:nvSpPr>
        <p:spPr>
          <a:xfrm>
            <a:off x="2607573" y="2950329"/>
            <a:ext cx="5660572" cy="549378"/>
          </a:xfrm>
          <a:prstGeom prst="rect">
            <a:avLst/>
          </a:prstGeom>
        </p:spPr>
        <p:txBody>
          <a:bodyPr vert="horz" lIns="0" tIns="0" rIns="0" bIns="0" rtlCol="0" anchor="ctr">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2000" b="1">
                <a:solidFill>
                  <a:schemeClr val="tx1"/>
                </a:solidFill>
              </a:rPr>
              <a:t>Java</a:t>
            </a:r>
            <a:r>
              <a:rPr lang="ja-JP" altLang="en-US" sz="2000" b="1">
                <a:solidFill>
                  <a:schemeClr val="tx1"/>
                </a:solidFill>
              </a:rPr>
              <a:t>言語、</a:t>
            </a:r>
            <a:r>
              <a:rPr lang="en-US" altLang="ja-JP" sz="2000" b="1">
                <a:solidFill>
                  <a:schemeClr val="tx1"/>
                </a:solidFill>
              </a:rPr>
              <a:t>Spring</a:t>
            </a:r>
            <a:r>
              <a:rPr lang="ja-JP" altLang="en-US" sz="2000" b="1">
                <a:solidFill>
                  <a:schemeClr val="tx1"/>
                </a:solidFill>
              </a:rPr>
              <a:t>フレームワークとは</a:t>
            </a:r>
            <a:endParaRPr lang="en-US" altLang="ja-JP" sz="2000" b="1">
              <a:solidFill>
                <a:schemeClr val="tx1"/>
              </a:solidFill>
            </a:endParaRPr>
          </a:p>
        </p:txBody>
      </p:sp>
      <p:sp>
        <p:nvSpPr>
          <p:cNvPr id="7" name="正方形/長方形 6">
            <a:extLst>
              <a:ext uri="{FF2B5EF4-FFF2-40B4-BE49-F238E27FC236}">
                <a16:creationId xmlns:a16="http://schemas.microsoft.com/office/drawing/2014/main" id="{A0DF9087-452C-4E21-3078-062959925285}"/>
              </a:ext>
            </a:extLst>
          </p:cNvPr>
          <p:cNvSpPr/>
          <p:nvPr/>
        </p:nvSpPr>
        <p:spPr>
          <a:xfrm flipV="1">
            <a:off x="1546834" y="2992860"/>
            <a:ext cx="8256669" cy="439512"/>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8" name="グラフィックス 7" descr="バッジ: チェックマーク 1 単色塗りつぶし">
            <a:extLst>
              <a:ext uri="{FF2B5EF4-FFF2-40B4-BE49-F238E27FC236}">
                <a16:creationId xmlns:a16="http://schemas.microsoft.com/office/drawing/2014/main" id="{B6C328D6-8D3F-4C9B-2654-50CF6FAEEF3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03503" y="2057036"/>
            <a:ext cx="468000" cy="468000"/>
          </a:xfrm>
          <a:prstGeom prst="rect">
            <a:avLst/>
          </a:prstGeom>
        </p:spPr>
      </p:pic>
      <p:pic>
        <p:nvPicPr>
          <p:cNvPr id="11" name="グラフィックス 10" descr="バッジ: チェックマーク 1 単色塗りつぶし">
            <a:extLst>
              <a:ext uri="{FF2B5EF4-FFF2-40B4-BE49-F238E27FC236}">
                <a16:creationId xmlns:a16="http://schemas.microsoft.com/office/drawing/2014/main" id="{7D82A05B-D93B-D575-F6D8-1791EE897E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02488" y="2505972"/>
            <a:ext cx="468000" cy="468000"/>
          </a:xfrm>
          <a:prstGeom prst="rect">
            <a:avLst/>
          </a:prstGeom>
        </p:spPr>
      </p:pic>
    </p:spTree>
    <p:extLst>
      <p:ext uri="{BB962C8B-B14F-4D97-AF65-F5344CB8AC3E}">
        <p14:creationId xmlns:p14="http://schemas.microsoft.com/office/powerpoint/2010/main" val="1692481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06F98-7CB5-1624-5E26-B5D4831112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D17306B-F428-A765-DA9D-BEECE7AA6244}"/>
              </a:ext>
            </a:extLst>
          </p:cNvPr>
          <p:cNvSpPr>
            <a:spLocks noGrp="1"/>
          </p:cNvSpPr>
          <p:nvPr>
            <p:ph type="title"/>
          </p:nvPr>
        </p:nvSpPr>
        <p:spPr/>
        <p:txBody>
          <a:bodyPr/>
          <a:lstStyle/>
          <a:p>
            <a:r>
              <a:rPr kumimoji="1" lang="en-US" altLang="ja-JP"/>
              <a:t>Web</a:t>
            </a:r>
            <a:r>
              <a:rPr kumimoji="1" lang="ja-JP" altLang="en-US"/>
              <a:t>アプリケーションを作成するためのプログラミング言語</a:t>
            </a:r>
          </a:p>
        </p:txBody>
      </p:sp>
      <p:sp>
        <p:nvSpPr>
          <p:cNvPr id="3" name="コンテンツ プレースホルダー 2">
            <a:extLst>
              <a:ext uri="{FF2B5EF4-FFF2-40B4-BE49-F238E27FC236}">
                <a16:creationId xmlns:a16="http://schemas.microsoft.com/office/drawing/2014/main" id="{491634B0-A494-5D32-5E19-AB54502B0D73}"/>
              </a:ext>
            </a:extLst>
          </p:cNvPr>
          <p:cNvSpPr>
            <a:spLocks noGrp="1"/>
          </p:cNvSpPr>
          <p:nvPr>
            <p:ph sz="quarter" idx="10"/>
          </p:nvPr>
        </p:nvSpPr>
        <p:spPr/>
        <p:txBody>
          <a:bodyPr/>
          <a:lstStyle/>
          <a:p>
            <a:r>
              <a:rPr kumimoji="1" lang="ja-JP" altLang="en-US"/>
              <a:t>アプリケーションは</a:t>
            </a:r>
            <a:r>
              <a:rPr lang="ja-JP" altLang="en-US"/>
              <a:t>プログラミング言語によって作成される。</a:t>
            </a:r>
            <a:endParaRPr lang="en-US" altLang="ja-JP"/>
          </a:p>
          <a:p>
            <a:r>
              <a:rPr lang="ja-JP" altLang="en-US"/>
              <a:t>プログラミング言語は</a:t>
            </a:r>
            <a:r>
              <a:rPr lang="en-US" altLang="ja-JP"/>
              <a:t>100</a:t>
            </a:r>
            <a:r>
              <a:rPr lang="ja-JP" altLang="en-US"/>
              <a:t>種類以上（</a:t>
            </a:r>
            <a:r>
              <a:rPr lang="en-US" altLang="ja-JP"/>
              <a:t>※</a:t>
            </a:r>
            <a:r>
              <a:rPr lang="ja-JP" altLang="en-US"/>
              <a:t>）あり、各々得意・不得意がある。</a:t>
            </a:r>
            <a:endParaRPr lang="en-US" altLang="ja-JP"/>
          </a:p>
          <a:p>
            <a:r>
              <a:rPr kumimoji="1" lang="en-US" altLang="ja-JP"/>
              <a:t>※</a:t>
            </a:r>
            <a:r>
              <a:rPr kumimoji="1" lang="ja-JP" altLang="en-US"/>
              <a:t>ウィキペディア：「プログラミング言語一覧」</a:t>
            </a:r>
            <a:endParaRPr kumimoji="1" lang="en-US" altLang="ja-JP"/>
          </a:p>
          <a:p>
            <a:endParaRPr kumimoji="1" lang="en-US" altLang="ja-JP"/>
          </a:p>
          <a:p>
            <a:r>
              <a:rPr kumimoji="1" lang="en-US" altLang="ja-JP"/>
              <a:t>Web</a:t>
            </a:r>
            <a:r>
              <a:rPr kumimoji="1" lang="ja-JP" altLang="en-US"/>
              <a:t>アプリケーションの開発を得意とする言語も複数あるが、</a:t>
            </a:r>
            <a:r>
              <a:rPr lang="ja-JP" altLang="en-US"/>
              <a:t>以下の理由から</a:t>
            </a:r>
            <a:r>
              <a:rPr lang="en-US" altLang="ja-JP"/>
              <a:t> </a:t>
            </a:r>
            <a:r>
              <a:rPr lang="en-US" altLang="ja-JP" b="1"/>
              <a:t>Java</a:t>
            </a:r>
            <a:r>
              <a:rPr lang="en-US" altLang="ja-JP"/>
              <a:t> </a:t>
            </a:r>
            <a:r>
              <a:rPr lang="ja-JP" altLang="en-US"/>
              <a:t>を本研修では選定した。</a:t>
            </a:r>
            <a:endParaRPr lang="en-US" altLang="ja-JP"/>
          </a:p>
          <a:p>
            <a:pPr marL="285750" indent="-285750">
              <a:buFont typeface="Arial" panose="020B0604020202020204" pitchFamily="34" charset="0"/>
              <a:buChar char="•"/>
            </a:pPr>
            <a:endParaRPr lang="en-US" altLang="ja-JP"/>
          </a:p>
          <a:p>
            <a:pPr marL="285750" indent="-285750">
              <a:buFont typeface="Wingdings" panose="05000000000000000000" pitchFamily="2" charset="2"/>
              <a:buChar char="p"/>
            </a:pPr>
            <a:r>
              <a:rPr lang="ja-JP" altLang="en-US"/>
              <a:t>言語自体の処理性能が優れており、大規模</a:t>
            </a:r>
            <a:r>
              <a:rPr lang="en-US" altLang="ja-JP"/>
              <a:t>Web</a:t>
            </a:r>
            <a:r>
              <a:rPr lang="ja-JP" altLang="en-US"/>
              <a:t>アプリケーション開発に適している</a:t>
            </a:r>
            <a:endParaRPr lang="en-US" altLang="ja-JP"/>
          </a:p>
          <a:p>
            <a:pPr marL="285750" indent="-285750">
              <a:buFont typeface="Arial" panose="020B0604020202020204" pitchFamily="34" charset="0"/>
              <a:buChar char="•"/>
            </a:pPr>
            <a:endParaRPr lang="en-US" altLang="ja-JP" sz="1100"/>
          </a:p>
          <a:p>
            <a:pPr marL="285750" indent="-285750">
              <a:buFont typeface="Wingdings" panose="05000000000000000000" pitchFamily="2" charset="2"/>
              <a:buChar char="p"/>
            </a:pPr>
            <a:r>
              <a:rPr lang="en-US" altLang="ja-JP"/>
              <a:t>NTT</a:t>
            </a:r>
            <a:r>
              <a:rPr lang="ja-JP" altLang="en-US"/>
              <a:t>データにおけるシステム開発で広く使われているため</a:t>
            </a:r>
            <a:endParaRPr lang="en-US" altLang="ja-JP"/>
          </a:p>
          <a:p>
            <a:pPr marL="645750" lvl="1" indent="-285750"/>
            <a:r>
              <a:rPr lang="en-US" altLang="ja-JP"/>
              <a:t>NTT</a:t>
            </a:r>
            <a:r>
              <a:rPr lang="ja-JP" altLang="en-US"/>
              <a:t>データが作成して社内の開発標準となっている</a:t>
            </a:r>
            <a:r>
              <a:rPr lang="en-US" altLang="ja-JP"/>
              <a:t>TERASOLUNA</a:t>
            </a:r>
            <a:r>
              <a:rPr lang="ja-JP" altLang="en-US"/>
              <a:t>という開発フレームワーク・ガイドラインが、</a:t>
            </a:r>
            <a:r>
              <a:rPr lang="en-US" altLang="ja-JP"/>
              <a:t>Java</a:t>
            </a:r>
            <a:r>
              <a:rPr lang="ja-JP" altLang="en-US"/>
              <a:t>での開発を前提としているため</a:t>
            </a:r>
            <a:endParaRPr lang="en-US" altLang="ja-JP"/>
          </a:p>
          <a:p>
            <a:pPr marL="285750" indent="-285750">
              <a:buFont typeface="Arial" panose="020B0604020202020204" pitchFamily="34" charset="0"/>
              <a:buChar char="•"/>
            </a:pPr>
            <a:endParaRPr kumimoji="1" lang="en-US" altLang="ja-JP" sz="1100"/>
          </a:p>
          <a:p>
            <a:pPr marL="285750" indent="-285750">
              <a:buFont typeface="Wingdings" panose="05000000000000000000" pitchFamily="2" charset="2"/>
              <a:buChar char="p"/>
            </a:pPr>
            <a:r>
              <a:rPr kumimoji="1" lang="ja-JP" altLang="en-US"/>
              <a:t>世界的に開発者数、使用</a:t>
            </a:r>
            <a:r>
              <a:rPr lang="ja-JP" altLang="en-US"/>
              <a:t>数</a:t>
            </a:r>
            <a:r>
              <a:rPr kumimoji="1" lang="ja-JP" altLang="en-US"/>
              <a:t>が多いため</a:t>
            </a:r>
            <a:endParaRPr kumimoji="1" lang="en-US" altLang="ja-JP"/>
          </a:p>
          <a:p>
            <a:pPr marL="645750" lvl="1" indent="-285750"/>
            <a:r>
              <a:rPr lang="en-US" altLang="ja-JP"/>
              <a:t>IT</a:t>
            </a:r>
            <a:r>
              <a:rPr kumimoji="1" lang="ja-JP" altLang="en-US"/>
              <a:t>に関する世界的ナレッジコミュニティ</a:t>
            </a:r>
            <a:r>
              <a:rPr kumimoji="1" lang="en-US" altLang="ja-JP"/>
              <a:t>Stack Overflow</a:t>
            </a:r>
            <a:r>
              <a:rPr lang="ja-JP" altLang="en-US"/>
              <a:t>の年次開発者調査によるプログラミング言語人気ランキング毎年上位（</a:t>
            </a:r>
            <a:r>
              <a:rPr lang="en-US" altLang="ja-JP"/>
              <a:t>5</a:t>
            </a:r>
            <a:r>
              <a:rPr lang="ja-JP" altLang="en-US"/>
              <a:t>位以内）に位置 </a:t>
            </a:r>
            <a:endParaRPr lang="en-US" altLang="ja-JP"/>
          </a:p>
          <a:p>
            <a:pPr marL="645750" lvl="1" indent="-285750"/>
            <a:r>
              <a:rPr kumimoji="1" lang="en-US" altLang="ja-JP"/>
              <a:t>Java</a:t>
            </a:r>
            <a:r>
              <a:rPr kumimoji="1" lang="ja-JP" altLang="en-US"/>
              <a:t>によって開発された</a:t>
            </a:r>
            <a:r>
              <a:rPr kumimoji="1" lang="en-US" altLang="ja-JP"/>
              <a:t>Web</a:t>
            </a:r>
            <a:r>
              <a:rPr kumimoji="1" lang="ja-JP" altLang="en-US"/>
              <a:t>アプリケーション例：</a:t>
            </a:r>
            <a:r>
              <a:rPr kumimoji="1" lang="en-US" altLang="ja-JP" err="1"/>
              <a:t>PayPay</a:t>
            </a:r>
            <a:r>
              <a:rPr lang="ja-JP" altLang="en-US"/>
              <a:t>、</a:t>
            </a:r>
            <a:r>
              <a:rPr lang="en-US" altLang="ja-JP"/>
              <a:t>Netflix</a:t>
            </a:r>
            <a:r>
              <a:rPr lang="ja-JP" altLang="en-US"/>
              <a:t>、</a:t>
            </a:r>
            <a:r>
              <a:rPr lang="en-US" altLang="ja-JP"/>
              <a:t>SUUMO</a:t>
            </a:r>
            <a:endParaRPr kumimoji="1" lang="en-US" altLang="ja-JP"/>
          </a:p>
          <a:p>
            <a:endParaRPr kumimoji="1" lang="ja-JP" altLang="en-US"/>
          </a:p>
        </p:txBody>
      </p:sp>
    </p:spTree>
    <p:extLst>
      <p:ext uri="{BB962C8B-B14F-4D97-AF65-F5344CB8AC3E}">
        <p14:creationId xmlns:p14="http://schemas.microsoft.com/office/powerpoint/2010/main" val="495488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FD3850B-B2D0-ABFB-1CF8-4A836F934FD7}"/>
              </a:ext>
            </a:extLst>
          </p:cNvPr>
          <p:cNvSpPr>
            <a:spLocks noGrp="1"/>
          </p:cNvSpPr>
          <p:nvPr>
            <p:ph sz="quarter" idx="10"/>
          </p:nvPr>
        </p:nvSpPr>
        <p:spPr>
          <a:xfrm>
            <a:off x="371475" y="1038386"/>
            <a:ext cx="11447325" cy="5451314"/>
          </a:xfrm>
        </p:spPr>
        <p:txBody>
          <a:bodyPr/>
          <a:lstStyle/>
          <a:p>
            <a:r>
              <a:rPr kumimoji="1" lang="en-US" altLang="ja-JP">
                <a:latin typeface="+mj-ea"/>
                <a:ea typeface="+mj-ea"/>
              </a:rPr>
              <a:t>1995</a:t>
            </a:r>
            <a:r>
              <a:rPr kumimoji="1" lang="ja-JP" altLang="en-US">
                <a:latin typeface="+mj-ea"/>
                <a:ea typeface="+mj-ea"/>
              </a:rPr>
              <a:t>年に開発されたプログラミング言語</a:t>
            </a:r>
            <a:r>
              <a:rPr lang="ja-JP" altLang="en-US">
                <a:latin typeface="+mj-ea"/>
                <a:ea typeface="+mj-ea"/>
              </a:rPr>
              <a:t>：</a:t>
            </a:r>
            <a:endParaRPr lang="en-US" altLang="ja-JP">
              <a:latin typeface="+mj-ea"/>
              <a:ea typeface="+mj-ea"/>
            </a:endParaRPr>
          </a:p>
          <a:p>
            <a:r>
              <a:rPr lang="ja-JP" altLang="en-US" b="0" i="0">
                <a:effectLst/>
                <a:latin typeface="+mj-ea"/>
                <a:ea typeface="+mj-ea"/>
              </a:rPr>
              <a:t>コーヒー豆の一種である「ジャワコーヒー（</a:t>
            </a:r>
            <a:r>
              <a:rPr lang="en-US" altLang="ja-JP" b="0" i="0">
                <a:effectLst/>
                <a:latin typeface="+mj-ea"/>
                <a:ea typeface="+mj-ea"/>
              </a:rPr>
              <a:t>Java Coffee</a:t>
            </a:r>
            <a:r>
              <a:rPr lang="ja-JP" altLang="en-US" b="0" i="0">
                <a:effectLst/>
                <a:latin typeface="+mj-ea"/>
                <a:ea typeface="+mj-ea"/>
              </a:rPr>
              <a:t>）」に由来</a:t>
            </a:r>
            <a:endParaRPr lang="en-US" altLang="ja-JP" b="0" i="0">
              <a:effectLst/>
              <a:latin typeface="+mj-ea"/>
              <a:ea typeface="+mj-ea"/>
            </a:endParaRPr>
          </a:p>
          <a:p>
            <a:r>
              <a:rPr lang="ja-JP" altLang="en-US">
                <a:latin typeface="+mj-ea"/>
                <a:ea typeface="+mj-ea"/>
              </a:rPr>
              <a:t>半年に一度のペースで機能追加がされている</a:t>
            </a:r>
            <a:r>
              <a:rPr lang="ja-JP" altLang="en-US" sz="1400">
                <a:latin typeface="+mj-ea"/>
                <a:ea typeface="+mj-ea"/>
              </a:rPr>
              <a:t>（</a:t>
            </a:r>
            <a:r>
              <a:rPr lang="en-US" altLang="ja-JP" sz="1400">
                <a:latin typeface="+mj-ea"/>
                <a:ea typeface="+mj-ea"/>
              </a:rPr>
              <a:t>2026</a:t>
            </a:r>
            <a:r>
              <a:rPr lang="ja-JP" altLang="en-US" sz="1400">
                <a:latin typeface="+mj-ea"/>
                <a:ea typeface="+mj-ea"/>
              </a:rPr>
              <a:t>年現在はバージョン</a:t>
            </a:r>
            <a:r>
              <a:rPr lang="en-US" altLang="ja-JP" sz="1400">
                <a:latin typeface="+mj-ea"/>
                <a:ea typeface="+mj-ea"/>
              </a:rPr>
              <a:t>26</a:t>
            </a:r>
            <a:r>
              <a:rPr lang="ja-JP" altLang="en-US" sz="1400">
                <a:latin typeface="+mj-ea"/>
                <a:ea typeface="+mj-ea"/>
              </a:rPr>
              <a:t>）</a:t>
            </a:r>
            <a:endParaRPr lang="en-US" altLang="ja-JP">
              <a:latin typeface="+mj-ea"/>
              <a:ea typeface="+mj-ea"/>
            </a:endParaRPr>
          </a:p>
          <a:p>
            <a:endParaRPr lang="en-US" altLang="ja-JP" sz="1200">
              <a:latin typeface="+mj-ea"/>
              <a:ea typeface="+mj-ea"/>
            </a:endParaRPr>
          </a:p>
          <a:p>
            <a:r>
              <a:rPr lang="ja-JP" altLang="en-US" b="0" i="0">
                <a:effectLst/>
                <a:latin typeface="+mj-ea"/>
                <a:ea typeface="+mj-ea"/>
              </a:rPr>
              <a:t>＜主な特徴＞</a:t>
            </a:r>
            <a:endParaRPr lang="en-US" altLang="ja-JP" b="0" i="0">
              <a:effectLst/>
              <a:latin typeface="+mj-ea"/>
              <a:ea typeface="+mj-ea"/>
            </a:endParaRPr>
          </a:p>
          <a:p>
            <a:pPr marL="645750" lvl="1" indent="-285750"/>
            <a:r>
              <a:rPr lang="ja-JP" altLang="en-US" b="1" i="0">
                <a:effectLst/>
                <a:latin typeface="+mj-ea"/>
                <a:ea typeface="+mj-ea"/>
              </a:rPr>
              <a:t>コンパイルが必要な言語</a:t>
            </a:r>
            <a:r>
              <a:rPr lang="ja-JP" altLang="en-US" b="0" i="0">
                <a:effectLst/>
                <a:latin typeface="+mj-ea"/>
                <a:ea typeface="+mj-ea"/>
              </a:rPr>
              <a:t>：</a:t>
            </a:r>
            <a:r>
              <a:rPr lang="ja-JP" altLang="en-US">
                <a:latin typeface="+mj-ea"/>
                <a:ea typeface="+mj-ea"/>
              </a:rPr>
              <a:t>前述</a:t>
            </a:r>
            <a:r>
              <a:rPr lang="ja-JP" altLang="en-US" b="0" i="0">
                <a:effectLst/>
                <a:latin typeface="+mj-ea"/>
                <a:ea typeface="+mj-ea"/>
              </a:rPr>
              <a:t>の通り、高い処理性能</a:t>
            </a:r>
            <a:endParaRPr lang="en-US" altLang="ja-JP" b="0" i="0">
              <a:effectLst/>
              <a:latin typeface="+mj-ea"/>
              <a:ea typeface="+mj-ea"/>
            </a:endParaRPr>
          </a:p>
          <a:p>
            <a:pPr marL="645750" lvl="1" indent="-285750"/>
            <a:r>
              <a:rPr lang="en-US" altLang="ja-JP" b="1" i="0">
                <a:effectLst/>
                <a:latin typeface="+mj-ea"/>
                <a:ea typeface="+mj-ea"/>
              </a:rPr>
              <a:t>JVM</a:t>
            </a:r>
            <a:r>
              <a:rPr lang="ja-JP" altLang="en-US" b="1" i="0">
                <a:effectLst/>
                <a:latin typeface="+mj-ea"/>
                <a:ea typeface="+mj-ea"/>
              </a:rPr>
              <a:t>（</a:t>
            </a:r>
            <a:r>
              <a:rPr lang="en-US" altLang="ja-JP" b="1" i="0">
                <a:effectLst/>
                <a:latin typeface="+mj-ea"/>
                <a:ea typeface="+mj-ea"/>
              </a:rPr>
              <a:t>Java Virtual Machine</a:t>
            </a:r>
            <a:r>
              <a:rPr lang="ja-JP" altLang="en-US" b="1" i="0">
                <a:effectLst/>
                <a:latin typeface="+mj-ea"/>
                <a:ea typeface="+mj-ea"/>
              </a:rPr>
              <a:t>）</a:t>
            </a:r>
            <a:r>
              <a:rPr lang="ja-JP" altLang="en-US" i="0">
                <a:effectLst/>
                <a:latin typeface="+mj-ea"/>
                <a:ea typeface="+mj-ea"/>
              </a:rPr>
              <a:t>：コンパイルが必要な言語の可搬性の問題を解消</a:t>
            </a:r>
            <a:endParaRPr lang="en-US" altLang="ja-JP" i="0">
              <a:effectLst/>
              <a:latin typeface="+mj-ea"/>
              <a:ea typeface="+mj-ea"/>
            </a:endParaRPr>
          </a:p>
          <a:p>
            <a:endParaRPr lang="en-US" altLang="ja-JP">
              <a:latin typeface="+mj-ea"/>
              <a:ea typeface="+mj-ea"/>
            </a:endParaRPr>
          </a:p>
          <a:p>
            <a:endParaRPr lang="en-US" altLang="ja-JP">
              <a:latin typeface="+mj-ea"/>
              <a:ea typeface="+mj-ea"/>
            </a:endParaRPr>
          </a:p>
          <a:p>
            <a:endParaRPr lang="en-US" altLang="ja-JP">
              <a:latin typeface="+mj-ea"/>
              <a:ea typeface="+mj-ea"/>
            </a:endParaRPr>
          </a:p>
          <a:p>
            <a:endParaRPr lang="en-US" altLang="ja-JP">
              <a:latin typeface="+mj-ea"/>
              <a:ea typeface="+mj-ea"/>
            </a:endParaRPr>
          </a:p>
          <a:p>
            <a:endParaRPr lang="en-US" altLang="ja-JP" b="0" i="0">
              <a:effectLst/>
              <a:latin typeface="+mj-ea"/>
              <a:ea typeface="+mj-ea"/>
            </a:endParaRPr>
          </a:p>
          <a:p>
            <a:endParaRPr lang="en-US" altLang="ja-JP">
              <a:latin typeface="+mj-ea"/>
              <a:ea typeface="+mj-ea"/>
            </a:endParaRPr>
          </a:p>
          <a:p>
            <a:endParaRPr lang="en-US" altLang="ja-JP" b="0" i="0">
              <a:effectLst/>
              <a:latin typeface="+mj-ea"/>
              <a:ea typeface="+mj-ea"/>
            </a:endParaRPr>
          </a:p>
          <a:p>
            <a:endParaRPr lang="en-US" altLang="ja-JP" b="0" i="0">
              <a:effectLst/>
              <a:latin typeface="+mj-ea"/>
              <a:ea typeface="+mj-ea"/>
            </a:endParaRPr>
          </a:p>
          <a:p>
            <a:pPr marL="645750" lvl="1" indent="-285750"/>
            <a:r>
              <a:rPr lang="ja-JP" altLang="en-US" b="1" i="0">
                <a:effectLst/>
                <a:latin typeface="+mj-ea"/>
                <a:ea typeface="+mj-ea"/>
              </a:rPr>
              <a:t>難しかったメモリ管理が不要</a:t>
            </a:r>
            <a:r>
              <a:rPr lang="ja-JP" altLang="en-US" b="0" i="0">
                <a:effectLst/>
                <a:latin typeface="+mj-ea"/>
                <a:ea typeface="+mj-ea"/>
              </a:rPr>
              <a:t>：</a:t>
            </a:r>
            <a:r>
              <a:rPr lang="en-US" altLang="ja-JP" b="0" i="0">
                <a:effectLst/>
                <a:latin typeface="+mj-ea"/>
                <a:ea typeface="+mj-ea"/>
              </a:rPr>
              <a:t>Java</a:t>
            </a:r>
            <a:r>
              <a:rPr lang="ja-JP" altLang="en-US" b="0" i="0">
                <a:effectLst/>
                <a:latin typeface="+mj-ea"/>
                <a:ea typeface="+mj-ea"/>
              </a:rPr>
              <a:t>以前のコンパイル言語</a:t>
            </a:r>
            <a:r>
              <a:rPr lang="ja-JP" altLang="en-US">
                <a:latin typeface="+mj-ea"/>
                <a:ea typeface="+mj-ea"/>
              </a:rPr>
              <a:t>は</a:t>
            </a:r>
            <a:r>
              <a:rPr lang="ja-JP" altLang="en-US" b="0" i="0">
                <a:effectLst/>
                <a:latin typeface="+mj-ea"/>
                <a:ea typeface="+mj-ea"/>
              </a:rPr>
              <a:t>メモリ管理を開発者</a:t>
            </a:r>
            <a:r>
              <a:rPr lang="ja-JP" altLang="en-US">
                <a:latin typeface="+mj-ea"/>
                <a:ea typeface="+mj-ea"/>
              </a:rPr>
              <a:t>が記述していたが、</a:t>
            </a:r>
            <a:r>
              <a:rPr lang="en-US" altLang="ja-JP">
                <a:latin typeface="+mj-ea"/>
                <a:ea typeface="+mj-ea"/>
              </a:rPr>
              <a:t>Java</a:t>
            </a:r>
            <a:r>
              <a:rPr lang="ja-JP" altLang="en-US">
                <a:latin typeface="+mj-ea"/>
                <a:ea typeface="+mj-ea"/>
              </a:rPr>
              <a:t>は</a:t>
            </a:r>
            <a:r>
              <a:rPr lang="en-US" altLang="ja-JP">
                <a:latin typeface="+mj-ea"/>
                <a:ea typeface="+mj-ea"/>
              </a:rPr>
              <a:t>JVM</a:t>
            </a:r>
            <a:r>
              <a:rPr lang="ja-JP" altLang="en-US">
                <a:latin typeface="+mj-ea"/>
                <a:ea typeface="+mj-ea"/>
              </a:rPr>
              <a:t>が担当</a:t>
            </a:r>
            <a:endParaRPr lang="en-US" altLang="ja-JP">
              <a:latin typeface="+mj-ea"/>
              <a:ea typeface="+mj-ea"/>
            </a:endParaRPr>
          </a:p>
          <a:p>
            <a:pPr marL="645750" lvl="1" indent="-285750"/>
            <a:r>
              <a:rPr lang="ja-JP" altLang="en-US" b="1" i="0">
                <a:effectLst/>
                <a:latin typeface="+mj-ea"/>
                <a:ea typeface="+mj-ea"/>
              </a:rPr>
              <a:t>オブジェクト指向をもとにしたオブジェクト指向プログラミングをサポート</a:t>
            </a:r>
            <a:endParaRPr lang="en-US" altLang="ja-JP" b="0" i="0">
              <a:effectLst/>
              <a:latin typeface="+mj-ea"/>
              <a:ea typeface="+mj-ea"/>
            </a:endParaRPr>
          </a:p>
          <a:p>
            <a:endParaRPr kumimoji="1" lang="ja-JP" altLang="en-US">
              <a:latin typeface="+mj-ea"/>
              <a:ea typeface="+mj-ea"/>
            </a:endParaRPr>
          </a:p>
        </p:txBody>
      </p:sp>
      <p:sp>
        <p:nvSpPr>
          <p:cNvPr id="2" name="タイトル 1">
            <a:extLst>
              <a:ext uri="{FF2B5EF4-FFF2-40B4-BE49-F238E27FC236}">
                <a16:creationId xmlns:a16="http://schemas.microsoft.com/office/drawing/2014/main" id="{DAA0DD48-3F55-9E86-4591-C9B4DAF38F03}"/>
              </a:ext>
            </a:extLst>
          </p:cNvPr>
          <p:cNvSpPr>
            <a:spLocks noGrp="1"/>
          </p:cNvSpPr>
          <p:nvPr>
            <p:ph type="title"/>
          </p:nvPr>
        </p:nvSpPr>
        <p:spPr/>
        <p:txBody>
          <a:bodyPr/>
          <a:lstStyle/>
          <a:p>
            <a:r>
              <a:rPr kumimoji="1" lang="en-US" altLang="ja-JP"/>
              <a:t>Java</a:t>
            </a:r>
            <a:endParaRPr kumimoji="1" lang="ja-JP" altLang="en-US"/>
          </a:p>
        </p:txBody>
      </p:sp>
      <p:pic>
        <p:nvPicPr>
          <p:cNvPr id="1026" name="Picture 2" descr="Javaとは？意味を分かりやすく解説 - IT用語辞典 e-Words">
            <a:extLst>
              <a:ext uri="{FF2B5EF4-FFF2-40B4-BE49-F238E27FC236}">
                <a16:creationId xmlns:a16="http://schemas.microsoft.com/office/drawing/2014/main" id="{803B00CE-8DCE-FF09-CBA1-8C85E262E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8438" y="921618"/>
            <a:ext cx="1905000" cy="1428750"/>
          </a:xfrm>
          <a:prstGeom prst="rect">
            <a:avLst/>
          </a:prstGeom>
          <a:noFill/>
          <a:extLst>
            <a:ext uri="{909E8E84-426E-40DD-AFC4-6F175D3DCCD1}">
              <a14:hiddenFill xmlns:a14="http://schemas.microsoft.com/office/drawing/2010/main">
                <a:solidFill>
                  <a:srgbClr val="FFFFFF"/>
                </a:solidFill>
              </a14:hiddenFill>
            </a:ext>
          </a:extLst>
        </p:spPr>
      </p:pic>
      <p:sp>
        <p:nvSpPr>
          <p:cNvPr id="29" name="Shape 13">
            <a:extLst>
              <a:ext uri="{FF2B5EF4-FFF2-40B4-BE49-F238E27FC236}">
                <a16:creationId xmlns:a16="http://schemas.microsoft.com/office/drawing/2014/main" id="{A3037CFA-2BF7-1AC9-14FB-D5981534BC9A}"/>
              </a:ext>
            </a:extLst>
          </p:cNvPr>
          <p:cNvSpPr/>
          <p:nvPr/>
        </p:nvSpPr>
        <p:spPr>
          <a:xfrm>
            <a:off x="1027611" y="3272760"/>
            <a:ext cx="10136778" cy="2477181"/>
          </a:xfrm>
          <a:prstGeom prst="roundRect">
            <a:avLst>
              <a:gd name="adj" fmla="val 8465"/>
            </a:avLst>
          </a:prstGeom>
          <a:solidFill>
            <a:schemeClr val="bg1">
              <a:lumMod val="95000"/>
            </a:schemeClr>
          </a:solidFill>
          <a:ln w="12700">
            <a:solidFill>
              <a:schemeClr val="tx1">
                <a:lumMod val="50000"/>
                <a:lumOff val="50000"/>
              </a:schemeClr>
            </a:solidFill>
            <a:prstDash val="solid"/>
          </a:ln>
        </p:spPr>
        <p:txBody>
          <a:bodyPr/>
          <a:lstStyle/>
          <a:p>
            <a:endParaRPr lang="ja-JP" altLang="en-US" sz="1600" b="1">
              <a:solidFill>
                <a:srgbClr val="E42600"/>
              </a:solidFill>
              <a:effectLst>
                <a:outerShdw blurRad="38100" dist="38100" dir="2700000" algn="tl">
                  <a:srgbClr val="000000">
                    <a:alpha val="43137"/>
                  </a:srgbClr>
                </a:outerShdw>
              </a:effectLst>
              <a:latin typeface="+mj-ea"/>
              <a:ea typeface="+mj-ea"/>
            </a:endParaRPr>
          </a:p>
        </p:txBody>
      </p:sp>
      <p:sp>
        <p:nvSpPr>
          <p:cNvPr id="4" name="フローチャート: 処理 3">
            <a:extLst>
              <a:ext uri="{FF2B5EF4-FFF2-40B4-BE49-F238E27FC236}">
                <a16:creationId xmlns:a16="http://schemas.microsoft.com/office/drawing/2014/main" id="{BBDCC4DC-EC50-402B-EF66-BFE2ACFDE342}"/>
              </a:ext>
            </a:extLst>
          </p:cNvPr>
          <p:cNvSpPr/>
          <p:nvPr/>
        </p:nvSpPr>
        <p:spPr>
          <a:xfrm>
            <a:off x="2753752" y="5232081"/>
            <a:ext cx="1412592" cy="309003"/>
          </a:xfrm>
          <a:prstGeom prst="flowChartProcess">
            <a:avLst/>
          </a:prstGeom>
          <a:solidFill>
            <a:schemeClr val="accent3"/>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a:solidFill>
                  <a:schemeClr val="bg1"/>
                </a:solidFill>
                <a:latin typeface="+mj-ea"/>
                <a:ea typeface="+mj-ea"/>
              </a:rPr>
              <a:t>OS + </a:t>
            </a:r>
            <a:r>
              <a:rPr kumimoji="1" lang="ja-JP" altLang="en-US" sz="1200">
                <a:solidFill>
                  <a:schemeClr val="bg1"/>
                </a:solidFill>
              </a:rPr>
              <a:t>ハードウェア</a:t>
            </a:r>
          </a:p>
        </p:txBody>
      </p:sp>
      <p:sp>
        <p:nvSpPr>
          <p:cNvPr id="5" name="フローチャート: 処理 4">
            <a:extLst>
              <a:ext uri="{FF2B5EF4-FFF2-40B4-BE49-F238E27FC236}">
                <a16:creationId xmlns:a16="http://schemas.microsoft.com/office/drawing/2014/main" id="{21EB4D58-1358-BDB9-EE3C-2B39A1CFDC71}"/>
              </a:ext>
            </a:extLst>
          </p:cNvPr>
          <p:cNvSpPr/>
          <p:nvPr/>
        </p:nvSpPr>
        <p:spPr>
          <a:xfrm>
            <a:off x="2753753" y="4335403"/>
            <a:ext cx="1412591" cy="358404"/>
          </a:xfrm>
          <a:prstGeom prst="flowChartProcess">
            <a:avLst/>
          </a:prstGeom>
          <a:solidFill>
            <a:schemeClr val="accent3"/>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bg1"/>
                </a:solidFill>
              </a:rPr>
              <a:t>アプリケーション</a:t>
            </a:r>
          </a:p>
        </p:txBody>
      </p:sp>
      <p:cxnSp>
        <p:nvCxnSpPr>
          <p:cNvPr id="6" name="直線矢印コネクタ 5">
            <a:extLst>
              <a:ext uri="{FF2B5EF4-FFF2-40B4-BE49-F238E27FC236}">
                <a16:creationId xmlns:a16="http://schemas.microsoft.com/office/drawing/2014/main" id="{23033846-BCE9-7BD3-4216-819CE122EAA1}"/>
              </a:ext>
            </a:extLst>
          </p:cNvPr>
          <p:cNvCxnSpPr>
            <a:cxnSpLocks/>
            <a:stCxn id="5" idx="2"/>
            <a:endCxn id="4" idx="0"/>
          </p:cNvCxnSpPr>
          <p:nvPr/>
        </p:nvCxnSpPr>
        <p:spPr>
          <a:xfrm flipH="1">
            <a:off x="3460048" y="4693807"/>
            <a:ext cx="1" cy="538274"/>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フローチャート: 処理 7">
            <a:extLst>
              <a:ext uri="{FF2B5EF4-FFF2-40B4-BE49-F238E27FC236}">
                <a16:creationId xmlns:a16="http://schemas.microsoft.com/office/drawing/2014/main" id="{505215D4-8F8F-47A9-C64F-AA07650DCD3D}"/>
              </a:ext>
            </a:extLst>
          </p:cNvPr>
          <p:cNvSpPr/>
          <p:nvPr/>
        </p:nvSpPr>
        <p:spPr>
          <a:xfrm>
            <a:off x="6474350" y="4210161"/>
            <a:ext cx="1412591" cy="358404"/>
          </a:xfrm>
          <a:prstGeom prst="flowChartProcess">
            <a:avLst/>
          </a:prstGeom>
          <a:solidFill>
            <a:schemeClr val="accent3"/>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bg1"/>
                </a:solidFill>
              </a:rPr>
              <a:t>アプリケーション</a:t>
            </a:r>
          </a:p>
        </p:txBody>
      </p:sp>
      <p:sp>
        <p:nvSpPr>
          <p:cNvPr id="9" name="フローチャート: 処理 8">
            <a:extLst>
              <a:ext uri="{FF2B5EF4-FFF2-40B4-BE49-F238E27FC236}">
                <a16:creationId xmlns:a16="http://schemas.microsoft.com/office/drawing/2014/main" id="{E0F54C8E-C865-B590-5560-22B9BF49E96D}"/>
              </a:ext>
            </a:extLst>
          </p:cNvPr>
          <p:cNvSpPr/>
          <p:nvPr/>
        </p:nvSpPr>
        <p:spPr>
          <a:xfrm>
            <a:off x="6474349" y="5259204"/>
            <a:ext cx="1412592" cy="309003"/>
          </a:xfrm>
          <a:prstGeom prst="flowChartProcess">
            <a:avLst/>
          </a:prstGeom>
          <a:solidFill>
            <a:schemeClr val="accent3"/>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a:solidFill>
                  <a:schemeClr val="bg1"/>
                </a:solidFill>
                <a:latin typeface="+mj-ea"/>
                <a:ea typeface="+mj-ea"/>
              </a:rPr>
              <a:t>OS + </a:t>
            </a:r>
            <a:r>
              <a:rPr kumimoji="1" lang="ja-JP" altLang="en-US" sz="1200">
                <a:solidFill>
                  <a:schemeClr val="bg1"/>
                </a:solidFill>
                <a:latin typeface="+mj-ea"/>
                <a:ea typeface="+mj-ea"/>
              </a:rPr>
              <a:t>ハードウェア</a:t>
            </a:r>
          </a:p>
        </p:txBody>
      </p:sp>
      <p:sp>
        <p:nvSpPr>
          <p:cNvPr id="10" name="フローチャート: 処理 9">
            <a:extLst>
              <a:ext uri="{FF2B5EF4-FFF2-40B4-BE49-F238E27FC236}">
                <a16:creationId xmlns:a16="http://schemas.microsoft.com/office/drawing/2014/main" id="{45026768-8931-A277-10EE-3E69FF479E19}"/>
              </a:ext>
            </a:extLst>
          </p:cNvPr>
          <p:cNvSpPr/>
          <p:nvPr/>
        </p:nvSpPr>
        <p:spPr>
          <a:xfrm>
            <a:off x="6474348" y="4759383"/>
            <a:ext cx="1412592" cy="309003"/>
          </a:xfrm>
          <a:prstGeom prst="flowChartProcess">
            <a:avLst/>
          </a:prstGeom>
          <a:solidFill>
            <a:schemeClr val="accent3"/>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200">
                <a:solidFill>
                  <a:schemeClr val="bg1"/>
                </a:solidFill>
                <a:latin typeface="+mj-ea"/>
                <a:ea typeface="+mj-ea"/>
              </a:rPr>
              <a:t>JVM</a:t>
            </a:r>
            <a:endParaRPr kumimoji="1" lang="ja-JP" altLang="en-US" sz="1200">
              <a:solidFill>
                <a:schemeClr val="bg1"/>
              </a:solidFill>
              <a:latin typeface="+mj-ea"/>
              <a:ea typeface="+mj-ea"/>
            </a:endParaRPr>
          </a:p>
        </p:txBody>
      </p:sp>
      <p:cxnSp>
        <p:nvCxnSpPr>
          <p:cNvPr id="11" name="直線矢印コネクタ 10">
            <a:extLst>
              <a:ext uri="{FF2B5EF4-FFF2-40B4-BE49-F238E27FC236}">
                <a16:creationId xmlns:a16="http://schemas.microsoft.com/office/drawing/2014/main" id="{E0D1AAB1-D069-78FF-B7FE-672993A0CE19}"/>
              </a:ext>
            </a:extLst>
          </p:cNvPr>
          <p:cNvCxnSpPr>
            <a:cxnSpLocks/>
            <a:stCxn id="8" idx="2"/>
            <a:endCxn id="10" idx="0"/>
          </p:cNvCxnSpPr>
          <p:nvPr/>
        </p:nvCxnSpPr>
        <p:spPr>
          <a:xfrm flipH="1">
            <a:off x="7180644" y="4568565"/>
            <a:ext cx="2" cy="19081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直線矢印コネクタ 11">
            <a:extLst>
              <a:ext uri="{FF2B5EF4-FFF2-40B4-BE49-F238E27FC236}">
                <a16:creationId xmlns:a16="http://schemas.microsoft.com/office/drawing/2014/main" id="{1151E799-5E19-2001-9D84-09DFD7A0B129}"/>
              </a:ext>
            </a:extLst>
          </p:cNvPr>
          <p:cNvCxnSpPr>
            <a:cxnSpLocks/>
            <a:stCxn id="10" idx="2"/>
            <a:endCxn id="9" idx="0"/>
          </p:cNvCxnSpPr>
          <p:nvPr/>
        </p:nvCxnSpPr>
        <p:spPr>
          <a:xfrm>
            <a:off x="7180644" y="5068386"/>
            <a:ext cx="1" cy="190818"/>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吹き出し: 角を丸めた四角形 12">
            <a:extLst>
              <a:ext uri="{FF2B5EF4-FFF2-40B4-BE49-F238E27FC236}">
                <a16:creationId xmlns:a16="http://schemas.microsoft.com/office/drawing/2014/main" id="{D0FA82E6-D7E9-824C-5AAC-644F3D67633A}"/>
              </a:ext>
            </a:extLst>
          </p:cNvPr>
          <p:cNvSpPr/>
          <p:nvPr/>
        </p:nvSpPr>
        <p:spPr>
          <a:xfrm>
            <a:off x="8108678" y="4216114"/>
            <a:ext cx="2412000" cy="358404"/>
          </a:xfrm>
          <a:prstGeom prst="wedgeRoundRectCallout">
            <a:avLst>
              <a:gd name="adj1" fmla="val -68775"/>
              <a:gd name="adj2" fmla="val 66070"/>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100">
                <a:solidFill>
                  <a:schemeClr val="tx1"/>
                </a:solidFill>
                <a:latin typeface="+mj-ea"/>
                <a:ea typeface="+mj-ea"/>
              </a:rPr>
              <a:t>ハードウェア</a:t>
            </a:r>
            <a:r>
              <a:rPr kumimoji="1" lang="en-US" altLang="ja-JP" sz="1100">
                <a:solidFill>
                  <a:schemeClr val="tx1"/>
                </a:solidFill>
                <a:latin typeface="+mj-ea"/>
                <a:ea typeface="+mj-ea"/>
              </a:rPr>
              <a:t>+OS</a:t>
            </a:r>
            <a:r>
              <a:rPr lang="ja-JP" altLang="en-US" sz="1100">
                <a:solidFill>
                  <a:schemeClr val="tx1"/>
                </a:solidFill>
                <a:latin typeface="+mj-ea"/>
                <a:ea typeface="+mj-ea"/>
              </a:rPr>
              <a:t>に依存しないコンパイル</a:t>
            </a:r>
            <a:endParaRPr lang="en-US" altLang="ja-JP" sz="1100">
              <a:solidFill>
                <a:schemeClr val="tx1"/>
              </a:solidFill>
              <a:latin typeface="+mj-ea"/>
              <a:ea typeface="+mj-ea"/>
            </a:endParaRPr>
          </a:p>
        </p:txBody>
      </p:sp>
      <p:sp>
        <p:nvSpPr>
          <p:cNvPr id="14" name="フローチャート: 処理 13">
            <a:extLst>
              <a:ext uri="{FF2B5EF4-FFF2-40B4-BE49-F238E27FC236}">
                <a16:creationId xmlns:a16="http://schemas.microsoft.com/office/drawing/2014/main" id="{4CAA0485-44CA-D349-1652-9F3D43A7028F}"/>
              </a:ext>
            </a:extLst>
          </p:cNvPr>
          <p:cNvSpPr/>
          <p:nvPr/>
        </p:nvSpPr>
        <p:spPr>
          <a:xfrm>
            <a:off x="1592082" y="4178518"/>
            <a:ext cx="1015305" cy="396000"/>
          </a:xfrm>
          <a:prstGeom prst="flowChartProcess">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200">
                <a:solidFill>
                  <a:schemeClr val="tx1"/>
                </a:solidFill>
                <a:latin typeface="+mn-ea"/>
              </a:rPr>
              <a:t>Java</a:t>
            </a:r>
            <a:r>
              <a:rPr lang="ja-JP" altLang="en-US" sz="1200">
                <a:solidFill>
                  <a:schemeClr val="tx1"/>
                </a:solidFill>
                <a:latin typeface="+mn-ea"/>
              </a:rPr>
              <a:t>以前</a:t>
            </a:r>
            <a:endParaRPr lang="en-US" altLang="ja-JP" sz="1200">
              <a:solidFill>
                <a:schemeClr val="tx1"/>
              </a:solidFill>
              <a:latin typeface="+mn-ea"/>
            </a:endParaRPr>
          </a:p>
          <a:p>
            <a:pPr algn="ctr"/>
            <a:r>
              <a:rPr lang="ja-JP" altLang="en-US" sz="1200">
                <a:solidFill>
                  <a:schemeClr val="tx1"/>
                </a:solidFill>
                <a:latin typeface="+mn-ea"/>
              </a:rPr>
              <a:t>（</a:t>
            </a:r>
            <a:r>
              <a:rPr lang="en-US" altLang="ja-JP" sz="1200">
                <a:solidFill>
                  <a:schemeClr val="tx1"/>
                </a:solidFill>
                <a:latin typeface="+mn-ea"/>
              </a:rPr>
              <a:t>C</a:t>
            </a:r>
            <a:r>
              <a:rPr lang="ja-JP" altLang="en-US" sz="1200">
                <a:solidFill>
                  <a:schemeClr val="tx1"/>
                </a:solidFill>
                <a:latin typeface="+mn-ea"/>
              </a:rPr>
              <a:t>など）</a:t>
            </a:r>
            <a:endParaRPr kumimoji="1" lang="ja-JP" altLang="en-US" sz="1200">
              <a:solidFill>
                <a:schemeClr val="tx1"/>
              </a:solidFill>
              <a:latin typeface="+mn-ea"/>
            </a:endParaRPr>
          </a:p>
        </p:txBody>
      </p:sp>
      <p:sp>
        <p:nvSpPr>
          <p:cNvPr id="15" name="フローチャート: 処理 14">
            <a:extLst>
              <a:ext uri="{FF2B5EF4-FFF2-40B4-BE49-F238E27FC236}">
                <a16:creationId xmlns:a16="http://schemas.microsoft.com/office/drawing/2014/main" id="{1ABA9EA8-02AF-9D68-E9AB-60DDC2C44573}"/>
              </a:ext>
            </a:extLst>
          </p:cNvPr>
          <p:cNvSpPr/>
          <p:nvPr/>
        </p:nvSpPr>
        <p:spPr>
          <a:xfrm>
            <a:off x="5339557" y="4183611"/>
            <a:ext cx="980621" cy="384954"/>
          </a:xfrm>
          <a:prstGeom prst="flowChartProcess">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200">
                <a:solidFill>
                  <a:schemeClr val="tx1"/>
                </a:solidFill>
                <a:latin typeface="+mn-ea"/>
              </a:rPr>
              <a:t>Java</a:t>
            </a:r>
            <a:endParaRPr kumimoji="1" lang="ja-JP" altLang="en-US" sz="1200">
              <a:solidFill>
                <a:schemeClr val="tx1"/>
              </a:solidFill>
              <a:latin typeface="+mn-ea"/>
            </a:endParaRPr>
          </a:p>
        </p:txBody>
      </p:sp>
      <p:sp>
        <p:nvSpPr>
          <p:cNvPr id="16" name="吹き出し: 角を丸めた四角形 15">
            <a:extLst>
              <a:ext uri="{FF2B5EF4-FFF2-40B4-BE49-F238E27FC236}">
                <a16:creationId xmlns:a16="http://schemas.microsoft.com/office/drawing/2014/main" id="{3FA6E1E4-D8F1-D15A-2FA0-ED9916F22254}"/>
              </a:ext>
            </a:extLst>
          </p:cNvPr>
          <p:cNvSpPr/>
          <p:nvPr/>
        </p:nvSpPr>
        <p:spPr>
          <a:xfrm>
            <a:off x="8108678" y="4740875"/>
            <a:ext cx="2412000" cy="309003"/>
          </a:xfrm>
          <a:prstGeom prst="wedgeRoundRectCallout">
            <a:avLst>
              <a:gd name="adj1" fmla="val -64171"/>
              <a:gd name="adj2" fmla="val -394"/>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100">
                <a:solidFill>
                  <a:schemeClr val="tx1"/>
                </a:solidFill>
                <a:latin typeface="+mj-ea"/>
                <a:ea typeface="+mj-ea"/>
              </a:rPr>
              <a:t>ハードウェア</a:t>
            </a:r>
            <a:r>
              <a:rPr kumimoji="1" lang="en-US" altLang="ja-JP" sz="1100">
                <a:solidFill>
                  <a:schemeClr val="tx1"/>
                </a:solidFill>
                <a:latin typeface="+mj-ea"/>
                <a:ea typeface="+mj-ea"/>
              </a:rPr>
              <a:t>+OS</a:t>
            </a:r>
            <a:r>
              <a:rPr kumimoji="1" lang="ja-JP" altLang="en-US" sz="1100">
                <a:solidFill>
                  <a:schemeClr val="tx1"/>
                </a:solidFill>
                <a:latin typeface="+mj-ea"/>
                <a:ea typeface="+mj-ea"/>
              </a:rPr>
              <a:t>ごとに用意</a:t>
            </a:r>
            <a:endParaRPr lang="en-US" altLang="ja-JP" sz="1100">
              <a:solidFill>
                <a:schemeClr val="tx1"/>
              </a:solidFill>
              <a:latin typeface="+mj-ea"/>
              <a:ea typeface="+mj-ea"/>
            </a:endParaRPr>
          </a:p>
        </p:txBody>
      </p:sp>
      <p:sp>
        <p:nvSpPr>
          <p:cNvPr id="17" name="吹き出し: 角を丸めた四角形 16">
            <a:extLst>
              <a:ext uri="{FF2B5EF4-FFF2-40B4-BE49-F238E27FC236}">
                <a16:creationId xmlns:a16="http://schemas.microsoft.com/office/drawing/2014/main" id="{9ACE2657-96A8-BAE7-AA2B-D2F3F720DB5B}"/>
              </a:ext>
            </a:extLst>
          </p:cNvPr>
          <p:cNvSpPr/>
          <p:nvPr/>
        </p:nvSpPr>
        <p:spPr>
          <a:xfrm>
            <a:off x="8108678" y="5195641"/>
            <a:ext cx="2412000" cy="353144"/>
          </a:xfrm>
          <a:prstGeom prst="wedgeRoundRectCallout">
            <a:avLst>
              <a:gd name="adj1" fmla="val -68142"/>
              <a:gd name="adj2" fmla="val -62821"/>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100">
                <a:solidFill>
                  <a:schemeClr val="tx1"/>
                </a:solidFill>
                <a:latin typeface="+mj-ea"/>
                <a:ea typeface="+mj-ea"/>
              </a:rPr>
              <a:t>ハードウェア</a:t>
            </a:r>
            <a:r>
              <a:rPr kumimoji="1" lang="en-US" altLang="ja-JP" sz="1100">
                <a:solidFill>
                  <a:schemeClr val="tx1"/>
                </a:solidFill>
                <a:latin typeface="+mj-ea"/>
                <a:ea typeface="+mj-ea"/>
              </a:rPr>
              <a:t>+OS</a:t>
            </a:r>
            <a:r>
              <a:rPr lang="ja-JP" altLang="en-US" sz="1100">
                <a:solidFill>
                  <a:schemeClr val="tx1"/>
                </a:solidFill>
                <a:latin typeface="+mj-ea"/>
                <a:ea typeface="+mj-ea"/>
              </a:rPr>
              <a:t>に適したコードに変換</a:t>
            </a:r>
            <a:endParaRPr lang="en-US" altLang="ja-JP" sz="1100">
              <a:solidFill>
                <a:schemeClr val="tx1"/>
              </a:solidFill>
              <a:latin typeface="+mj-ea"/>
              <a:ea typeface="+mj-ea"/>
            </a:endParaRPr>
          </a:p>
        </p:txBody>
      </p:sp>
      <p:sp>
        <p:nvSpPr>
          <p:cNvPr id="30" name="Shape 13">
            <a:extLst>
              <a:ext uri="{FF2B5EF4-FFF2-40B4-BE49-F238E27FC236}">
                <a16:creationId xmlns:a16="http://schemas.microsoft.com/office/drawing/2014/main" id="{B03A9A4F-EFBC-B040-B74E-DADB15866477}"/>
              </a:ext>
            </a:extLst>
          </p:cNvPr>
          <p:cNvSpPr/>
          <p:nvPr/>
        </p:nvSpPr>
        <p:spPr>
          <a:xfrm>
            <a:off x="1489595" y="3388882"/>
            <a:ext cx="3178200" cy="647248"/>
          </a:xfrm>
          <a:prstGeom prst="roundRect">
            <a:avLst>
              <a:gd name="adj" fmla="val 0"/>
            </a:avLst>
          </a:prstGeom>
          <a:solidFill>
            <a:schemeClr val="bg1"/>
          </a:solidFill>
          <a:ln w="12700">
            <a:solidFill>
              <a:schemeClr val="tx1">
                <a:lumMod val="50000"/>
                <a:lumOff val="50000"/>
              </a:schemeClr>
            </a:solidFill>
            <a:prstDash val="solid"/>
          </a:ln>
        </p:spPr>
        <p:txBody>
          <a:bodyPr/>
          <a:lstStyle/>
          <a:p>
            <a:r>
              <a:rPr lang="en-US" altLang="ja-JP" sz="1200" b="1">
                <a:latin typeface="+mj-ea"/>
                <a:ea typeface="+mj-ea"/>
              </a:rPr>
              <a:t>Java</a:t>
            </a:r>
            <a:r>
              <a:rPr lang="ja-JP" altLang="en-US" sz="1200" b="1">
                <a:latin typeface="+mj-ea"/>
                <a:ea typeface="+mj-ea"/>
              </a:rPr>
              <a:t>以前のコンパイル言語（</a:t>
            </a:r>
            <a:r>
              <a:rPr lang="en-US" altLang="ja-JP" sz="1200" b="1">
                <a:latin typeface="+mj-ea"/>
                <a:ea typeface="+mj-ea"/>
              </a:rPr>
              <a:t>C</a:t>
            </a:r>
            <a:r>
              <a:rPr lang="ja-JP" altLang="en-US" sz="1200" b="1">
                <a:latin typeface="+mj-ea"/>
                <a:ea typeface="+mj-ea"/>
              </a:rPr>
              <a:t>など）</a:t>
            </a:r>
            <a:endParaRPr lang="en-US" altLang="ja-JP" sz="1200" b="1">
              <a:latin typeface="+mj-ea"/>
              <a:ea typeface="+mj-ea"/>
            </a:endParaRPr>
          </a:p>
          <a:p>
            <a:r>
              <a:rPr lang="ja-JP" altLang="en-US" sz="1200">
                <a:latin typeface="+mj-ea"/>
                <a:ea typeface="+mj-ea"/>
              </a:rPr>
              <a:t>「ハードウェア</a:t>
            </a:r>
            <a:r>
              <a:rPr lang="en-US" altLang="ja-JP" sz="1200">
                <a:latin typeface="+mj-ea"/>
                <a:ea typeface="+mj-ea"/>
              </a:rPr>
              <a:t>+OS</a:t>
            </a:r>
            <a:r>
              <a:rPr lang="ja-JP" altLang="en-US" sz="1200">
                <a:latin typeface="+mj-ea"/>
                <a:ea typeface="+mj-ea"/>
              </a:rPr>
              <a:t>」ごとにコンパイルが必要</a:t>
            </a:r>
            <a:endParaRPr lang="en-US" altLang="ja-JP" sz="1200">
              <a:latin typeface="+mj-ea"/>
              <a:ea typeface="+mj-ea"/>
            </a:endParaRPr>
          </a:p>
          <a:p>
            <a:r>
              <a:rPr lang="ja-JP" altLang="en-US" sz="1200">
                <a:latin typeface="+mj-ea"/>
                <a:ea typeface="+mj-ea"/>
              </a:rPr>
              <a:t>コンパイルしたときの組み合わせで動く。</a:t>
            </a:r>
            <a:endParaRPr lang="en-US" altLang="ja-JP" sz="1200">
              <a:latin typeface="+mj-ea"/>
              <a:ea typeface="+mj-ea"/>
            </a:endParaRPr>
          </a:p>
        </p:txBody>
      </p:sp>
      <p:sp>
        <p:nvSpPr>
          <p:cNvPr id="31" name="Shape 13">
            <a:extLst>
              <a:ext uri="{FF2B5EF4-FFF2-40B4-BE49-F238E27FC236}">
                <a16:creationId xmlns:a16="http://schemas.microsoft.com/office/drawing/2014/main" id="{2F889E10-2925-7084-1579-5301DB6FF97B}"/>
              </a:ext>
            </a:extLst>
          </p:cNvPr>
          <p:cNvSpPr/>
          <p:nvPr/>
        </p:nvSpPr>
        <p:spPr>
          <a:xfrm>
            <a:off x="5448540" y="3388881"/>
            <a:ext cx="4876801" cy="647248"/>
          </a:xfrm>
          <a:prstGeom prst="roundRect">
            <a:avLst>
              <a:gd name="adj" fmla="val 0"/>
            </a:avLst>
          </a:prstGeom>
          <a:solidFill>
            <a:schemeClr val="bg1"/>
          </a:solidFill>
          <a:ln w="12700">
            <a:solidFill>
              <a:schemeClr val="tx1">
                <a:lumMod val="50000"/>
                <a:lumOff val="50000"/>
              </a:schemeClr>
            </a:solidFill>
            <a:prstDash val="solid"/>
          </a:ln>
        </p:spPr>
        <p:txBody>
          <a:bodyPr/>
          <a:lstStyle/>
          <a:p>
            <a:r>
              <a:rPr lang="en-US" altLang="ja-JP" sz="1200" b="1">
                <a:latin typeface="+mj-ea"/>
                <a:ea typeface="+mj-ea"/>
              </a:rPr>
              <a:t>Java</a:t>
            </a:r>
            <a:r>
              <a:rPr lang="ja-JP" altLang="en-US" sz="1200" b="1">
                <a:latin typeface="+mj-ea"/>
                <a:ea typeface="+mj-ea"/>
              </a:rPr>
              <a:t>  </a:t>
            </a:r>
            <a:r>
              <a:rPr lang="ja-JP" altLang="en-US" sz="1200">
                <a:latin typeface="+mj-ea"/>
                <a:ea typeface="+mj-ea"/>
              </a:rPr>
              <a:t>アプリケーションと</a:t>
            </a:r>
            <a:r>
              <a:rPr lang="en-US" altLang="ja-JP" sz="1200">
                <a:latin typeface="+mj-ea"/>
                <a:ea typeface="+mj-ea"/>
              </a:rPr>
              <a:t>OS</a:t>
            </a:r>
            <a:r>
              <a:rPr lang="ja-JP" altLang="en-US" sz="1200">
                <a:latin typeface="+mj-ea"/>
                <a:ea typeface="+mj-ea"/>
              </a:rPr>
              <a:t>の間に仮想マシン</a:t>
            </a:r>
            <a:r>
              <a:rPr lang="en-US" altLang="ja-JP" sz="1200">
                <a:latin typeface="+mj-ea"/>
                <a:ea typeface="+mj-ea"/>
              </a:rPr>
              <a:t>(Virtual Machine)</a:t>
            </a:r>
            <a:r>
              <a:rPr lang="ja-JP" altLang="en-US" sz="1200">
                <a:latin typeface="+mj-ea"/>
                <a:ea typeface="+mj-ea"/>
              </a:rPr>
              <a:t>を配置。</a:t>
            </a:r>
            <a:endParaRPr lang="en-US" altLang="ja-JP" sz="1200">
              <a:latin typeface="+mj-ea"/>
              <a:ea typeface="+mj-ea"/>
            </a:endParaRPr>
          </a:p>
          <a:p>
            <a:r>
              <a:rPr lang="ja-JP" altLang="en-US" sz="1200">
                <a:latin typeface="+mj-ea"/>
                <a:ea typeface="+mj-ea"/>
              </a:rPr>
              <a:t>　　　　　コンパイルされたコードはどの「</a:t>
            </a:r>
            <a:r>
              <a:rPr lang="en-US" altLang="ja-JP" sz="1200">
                <a:latin typeface="+mj-ea"/>
                <a:ea typeface="+mj-ea"/>
              </a:rPr>
              <a:t>OS+</a:t>
            </a:r>
            <a:r>
              <a:rPr lang="ja-JP" altLang="en-US" sz="1200">
                <a:latin typeface="+mj-ea"/>
                <a:ea typeface="+mj-ea"/>
              </a:rPr>
              <a:t>ハードウェア」の組み合わせでも動く。</a:t>
            </a:r>
            <a:endParaRPr lang="en-US" altLang="ja-JP" sz="1200">
              <a:latin typeface="+mj-ea"/>
              <a:ea typeface="+mj-ea"/>
            </a:endParaRPr>
          </a:p>
          <a:p>
            <a:r>
              <a:rPr lang="en-US" altLang="ja-JP" sz="1200">
                <a:latin typeface="+mj-ea"/>
                <a:ea typeface="+mj-ea"/>
              </a:rPr>
              <a:t>         (Write Once Run Anywhere)</a:t>
            </a:r>
          </a:p>
          <a:p>
            <a:endParaRPr lang="ja-JP" altLang="en-US" sz="1200" b="1">
              <a:solidFill>
                <a:srgbClr val="E42600"/>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2617334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FEE839-0766-95AE-FDCE-6E1AEB640CE1}"/>
              </a:ext>
            </a:extLst>
          </p:cNvPr>
          <p:cNvSpPr>
            <a:spLocks noGrp="1"/>
          </p:cNvSpPr>
          <p:nvPr>
            <p:ph type="title"/>
          </p:nvPr>
        </p:nvSpPr>
        <p:spPr/>
        <p:txBody>
          <a:bodyPr/>
          <a:lstStyle/>
          <a:p>
            <a:r>
              <a:rPr kumimoji="1" lang="en-US" altLang="ja-JP"/>
              <a:t>Java</a:t>
            </a:r>
            <a:r>
              <a:rPr kumimoji="1" lang="ja-JP" altLang="en-US"/>
              <a:t>言語の構成要素</a:t>
            </a:r>
          </a:p>
        </p:txBody>
      </p:sp>
      <p:sp>
        <p:nvSpPr>
          <p:cNvPr id="43" name="Text 23">
            <a:extLst>
              <a:ext uri="{FF2B5EF4-FFF2-40B4-BE49-F238E27FC236}">
                <a16:creationId xmlns:a16="http://schemas.microsoft.com/office/drawing/2014/main" id="{8216D08E-D3E0-EE82-71EA-CE7CACC940E4}"/>
              </a:ext>
            </a:extLst>
          </p:cNvPr>
          <p:cNvSpPr/>
          <p:nvPr/>
        </p:nvSpPr>
        <p:spPr>
          <a:xfrm>
            <a:off x="6156960" y="736745"/>
            <a:ext cx="5669280" cy="426720"/>
          </a:xfrm>
          <a:prstGeom prst="rect">
            <a:avLst/>
          </a:prstGeom>
          <a:noFill/>
          <a:ln/>
        </p:spPr>
        <p:txBody>
          <a:bodyPr wrap="square" lIns="0" tIns="0" rIns="0" bIns="0" rtlCol="0" anchor="ctr"/>
          <a:lstStyle/>
          <a:p>
            <a:pPr algn="ctr"/>
            <a:r>
              <a:rPr lang="en-US" sz="1733" b="1" err="1">
                <a:solidFill>
                  <a:srgbClr val="1B3A5C"/>
                </a:solidFill>
                <a:latin typeface="Calibri" pitchFamily="34" charset="0"/>
                <a:ea typeface="Calibri" pitchFamily="34" charset="-122"/>
                <a:cs typeface="Calibri" pitchFamily="34" charset="-120"/>
              </a:rPr>
              <a:t>階層構造</a:t>
            </a:r>
            <a:endParaRPr lang="en-US" sz="1733"/>
          </a:p>
        </p:txBody>
      </p:sp>
      <p:sp>
        <p:nvSpPr>
          <p:cNvPr id="44" name="Shape 24">
            <a:extLst>
              <a:ext uri="{FF2B5EF4-FFF2-40B4-BE49-F238E27FC236}">
                <a16:creationId xmlns:a16="http://schemas.microsoft.com/office/drawing/2014/main" id="{5BA91663-C6C4-8E74-622C-2764C62E9799}"/>
              </a:ext>
            </a:extLst>
          </p:cNvPr>
          <p:cNvSpPr/>
          <p:nvPr/>
        </p:nvSpPr>
        <p:spPr>
          <a:xfrm>
            <a:off x="6156960" y="1200041"/>
            <a:ext cx="5669280" cy="4998720"/>
          </a:xfrm>
          <a:prstGeom prst="rect">
            <a:avLst/>
          </a:prstGeom>
          <a:solidFill>
            <a:srgbClr val="FFF8F0"/>
          </a:solidFill>
          <a:ln w="31750">
            <a:solidFill>
              <a:srgbClr val="E67E22"/>
            </a:solidFill>
            <a:prstDash val="solid"/>
          </a:ln>
        </p:spPr>
        <p:txBody>
          <a:bodyPr/>
          <a:lstStyle/>
          <a:p>
            <a:endParaRPr lang="ja-JP" altLang="en-US" sz="2400"/>
          </a:p>
        </p:txBody>
      </p:sp>
      <p:sp>
        <p:nvSpPr>
          <p:cNvPr id="45" name="Text 25">
            <a:extLst>
              <a:ext uri="{FF2B5EF4-FFF2-40B4-BE49-F238E27FC236}">
                <a16:creationId xmlns:a16="http://schemas.microsoft.com/office/drawing/2014/main" id="{C69BF6F4-0F3C-3A70-2D22-3B5AE18EA630}"/>
              </a:ext>
            </a:extLst>
          </p:cNvPr>
          <p:cNvSpPr/>
          <p:nvPr/>
        </p:nvSpPr>
        <p:spPr>
          <a:xfrm>
            <a:off x="6278880" y="1261001"/>
            <a:ext cx="1828800" cy="341376"/>
          </a:xfrm>
          <a:prstGeom prst="rect">
            <a:avLst/>
          </a:prstGeom>
          <a:noFill/>
          <a:ln/>
        </p:spPr>
        <p:txBody>
          <a:bodyPr wrap="square" lIns="0" tIns="0" rIns="0" bIns="0" rtlCol="0" anchor="ctr"/>
          <a:lstStyle/>
          <a:p>
            <a:r>
              <a:rPr lang="en-US" sz="1467" b="1">
                <a:solidFill>
                  <a:srgbClr val="E67E22"/>
                </a:solidFill>
                <a:latin typeface="Consolas" pitchFamily="34" charset="0"/>
                <a:ea typeface="Consolas" pitchFamily="34" charset="-122"/>
                <a:cs typeface="Consolas" pitchFamily="34" charset="-120"/>
              </a:rPr>
              <a:t>app.jar</a:t>
            </a:r>
            <a:endParaRPr lang="en-US" sz="1467"/>
          </a:p>
        </p:txBody>
      </p:sp>
      <p:sp>
        <p:nvSpPr>
          <p:cNvPr id="46" name="Shape 26">
            <a:extLst>
              <a:ext uri="{FF2B5EF4-FFF2-40B4-BE49-F238E27FC236}">
                <a16:creationId xmlns:a16="http://schemas.microsoft.com/office/drawing/2014/main" id="{FE241871-66F7-72A8-34CC-7BE0CAD9B89E}"/>
              </a:ext>
            </a:extLst>
          </p:cNvPr>
          <p:cNvSpPr/>
          <p:nvPr/>
        </p:nvSpPr>
        <p:spPr>
          <a:xfrm>
            <a:off x="6339840" y="1687721"/>
            <a:ext cx="5303520" cy="2011680"/>
          </a:xfrm>
          <a:prstGeom prst="rect">
            <a:avLst/>
          </a:prstGeom>
          <a:solidFill>
            <a:srgbClr val="EBF5FB"/>
          </a:solidFill>
          <a:ln w="22860">
            <a:solidFill>
              <a:srgbClr val="2980B9"/>
            </a:solidFill>
            <a:prstDash val="solid"/>
          </a:ln>
        </p:spPr>
        <p:txBody>
          <a:bodyPr/>
          <a:lstStyle/>
          <a:p>
            <a:endParaRPr lang="ja-JP" altLang="en-US" sz="2400"/>
          </a:p>
        </p:txBody>
      </p:sp>
      <p:sp>
        <p:nvSpPr>
          <p:cNvPr id="47" name="Text 27">
            <a:extLst>
              <a:ext uri="{FF2B5EF4-FFF2-40B4-BE49-F238E27FC236}">
                <a16:creationId xmlns:a16="http://schemas.microsoft.com/office/drawing/2014/main" id="{C1D6C788-09F0-6439-73B2-59F6D5EE7CB5}"/>
              </a:ext>
            </a:extLst>
          </p:cNvPr>
          <p:cNvSpPr/>
          <p:nvPr/>
        </p:nvSpPr>
        <p:spPr>
          <a:xfrm>
            <a:off x="6437376" y="1736489"/>
            <a:ext cx="3657600" cy="304800"/>
          </a:xfrm>
          <a:prstGeom prst="rect">
            <a:avLst/>
          </a:prstGeom>
          <a:noFill/>
          <a:ln/>
        </p:spPr>
        <p:txBody>
          <a:bodyPr wrap="square" lIns="0" tIns="0" rIns="0" bIns="0" rtlCol="0" anchor="ctr"/>
          <a:lstStyle/>
          <a:p>
            <a:r>
              <a:rPr lang="en-US" sz="1200" b="1">
                <a:solidFill>
                  <a:srgbClr val="2980B9"/>
                </a:solidFill>
                <a:latin typeface="Consolas" pitchFamily="34" charset="0"/>
                <a:ea typeface="Consolas" pitchFamily="34" charset="-122"/>
                <a:cs typeface="Consolas" pitchFamily="34" charset="-120"/>
              </a:rPr>
              <a:t>com.example.controller</a:t>
            </a:r>
            <a:endParaRPr lang="en-US" sz="1200"/>
          </a:p>
        </p:txBody>
      </p:sp>
      <p:sp>
        <p:nvSpPr>
          <p:cNvPr id="48" name="Shape 28">
            <a:extLst>
              <a:ext uri="{FF2B5EF4-FFF2-40B4-BE49-F238E27FC236}">
                <a16:creationId xmlns:a16="http://schemas.microsoft.com/office/drawing/2014/main" id="{A8480A53-EDA2-6EE8-B46E-0A68E6F2F408}"/>
              </a:ext>
            </a:extLst>
          </p:cNvPr>
          <p:cNvSpPr/>
          <p:nvPr/>
        </p:nvSpPr>
        <p:spPr>
          <a:xfrm>
            <a:off x="6486144" y="2114441"/>
            <a:ext cx="5010912" cy="1438656"/>
          </a:xfrm>
          <a:prstGeom prst="rect">
            <a:avLst/>
          </a:prstGeom>
          <a:solidFill>
            <a:srgbClr val="EAFAF1"/>
          </a:solidFill>
          <a:ln w="19050">
            <a:solidFill>
              <a:srgbClr val="27AE60"/>
            </a:solidFill>
            <a:prstDash val="solid"/>
          </a:ln>
        </p:spPr>
        <p:txBody>
          <a:bodyPr/>
          <a:lstStyle/>
          <a:p>
            <a:endParaRPr lang="ja-JP" altLang="en-US" sz="2400"/>
          </a:p>
        </p:txBody>
      </p:sp>
      <p:sp>
        <p:nvSpPr>
          <p:cNvPr id="49" name="Text 29">
            <a:extLst>
              <a:ext uri="{FF2B5EF4-FFF2-40B4-BE49-F238E27FC236}">
                <a16:creationId xmlns:a16="http://schemas.microsoft.com/office/drawing/2014/main" id="{F5750CBD-CFE4-CBB7-353D-F55AD0B3327E}"/>
              </a:ext>
            </a:extLst>
          </p:cNvPr>
          <p:cNvSpPr/>
          <p:nvPr/>
        </p:nvSpPr>
        <p:spPr>
          <a:xfrm>
            <a:off x="6583680" y="2163209"/>
            <a:ext cx="3048000" cy="268224"/>
          </a:xfrm>
          <a:prstGeom prst="rect">
            <a:avLst/>
          </a:prstGeom>
          <a:noFill/>
          <a:ln/>
        </p:spPr>
        <p:txBody>
          <a:bodyPr wrap="square" lIns="0" tIns="0" rIns="0" bIns="0" rtlCol="0" anchor="ctr"/>
          <a:lstStyle/>
          <a:p>
            <a:r>
              <a:rPr lang="en-US" sz="1200" b="1">
                <a:solidFill>
                  <a:srgbClr val="27AE60"/>
                </a:solidFill>
                <a:latin typeface="Consolas" pitchFamily="34" charset="0"/>
                <a:ea typeface="Consolas" pitchFamily="34" charset="-122"/>
                <a:cs typeface="Consolas" pitchFamily="34" charset="-120"/>
              </a:rPr>
              <a:t>UserController</a:t>
            </a:r>
            <a:endParaRPr lang="en-US" sz="1200"/>
          </a:p>
        </p:txBody>
      </p:sp>
      <p:sp>
        <p:nvSpPr>
          <p:cNvPr id="50" name="Shape 30">
            <a:extLst>
              <a:ext uri="{FF2B5EF4-FFF2-40B4-BE49-F238E27FC236}">
                <a16:creationId xmlns:a16="http://schemas.microsoft.com/office/drawing/2014/main" id="{DBB0817D-68F9-3492-1A62-8483255559C1}"/>
              </a:ext>
            </a:extLst>
          </p:cNvPr>
          <p:cNvSpPr/>
          <p:nvPr/>
        </p:nvSpPr>
        <p:spPr>
          <a:xfrm>
            <a:off x="6608064" y="2504585"/>
            <a:ext cx="4767072" cy="292608"/>
          </a:xfrm>
          <a:prstGeom prst="rect">
            <a:avLst/>
          </a:prstGeom>
          <a:solidFill>
            <a:srgbClr val="F5EEF8"/>
          </a:solidFill>
          <a:ln w="12700">
            <a:solidFill>
              <a:srgbClr val="8E44AD"/>
            </a:solidFill>
            <a:prstDash val="solid"/>
          </a:ln>
        </p:spPr>
        <p:txBody>
          <a:bodyPr/>
          <a:lstStyle/>
          <a:p>
            <a:endParaRPr lang="ja-JP" altLang="en-US" sz="2400"/>
          </a:p>
        </p:txBody>
      </p:sp>
      <p:sp>
        <p:nvSpPr>
          <p:cNvPr id="51" name="Text 31">
            <a:extLst>
              <a:ext uri="{FF2B5EF4-FFF2-40B4-BE49-F238E27FC236}">
                <a16:creationId xmlns:a16="http://schemas.microsoft.com/office/drawing/2014/main" id="{27D1EC4D-5A2A-9052-1F75-9F61CEEC0E02}"/>
              </a:ext>
            </a:extLst>
          </p:cNvPr>
          <p:cNvSpPr/>
          <p:nvPr/>
        </p:nvSpPr>
        <p:spPr>
          <a:xfrm>
            <a:off x="6705600" y="2504585"/>
            <a:ext cx="4572000" cy="292608"/>
          </a:xfrm>
          <a:prstGeom prst="rect">
            <a:avLst/>
          </a:prstGeom>
          <a:noFill/>
          <a:ln/>
        </p:spPr>
        <p:txBody>
          <a:bodyPr wrap="square" lIns="0" tIns="0" rIns="0" bIns="0" rtlCol="0" anchor="ctr"/>
          <a:lstStyle/>
          <a:p>
            <a:r>
              <a:rPr lang="en-US" sz="1067">
                <a:solidFill>
                  <a:srgbClr val="8E44AD"/>
                </a:solidFill>
                <a:latin typeface="Consolas" pitchFamily="34" charset="0"/>
                <a:ea typeface="Consolas" pitchFamily="34" charset="-122"/>
                <a:cs typeface="Consolas" pitchFamily="34" charset="-120"/>
              </a:rPr>
              <a:t>getUser(id)</a:t>
            </a:r>
            <a:endParaRPr lang="en-US" sz="1067"/>
          </a:p>
        </p:txBody>
      </p:sp>
      <p:sp>
        <p:nvSpPr>
          <p:cNvPr id="52" name="Shape 32">
            <a:extLst>
              <a:ext uri="{FF2B5EF4-FFF2-40B4-BE49-F238E27FC236}">
                <a16:creationId xmlns:a16="http://schemas.microsoft.com/office/drawing/2014/main" id="{9B83CDDD-59C0-D5AD-976E-E72407B7D62A}"/>
              </a:ext>
            </a:extLst>
          </p:cNvPr>
          <p:cNvSpPr/>
          <p:nvPr/>
        </p:nvSpPr>
        <p:spPr>
          <a:xfrm>
            <a:off x="6608064" y="2845961"/>
            <a:ext cx="4767072" cy="292608"/>
          </a:xfrm>
          <a:prstGeom prst="rect">
            <a:avLst/>
          </a:prstGeom>
          <a:solidFill>
            <a:srgbClr val="F5EEF8"/>
          </a:solidFill>
          <a:ln w="12700">
            <a:solidFill>
              <a:srgbClr val="8E44AD"/>
            </a:solidFill>
            <a:prstDash val="solid"/>
          </a:ln>
        </p:spPr>
        <p:txBody>
          <a:bodyPr/>
          <a:lstStyle/>
          <a:p>
            <a:endParaRPr lang="ja-JP" altLang="en-US" sz="2400"/>
          </a:p>
        </p:txBody>
      </p:sp>
      <p:sp>
        <p:nvSpPr>
          <p:cNvPr id="53" name="Text 33">
            <a:extLst>
              <a:ext uri="{FF2B5EF4-FFF2-40B4-BE49-F238E27FC236}">
                <a16:creationId xmlns:a16="http://schemas.microsoft.com/office/drawing/2014/main" id="{65CA4B26-D285-3CE1-1C0B-DA1FF50B337B}"/>
              </a:ext>
            </a:extLst>
          </p:cNvPr>
          <p:cNvSpPr/>
          <p:nvPr/>
        </p:nvSpPr>
        <p:spPr>
          <a:xfrm>
            <a:off x="6705600" y="2845961"/>
            <a:ext cx="4572000" cy="292608"/>
          </a:xfrm>
          <a:prstGeom prst="rect">
            <a:avLst/>
          </a:prstGeom>
          <a:noFill/>
          <a:ln/>
        </p:spPr>
        <p:txBody>
          <a:bodyPr wrap="square" lIns="0" tIns="0" rIns="0" bIns="0" rtlCol="0" anchor="ctr"/>
          <a:lstStyle/>
          <a:p>
            <a:r>
              <a:rPr lang="en-US" sz="1067">
                <a:solidFill>
                  <a:srgbClr val="8E44AD"/>
                </a:solidFill>
                <a:latin typeface="Consolas" pitchFamily="34" charset="0"/>
                <a:ea typeface="Consolas" pitchFamily="34" charset="-122"/>
                <a:cs typeface="Consolas" pitchFamily="34" charset="-120"/>
              </a:rPr>
              <a:t>createUser(user)</a:t>
            </a:r>
            <a:endParaRPr lang="en-US" sz="1067"/>
          </a:p>
        </p:txBody>
      </p:sp>
      <p:sp>
        <p:nvSpPr>
          <p:cNvPr id="54" name="Shape 34">
            <a:extLst>
              <a:ext uri="{FF2B5EF4-FFF2-40B4-BE49-F238E27FC236}">
                <a16:creationId xmlns:a16="http://schemas.microsoft.com/office/drawing/2014/main" id="{BE00357A-A7DB-5073-F683-DC8645249DD7}"/>
              </a:ext>
            </a:extLst>
          </p:cNvPr>
          <p:cNvSpPr/>
          <p:nvPr/>
        </p:nvSpPr>
        <p:spPr>
          <a:xfrm>
            <a:off x="6608064" y="3187337"/>
            <a:ext cx="4767072" cy="292608"/>
          </a:xfrm>
          <a:prstGeom prst="rect">
            <a:avLst/>
          </a:prstGeom>
          <a:solidFill>
            <a:srgbClr val="F5EEF8"/>
          </a:solidFill>
          <a:ln w="12700">
            <a:solidFill>
              <a:srgbClr val="8E44AD"/>
            </a:solidFill>
            <a:prstDash val="solid"/>
          </a:ln>
        </p:spPr>
        <p:txBody>
          <a:bodyPr/>
          <a:lstStyle/>
          <a:p>
            <a:endParaRPr lang="ja-JP" altLang="en-US" sz="2400"/>
          </a:p>
        </p:txBody>
      </p:sp>
      <p:sp>
        <p:nvSpPr>
          <p:cNvPr id="55" name="Text 35">
            <a:extLst>
              <a:ext uri="{FF2B5EF4-FFF2-40B4-BE49-F238E27FC236}">
                <a16:creationId xmlns:a16="http://schemas.microsoft.com/office/drawing/2014/main" id="{9B66B41E-F0A5-A6FD-0606-C33B4942EFB6}"/>
              </a:ext>
            </a:extLst>
          </p:cNvPr>
          <p:cNvSpPr/>
          <p:nvPr/>
        </p:nvSpPr>
        <p:spPr>
          <a:xfrm>
            <a:off x="6705600" y="3187337"/>
            <a:ext cx="4572000" cy="292608"/>
          </a:xfrm>
          <a:prstGeom prst="rect">
            <a:avLst/>
          </a:prstGeom>
          <a:noFill/>
          <a:ln/>
        </p:spPr>
        <p:txBody>
          <a:bodyPr wrap="square" lIns="0" tIns="0" rIns="0" bIns="0" rtlCol="0" anchor="ctr"/>
          <a:lstStyle/>
          <a:p>
            <a:r>
              <a:rPr lang="en-US" sz="1067">
                <a:solidFill>
                  <a:srgbClr val="8E44AD"/>
                </a:solidFill>
                <a:latin typeface="Consolas" pitchFamily="34" charset="0"/>
                <a:ea typeface="Consolas" pitchFamily="34" charset="-122"/>
                <a:cs typeface="Consolas" pitchFamily="34" charset="-120"/>
              </a:rPr>
              <a:t>deleteUser(id)</a:t>
            </a:r>
            <a:endParaRPr lang="en-US" sz="1067"/>
          </a:p>
        </p:txBody>
      </p:sp>
      <p:sp>
        <p:nvSpPr>
          <p:cNvPr id="56" name="Shape 36">
            <a:extLst>
              <a:ext uri="{FF2B5EF4-FFF2-40B4-BE49-F238E27FC236}">
                <a16:creationId xmlns:a16="http://schemas.microsoft.com/office/drawing/2014/main" id="{5ADD2B67-EC00-EF72-8A61-84DD87D28586}"/>
              </a:ext>
            </a:extLst>
          </p:cNvPr>
          <p:cNvSpPr/>
          <p:nvPr/>
        </p:nvSpPr>
        <p:spPr>
          <a:xfrm>
            <a:off x="6339840" y="3821321"/>
            <a:ext cx="5303520" cy="2255520"/>
          </a:xfrm>
          <a:prstGeom prst="rect">
            <a:avLst/>
          </a:prstGeom>
          <a:solidFill>
            <a:srgbClr val="EBF5FB"/>
          </a:solidFill>
          <a:ln w="22860">
            <a:solidFill>
              <a:srgbClr val="2980B9"/>
            </a:solidFill>
            <a:prstDash val="solid"/>
          </a:ln>
        </p:spPr>
        <p:txBody>
          <a:bodyPr/>
          <a:lstStyle/>
          <a:p>
            <a:endParaRPr lang="ja-JP" altLang="en-US" sz="2400"/>
          </a:p>
        </p:txBody>
      </p:sp>
      <p:sp>
        <p:nvSpPr>
          <p:cNvPr id="57" name="Text 37">
            <a:extLst>
              <a:ext uri="{FF2B5EF4-FFF2-40B4-BE49-F238E27FC236}">
                <a16:creationId xmlns:a16="http://schemas.microsoft.com/office/drawing/2014/main" id="{D475BE67-B3CB-0B9F-197A-DB7EFE11302A}"/>
              </a:ext>
            </a:extLst>
          </p:cNvPr>
          <p:cNvSpPr/>
          <p:nvPr/>
        </p:nvSpPr>
        <p:spPr>
          <a:xfrm>
            <a:off x="6437376" y="3870089"/>
            <a:ext cx="3657600" cy="304800"/>
          </a:xfrm>
          <a:prstGeom prst="rect">
            <a:avLst/>
          </a:prstGeom>
          <a:noFill/>
          <a:ln/>
        </p:spPr>
        <p:txBody>
          <a:bodyPr wrap="square" lIns="0" tIns="0" rIns="0" bIns="0" rtlCol="0" anchor="ctr"/>
          <a:lstStyle/>
          <a:p>
            <a:r>
              <a:rPr lang="en-US" sz="1200" b="1">
                <a:solidFill>
                  <a:srgbClr val="2980B9"/>
                </a:solidFill>
                <a:latin typeface="Consolas" pitchFamily="34" charset="0"/>
                <a:ea typeface="Consolas" pitchFamily="34" charset="-122"/>
                <a:cs typeface="Consolas" pitchFamily="34" charset="-120"/>
              </a:rPr>
              <a:t>com.example.service</a:t>
            </a:r>
            <a:endParaRPr lang="en-US" sz="1200"/>
          </a:p>
        </p:txBody>
      </p:sp>
      <p:sp>
        <p:nvSpPr>
          <p:cNvPr id="58" name="Shape 38">
            <a:extLst>
              <a:ext uri="{FF2B5EF4-FFF2-40B4-BE49-F238E27FC236}">
                <a16:creationId xmlns:a16="http://schemas.microsoft.com/office/drawing/2014/main" id="{FB274551-ED06-3530-E581-E6D74A99FD03}"/>
              </a:ext>
            </a:extLst>
          </p:cNvPr>
          <p:cNvSpPr/>
          <p:nvPr/>
        </p:nvSpPr>
        <p:spPr>
          <a:xfrm>
            <a:off x="6486144" y="4248041"/>
            <a:ext cx="5010912" cy="1682496"/>
          </a:xfrm>
          <a:prstGeom prst="rect">
            <a:avLst/>
          </a:prstGeom>
          <a:solidFill>
            <a:srgbClr val="EAFAF1"/>
          </a:solidFill>
          <a:ln w="19050">
            <a:solidFill>
              <a:srgbClr val="27AE60"/>
            </a:solidFill>
            <a:prstDash val="solid"/>
          </a:ln>
        </p:spPr>
        <p:txBody>
          <a:bodyPr/>
          <a:lstStyle/>
          <a:p>
            <a:endParaRPr lang="ja-JP" altLang="en-US" sz="2400"/>
          </a:p>
        </p:txBody>
      </p:sp>
      <p:sp>
        <p:nvSpPr>
          <p:cNvPr id="59" name="Text 39">
            <a:extLst>
              <a:ext uri="{FF2B5EF4-FFF2-40B4-BE49-F238E27FC236}">
                <a16:creationId xmlns:a16="http://schemas.microsoft.com/office/drawing/2014/main" id="{1AAD29B7-1B00-549C-EBCE-B3613E4281DE}"/>
              </a:ext>
            </a:extLst>
          </p:cNvPr>
          <p:cNvSpPr/>
          <p:nvPr/>
        </p:nvSpPr>
        <p:spPr>
          <a:xfrm>
            <a:off x="6583680" y="4296809"/>
            <a:ext cx="3048000" cy="268224"/>
          </a:xfrm>
          <a:prstGeom prst="rect">
            <a:avLst/>
          </a:prstGeom>
          <a:noFill/>
          <a:ln/>
        </p:spPr>
        <p:txBody>
          <a:bodyPr wrap="square" lIns="0" tIns="0" rIns="0" bIns="0" rtlCol="0" anchor="ctr"/>
          <a:lstStyle/>
          <a:p>
            <a:r>
              <a:rPr lang="en-US" sz="1200" b="1">
                <a:solidFill>
                  <a:srgbClr val="27AE60"/>
                </a:solidFill>
                <a:latin typeface="Consolas" pitchFamily="34" charset="0"/>
                <a:ea typeface="Consolas" pitchFamily="34" charset="-122"/>
                <a:cs typeface="Consolas" pitchFamily="34" charset="-120"/>
              </a:rPr>
              <a:t>UserService</a:t>
            </a:r>
            <a:endParaRPr lang="en-US" sz="1200"/>
          </a:p>
        </p:txBody>
      </p:sp>
      <p:sp>
        <p:nvSpPr>
          <p:cNvPr id="60" name="Shape 40">
            <a:extLst>
              <a:ext uri="{FF2B5EF4-FFF2-40B4-BE49-F238E27FC236}">
                <a16:creationId xmlns:a16="http://schemas.microsoft.com/office/drawing/2014/main" id="{68D3068F-F8D4-395B-E3E6-85D5732C370B}"/>
              </a:ext>
            </a:extLst>
          </p:cNvPr>
          <p:cNvSpPr/>
          <p:nvPr/>
        </p:nvSpPr>
        <p:spPr>
          <a:xfrm>
            <a:off x="6608064" y="4638185"/>
            <a:ext cx="4767072" cy="268224"/>
          </a:xfrm>
          <a:prstGeom prst="rect">
            <a:avLst/>
          </a:prstGeom>
          <a:solidFill>
            <a:srgbClr val="F5EEF8"/>
          </a:solidFill>
          <a:ln w="12700">
            <a:solidFill>
              <a:srgbClr val="8E44AD"/>
            </a:solidFill>
            <a:prstDash val="solid"/>
          </a:ln>
        </p:spPr>
        <p:txBody>
          <a:bodyPr/>
          <a:lstStyle/>
          <a:p>
            <a:endParaRPr lang="ja-JP" altLang="en-US" sz="2400"/>
          </a:p>
        </p:txBody>
      </p:sp>
      <p:sp>
        <p:nvSpPr>
          <p:cNvPr id="61" name="Text 41">
            <a:extLst>
              <a:ext uri="{FF2B5EF4-FFF2-40B4-BE49-F238E27FC236}">
                <a16:creationId xmlns:a16="http://schemas.microsoft.com/office/drawing/2014/main" id="{8C97BA3B-C8A0-1D3A-7B6E-E7CFBF09998E}"/>
              </a:ext>
            </a:extLst>
          </p:cNvPr>
          <p:cNvSpPr/>
          <p:nvPr/>
        </p:nvSpPr>
        <p:spPr>
          <a:xfrm>
            <a:off x="6705600" y="4638185"/>
            <a:ext cx="4572000" cy="268224"/>
          </a:xfrm>
          <a:prstGeom prst="rect">
            <a:avLst/>
          </a:prstGeom>
          <a:noFill/>
          <a:ln/>
        </p:spPr>
        <p:txBody>
          <a:bodyPr wrap="square" lIns="0" tIns="0" rIns="0" bIns="0" rtlCol="0" anchor="ctr"/>
          <a:lstStyle/>
          <a:p>
            <a:r>
              <a:rPr lang="en-US" sz="1067">
                <a:solidFill>
                  <a:srgbClr val="8E44AD"/>
                </a:solidFill>
                <a:latin typeface="Consolas" pitchFamily="34" charset="0"/>
                <a:ea typeface="Consolas" pitchFamily="34" charset="-122"/>
                <a:cs typeface="Consolas" pitchFamily="34" charset="-120"/>
              </a:rPr>
              <a:t>findById(id)</a:t>
            </a:r>
            <a:endParaRPr lang="en-US" sz="1067"/>
          </a:p>
        </p:txBody>
      </p:sp>
      <p:sp>
        <p:nvSpPr>
          <p:cNvPr id="62" name="Shape 42">
            <a:extLst>
              <a:ext uri="{FF2B5EF4-FFF2-40B4-BE49-F238E27FC236}">
                <a16:creationId xmlns:a16="http://schemas.microsoft.com/office/drawing/2014/main" id="{A668E6F7-A370-B2D8-C360-6A13893BBFF6}"/>
              </a:ext>
            </a:extLst>
          </p:cNvPr>
          <p:cNvSpPr/>
          <p:nvPr/>
        </p:nvSpPr>
        <p:spPr>
          <a:xfrm>
            <a:off x="6608064" y="4955177"/>
            <a:ext cx="4767072" cy="268224"/>
          </a:xfrm>
          <a:prstGeom prst="rect">
            <a:avLst/>
          </a:prstGeom>
          <a:solidFill>
            <a:srgbClr val="F5EEF8"/>
          </a:solidFill>
          <a:ln w="12700">
            <a:solidFill>
              <a:srgbClr val="8E44AD"/>
            </a:solidFill>
            <a:prstDash val="solid"/>
          </a:ln>
        </p:spPr>
        <p:txBody>
          <a:bodyPr/>
          <a:lstStyle/>
          <a:p>
            <a:endParaRPr lang="ja-JP" altLang="en-US" sz="2400"/>
          </a:p>
        </p:txBody>
      </p:sp>
      <p:sp>
        <p:nvSpPr>
          <p:cNvPr id="63" name="Text 43">
            <a:extLst>
              <a:ext uri="{FF2B5EF4-FFF2-40B4-BE49-F238E27FC236}">
                <a16:creationId xmlns:a16="http://schemas.microsoft.com/office/drawing/2014/main" id="{CDBD7FDC-290A-6BF1-97DE-82B636EFC298}"/>
              </a:ext>
            </a:extLst>
          </p:cNvPr>
          <p:cNvSpPr/>
          <p:nvPr/>
        </p:nvSpPr>
        <p:spPr>
          <a:xfrm>
            <a:off x="6705600" y="4955177"/>
            <a:ext cx="4572000" cy="268224"/>
          </a:xfrm>
          <a:prstGeom prst="rect">
            <a:avLst/>
          </a:prstGeom>
          <a:noFill/>
          <a:ln/>
        </p:spPr>
        <p:txBody>
          <a:bodyPr wrap="square" lIns="0" tIns="0" rIns="0" bIns="0" rtlCol="0" anchor="ctr"/>
          <a:lstStyle/>
          <a:p>
            <a:r>
              <a:rPr lang="en-US" sz="1067">
                <a:solidFill>
                  <a:srgbClr val="8E44AD"/>
                </a:solidFill>
                <a:latin typeface="Consolas" pitchFamily="34" charset="0"/>
                <a:ea typeface="Consolas" pitchFamily="34" charset="-122"/>
                <a:cs typeface="Consolas" pitchFamily="34" charset="-120"/>
              </a:rPr>
              <a:t>save(user)</a:t>
            </a:r>
            <a:endParaRPr lang="en-US" sz="1067"/>
          </a:p>
        </p:txBody>
      </p:sp>
      <p:sp>
        <p:nvSpPr>
          <p:cNvPr id="64" name="Shape 44">
            <a:extLst>
              <a:ext uri="{FF2B5EF4-FFF2-40B4-BE49-F238E27FC236}">
                <a16:creationId xmlns:a16="http://schemas.microsoft.com/office/drawing/2014/main" id="{7D9A3C54-3ECE-A36F-4E28-3450DE6F02B1}"/>
              </a:ext>
            </a:extLst>
          </p:cNvPr>
          <p:cNvSpPr/>
          <p:nvPr/>
        </p:nvSpPr>
        <p:spPr>
          <a:xfrm>
            <a:off x="6608064" y="5272169"/>
            <a:ext cx="4767072" cy="268224"/>
          </a:xfrm>
          <a:prstGeom prst="rect">
            <a:avLst/>
          </a:prstGeom>
          <a:solidFill>
            <a:srgbClr val="F5EEF8"/>
          </a:solidFill>
          <a:ln w="12700">
            <a:solidFill>
              <a:srgbClr val="8E44AD"/>
            </a:solidFill>
            <a:prstDash val="solid"/>
          </a:ln>
        </p:spPr>
        <p:txBody>
          <a:bodyPr/>
          <a:lstStyle/>
          <a:p>
            <a:endParaRPr lang="ja-JP" altLang="en-US" sz="2400"/>
          </a:p>
        </p:txBody>
      </p:sp>
      <p:sp>
        <p:nvSpPr>
          <p:cNvPr id="65" name="Text 45">
            <a:extLst>
              <a:ext uri="{FF2B5EF4-FFF2-40B4-BE49-F238E27FC236}">
                <a16:creationId xmlns:a16="http://schemas.microsoft.com/office/drawing/2014/main" id="{9875495F-ED04-639C-0D4D-6B449C0A21B5}"/>
              </a:ext>
            </a:extLst>
          </p:cNvPr>
          <p:cNvSpPr/>
          <p:nvPr/>
        </p:nvSpPr>
        <p:spPr>
          <a:xfrm>
            <a:off x="6705600" y="5272169"/>
            <a:ext cx="4572000" cy="268224"/>
          </a:xfrm>
          <a:prstGeom prst="rect">
            <a:avLst/>
          </a:prstGeom>
          <a:noFill/>
          <a:ln/>
        </p:spPr>
        <p:txBody>
          <a:bodyPr wrap="square" lIns="0" tIns="0" rIns="0" bIns="0" rtlCol="0" anchor="ctr"/>
          <a:lstStyle/>
          <a:p>
            <a:r>
              <a:rPr lang="en-US" sz="1067">
                <a:solidFill>
                  <a:srgbClr val="8E44AD"/>
                </a:solidFill>
                <a:latin typeface="Consolas" pitchFamily="34" charset="0"/>
                <a:ea typeface="Consolas" pitchFamily="34" charset="-122"/>
                <a:cs typeface="Consolas" pitchFamily="34" charset="-120"/>
              </a:rPr>
              <a:t>validate(user)</a:t>
            </a:r>
            <a:endParaRPr lang="en-US" sz="1067"/>
          </a:p>
        </p:txBody>
      </p:sp>
      <p:sp>
        <p:nvSpPr>
          <p:cNvPr id="66" name="Shape 46">
            <a:extLst>
              <a:ext uri="{FF2B5EF4-FFF2-40B4-BE49-F238E27FC236}">
                <a16:creationId xmlns:a16="http://schemas.microsoft.com/office/drawing/2014/main" id="{2F225AB5-AF10-9C5C-3557-8D0C31151446}"/>
              </a:ext>
            </a:extLst>
          </p:cNvPr>
          <p:cNvSpPr/>
          <p:nvPr/>
        </p:nvSpPr>
        <p:spPr>
          <a:xfrm>
            <a:off x="6608064" y="5589161"/>
            <a:ext cx="4767072" cy="268224"/>
          </a:xfrm>
          <a:prstGeom prst="rect">
            <a:avLst/>
          </a:prstGeom>
          <a:solidFill>
            <a:srgbClr val="F5EEF8"/>
          </a:solidFill>
          <a:ln w="12700">
            <a:solidFill>
              <a:srgbClr val="8E44AD"/>
            </a:solidFill>
            <a:prstDash val="solid"/>
          </a:ln>
        </p:spPr>
        <p:txBody>
          <a:bodyPr/>
          <a:lstStyle/>
          <a:p>
            <a:endParaRPr lang="ja-JP" altLang="en-US" sz="2400"/>
          </a:p>
        </p:txBody>
      </p:sp>
      <p:sp>
        <p:nvSpPr>
          <p:cNvPr id="67" name="Text 47">
            <a:extLst>
              <a:ext uri="{FF2B5EF4-FFF2-40B4-BE49-F238E27FC236}">
                <a16:creationId xmlns:a16="http://schemas.microsoft.com/office/drawing/2014/main" id="{F8A2A6FA-A83C-A32C-1C81-46043055CAAF}"/>
              </a:ext>
            </a:extLst>
          </p:cNvPr>
          <p:cNvSpPr/>
          <p:nvPr/>
        </p:nvSpPr>
        <p:spPr>
          <a:xfrm>
            <a:off x="6705600" y="5589161"/>
            <a:ext cx="4572000" cy="268224"/>
          </a:xfrm>
          <a:prstGeom prst="rect">
            <a:avLst/>
          </a:prstGeom>
          <a:noFill/>
          <a:ln/>
        </p:spPr>
        <p:txBody>
          <a:bodyPr wrap="square" lIns="0" tIns="0" rIns="0" bIns="0" rtlCol="0" anchor="ctr"/>
          <a:lstStyle/>
          <a:p>
            <a:r>
              <a:rPr lang="en-US" sz="1067">
                <a:solidFill>
                  <a:srgbClr val="8E44AD"/>
                </a:solidFill>
                <a:latin typeface="Consolas" pitchFamily="34" charset="0"/>
                <a:ea typeface="Consolas" pitchFamily="34" charset="-122"/>
                <a:cs typeface="Consolas" pitchFamily="34" charset="-120"/>
              </a:rPr>
              <a:t>notifyAdmin()</a:t>
            </a:r>
            <a:endParaRPr lang="en-US" sz="1067"/>
          </a:p>
        </p:txBody>
      </p:sp>
      <p:sp>
        <p:nvSpPr>
          <p:cNvPr id="68" name="Shape 48">
            <a:extLst>
              <a:ext uri="{FF2B5EF4-FFF2-40B4-BE49-F238E27FC236}">
                <a16:creationId xmlns:a16="http://schemas.microsoft.com/office/drawing/2014/main" id="{30326C4A-0394-1C30-788A-1E3168256168}"/>
              </a:ext>
            </a:extLst>
          </p:cNvPr>
          <p:cNvSpPr/>
          <p:nvPr/>
        </p:nvSpPr>
        <p:spPr>
          <a:xfrm>
            <a:off x="6522720" y="6259721"/>
            <a:ext cx="219456" cy="219456"/>
          </a:xfrm>
          <a:prstGeom prst="rect">
            <a:avLst/>
          </a:prstGeom>
          <a:solidFill>
            <a:srgbClr val="E67E22"/>
          </a:solidFill>
          <a:ln/>
        </p:spPr>
        <p:txBody>
          <a:bodyPr/>
          <a:lstStyle/>
          <a:p>
            <a:endParaRPr lang="ja-JP" altLang="en-US" sz="1100">
              <a:latin typeface="+mj-ea"/>
              <a:ea typeface="+mj-ea"/>
            </a:endParaRPr>
          </a:p>
        </p:txBody>
      </p:sp>
      <p:sp>
        <p:nvSpPr>
          <p:cNvPr id="69" name="Text 49">
            <a:extLst>
              <a:ext uri="{FF2B5EF4-FFF2-40B4-BE49-F238E27FC236}">
                <a16:creationId xmlns:a16="http://schemas.microsoft.com/office/drawing/2014/main" id="{F55382E3-1B43-A0A3-A233-2EFC8730C426}"/>
              </a:ext>
            </a:extLst>
          </p:cNvPr>
          <p:cNvSpPr/>
          <p:nvPr/>
        </p:nvSpPr>
        <p:spPr>
          <a:xfrm>
            <a:off x="6790944" y="6235337"/>
            <a:ext cx="975360" cy="268224"/>
          </a:xfrm>
          <a:prstGeom prst="rect">
            <a:avLst/>
          </a:prstGeom>
          <a:noFill/>
          <a:ln/>
        </p:spPr>
        <p:txBody>
          <a:bodyPr wrap="square" lIns="0" tIns="0" rIns="0" bIns="0" rtlCol="0" anchor="ctr"/>
          <a:lstStyle/>
          <a:p>
            <a:r>
              <a:rPr lang="en-US" altLang="ja-JP" sz="1100">
                <a:solidFill>
                  <a:srgbClr val="2C3E50"/>
                </a:solidFill>
                <a:latin typeface="+mj-ea"/>
                <a:ea typeface="+mj-ea"/>
                <a:cs typeface="Calibri" pitchFamily="34" charset="-120"/>
              </a:rPr>
              <a:t>Jar</a:t>
            </a:r>
            <a:endParaRPr lang="en-US" sz="1100">
              <a:latin typeface="+mj-ea"/>
              <a:ea typeface="+mj-ea"/>
            </a:endParaRPr>
          </a:p>
        </p:txBody>
      </p:sp>
      <p:sp>
        <p:nvSpPr>
          <p:cNvPr id="70" name="Shape 50">
            <a:extLst>
              <a:ext uri="{FF2B5EF4-FFF2-40B4-BE49-F238E27FC236}">
                <a16:creationId xmlns:a16="http://schemas.microsoft.com/office/drawing/2014/main" id="{FF9664D9-686E-A69B-1276-4A1261221FC3}"/>
              </a:ext>
            </a:extLst>
          </p:cNvPr>
          <p:cNvSpPr/>
          <p:nvPr/>
        </p:nvSpPr>
        <p:spPr>
          <a:xfrm>
            <a:off x="7863840" y="6259721"/>
            <a:ext cx="219456" cy="219456"/>
          </a:xfrm>
          <a:prstGeom prst="rect">
            <a:avLst/>
          </a:prstGeom>
          <a:solidFill>
            <a:srgbClr val="2980B9"/>
          </a:solidFill>
          <a:ln/>
        </p:spPr>
        <p:txBody>
          <a:bodyPr/>
          <a:lstStyle/>
          <a:p>
            <a:endParaRPr lang="ja-JP" altLang="en-US" sz="1100">
              <a:latin typeface="+mj-ea"/>
              <a:ea typeface="+mj-ea"/>
            </a:endParaRPr>
          </a:p>
        </p:txBody>
      </p:sp>
      <p:sp>
        <p:nvSpPr>
          <p:cNvPr id="71" name="Text 51">
            <a:extLst>
              <a:ext uri="{FF2B5EF4-FFF2-40B4-BE49-F238E27FC236}">
                <a16:creationId xmlns:a16="http://schemas.microsoft.com/office/drawing/2014/main" id="{94086300-018F-774F-314F-3DE919DB210F}"/>
              </a:ext>
            </a:extLst>
          </p:cNvPr>
          <p:cNvSpPr/>
          <p:nvPr/>
        </p:nvSpPr>
        <p:spPr>
          <a:xfrm>
            <a:off x="8132064" y="6235337"/>
            <a:ext cx="975360" cy="268224"/>
          </a:xfrm>
          <a:prstGeom prst="rect">
            <a:avLst/>
          </a:prstGeom>
          <a:noFill/>
          <a:ln/>
        </p:spPr>
        <p:txBody>
          <a:bodyPr wrap="square" lIns="0" tIns="0" rIns="0" bIns="0" rtlCol="0" anchor="ctr"/>
          <a:lstStyle/>
          <a:p>
            <a:r>
              <a:rPr lang="ja-JP" altLang="en-US" sz="1100">
                <a:solidFill>
                  <a:srgbClr val="2C3E50"/>
                </a:solidFill>
                <a:latin typeface="+mj-ea"/>
                <a:ea typeface="+mj-ea"/>
                <a:cs typeface="Calibri" pitchFamily="34" charset="-120"/>
              </a:rPr>
              <a:t>パッケージ</a:t>
            </a:r>
            <a:endParaRPr lang="en-US" sz="1100">
              <a:latin typeface="+mj-ea"/>
              <a:ea typeface="+mj-ea"/>
            </a:endParaRPr>
          </a:p>
        </p:txBody>
      </p:sp>
      <p:sp>
        <p:nvSpPr>
          <p:cNvPr id="72" name="Shape 52">
            <a:extLst>
              <a:ext uri="{FF2B5EF4-FFF2-40B4-BE49-F238E27FC236}">
                <a16:creationId xmlns:a16="http://schemas.microsoft.com/office/drawing/2014/main" id="{FECEE910-426B-6F48-36CD-7D8DD81AE388}"/>
              </a:ext>
            </a:extLst>
          </p:cNvPr>
          <p:cNvSpPr/>
          <p:nvPr/>
        </p:nvSpPr>
        <p:spPr>
          <a:xfrm>
            <a:off x="9204960" y="6259721"/>
            <a:ext cx="219456" cy="219456"/>
          </a:xfrm>
          <a:prstGeom prst="rect">
            <a:avLst/>
          </a:prstGeom>
          <a:solidFill>
            <a:srgbClr val="27AE60"/>
          </a:solidFill>
          <a:ln/>
        </p:spPr>
        <p:txBody>
          <a:bodyPr/>
          <a:lstStyle/>
          <a:p>
            <a:endParaRPr lang="ja-JP" altLang="en-US" sz="1100">
              <a:latin typeface="+mj-ea"/>
              <a:ea typeface="+mj-ea"/>
            </a:endParaRPr>
          </a:p>
        </p:txBody>
      </p:sp>
      <p:sp>
        <p:nvSpPr>
          <p:cNvPr id="73" name="Text 53">
            <a:extLst>
              <a:ext uri="{FF2B5EF4-FFF2-40B4-BE49-F238E27FC236}">
                <a16:creationId xmlns:a16="http://schemas.microsoft.com/office/drawing/2014/main" id="{9B9E9046-ADA5-BA42-4931-0E1EC2BCC060}"/>
              </a:ext>
            </a:extLst>
          </p:cNvPr>
          <p:cNvSpPr/>
          <p:nvPr/>
        </p:nvSpPr>
        <p:spPr>
          <a:xfrm>
            <a:off x="9473184" y="6235337"/>
            <a:ext cx="975360" cy="268224"/>
          </a:xfrm>
          <a:prstGeom prst="rect">
            <a:avLst/>
          </a:prstGeom>
          <a:noFill/>
          <a:ln/>
        </p:spPr>
        <p:txBody>
          <a:bodyPr wrap="square" lIns="0" tIns="0" rIns="0" bIns="0" rtlCol="0" anchor="ctr"/>
          <a:lstStyle/>
          <a:p>
            <a:r>
              <a:rPr lang="ja-JP" altLang="en-US" sz="1100">
                <a:solidFill>
                  <a:srgbClr val="2C3E50"/>
                </a:solidFill>
                <a:latin typeface="+mj-ea"/>
                <a:ea typeface="+mj-ea"/>
                <a:cs typeface="Calibri" pitchFamily="34" charset="-120"/>
              </a:rPr>
              <a:t>クラス</a:t>
            </a:r>
            <a:endParaRPr lang="en-US" sz="1100">
              <a:latin typeface="+mj-ea"/>
              <a:ea typeface="+mj-ea"/>
            </a:endParaRPr>
          </a:p>
        </p:txBody>
      </p:sp>
      <p:sp>
        <p:nvSpPr>
          <p:cNvPr id="74" name="Shape 54">
            <a:extLst>
              <a:ext uri="{FF2B5EF4-FFF2-40B4-BE49-F238E27FC236}">
                <a16:creationId xmlns:a16="http://schemas.microsoft.com/office/drawing/2014/main" id="{3E5452F0-A437-2039-6168-EEB7728A6FAB}"/>
              </a:ext>
            </a:extLst>
          </p:cNvPr>
          <p:cNvSpPr/>
          <p:nvPr/>
        </p:nvSpPr>
        <p:spPr>
          <a:xfrm>
            <a:off x="10546080" y="6259721"/>
            <a:ext cx="219456" cy="219456"/>
          </a:xfrm>
          <a:prstGeom prst="rect">
            <a:avLst/>
          </a:prstGeom>
          <a:solidFill>
            <a:srgbClr val="8E44AD"/>
          </a:solidFill>
          <a:ln/>
        </p:spPr>
        <p:txBody>
          <a:bodyPr/>
          <a:lstStyle/>
          <a:p>
            <a:endParaRPr lang="ja-JP" altLang="en-US" sz="1100">
              <a:latin typeface="+mj-ea"/>
              <a:ea typeface="+mj-ea"/>
            </a:endParaRPr>
          </a:p>
        </p:txBody>
      </p:sp>
      <p:sp>
        <p:nvSpPr>
          <p:cNvPr id="75" name="Text 55">
            <a:extLst>
              <a:ext uri="{FF2B5EF4-FFF2-40B4-BE49-F238E27FC236}">
                <a16:creationId xmlns:a16="http://schemas.microsoft.com/office/drawing/2014/main" id="{F0C5F695-B2C3-D3FA-730D-EBC003E3551D}"/>
              </a:ext>
            </a:extLst>
          </p:cNvPr>
          <p:cNvSpPr/>
          <p:nvPr/>
        </p:nvSpPr>
        <p:spPr>
          <a:xfrm>
            <a:off x="10814304" y="6235337"/>
            <a:ext cx="975360" cy="268224"/>
          </a:xfrm>
          <a:prstGeom prst="rect">
            <a:avLst/>
          </a:prstGeom>
          <a:noFill/>
          <a:ln/>
        </p:spPr>
        <p:txBody>
          <a:bodyPr wrap="square" lIns="0" tIns="0" rIns="0" bIns="0" rtlCol="0" anchor="ctr"/>
          <a:lstStyle/>
          <a:p>
            <a:r>
              <a:rPr lang="ja-JP" altLang="en-US" sz="1100">
                <a:solidFill>
                  <a:srgbClr val="2C3E50"/>
                </a:solidFill>
                <a:latin typeface="+mj-ea"/>
                <a:ea typeface="+mj-ea"/>
                <a:cs typeface="Calibri" pitchFamily="34" charset="-120"/>
              </a:rPr>
              <a:t>メソッド</a:t>
            </a:r>
            <a:endParaRPr lang="en-US" sz="1100">
              <a:latin typeface="+mj-ea"/>
              <a:ea typeface="+mj-ea"/>
            </a:endParaRPr>
          </a:p>
        </p:txBody>
      </p:sp>
      <p:graphicFrame>
        <p:nvGraphicFramePr>
          <p:cNvPr id="76" name="表 75">
            <a:extLst>
              <a:ext uri="{FF2B5EF4-FFF2-40B4-BE49-F238E27FC236}">
                <a16:creationId xmlns:a16="http://schemas.microsoft.com/office/drawing/2014/main" id="{C4EA8838-C9BD-EEE9-F4E1-3B61339FFCC9}"/>
              </a:ext>
            </a:extLst>
          </p:cNvPr>
          <p:cNvGraphicFramePr>
            <a:graphicFrameLocks noGrp="1"/>
          </p:cNvGraphicFramePr>
          <p:nvPr>
            <p:extLst>
              <p:ext uri="{D42A27DB-BD31-4B8C-83A1-F6EECF244321}">
                <p14:modId xmlns:p14="http://schemas.microsoft.com/office/powerpoint/2010/main" val="866937882"/>
              </p:ext>
            </p:extLst>
          </p:nvPr>
        </p:nvGraphicFramePr>
        <p:xfrm>
          <a:off x="371475" y="1022967"/>
          <a:ext cx="5402308" cy="5175795"/>
        </p:xfrm>
        <a:graphic>
          <a:graphicData uri="http://schemas.openxmlformats.org/drawingml/2006/table">
            <a:tbl>
              <a:tblPr firstRow="1" bandRow="1">
                <a:tableStyleId>{5C22544A-7EE6-4342-B048-85BDC9FD1C3A}</a:tableStyleId>
              </a:tblPr>
              <a:tblGrid>
                <a:gridCol w="1892304">
                  <a:extLst>
                    <a:ext uri="{9D8B030D-6E8A-4147-A177-3AD203B41FA5}">
                      <a16:colId xmlns:a16="http://schemas.microsoft.com/office/drawing/2014/main" val="3310224780"/>
                    </a:ext>
                  </a:extLst>
                </a:gridCol>
                <a:gridCol w="3510004">
                  <a:extLst>
                    <a:ext uri="{9D8B030D-6E8A-4147-A177-3AD203B41FA5}">
                      <a16:colId xmlns:a16="http://schemas.microsoft.com/office/drawing/2014/main" val="3140287621"/>
                    </a:ext>
                  </a:extLst>
                </a:gridCol>
              </a:tblGrid>
              <a:tr h="460239">
                <a:tc>
                  <a:txBody>
                    <a:bodyPr/>
                    <a:lstStyle/>
                    <a:p>
                      <a:pPr algn="ctr"/>
                      <a:r>
                        <a:rPr kumimoji="1" lang="ja-JP" altLang="en-US" sz="1600">
                          <a:latin typeface="+mj-ea"/>
                          <a:ea typeface="+mj-ea"/>
                        </a:rPr>
                        <a:t>構成要素</a:t>
                      </a:r>
                    </a:p>
                  </a:txBody>
                  <a:tcPr marL="60960" marR="60960" marT="30480" marB="30480"/>
                </a:tc>
                <a:tc>
                  <a:txBody>
                    <a:bodyPr/>
                    <a:lstStyle/>
                    <a:p>
                      <a:pPr algn="ctr"/>
                      <a:r>
                        <a:rPr kumimoji="1" lang="ja-JP" altLang="en-US" sz="1600">
                          <a:latin typeface="+mj-ea"/>
                          <a:ea typeface="+mj-ea"/>
                        </a:rPr>
                        <a:t>内容</a:t>
                      </a:r>
                    </a:p>
                  </a:txBody>
                  <a:tcPr marL="60960" marR="60960" marT="30480" marB="30480"/>
                </a:tc>
                <a:extLst>
                  <a:ext uri="{0D108BD9-81ED-4DB2-BD59-A6C34878D82A}">
                    <a16:rowId xmlns:a16="http://schemas.microsoft.com/office/drawing/2014/main" val="1734587070"/>
                  </a:ext>
                </a:extLst>
              </a:tr>
              <a:tr h="1178889">
                <a:tc>
                  <a:txBody>
                    <a:bodyPr/>
                    <a:lstStyle/>
                    <a:p>
                      <a:r>
                        <a:rPr kumimoji="1" lang="ja-JP" altLang="en-US" sz="1600">
                          <a:solidFill>
                            <a:schemeClr val="tx1"/>
                          </a:solidFill>
                          <a:latin typeface="+mj-ea"/>
                          <a:ea typeface="+mj-ea"/>
                        </a:rPr>
                        <a:t>　　　　　</a:t>
                      </a:r>
                      <a:r>
                        <a:rPr kumimoji="1" lang="en-US" altLang="ja-JP" sz="1600">
                          <a:solidFill>
                            <a:schemeClr val="tx1"/>
                          </a:solidFill>
                          <a:latin typeface="+mj-ea"/>
                          <a:ea typeface="+mj-ea"/>
                        </a:rPr>
                        <a:t>Jar</a:t>
                      </a:r>
                      <a:r>
                        <a:rPr kumimoji="1" lang="ja-JP" altLang="en-US" sz="1600">
                          <a:solidFill>
                            <a:schemeClr val="tx1"/>
                          </a:solidFill>
                          <a:latin typeface="+mj-ea"/>
                          <a:ea typeface="+mj-ea"/>
                        </a:rPr>
                        <a:t>ファイル</a:t>
                      </a:r>
                    </a:p>
                  </a:txBody>
                  <a:tcPr marL="60960" marR="60960" marT="30480" marB="30480" anchor="ctr"/>
                </a:tc>
                <a:tc>
                  <a:txBody>
                    <a:bodyPr/>
                    <a:lstStyle/>
                    <a:p>
                      <a:pPr>
                        <a:lnSpc>
                          <a:spcPct val="125000"/>
                        </a:lnSpc>
                      </a:pPr>
                      <a:r>
                        <a:rPr lang="ja-JP" altLang="en-US" sz="1600">
                          <a:solidFill>
                            <a:schemeClr val="tx1"/>
                          </a:solidFill>
                          <a:latin typeface="+mj-ea"/>
                          <a:ea typeface="+mj-ea"/>
                        </a:rPr>
                        <a:t>複数のクラスを</a:t>
                      </a:r>
                      <a:r>
                        <a:rPr lang="en-US" altLang="ja-JP" sz="1600">
                          <a:solidFill>
                            <a:schemeClr val="tx1"/>
                          </a:solidFill>
                          <a:latin typeface="+mj-ea"/>
                          <a:ea typeface="+mj-ea"/>
                        </a:rPr>
                        <a:t>1</a:t>
                      </a:r>
                      <a:r>
                        <a:rPr lang="ja-JP" altLang="en-US" sz="1600">
                          <a:solidFill>
                            <a:schemeClr val="tx1"/>
                          </a:solidFill>
                          <a:latin typeface="+mj-ea"/>
                          <a:ea typeface="+mj-ea"/>
                        </a:rPr>
                        <a:t>つに固めた実行単位。</a:t>
                      </a:r>
                    </a:p>
                    <a:p>
                      <a:pPr>
                        <a:lnSpc>
                          <a:spcPct val="125000"/>
                        </a:lnSpc>
                      </a:pPr>
                      <a:r>
                        <a:rPr lang="ja-JP" altLang="en-US" sz="1600">
                          <a:solidFill>
                            <a:schemeClr val="tx1"/>
                          </a:solidFill>
                          <a:latin typeface="+mj-ea"/>
                          <a:ea typeface="+mj-ea"/>
                        </a:rPr>
                        <a:t>プログラムの配布・実行に利用する。</a:t>
                      </a:r>
                    </a:p>
                  </a:txBody>
                  <a:tcPr marL="60960" marR="60960" marT="30480" marB="30480" anchor="ctr"/>
                </a:tc>
                <a:extLst>
                  <a:ext uri="{0D108BD9-81ED-4DB2-BD59-A6C34878D82A}">
                    <a16:rowId xmlns:a16="http://schemas.microsoft.com/office/drawing/2014/main" val="2595480146"/>
                  </a:ext>
                </a:extLst>
              </a:tr>
              <a:tr h="1178889">
                <a:tc>
                  <a:txBody>
                    <a:bodyPr/>
                    <a:lstStyle/>
                    <a:p>
                      <a:r>
                        <a:rPr kumimoji="1" lang="ja-JP" altLang="en-US" sz="1600">
                          <a:solidFill>
                            <a:schemeClr val="tx1"/>
                          </a:solidFill>
                          <a:latin typeface="+mj-ea"/>
                          <a:ea typeface="+mj-ea"/>
                        </a:rPr>
                        <a:t>　　　　　パッケージ</a:t>
                      </a:r>
                    </a:p>
                  </a:txBody>
                  <a:tcPr marL="60960" marR="60960" marT="30480" marB="30480" anchor="ctr"/>
                </a:tc>
                <a:tc>
                  <a:txBody>
                    <a:bodyPr/>
                    <a:lstStyle/>
                    <a:p>
                      <a:pPr>
                        <a:lnSpc>
                          <a:spcPct val="125000"/>
                        </a:lnSpc>
                      </a:pPr>
                      <a:r>
                        <a:rPr lang="ja-JP" altLang="en-US" sz="1600">
                          <a:solidFill>
                            <a:schemeClr val="tx1"/>
                          </a:solidFill>
                          <a:latin typeface="+mj-ea"/>
                          <a:ea typeface="+mj-ea"/>
                        </a:rPr>
                        <a:t>クラスを役割ごとに分類する仕組み。</a:t>
                      </a:r>
                    </a:p>
                    <a:p>
                      <a:pPr>
                        <a:lnSpc>
                          <a:spcPct val="125000"/>
                        </a:lnSpc>
                      </a:pPr>
                      <a:r>
                        <a:rPr lang="ja-JP" altLang="en-US" sz="1600">
                          <a:solidFill>
                            <a:schemeClr val="tx1"/>
                          </a:solidFill>
                          <a:latin typeface="+mj-ea"/>
                          <a:ea typeface="+mj-ea"/>
                        </a:rPr>
                        <a:t>名前の衝突防止・アクセス制御の単位。</a:t>
                      </a:r>
                    </a:p>
                  </a:txBody>
                  <a:tcPr marL="60960" marR="60960" marT="30480" marB="30480" anchor="ctr"/>
                </a:tc>
                <a:extLst>
                  <a:ext uri="{0D108BD9-81ED-4DB2-BD59-A6C34878D82A}">
                    <a16:rowId xmlns:a16="http://schemas.microsoft.com/office/drawing/2014/main" val="3096268080"/>
                  </a:ext>
                </a:extLst>
              </a:tr>
              <a:tr h="1178889">
                <a:tc>
                  <a:txBody>
                    <a:bodyPr/>
                    <a:lstStyle/>
                    <a:p>
                      <a:r>
                        <a:rPr kumimoji="1" lang="ja-JP" altLang="en-US" sz="1600">
                          <a:solidFill>
                            <a:schemeClr val="tx1"/>
                          </a:solidFill>
                          <a:latin typeface="+mj-ea"/>
                          <a:ea typeface="+mj-ea"/>
                        </a:rPr>
                        <a:t>　　　　　クラス</a:t>
                      </a:r>
                    </a:p>
                  </a:txBody>
                  <a:tcPr marL="60960" marR="60960" marT="30480" marB="30480" anchor="ctr"/>
                </a:tc>
                <a:tc>
                  <a:txBody>
                    <a:bodyPr/>
                    <a:lstStyle/>
                    <a:p>
                      <a:pPr>
                        <a:lnSpc>
                          <a:spcPct val="125000"/>
                        </a:lnSpc>
                      </a:pPr>
                      <a:r>
                        <a:rPr lang="ja-JP" altLang="en-US" sz="1600">
                          <a:solidFill>
                            <a:schemeClr val="tx1"/>
                          </a:solidFill>
                          <a:latin typeface="+mj-ea"/>
                          <a:ea typeface="+mj-ea"/>
                        </a:rPr>
                        <a:t>データ（フィールド）と処理（メソッド）をまとめた基本単位。</a:t>
                      </a:r>
                    </a:p>
                  </a:txBody>
                  <a:tcPr marL="60960" marR="60960" marT="30480" marB="30480" anchor="ctr"/>
                </a:tc>
                <a:extLst>
                  <a:ext uri="{0D108BD9-81ED-4DB2-BD59-A6C34878D82A}">
                    <a16:rowId xmlns:a16="http://schemas.microsoft.com/office/drawing/2014/main" val="1537205056"/>
                  </a:ext>
                </a:extLst>
              </a:tr>
              <a:tr h="1178889">
                <a:tc>
                  <a:txBody>
                    <a:bodyPr/>
                    <a:lstStyle/>
                    <a:p>
                      <a:r>
                        <a:rPr kumimoji="1" lang="ja-JP" altLang="en-US" sz="1600">
                          <a:solidFill>
                            <a:schemeClr val="tx1"/>
                          </a:solidFill>
                          <a:latin typeface="+mj-ea"/>
                          <a:ea typeface="+mj-ea"/>
                        </a:rPr>
                        <a:t>　　　　　メソッド</a:t>
                      </a:r>
                    </a:p>
                  </a:txBody>
                  <a:tcPr marL="60960" marR="60960" marT="30480" marB="30480" anchor="ctr"/>
                </a:tc>
                <a:tc>
                  <a:txBody>
                    <a:bodyPr/>
                    <a:lstStyle/>
                    <a:p>
                      <a:pPr>
                        <a:lnSpc>
                          <a:spcPct val="125000"/>
                        </a:lnSpc>
                      </a:pPr>
                      <a:r>
                        <a:rPr lang="ja-JP" altLang="en-US" sz="1600">
                          <a:solidFill>
                            <a:schemeClr val="tx1"/>
                          </a:solidFill>
                          <a:latin typeface="+mj-ea"/>
                          <a:ea typeface="+mj-ea"/>
                        </a:rPr>
                        <a:t>処理の</a:t>
                      </a:r>
                      <a:r>
                        <a:rPr lang="en-US" altLang="ja-JP" sz="1600">
                          <a:solidFill>
                            <a:schemeClr val="tx1"/>
                          </a:solidFill>
                          <a:latin typeface="+mj-ea"/>
                          <a:ea typeface="+mj-ea"/>
                        </a:rPr>
                        <a:t>1</a:t>
                      </a:r>
                      <a:r>
                        <a:rPr lang="ja-JP" altLang="en-US" sz="1600">
                          <a:solidFill>
                            <a:schemeClr val="tx1"/>
                          </a:solidFill>
                          <a:latin typeface="+mj-ea"/>
                          <a:ea typeface="+mj-ea"/>
                        </a:rPr>
                        <a:t>単位。</a:t>
                      </a:r>
                      <a:endParaRPr lang="en-US" altLang="ja-JP" sz="1600">
                        <a:solidFill>
                          <a:schemeClr val="tx1"/>
                        </a:solidFill>
                        <a:latin typeface="+mj-ea"/>
                        <a:ea typeface="+mj-ea"/>
                      </a:endParaRPr>
                    </a:p>
                    <a:p>
                      <a:pPr>
                        <a:lnSpc>
                          <a:spcPct val="125000"/>
                        </a:lnSpc>
                      </a:pPr>
                      <a:r>
                        <a:rPr lang="ja-JP" altLang="en-US" sz="1600">
                          <a:solidFill>
                            <a:schemeClr val="tx1"/>
                          </a:solidFill>
                          <a:latin typeface="+mj-ea"/>
                          <a:ea typeface="+mj-ea"/>
                        </a:rPr>
                        <a:t>引数を受け取り、戻り値を返す。</a:t>
                      </a:r>
                      <a:endParaRPr lang="en-US" altLang="ja-JP" sz="1600">
                        <a:solidFill>
                          <a:schemeClr val="tx1"/>
                        </a:solidFill>
                        <a:latin typeface="+mj-ea"/>
                        <a:ea typeface="+mj-ea"/>
                      </a:endParaRPr>
                    </a:p>
                    <a:p>
                      <a:pPr>
                        <a:lnSpc>
                          <a:spcPct val="125000"/>
                        </a:lnSpc>
                      </a:pPr>
                      <a:r>
                        <a:rPr lang="ja-JP" altLang="en-US" sz="1600">
                          <a:solidFill>
                            <a:schemeClr val="tx1"/>
                          </a:solidFill>
                          <a:latin typeface="+mj-ea"/>
                          <a:ea typeface="+mj-ea"/>
                        </a:rPr>
                        <a:t>主にクラスに含まれる。</a:t>
                      </a:r>
                    </a:p>
                  </a:txBody>
                  <a:tcPr marL="60960" marR="60960" marT="30480" marB="30480" anchor="ctr"/>
                </a:tc>
                <a:extLst>
                  <a:ext uri="{0D108BD9-81ED-4DB2-BD59-A6C34878D82A}">
                    <a16:rowId xmlns:a16="http://schemas.microsoft.com/office/drawing/2014/main" val="1285665361"/>
                  </a:ext>
                </a:extLst>
              </a:tr>
            </a:tbl>
          </a:graphicData>
        </a:graphic>
      </p:graphicFrame>
      <p:sp>
        <p:nvSpPr>
          <p:cNvPr id="79" name="Shape 5">
            <a:extLst>
              <a:ext uri="{FF2B5EF4-FFF2-40B4-BE49-F238E27FC236}">
                <a16:creationId xmlns:a16="http://schemas.microsoft.com/office/drawing/2014/main" id="{5FEFC910-B975-0D78-C92E-6E5A0FA8FF01}"/>
              </a:ext>
            </a:extLst>
          </p:cNvPr>
          <p:cNvSpPr/>
          <p:nvPr/>
        </p:nvSpPr>
        <p:spPr>
          <a:xfrm>
            <a:off x="546898" y="1809641"/>
            <a:ext cx="463296" cy="463296"/>
          </a:xfrm>
          <a:prstGeom prst="ellipse">
            <a:avLst/>
          </a:prstGeom>
          <a:solidFill>
            <a:srgbClr val="E67E22"/>
          </a:solidFill>
          <a:ln/>
        </p:spPr>
        <p:txBody>
          <a:bodyPr/>
          <a:lstStyle/>
          <a:p>
            <a:endParaRPr lang="ja-JP" altLang="en-US" sz="2400"/>
          </a:p>
        </p:txBody>
      </p:sp>
      <p:pic>
        <p:nvPicPr>
          <p:cNvPr id="80" name="Image 0" descr="preencoded.png">
            <a:extLst>
              <a:ext uri="{FF2B5EF4-FFF2-40B4-BE49-F238E27FC236}">
                <a16:creationId xmlns:a16="http://schemas.microsoft.com/office/drawing/2014/main" id="{9515F218-BD49-CF21-8FF3-C78515B68786}"/>
              </a:ext>
            </a:extLst>
          </p:cNvPr>
          <p:cNvPicPr>
            <a:picLocks noChangeAspect="1"/>
          </p:cNvPicPr>
          <p:nvPr/>
        </p:nvPicPr>
        <p:blipFill>
          <a:blip r:embed="rId2"/>
          <a:stretch>
            <a:fillRect/>
          </a:stretch>
        </p:blipFill>
        <p:spPr>
          <a:xfrm>
            <a:off x="632242" y="1894985"/>
            <a:ext cx="292608" cy="292608"/>
          </a:xfrm>
          <a:prstGeom prst="rect">
            <a:avLst/>
          </a:prstGeom>
        </p:spPr>
      </p:pic>
      <p:sp>
        <p:nvSpPr>
          <p:cNvPr id="81" name="Shape 10">
            <a:extLst>
              <a:ext uri="{FF2B5EF4-FFF2-40B4-BE49-F238E27FC236}">
                <a16:creationId xmlns:a16="http://schemas.microsoft.com/office/drawing/2014/main" id="{0282AB97-5D38-8D18-BE74-84906B2A4424}"/>
              </a:ext>
            </a:extLst>
          </p:cNvPr>
          <p:cNvSpPr/>
          <p:nvPr/>
        </p:nvSpPr>
        <p:spPr>
          <a:xfrm>
            <a:off x="546898" y="2994157"/>
            <a:ext cx="463296" cy="463296"/>
          </a:xfrm>
          <a:prstGeom prst="ellipse">
            <a:avLst/>
          </a:prstGeom>
          <a:solidFill>
            <a:srgbClr val="2980B9"/>
          </a:solidFill>
          <a:ln/>
        </p:spPr>
        <p:txBody>
          <a:bodyPr/>
          <a:lstStyle/>
          <a:p>
            <a:endParaRPr lang="ja-JP" altLang="en-US" sz="2400"/>
          </a:p>
        </p:txBody>
      </p:sp>
      <p:pic>
        <p:nvPicPr>
          <p:cNvPr id="82" name="Image 1" descr="preencoded.png">
            <a:extLst>
              <a:ext uri="{FF2B5EF4-FFF2-40B4-BE49-F238E27FC236}">
                <a16:creationId xmlns:a16="http://schemas.microsoft.com/office/drawing/2014/main" id="{94E4505F-57D9-55B5-FABD-26BF1F9ED688}"/>
              </a:ext>
            </a:extLst>
          </p:cNvPr>
          <p:cNvPicPr>
            <a:picLocks noChangeAspect="1"/>
          </p:cNvPicPr>
          <p:nvPr/>
        </p:nvPicPr>
        <p:blipFill>
          <a:blip r:embed="rId3"/>
          <a:stretch>
            <a:fillRect/>
          </a:stretch>
        </p:blipFill>
        <p:spPr>
          <a:xfrm>
            <a:off x="632242" y="3079501"/>
            <a:ext cx="292608" cy="292608"/>
          </a:xfrm>
          <a:prstGeom prst="rect">
            <a:avLst/>
          </a:prstGeom>
        </p:spPr>
      </p:pic>
      <p:sp>
        <p:nvSpPr>
          <p:cNvPr id="83" name="Shape 15">
            <a:extLst>
              <a:ext uri="{FF2B5EF4-FFF2-40B4-BE49-F238E27FC236}">
                <a16:creationId xmlns:a16="http://schemas.microsoft.com/office/drawing/2014/main" id="{C43E2249-9304-505E-F564-DF34821BC2B4}"/>
              </a:ext>
            </a:extLst>
          </p:cNvPr>
          <p:cNvSpPr/>
          <p:nvPr/>
        </p:nvSpPr>
        <p:spPr>
          <a:xfrm>
            <a:off x="546898" y="4187081"/>
            <a:ext cx="463296" cy="463296"/>
          </a:xfrm>
          <a:prstGeom prst="ellipse">
            <a:avLst/>
          </a:prstGeom>
          <a:solidFill>
            <a:srgbClr val="27AE60"/>
          </a:solidFill>
          <a:ln/>
        </p:spPr>
        <p:txBody>
          <a:bodyPr/>
          <a:lstStyle/>
          <a:p>
            <a:endParaRPr lang="ja-JP" altLang="en-US" sz="2400"/>
          </a:p>
        </p:txBody>
      </p:sp>
      <p:pic>
        <p:nvPicPr>
          <p:cNvPr id="84" name="Image 2" descr="preencoded.png">
            <a:extLst>
              <a:ext uri="{FF2B5EF4-FFF2-40B4-BE49-F238E27FC236}">
                <a16:creationId xmlns:a16="http://schemas.microsoft.com/office/drawing/2014/main" id="{3E9A4996-8BD5-E1F2-9DDB-ADEBA4955385}"/>
              </a:ext>
            </a:extLst>
          </p:cNvPr>
          <p:cNvPicPr>
            <a:picLocks noChangeAspect="1"/>
          </p:cNvPicPr>
          <p:nvPr/>
        </p:nvPicPr>
        <p:blipFill>
          <a:blip r:embed="rId4"/>
          <a:stretch>
            <a:fillRect/>
          </a:stretch>
        </p:blipFill>
        <p:spPr>
          <a:xfrm>
            <a:off x="632242" y="4272425"/>
            <a:ext cx="292608" cy="292608"/>
          </a:xfrm>
          <a:prstGeom prst="rect">
            <a:avLst/>
          </a:prstGeom>
        </p:spPr>
      </p:pic>
      <p:sp>
        <p:nvSpPr>
          <p:cNvPr id="85" name="Shape 20">
            <a:extLst>
              <a:ext uri="{FF2B5EF4-FFF2-40B4-BE49-F238E27FC236}">
                <a16:creationId xmlns:a16="http://schemas.microsoft.com/office/drawing/2014/main" id="{DA3527DD-AEF8-E26A-A43F-3C0448647680}"/>
              </a:ext>
            </a:extLst>
          </p:cNvPr>
          <p:cNvSpPr/>
          <p:nvPr/>
        </p:nvSpPr>
        <p:spPr>
          <a:xfrm>
            <a:off x="546898" y="5382768"/>
            <a:ext cx="463296" cy="463296"/>
          </a:xfrm>
          <a:prstGeom prst="ellipse">
            <a:avLst/>
          </a:prstGeom>
          <a:solidFill>
            <a:srgbClr val="8E44AD"/>
          </a:solidFill>
          <a:ln/>
        </p:spPr>
        <p:txBody>
          <a:bodyPr/>
          <a:lstStyle/>
          <a:p>
            <a:endParaRPr lang="ja-JP" altLang="en-US" sz="2400"/>
          </a:p>
        </p:txBody>
      </p:sp>
      <p:pic>
        <p:nvPicPr>
          <p:cNvPr id="86" name="Image 3" descr="preencoded.png">
            <a:extLst>
              <a:ext uri="{FF2B5EF4-FFF2-40B4-BE49-F238E27FC236}">
                <a16:creationId xmlns:a16="http://schemas.microsoft.com/office/drawing/2014/main" id="{D126FD3E-7FF6-8926-F6FF-E1A2571C0496}"/>
              </a:ext>
            </a:extLst>
          </p:cNvPr>
          <p:cNvPicPr>
            <a:picLocks noChangeAspect="1"/>
          </p:cNvPicPr>
          <p:nvPr/>
        </p:nvPicPr>
        <p:blipFill>
          <a:blip r:embed="rId5"/>
          <a:stretch>
            <a:fillRect/>
          </a:stretch>
        </p:blipFill>
        <p:spPr>
          <a:xfrm>
            <a:off x="632242" y="5468112"/>
            <a:ext cx="292608" cy="292608"/>
          </a:xfrm>
          <a:prstGeom prst="rect">
            <a:avLst/>
          </a:prstGeom>
        </p:spPr>
      </p:pic>
    </p:spTree>
    <p:extLst>
      <p:ext uri="{BB962C8B-B14F-4D97-AF65-F5344CB8AC3E}">
        <p14:creationId xmlns:p14="http://schemas.microsoft.com/office/powerpoint/2010/main" val="1671291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AC81E-3C7F-6279-876B-0FB6B48449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B4E35C-7B19-CC44-617E-29627493D392}"/>
              </a:ext>
            </a:extLst>
          </p:cNvPr>
          <p:cNvSpPr>
            <a:spLocks noGrp="1"/>
          </p:cNvSpPr>
          <p:nvPr>
            <p:ph type="title"/>
          </p:nvPr>
        </p:nvSpPr>
        <p:spPr/>
        <p:txBody>
          <a:bodyPr/>
          <a:lstStyle/>
          <a:p>
            <a:r>
              <a:rPr kumimoji="1" lang="en-US" altLang="ja-JP"/>
              <a:t>Web</a:t>
            </a:r>
            <a:r>
              <a:rPr kumimoji="1" lang="ja-JP" altLang="en-US"/>
              <a:t>アプリケーションを構成するクラス</a:t>
            </a:r>
          </a:p>
        </p:txBody>
      </p:sp>
      <p:pic>
        <p:nvPicPr>
          <p:cNvPr id="4" name="図 3">
            <a:extLst>
              <a:ext uri="{FF2B5EF4-FFF2-40B4-BE49-F238E27FC236}">
                <a16:creationId xmlns:a16="http://schemas.microsoft.com/office/drawing/2014/main" id="{BD9D6F7C-8CD4-48B0-7F35-695A477EBD08}"/>
              </a:ext>
            </a:extLst>
          </p:cNvPr>
          <p:cNvPicPr>
            <a:picLocks noChangeAspect="1"/>
          </p:cNvPicPr>
          <p:nvPr/>
        </p:nvPicPr>
        <p:blipFill>
          <a:blip r:embed="rId2"/>
          <a:srcRect b="21633"/>
          <a:stretch/>
        </p:blipFill>
        <p:spPr>
          <a:xfrm>
            <a:off x="1673444" y="1381659"/>
            <a:ext cx="8606979" cy="4269482"/>
          </a:xfrm>
          <a:prstGeom prst="rect">
            <a:avLst/>
          </a:prstGeom>
        </p:spPr>
      </p:pic>
      <p:sp>
        <p:nvSpPr>
          <p:cNvPr id="6" name="コンテンツ プレースホルダー 2">
            <a:extLst>
              <a:ext uri="{FF2B5EF4-FFF2-40B4-BE49-F238E27FC236}">
                <a16:creationId xmlns:a16="http://schemas.microsoft.com/office/drawing/2014/main" id="{881D0FCC-42D5-BBE1-7BA9-827D323AD52F}"/>
              </a:ext>
            </a:extLst>
          </p:cNvPr>
          <p:cNvSpPr txBox="1">
            <a:spLocks/>
          </p:cNvSpPr>
          <p:nvPr/>
        </p:nvSpPr>
        <p:spPr>
          <a:xfrm>
            <a:off x="372525" y="6144763"/>
            <a:ext cx="11448000" cy="34493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pPr algn="r"/>
            <a:r>
              <a:rPr lang="ja-JP" altLang="en-US"/>
              <a:t>（参考）このモデリングは、</a:t>
            </a:r>
            <a:r>
              <a:rPr lang="en-US" altLang="ja-JP"/>
              <a:t>Web MVC</a:t>
            </a:r>
            <a:r>
              <a:rPr lang="ja-JP" altLang="en-US"/>
              <a:t>モデルという</a:t>
            </a:r>
            <a:r>
              <a:rPr lang="en-US" altLang="ja-JP"/>
              <a:t>Web</a:t>
            </a:r>
            <a:r>
              <a:rPr lang="ja-JP" altLang="en-US"/>
              <a:t>アプリケーションの設計パターンをもとにしている</a:t>
            </a:r>
            <a:endParaRPr lang="en-US" altLang="ja-JP"/>
          </a:p>
          <a:p>
            <a:pPr algn="r"/>
            <a:endParaRPr lang="ja-JP" altLang="en-US"/>
          </a:p>
        </p:txBody>
      </p:sp>
      <p:sp>
        <p:nvSpPr>
          <p:cNvPr id="3" name="コンテンツ プレースホルダー 2">
            <a:extLst>
              <a:ext uri="{FF2B5EF4-FFF2-40B4-BE49-F238E27FC236}">
                <a16:creationId xmlns:a16="http://schemas.microsoft.com/office/drawing/2014/main" id="{6C8C70F3-ED73-11B4-C779-1A54886F3C18}"/>
              </a:ext>
            </a:extLst>
          </p:cNvPr>
          <p:cNvSpPr>
            <a:spLocks noGrp="1"/>
          </p:cNvSpPr>
          <p:nvPr>
            <p:ph sz="quarter" idx="10"/>
          </p:nvPr>
        </p:nvSpPr>
        <p:spPr>
          <a:xfrm>
            <a:off x="371474" y="1038386"/>
            <a:ext cx="11448000" cy="344937"/>
          </a:xfrm>
        </p:spPr>
        <p:txBody>
          <a:bodyPr/>
          <a:lstStyle/>
          <a:p>
            <a:r>
              <a:rPr kumimoji="1" lang="en-US" altLang="ja-JP"/>
              <a:t>Web</a:t>
            </a:r>
            <a:r>
              <a:rPr kumimoji="1" lang="ja-JP" altLang="en-US"/>
              <a:t>アプリケーションを実現するために、</a:t>
            </a:r>
            <a:r>
              <a:rPr kumimoji="1" lang="ja-JP" altLang="en-US" b="1"/>
              <a:t>クラスに役割分担を持たせて処理</a:t>
            </a:r>
            <a:r>
              <a:rPr kumimoji="1" lang="ja-JP" altLang="en-US"/>
              <a:t>を連携させる</a:t>
            </a:r>
            <a:endParaRPr kumimoji="1" lang="en-US" altLang="ja-JP"/>
          </a:p>
          <a:p>
            <a:endParaRPr kumimoji="1" lang="ja-JP" altLang="en-US"/>
          </a:p>
        </p:txBody>
      </p:sp>
      <p:sp>
        <p:nvSpPr>
          <p:cNvPr id="11" name="正方形/長方形 10">
            <a:extLst>
              <a:ext uri="{FF2B5EF4-FFF2-40B4-BE49-F238E27FC236}">
                <a16:creationId xmlns:a16="http://schemas.microsoft.com/office/drawing/2014/main" id="{5A4F3CAA-A746-5EE1-50F5-88D660C7781A}"/>
              </a:ext>
            </a:extLst>
          </p:cNvPr>
          <p:cNvSpPr/>
          <p:nvPr/>
        </p:nvSpPr>
        <p:spPr>
          <a:xfrm>
            <a:off x="6129968" y="4407123"/>
            <a:ext cx="1202815" cy="508562"/>
          </a:xfrm>
          <a:prstGeom prst="rect">
            <a:avLst/>
          </a:prstGeom>
          <a:gradFill>
            <a:gsLst>
              <a:gs pos="0">
                <a:srgbClr val="815EAD"/>
              </a:gs>
              <a:gs pos="100000">
                <a:srgbClr val="C5ADEA"/>
              </a:gs>
            </a:gsLst>
          </a:gradFill>
          <a:ln>
            <a:solidFill>
              <a:srgbClr val="815EAD"/>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100">
                <a:solidFill>
                  <a:schemeClr val="bg1"/>
                </a:solidFill>
              </a:rPr>
              <a:t>Model</a:t>
            </a:r>
            <a:endParaRPr kumimoji="1" lang="ja-JP" altLang="en-US" sz="1400" err="1">
              <a:solidFill>
                <a:schemeClr val="bg1"/>
              </a:solidFill>
            </a:endParaRPr>
          </a:p>
        </p:txBody>
      </p:sp>
      <p:sp>
        <p:nvSpPr>
          <p:cNvPr id="18" name="吹き出し: 角を丸めた四角形 17">
            <a:extLst>
              <a:ext uri="{FF2B5EF4-FFF2-40B4-BE49-F238E27FC236}">
                <a16:creationId xmlns:a16="http://schemas.microsoft.com/office/drawing/2014/main" id="{B06D046A-B0B6-96C4-6C55-4755B0BD0B73}"/>
              </a:ext>
            </a:extLst>
          </p:cNvPr>
          <p:cNvSpPr/>
          <p:nvPr/>
        </p:nvSpPr>
        <p:spPr>
          <a:xfrm>
            <a:off x="9739765" y="1857189"/>
            <a:ext cx="1347849" cy="666792"/>
          </a:xfrm>
          <a:prstGeom prst="wedgeRoundRectCallout">
            <a:avLst>
              <a:gd name="adj1" fmla="val -70437"/>
              <a:gd name="adj2" fmla="val 56044"/>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a:solidFill>
                  <a:schemeClr val="tx1"/>
                </a:solidFill>
                <a:latin typeface="+mj-ea"/>
              </a:rPr>
              <a:t>1</a:t>
            </a:r>
            <a:r>
              <a:rPr lang="ja-JP" altLang="en-US" sz="1400">
                <a:solidFill>
                  <a:schemeClr val="tx1"/>
                </a:solidFill>
                <a:latin typeface="+mj-ea"/>
              </a:rPr>
              <a:t>つ</a:t>
            </a:r>
            <a:r>
              <a:rPr lang="en-US" altLang="ja-JP" sz="1400">
                <a:solidFill>
                  <a:schemeClr val="tx1"/>
                </a:solidFill>
                <a:latin typeface="+mj-ea"/>
              </a:rPr>
              <a:t>1</a:t>
            </a:r>
            <a:r>
              <a:rPr lang="ja-JP" altLang="en-US" sz="1400">
                <a:solidFill>
                  <a:schemeClr val="tx1"/>
                </a:solidFill>
                <a:latin typeface="+mj-ea"/>
              </a:rPr>
              <a:t>つの箱が</a:t>
            </a:r>
            <a:endParaRPr lang="en-US" altLang="ja-JP" sz="1400">
              <a:solidFill>
                <a:schemeClr val="tx1"/>
              </a:solidFill>
              <a:latin typeface="+mj-ea"/>
            </a:endParaRPr>
          </a:p>
          <a:p>
            <a:pPr algn="ctr"/>
            <a:r>
              <a:rPr lang="ja-JP" altLang="en-US" sz="1400" b="1">
                <a:solidFill>
                  <a:schemeClr val="tx1"/>
                </a:solidFill>
                <a:latin typeface="+mj-ea"/>
              </a:rPr>
              <a:t>クラス</a:t>
            </a:r>
          </a:p>
        </p:txBody>
      </p:sp>
    </p:spTree>
    <p:extLst>
      <p:ext uri="{BB962C8B-B14F-4D97-AF65-F5344CB8AC3E}">
        <p14:creationId xmlns:p14="http://schemas.microsoft.com/office/powerpoint/2010/main" val="925123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1B6D3-E01C-3560-C2E1-65210D31B7E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C7CB29-322E-4413-9667-3361852A4F9F}"/>
              </a:ext>
            </a:extLst>
          </p:cNvPr>
          <p:cNvSpPr>
            <a:spLocks noGrp="1"/>
          </p:cNvSpPr>
          <p:nvPr>
            <p:ph type="title"/>
          </p:nvPr>
        </p:nvSpPr>
        <p:spPr/>
        <p:txBody>
          <a:bodyPr/>
          <a:lstStyle/>
          <a:p>
            <a:r>
              <a:rPr kumimoji="1" lang="en-US" altLang="ja-JP"/>
              <a:t>N</a:t>
            </a:r>
            <a:r>
              <a:rPr kumimoji="1" lang="ja-JP" altLang="en-US"/>
              <a:t>レイヤーアーキテクチャ</a:t>
            </a:r>
          </a:p>
        </p:txBody>
      </p:sp>
      <p:sp>
        <p:nvSpPr>
          <p:cNvPr id="3" name="コンテンツ プレースホルダー 2">
            <a:extLst>
              <a:ext uri="{FF2B5EF4-FFF2-40B4-BE49-F238E27FC236}">
                <a16:creationId xmlns:a16="http://schemas.microsoft.com/office/drawing/2014/main" id="{DF756E58-6449-1266-4016-2C42D15F5EC2}"/>
              </a:ext>
            </a:extLst>
          </p:cNvPr>
          <p:cNvSpPr>
            <a:spLocks noGrp="1"/>
          </p:cNvSpPr>
          <p:nvPr>
            <p:ph sz="quarter" idx="10"/>
          </p:nvPr>
        </p:nvSpPr>
        <p:spPr>
          <a:xfrm>
            <a:off x="371474" y="1038386"/>
            <a:ext cx="11448000" cy="1166123"/>
          </a:xfrm>
        </p:spPr>
        <p:txBody>
          <a:bodyPr/>
          <a:lstStyle/>
          <a:p>
            <a:r>
              <a:rPr lang="ja-JP" altLang="en-US" i="0">
                <a:effectLst/>
                <a:latin typeface="+mj-ea"/>
                <a:ea typeface="+mj-ea"/>
              </a:rPr>
              <a:t>クラスの役割を</a:t>
            </a:r>
            <a:r>
              <a:rPr lang="en-US" altLang="ja-JP" b="1" i="0">
                <a:effectLst/>
                <a:latin typeface="+mj-ea"/>
                <a:ea typeface="+mj-ea"/>
              </a:rPr>
              <a:t>N</a:t>
            </a:r>
            <a:r>
              <a:rPr lang="ja-JP" altLang="en-US" b="1" i="0">
                <a:effectLst/>
                <a:latin typeface="+mj-ea"/>
                <a:ea typeface="+mj-ea"/>
              </a:rPr>
              <a:t>個の階層</a:t>
            </a:r>
            <a:r>
              <a:rPr lang="en-US" altLang="ja-JP" b="1" i="0">
                <a:effectLst/>
                <a:latin typeface="+mj-ea"/>
                <a:ea typeface="+mj-ea"/>
              </a:rPr>
              <a:t>(</a:t>
            </a:r>
            <a:r>
              <a:rPr lang="ja-JP" altLang="en-US" b="1" i="0">
                <a:effectLst/>
                <a:latin typeface="+mj-ea"/>
                <a:ea typeface="+mj-ea"/>
              </a:rPr>
              <a:t>レイヤー</a:t>
            </a:r>
            <a:r>
              <a:rPr lang="en-US" altLang="ja-JP" b="1" i="0">
                <a:effectLst/>
                <a:latin typeface="+mj-ea"/>
                <a:ea typeface="+mj-ea"/>
              </a:rPr>
              <a:t>)</a:t>
            </a:r>
            <a:r>
              <a:rPr lang="ja-JP" altLang="en-US" b="1" i="0">
                <a:effectLst/>
                <a:latin typeface="+mj-ea"/>
                <a:ea typeface="+mj-ea"/>
              </a:rPr>
              <a:t>に役割</a:t>
            </a:r>
            <a:r>
              <a:rPr lang="ja-JP" altLang="en-US" i="0">
                <a:effectLst/>
                <a:latin typeface="+mj-ea"/>
                <a:ea typeface="+mj-ea"/>
              </a:rPr>
              <a:t>を分けて、</a:t>
            </a:r>
            <a:r>
              <a:rPr lang="en-US" altLang="ja-JP" i="0">
                <a:effectLst/>
                <a:latin typeface="+mj-ea"/>
                <a:ea typeface="+mj-ea"/>
              </a:rPr>
              <a:t>Web</a:t>
            </a:r>
            <a:r>
              <a:rPr lang="ja-JP" altLang="en-US" i="0">
                <a:effectLst/>
                <a:latin typeface="+mj-ea"/>
                <a:ea typeface="+mj-ea"/>
              </a:rPr>
              <a:t>アプリケーションを開発する。</a:t>
            </a:r>
            <a:endParaRPr lang="en-US" altLang="ja-JP" i="0">
              <a:effectLst/>
              <a:latin typeface="+mj-ea"/>
              <a:ea typeface="+mj-ea"/>
            </a:endParaRPr>
          </a:p>
          <a:p>
            <a:endParaRPr kumimoji="1" lang="en-US" altLang="ja-JP"/>
          </a:p>
          <a:p>
            <a:r>
              <a:rPr kumimoji="1" lang="ja-JP" altLang="en-US" b="1"/>
              <a:t>　●</a:t>
            </a:r>
            <a:r>
              <a:rPr kumimoji="1" lang="ja-JP" altLang="en-US" b="1" u="sng"/>
              <a:t>例えとして、「役所の住民票</a:t>
            </a:r>
            <a:r>
              <a:rPr lang="ja-JP" altLang="en-US" b="1" u="sng"/>
              <a:t>異動</a:t>
            </a:r>
            <a:r>
              <a:rPr kumimoji="1" lang="ja-JP" altLang="en-US" b="1" u="sng"/>
              <a:t>」を考える</a:t>
            </a:r>
            <a:endParaRPr kumimoji="1" lang="en-US" altLang="ja-JP" b="1" u="sng"/>
          </a:p>
        </p:txBody>
      </p:sp>
      <p:sp>
        <p:nvSpPr>
          <p:cNvPr id="22" name="Shape 13">
            <a:extLst>
              <a:ext uri="{FF2B5EF4-FFF2-40B4-BE49-F238E27FC236}">
                <a16:creationId xmlns:a16="http://schemas.microsoft.com/office/drawing/2014/main" id="{A404BDC1-77D7-6B2E-ED55-5C2CE6A21B73}"/>
              </a:ext>
            </a:extLst>
          </p:cNvPr>
          <p:cNvSpPr/>
          <p:nvPr/>
        </p:nvSpPr>
        <p:spPr>
          <a:xfrm>
            <a:off x="814251" y="2456251"/>
            <a:ext cx="2133600" cy="1726474"/>
          </a:xfrm>
          <a:prstGeom prst="rect">
            <a:avLst/>
          </a:prstGeom>
          <a:solidFill>
            <a:srgbClr val="3498DB">
              <a:alpha val="10000"/>
            </a:srgbClr>
          </a:solidFill>
          <a:ln w="19050">
            <a:solidFill>
              <a:srgbClr val="3498DB"/>
            </a:solidFill>
            <a:prstDash val="solid"/>
          </a:ln>
        </p:spPr>
        <p:txBody>
          <a:bodyPr/>
          <a:lstStyle/>
          <a:p>
            <a:endParaRPr lang="ja-JP" altLang="en-US" sz="2400"/>
          </a:p>
        </p:txBody>
      </p:sp>
      <p:sp>
        <p:nvSpPr>
          <p:cNvPr id="23" name="Text 14">
            <a:extLst>
              <a:ext uri="{FF2B5EF4-FFF2-40B4-BE49-F238E27FC236}">
                <a16:creationId xmlns:a16="http://schemas.microsoft.com/office/drawing/2014/main" id="{12AFB343-51B9-BDA2-9687-F3D7F7F33F19}"/>
              </a:ext>
            </a:extLst>
          </p:cNvPr>
          <p:cNvSpPr/>
          <p:nvPr/>
        </p:nvSpPr>
        <p:spPr>
          <a:xfrm>
            <a:off x="814251" y="2602555"/>
            <a:ext cx="2133600" cy="670560"/>
          </a:xfrm>
          <a:prstGeom prst="rect">
            <a:avLst/>
          </a:prstGeom>
          <a:noFill/>
          <a:ln/>
        </p:spPr>
        <p:txBody>
          <a:bodyPr wrap="square" lIns="0" tIns="0" rIns="0" bIns="0" rtlCol="0" anchor="ctr"/>
          <a:lstStyle/>
          <a:p>
            <a:pPr algn="ctr">
              <a:lnSpc>
                <a:spcPct val="110000"/>
              </a:lnSpc>
            </a:pPr>
            <a:r>
              <a:rPr lang="ja-JP" altLang="en-US" sz="2133" b="1">
                <a:solidFill>
                  <a:srgbClr val="3498DB"/>
                </a:solidFill>
                <a:latin typeface="Calibri" pitchFamily="34" charset="0"/>
                <a:ea typeface="Calibri" pitchFamily="34" charset="-122"/>
                <a:cs typeface="Calibri" pitchFamily="34" charset="-120"/>
              </a:rPr>
              <a:t>　</a:t>
            </a:r>
            <a:r>
              <a:rPr lang="en-US" sz="2133" b="1" err="1">
                <a:solidFill>
                  <a:srgbClr val="3498DB"/>
                </a:solidFill>
                <a:latin typeface="Calibri" pitchFamily="34" charset="0"/>
                <a:ea typeface="Calibri" pitchFamily="34" charset="-122"/>
                <a:cs typeface="Calibri" pitchFamily="34" charset="-120"/>
              </a:rPr>
              <a:t>申請様式</a:t>
            </a:r>
            <a:endParaRPr lang="en-US" sz="2133"/>
          </a:p>
          <a:p>
            <a:pPr algn="ctr">
              <a:lnSpc>
                <a:spcPct val="110000"/>
              </a:lnSpc>
            </a:pPr>
            <a:r>
              <a:rPr lang="ja-JP" altLang="en-US" sz="2133" b="1">
                <a:solidFill>
                  <a:srgbClr val="3498DB"/>
                </a:solidFill>
                <a:latin typeface="Calibri" pitchFamily="34" charset="0"/>
                <a:ea typeface="Calibri" pitchFamily="34" charset="-122"/>
                <a:cs typeface="Calibri" pitchFamily="34" charset="-120"/>
              </a:rPr>
              <a:t>　</a:t>
            </a:r>
            <a:r>
              <a:rPr lang="en-US" sz="2133" b="1" err="1">
                <a:solidFill>
                  <a:srgbClr val="3498DB"/>
                </a:solidFill>
                <a:latin typeface="Calibri" pitchFamily="34" charset="0"/>
                <a:ea typeface="Calibri" pitchFamily="34" charset="-122"/>
                <a:cs typeface="Calibri" pitchFamily="34" charset="-120"/>
              </a:rPr>
              <a:t>用紙</a:t>
            </a:r>
            <a:endParaRPr lang="en-US" sz="2133"/>
          </a:p>
        </p:txBody>
      </p:sp>
      <p:sp>
        <p:nvSpPr>
          <p:cNvPr id="24" name="Text 15">
            <a:extLst>
              <a:ext uri="{FF2B5EF4-FFF2-40B4-BE49-F238E27FC236}">
                <a16:creationId xmlns:a16="http://schemas.microsoft.com/office/drawing/2014/main" id="{AE22B43C-7096-8BD0-8A46-691599D7A84A}"/>
              </a:ext>
            </a:extLst>
          </p:cNvPr>
          <p:cNvSpPr/>
          <p:nvPr/>
        </p:nvSpPr>
        <p:spPr>
          <a:xfrm>
            <a:off x="911787" y="3449032"/>
            <a:ext cx="1938528" cy="564314"/>
          </a:xfrm>
          <a:prstGeom prst="rect">
            <a:avLst/>
          </a:prstGeom>
          <a:noFill/>
          <a:ln/>
        </p:spPr>
        <p:txBody>
          <a:bodyPr wrap="square" lIns="0" tIns="0" rIns="0" bIns="0" rtlCol="0" anchor="t"/>
          <a:lstStyle/>
          <a:p>
            <a:pPr algn="ctr">
              <a:lnSpc>
                <a:spcPct val="130000"/>
              </a:lnSpc>
            </a:pPr>
            <a:r>
              <a:rPr lang="ja-JP" altLang="en-US" sz="1400" b="1">
                <a:solidFill>
                  <a:schemeClr val="tx1">
                    <a:lumMod val="65000"/>
                    <a:lumOff val="35000"/>
                  </a:schemeClr>
                </a:solidFill>
                <a:latin typeface="+mj-ea"/>
                <a:ea typeface="+mj-ea"/>
                <a:cs typeface="Calibri" pitchFamily="34" charset="-120"/>
              </a:rPr>
              <a:t>住民票を異動したい</a:t>
            </a:r>
            <a:endParaRPr lang="en-US" sz="1400" b="1">
              <a:solidFill>
                <a:schemeClr val="tx1">
                  <a:lumMod val="65000"/>
                  <a:lumOff val="35000"/>
                </a:schemeClr>
              </a:solidFill>
              <a:latin typeface="+mj-ea"/>
              <a:ea typeface="+mj-ea"/>
            </a:endParaRPr>
          </a:p>
        </p:txBody>
      </p:sp>
      <p:sp>
        <p:nvSpPr>
          <p:cNvPr id="26" name="Shape 25">
            <a:extLst>
              <a:ext uri="{FF2B5EF4-FFF2-40B4-BE49-F238E27FC236}">
                <a16:creationId xmlns:a16="http://schemas.microsoft.com/office/drawing/2014/main" id="{9B8B4F1E-9AF3-77D2-2056-FE90E6E245CB}"/>
              </a:ext>
            </a:extLst>
          </p:cNvPr>
          <p:cNvSpPr/>
          <p:nvPr/>
        </p:nvSpPr>
        <p:spPr>
          <a:xfrm>
            <a:off x="3618411" y="2456251"/>
            <a:ext cx="2133600" cy="1726474"/>
          </a:xfrm>
          <a:prstGeom prst="rect">
            <a:avLst/>
          </a:prstGeom>
          <a:solidFill>
            <a:srgbClr val="E67E22">
              <a:alpha val="10000"/>
            </a:srgbClr>
          </a:solidFill>
          <a:ln w="19050">
            <a:solidFill>
              <a:srgbClr val="E67E22"/>
            </a:solidFill>
            <a:prstDash val="solid"/>
          </a:ln>
        </p:spPr>
        <p:txBody>
          <a:bodyPr/>
          <a:lstStyle/>
          <a:p>
            <a:endParaRPr lang="ja-JP" altLang="en-US" sz="2400"/>
          </a:p>
        </p:txBody>
      </p:sp>
      <p:sp>
        <p:nvSpPr>
          <p:cNvPr id="27" name="Text 26">
            <a:extLst>
              <a:ext uri="{FF2B5EF4-FFF2-40B4-BE49-F238E27FC236}">
                <a16:creationId xmlns:a16="http://schemas.microsoft.com/office/drawing/2014/main" id="{252A7838-4CD9-B332-3C75-22AEA55FC916}"/>
              </a:ext>
            </a:extLst>
          </p:cNvPr>
          <p:cNvSpPr/>
          <p:nvPr/>
        </p:nvSpPr>
        <p:spPr>
          <a:xfrm>
            <a:off x="3618411" y="2602555"/>
            <a:ext cx="2133600" cy="670560"/>
          </a:xfrm>
          <a:prstGeom prst="rect">
            <a:avLst/>
          </a:prstGeom>
          <a:noFill/>
          <a:ln/>
        </p:spPr>
        <p:txBody>
          <a:bodyPr wrap="square" lIns="0" tIns="0" rIns="0" bIns="0" rtlCol="0" anchor="ctr"/>
          <a:lstStyle/>
          <a:p>
            <a:pPr algn="ctr">
              <a:lnSpc>
                <a:spcPct val="110000"/>
              </a:lnSpc>
            </a:pPr>
            <a:r>
              <a:rPr lang="ja-JP" altLang="en-US" sz="2133" b="1">
                <a:solidFill>
                  <a:srgbClr val="E67E22"/>
                </a:solidFill>
                <a:latin typeface="Calibri" pitchFamily="34" charset="0"/>
                <a:ea typeface="Calibri" pitchFamily="34" charset="-122"/>
                <a:cs typeface="Calibri" pitchFamily="34" charset="-120"/>
              </a:rPr>
              <a:t>　</a:t>
            </a:r>
            <a:r>
              <a:rPr lang="en-US" sz="2133" b="1" err="1">
                <a:solidFill>
                  <a:srgbClr val="E67E22"/>
                </a:solidFill>
                <a:latin typeface="Calibri" pitchFamily="34" charset="0"/>
                <a:ea typeface="Calibri" pitchFamily="34" charset="-122"/>
                <a:cs typeface="Calibri" pitchFamily="34" charset="-120"/>
              </a:rPr>
              <a:t>窓口</a:t>
            </a:r>
            <a:endParaRPr lang="en-US" sz="2133"/>
          </a:p>
        </p:txBody>
      </p:sp>
      <p:sp>
        <p:nvSpPr>
          <p:cNvPr id="28" name="Text 27">
            <a:extLst>
              <a:ext uri="{FF2B5EF4-FFF2-40B4-BE49-F238E27FC236}">
                <a16:creationId xmlns:a16="http://schemas.microsoft.com/office/drawing/2014/main" id="{168D0CD7-FCBF-56E3-5DE0-0C6AA2E803DE}"/>
              </a:ext>
            </a:extLst>
          </p:cNvPr>
          <p:cNvSpPr/>
          <p:nvPr/>
        </p:nvSpPr>
        <p:spPr>
          <a:xfrm>
            <a:off x="3715947" y="3449032"/>
            <a:ext cx="1938528" cy="564314"/>
          </a:xfrm>
          <a:prstGeom prst="rect">
            <a:avLst/>
          </a:prstGeom>
          <a:noFill/>
          <a:ln/>
        </p:spPr>
        <p:txBody>
          <a:bodyPr wrap="square" lIns="0" tIns="0" rIns="0" bIns="0" rtlCol="0" anchor="t"/>
          <a:lstStyle/>
          <a:p>
            <a:pPr algn="ctr">
              <a:lnSpc>
                <a:spcPct val="130000"/>
              </a:lnSpc>
            </a:pPr>
            <a:r>
              <a:rPr lang="en-US" sz="1400" b="1">
                <a:solidFill>
                  <a:schemeClr val="tx1">
                    <a:lumMod val="65000"/>
                    <a:lumOff val="35000"/>
                  </a:schemeClr>
                </a:solidFill>
                <a:latin typeface="+mj-ea"/>
                <a:ea typeface="+mj-ea"/>
                <a:cs typeface="Calibri" pitchFamily="34" charset="-120"/>
              </a:rPr>
              <a:t>申請を受付け</a:t>
            </a:r>
            <a:endParaRPr lang="en-US" sz="1400" b="1">
              <a:solidFill>
                <a:schemeClr val="tx1">
                  <a:lumMod val="65000"/>
                  <a:lumOff val="35000"/>
                </a:schemeClr>
              </a:solidFill>
              <a:latin typeface="+mj-ea"/>
              <a:ea typeface="+mj-ea"/>
            </a:endParaRPr>
          </a:p>
          <a:p>
            <a:pPr algn="ctr">
              <a:lnSpc>
                <a:spcPct val="130000"/>
              </a:lnSpc>
            </a:pPr>
            <a:r>
              <a:rPr lang="en-US" sz="1400" b="1">
                <a:solidFill>
                  <a:schemeClr val="tx1">
                    <a:lumMod val="65000"/>
                    <a:lumOff val="35000"/>
                  </a:schemeClr>
                </a:solidFill>
                <a:latin typeface="+mj-ea"/>
                <a:ea typeface="+mj-ea"/>
                <a:cs typeface="Calibri" pitchFamily="34" charset="-120"/>
              </a:rPr>
              <a:t>担当課へ回す</a:t>
            </a:r>
            <a:endParaRPr lang="en-US" sz="1400" b="1">
              <a:solidFill>
                <a:schemeClr val="tx1">
                  <a:lumMod val="65000"/>
                  <a:lumOff val="35000"/>
                </a:schemeClr>
              </a:solidFill>
              <a:latin typeface="+mj-ea"/>
              <a:ea typeface="+mj-ea"/>
            </a:endParaRPr>
          </a:p>
        </p:txBody>
      </p:sp>
      <p:sp>
        <p:nvSpPr>
          <p:cNvPr id="30" name="Shape 37">
            <a:extLst>
              <a:ext uri="{FF2B5EF4-FFF2-40B4-BE49-F238E27FC236}">
                <a16:creationId xmlns:a16="http://schemas.microsoft.com/office/drawing/2014/main" id="{19C0B75E-6749-E5E3-CBF3-8CFED22FD224}"/>
              </a:ext>
            </a:extLst>
          </p:cNvPr>
          <p:cNvSpPr/>
          <p:nvPr/>
        </p:nvSpPr>
        <p:spPr>
          <a:xfrm>
            <a:off x="6422571" y="2456251"/>
            <a:ext cx="2133600" cy="1726474"/>
          </a:xfrm>
          <a:prstGeom prst="rect">
            <a:avLst/>
          </a:prstGeom>
          <a:solidFill>
            <a:srgbClr val="27AE60">
              <a:alpha val="10000"/>
            </a:srgbClr>
          </a:solidFill>
          <a:ln w="19050">
            <a:solidFill>
              <a:srgbClr val="27AE60"/>
            </a:solidFill>
            <a:prstDash val="solid"/>
          </a:ln>
        </p:spPr>
        <p:txBody>
          <a:bodyPr/>
          <a:lstStyle/>
          <a:p>
            <a:endParaRPr lang="ja-JP" altLang="en-US" sz="2400"/>
          </a:p>
        </p:txBody>
      </p:sp>
      <p:sp>
        <p:nvSpPr>
          <p:cNvPr id="31" name="Text 38">
            <a:extLst>
              <a:ext uri="{FF2B5EF4-FFF2-40B4-BE49-F238E27FC236}">
                <a16:creationId xmlns:a16="http://schemas.microsoft.com/office/drawing/2014/main" id="{14F7AE94-D4D3-A324-9B68-A4CA42E3DE27}"/>
              </a:ext>
            </a:extLst>
          </p:cNvPr>
          <p:cNvSpPr/>
          <p:nvPr/>
        </p:nvSpPr>
        <p:spPr>
          <a:xfrm>
            <a:off x="6422571" y="2602555"/>
            <a:ext cx="2133600" cy="670560"/>
          </a:xfrm>
          <a:prstGeom prst="rect">
            <a:avLst/>
          </a:prstGeom>
          <a:noFill/>
          <a:ln/>
        </p:spPr>
        <p:txBody>
          <a:bodyPr wrap="square" lIns="0" tIns="0" rIns="0" bIns="0" rtlCol="0" anchor="ctr"/>
          <a:lstStyle/>
          <a:p>
            <a:pPr algn="ctr">
              <a:lnSpc>
                <a:spcPct val="110000"/>
              </a:lnSpc>
            </a:pPr>
            <a:r>
              <a:rPr lang="ja-JP" altLang="en-US" sz="2133" b="1">
                <a:solidFill>
                  <a:srgbClr val="27AE60"/>
                </a:solidFill>
                <a:latin typeface="Calibri" pitchFamily="34" charset="0"/>
                <a:ea typeface="Calibri" pitchFamily="34" charset="-122"/>
                <a:cs typeface="Calibri" pitchFamily="34" charset="-120"/>
              </a:rPr>
              <a:t>　住民</a:t>
            </a:r>
            <a:r>
              <a:rPr lang="en-US" sz="2133" b="1">
                <a:solidFill>
                  <a:srgbClr val="27AE60"/>
                </a:solidFill>
                <a:latin typeface="Calibri" pitchFamily="34" charset="0"/>
                <a:ea typeface="Calibri" pitchFamily="34" charset="-122"/>
                <a:cs typeface="Calibri" pitchFamily="34" charset="-120"/>
              </a:rPr>
              <a:t>課</a:t>
            </a:r>
            <a:endParaRPr lang="en-US" sz="2133"/>
          </a:p>
        </p:txBody>
      </p:sp>
      <p:sp>
        <p:nvSpPr>
          <p:cNvPr id="32" name="Text 39">
            <a:extLst>
              <a:ext uri="{FF2B5EF4-FFF2-40B4-BE49-F238E27FC236}">
                <a16:creationId xmlns:a16="http://schemas.microsoft.com/office/drawing/2014/main" id="{E981CBC1-4E7D-C71B-5A88-EB631B7E5C7C}"/>
              </a:ext>
            </a:extLst>
          </p:cNvPr>
          <p:cNvSpPr/>
          <p:nvPr/>
        </p:nvSpPr>
        <p:spPr>
          <a:xfrm>
            <a:off x="6520107" y="3449032"/>
            <a:ext cx="1938528" cy="564314"/>
          </a:xfrm>
          <a:prstGeom prst="rect">
            <a:avLst/>
          </a:prstGeom>
          <a:noFill/>
          <a:ln/>
        </p:spPr>
        <p:txBody>
          <a:bodyPr wrap="square" lIns="0" tIns="0" rIns="0" bIns="0" rtlCol="0" anchor="t"/>
          <a:lstStyle/>
          <a:p>
            <a:pPr algn="ctr">
              <a:lnSpc>
                <a:spcPct val="130000"/>
              </a:lnSpc>
            </a:pPr>
            <a:r>
              <a:rPr lang="ja-JP" altLang="en-US" sz="1400" b="1">
                <a:solidFill>
                  <a:schemeClr val="tx1">
                    <a:lumMod val="65000"/>
                    <a:lumOff val="35000"/>
                  </a:schemeClr>
                </a:solidFill>
                <a:latin typeface="+mj-ea"/>
                <a:ea typeface="+mj-ea"/>
              </a:rPr>
              <a:t>住民処理詳しい</a:t>
            </a:r>
            <a:endParaRPr lang="en-US" sz="1400" b="1">
              <a:solidFill>
                <a:schemeClr val="tx1">
                  <a:lumMod val="65000"/>
                  <a:lumOff val="35000"/>
                </a:schemeClr>
              </a:solidFill>
              <a:latin typeface="+mj-ea"/>
              <a:ea typeface="+mj-ea"/>
            </a:endParaRPr>
          </a:p>
        </p:txBody>
      </p:sp>
      <p:sp>
        <p:nvSpPr>
          <p:cNvPr id="34" name="Shape 49">
            <a:extLst>
              <a:ext uri="{FF2B5EF4-FFF2-40B4-BE49-F238E27FC236}">
                <a16:creationId xmlns:a16="http://schemas.microsoft.com/office/drawing/2014/main" id="{0F5F5F1E-E379-E844-D209-0E7EF89FF60B}"/>
              </a:ext>
            </a:extLst>
          </p:cNvPr>
          <p:cNvSpPr/>
          <p:nvPr/>
        </p:nvSpPr>
        <p:spPr>
          <a:xfrm>
            <a:off x="9226731" y="2456251"/>
            <a:ext cx="2133600" cy="1726474"/>
          </a:xfrm>
          <a:prstGeom prst="rect">
            <a:avLst/>
          </a:prstGeom>
          <a:solidFill>
            <a:srgbClr val="8E44AD">
              <a:alpha val="10000"/>
            </a:srgbClr>
          </a:solidFill>
          <a:ln w="19050">
            <a:solidFill>
              <a:srgbClr val="8E44AD"/>
            </a:solidFill>
            <a:prstDash val="solid"/>
          </a:ln>
        </p:spPr>
        <p:txBody>
          <a:bodyPr/>
          <a:lstStyle/>
          <a:p>
            <a:endParaRPr lang="ja-JP" altLang="en-US" sz="2400"/>
          </a:p>
        </p:txBody>
      </p:sp>
      <p:sp>
        <p:nvSpPr>
          <p:cNvPr id="35" name="Text 50">
            <a:extLst>
              <a:ext uri="{FF2B5EF4-FFF2-40B4-BE49-F238E27FC236}">
                <a16:creationId xmlns:a16="http://schemas.microsoft.com/office/drawing/2014/main" id="{01BEE984-D34D-4BFE-671F-8A85B6E33E8D}"/>
              </a:ext>
            </a:extLst>
          </p:cNvPr>
          <p:cNvSpPr/>
          <p:nvPr/>
        </p:nvSpPr>
        <p:spPr>
          <a:xfrm>
            <a:off x="9226731" y="2602555"/>
            <a:ext cx="2133600" cy="670560"/>
          </a:xfrm>
          <a:prstGeom prst="rect">
            <a:avLst/>
          </a:prstGeom>
          <a:noFill/>
          <a:ln/>
        </p:spPr>
        <p:txBody>
          <a:bodyPr wrap="square" lIns="0" tIns="0" rIns="0" bIns="0" rtlCol="0" anchor="ctr"/>
          <a:lstStyle/>
          <a:p>
            <a:pPr algn="ctr">
              <a:lnSpc>
                <a:spcPct val="110000"/>
              </a:lnSpc>
            </a:pPr>
            <a:r>
              <a:rPr lang="ja-JP" altLang="en-US" sz="2133" b="1">
                <a:solidFill>
                  <a:srgbClr val="8E44AD"/>
                </a:solidFill>
                <a:latin typeface="Calibri" pitchFamily="34" charset="0"/>
                <a:ea typeface="Calibri" pitchFamily="34" charset="-122"/>
                <a:cs typeface="Calibri" pitchFamily="34" charset="-120"/>
              </a:rPr>
              <a:t>　</a:t>
            </a:r>
            <a:r>
              <a:rPr lang="en-US" sz="2133" b="1" err="1">
                <a:solidFill>
                  <a:srgbClr val="8E44AD"/>
                </a:solidFill>
                <a:latin typeface="Calibri" pitchFamily="34" charset="0"/>
                <a:ea typeface="Calibri" pitchFamily="34" charset="-122"/>
                <a:cs typeface="Calibri" pitchFamily="34" charset="-120"/>
              </a:rPr>
              <a:t>書類棚</a:t>
            </a:r>
            <a:endParaRPr lang="en-US" sz="2133"/>
          </a:p>
        </p:txBody>
      </p:sp>
      <p:sp>
        <p:nvSpPr>
          <p:cNvPr id="36" name="Text 51">
            <a:extLst>
              <a:ext uri="{FF2B5EF4-FFF2-40B4-BE49-F238E27FC236}">
                <a16:creationId xmlns:a16="http://schemas.microsoft.com/office/drawing/2014/main" id="{9948C5F0-AF13-CC75-7175-33DE1918949A}"/>
              </a:ext>
            </a:extLst>
          </p:cNvPr>
          <p:cNvSpPr/>
          <p:nvPr/>
        </p:nvSpPr>
        <p:spPr>
          <a:xfrm>
            <a:off x="9324267" y="3449032"/>
            <a:ext cx="1938528" cy="564314"/>
          </a:xfrm>
          <a:prstGeom prst="rect">
            <a:avLst/>
          </a:prstGeom>
          <a:noFill/>
          <a:ln/>
        </p:spPr>
        <p:txBody>
          <a:bodyPr wrap="square" lIns="0" tIns="0" rIns="0" bIns="0" rtlCol="0" anchor="t"/>
          <a:lstStyle/>
          <a:p>
            <a:pPr algn="ctr">
              <a:lnSpc>
                <a:spcPct val="130000"/>
              </a:lnSpc>
            </a:pPr>
            <a:r>
              <a:rPr lang="en-US" sz="1400" b="1">
                <a:solidFill>
                  <a:schemeClr val="tx1">
                    <a:lumMod val="65000"/>
                    <a:lumOff val="35000"/>
                  </a:schemeClr>
                </a:solidFill>
                <a:latin typeface="+mj-ea"/>
                <a:ea typeface="+mj-ea"/>
                <a:cs typeface="Calibri" pitchFamily="34" charset="-120"/>
              </a:rPr>
              <a:t>台帳・ファイル</a:t>
            </a:r>
            <a:endParaRPr lang="en-US" sz="1400" b="1">
              <a:solidFill>
                <a:schemeClr val="tx1">
                  <a:lumMod val="65000"/>
                  <a:lumOff val="35000"/>
                </a:schemeClr>
              </a:solidFill>
              <a:latin typeface="+mj-ea"/>
              <a:ea typeface="+mj-ea"/>
            </a:endParaRPr>
          </a:p>
          <a:p>
            <a:pPr algn="ctr">
              <a:lnSpc>
                <a:spcPct val="130000"/>
              </a:lnSpc>
            </a:pPr>
            <a:r>
              <a:rPr lang="en-US" sz="1400" b="1">
                <a:solidFill>
                  <a:schemeClr val="tx1">
                    <a:lumMod val="65000"/>
                    <a:lumOff val="35000"/>
                  </a:schemeClr>
                </a:solidFill>
                <a:latin typeface="+mj-ea"/>
                <a:ea typeface="+mj-ea"/>
                <a:cs typeface="Calibri" pitchFamily="34" charset="-120"/>
              </a:rPr>
              <a:t>の保管と検索</a:t>
            </a:r>
            <a:endParaRPr lang="en-US" sz="1400" b="1">
              <a:solidFill>
                <a:schemeClr val="tx1">
                  <a:lumMod val="65000"/>
                  <a:lumOff val="35000"/>
                </a:schemeClr>
              </a:solidFill>
              <a:latin typeface="+mj-ea"/>
              <a:ea typeface="+mj-ea"/>
            </a:endParaRPr>
          </a:p>
        </p:txBody>
      </p:sp>
      <p:pic>
        <p:nvPicPr>
          <p:cNvPr id="40" name="グラフィックス 39" descr="オフィス ワーカー (男性) 単色塗りつぶし">
            <a:extLst>
              <a:ext uri="{FF2B5EF4-FFF2-40B4-BE49-F238E27FC236}">
                <a16:creationId xmlns:a16="http://schemas.microsoft.com/office/drawing/2014/main" id="{4BCD5C78-E5AB-361A-B0E5-071754A873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18254" y="2592216"/>
            <a:ext cx="677960" cy="677960"/>
          </a:xfrm>
          <a:prstGeom prst="rect">
            <a:avLst/>
          </a:prstGeom>
        </p:spPr>
      </p:pic>
      <p:pic>
        <p:nvPicPr>
          <p:cNvPr id="48" name="グラフィックス 47" descr="質問 単色塗りつぶし">
            <a:extLst>
              <a:ext uri="{FF2B5EF4-FFF2-40B4-BE49-F238E27FC236}">
                <a16:creationId xmlns:a16="http://schemas.microsoft.com/office/drawing/2014/main" id="{C207665C-4C0D-BD22-528D-1D8D7E7CBC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1764" y="2592216"/>
            <a:ext cx="677960" cy="677960"/>
          </a:xfrm>
          <a:prstGeom prst="rect">
            <a:avLst/>
          </a:prstGeom>
        </p:spPr>
      </p:pic>
      <p:pic>
        <p:nvPicPr>
          <p:cNvPr id="50" name="グラフィックス 49" descr="棚の本 単色塗りつぶし">
            <a:extLst>
              <a:ext uri="{FF2B5EF4-FFF2-40B4-BE49-F238E27FC236}">
                <a16:creationId xmlns:a16="http://schemas.microsoft.com/office/drawing/2014/main" id="{C2C6A2F8-4BA8-4F38-9E14-E0877F50BF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24267" y="2592216"/>
            <a:ext cx="677960" cy="677960"/>
          </a:xfrm>
          <a:prstGeom prst="rect">
            <a:avLst/>
          </a:prstGeom>
        </p:spPr>
      </p:pic>
      <p:pic>
        <p:nvPicPr>
          <p:cNvPr id="56" name="グラフィックス 55" descr="新聞 単色塗りつぶし">
            <a:extLst>
              <a:ext uri="{FF2B5EF4-FFF2-40B4-BE49-F238E27FC236}">
                <a16:creationId xmlns:a16="http://schemas.microsoft.com/office/drawing/2014/main" id="{583FFFAA-B50A-A3BC-B7D2-140C781782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851" y="2592216"/>
            <a:ext cx="677960" cy="677960"/>
          </a:xfrm>
          <a:prstGeom prst="rect">
            <a:avLst/>
          </a:prstGeom>
        </p:spPr>
      </p:pic>
      <p:sp>
        <p:nvSpPr>
          <p:cNvPr id="76" name="Shape 6">
            <a:extLst>
              <a:ext uri="{FF2B5EF4-FFF2-40B4-BE49-F238E27FC236}">
                <a16:creationId xmlns:a16="http://schemas.microsoft.com/office/drawing/2014/main" id="{A7BEF31C-3EBC-826E-EDB9-CA4FB61B8BCA}"/>
              </a:ext>
            </a:extLst>
          </p:cNvPr>
          <p:cNvSpPr/>
          <p:nvPr/>
        </p:nvSpPr>
        <p:spPr>
          <a:xfrm>
            <a:off x="822960" y="5260300"/>
            <a:ext cx="2133600" cy="670560"/>
          </a:xfrm>
          <a:prstGeom prst="rect">
            <a:avLst/>
          </a:prstGeom>
          <a:solidFill>
            <a:srgbClr val="3498DB"/>
          </a:solidFill>
          <a:ln/>
        </p:spPr>
        <p:txBody>
          <a:bodyPr/>
          <a:lstStyle/>
          <a:p>
            <a:endParaRPr lang="ja-JP" altLang="en-US" sz="2800">
              <a:latin typeface="+mj-ea"/>
              <a:ea typeface="+mj-ea"/>
            </a:endParaRPr>
          </a:p>
        </p:txBody>
      </p:sp>
      <p:sp>
        <p:nvSpPr>
          <p:cNvPr id="77" name="Text 7">
            <a:extLst>
              <a:ext uri="{FF2B5EF4-FFF2-40B4-BE49-F238E27FC236}">
                <a16:creationId xmlns:a16="http://schemas.microsoft.com/office/drawing/2014/main" id="{5A9AD1E3-9CFC-CE5A-0F30-FF0550AEB525}"/>
              </a:ext>
            </a:extLst>
          </p:cNvPr>
          <p:cNvSpPr/>
          <p:nvPr/>
        </p:nvSpPr>
        <p:spPr>
          <a:xfrm>
            <a:off x="822960" y="5284684"/>
            <a:ext cx="2133600" cy="390144"/>
          </a:xfrm>
          <a:prstGeom prst="rect">
            <a:avLst/>
          </a:prstGeom>
          <a:noFill/>
          <a:ln/>
        </p:spPr>
        <p:txBody>
          <a:bodyPr wrap="square" lIns="0" tIns="0" rIns="0" bIns="0" rtlCol="0" anchor="ctr"/>
          <a:lstStyle/>
          <a:p>
            <a:pPr algn="ctr"/>
            <a:r>
              <a:rPr lang="en-US" sz="2000" b="1">
                <a:solidFill>
                  <a:srgbClr val="FFFFFF"/>
                </a:solidFill>
                <a:latin typeface="+mj-ea"/>
                <a:ea typeface="+mj-ea"/>
                <a:cs typeface="Calibri" pitchFamily="34" charset="-120"/>
              </a:rPr>
              <a:t>View</a:t>
            </a:r>
            <a:endParaRPr lang="en-US" sz="2000">
              <a:latin typeface="+mj-ea"/>
              <a:ea typeface="+mj-ea"/>
            </a:endParaRPr>
          </a:p>
        </p:txBody>
      </p:sp>
      <p:sp>
        <p:nvSpPr>
          <p:cNvPr id="78" name="Text 8">
            <a:extLst>
              <a:ext uri="{FF2B5EF4-FFF2-40B4-BE49-F238E27FC236}">
                <a16:creationId xmlns:a16="http://schemas.microsoft.com/office/drawing/2014/main" id="{9DA8467A-BD9A-F28C-D511-D67EDE46AC4C}"/>
              </a:ext>
            </a:extLst>
          </p:cNvPr>
          <p:cNvSpPr/>
          <p:nvPr/>
        </p:nvSpPr>
        <p:spPr>
          <a:xfrm>
            <a:off x="822960" y="5650444"/>
            <a:ext cx="2133600" cy="243840"/>
          </a:xfrm>
          <a:prstGeom prst="rect">
            <a:avLst/>
          </a:prstGeom>
          <a:noFill/>
          <a:ln/>
        </p:spPr>
        <p:txBody>
          <a:bodyPr wrap="square" lIns="0" tIns="0" rIns="0" bIns="0" rtlCol="0" anchor="ctr"/>
          <a:lstStyle/>
          <a:p>
            <a:pPr algn="ctr"/>
            <a:r>
              <a:rPr lang="en-US" sz="1200">
                <a:solidFill>
                  <a:srgbClr val="FFFFFF">
                    <a:alpha val="70000"/>
                  </a:srgbClr>
                </a:solidFill>
                <a:latin typeface="+mj-ea"/>
                <a:ea typeface="+mj-ea"/>
                <a:cs typeface="Calibri" pitchFamily="34" charset="-120"/>
              </a:rPr>
              <a:t>画面</a:t>
            </a:r>
            <a:endParaRPr lang="en-US" sz="1200">
              <a:latin typeface="+mj-ea"/>
              <a:ea typeface="+mj-ea"/>
            </a:endParaRPr>
          </a:p>
        </p:txBody>
      </p:sp>
      <p:sp>
        <p:nvSpPr>
          <p:cNvPr id="84" name="Shape 18">
            <a:extLst>
              <a:ext uri="{FF2B5EF4-FFF2-40B4-BE49-F238E27FC236}">
                <a16:creationId xmlns:a16="http://schemas.microsoft.com/office/drawing/2014/main" id="{3F391A0C-B2D2-4452-D568-5F4B924B8C2E}"/>
              </a:ext>
            </a:extLst>
          </p:cNvPr>
          <p:cNvSpPr/>
          <p:nvPr/>
        </p:nvSpPr>
        <p:spPr>
          <a:xfrm>
            <a:off x="3627120" y="5260300"/>
            <a:ext cx="2133600" cy="670560"/>
          </a:xfrm>
          <a:prstGeom prst="rect">
            <a:avLst/>
          </a:prstGeom>
          <a:solidFill>
            <a:srgbClr val="E67E22"/>
          </a:solidFill>
          <a:ln/>
        </p:spPr>
        <p:txBody>
          <a:bodyPr/>
          <a:lstStyle/>
          <a:p>
            <a:endParaRPr lang="ja-JP" altLang="en-US" sz="2800">
              <a:latin typeface="+mj-ea"/>
              <a:ea typeface="+mj-ea"/>
            </a:endParaRPr>
          </a:p>
        </p:txBody>
      </p:sp>
      <p:sp>
        <p:nvSpPr>
          <p:cNvPr id="85" name="Text 19">
            <a:extLst>
              <a:ext uri="{FF2B5EF4-FFF2-40B4-BE49-F238E27FC236}">
                <a16:creationId xmlns:a16="http://schemas.microsoft.com/office/drawing/2014/main" id="{5CFFD348-9C3E-C853-6323-B1A2F080792F}"/>
              </a:ext>
            </a:extLst>
          </p:cNvPr>
          <p:cNvSpPr/>
          <p:nvPr/>
        </p:nvSpPr>
        <p:spPr>
          <a:xfrm>
            <a:off x="3627120" y="5284684"/>
            <a:ext cx="2133600" cy="390144"/>
          </a:xfrm>
          <a:prstGeom prst="rect">
            <a:avLst/>
          </a:prstGeom>
          <a:noFill/>
          <a:ln/>
        </p:spPr>
        <p:txBody>
          <a:bodyPr wrap="square" lIns="0" tIns="0" rIns="0" bIns="0" rtlCol="0" anchor="ctr"/>
          <a:lstStyle/>
          <a:p>
            <a:pPr algn="ctr"/>
            <a:r>
              <a:rPr lang="en-US" sz="2000" b="1">
                <a:solidFill>
                  <a:srgbClr val="FFFFFF"/>
                </a:solidFill>
                <a:latin typeface="+mj-ea"/>
                <a:ea typeface="+mj-ea"/>
                <a:cs typeface="Calibri" pitchFamily="34" charset="-120"/>
              </a:rPr>
              <a:t>Controller</a:t>
            </a:r>
            <a:endParaRPr lang="en-US" sz="2000">
              <a:latin typeface="+mj-ea"/>
              <a:ea typeface="+mj-ea"/>
            </a:endParaRPr>
          </a:p>
        </p:txBody>
      </p:sp>
      <p:sp>
        <p:nvSpPr>
          <p:cNvPr id="86" name="Text 20">
            <a:extLst>
              <a:ext uri="{FF2B5EF4-FFF2-40B4-BE49-F238E27FC236}">
                <a16:creationId xmlns:a16="http://schemas.microsoft.com/office/drawing/2014/main" id="{BBEE136D-D6E4-5376-A990-B00BE4A48970}"/>
              </a:ext>
            </a:extLst>
          </p:cNvPr>
          <p:cNvSpPr/>
          <p:nvPr/>
        </p:nvSpPr>
        <p:spPr>
          <a:xfrm>
            <a:off x="3627120" y="5650444"/>
            <a:ext cx="2133600" cy="243840"/>
          </a:xfrm>
          <a:prstGeom prst="rect">
            <a:avLst/>
          </a:prstGeom>
          <a:noFill/>
          <a:ln/>
        </p:spPr>
        <p:txBody>
          <a:bodyPr wrap="square" lIns="0" tIns="0" rIns="0" bIns="0" rtlCol="0" anchor="ctr"/>
          <a:lstStyle/>
          <a:p>
            <a:pPr algn="ctr"/>
            <a:r>
              <a:rPr lang="en-US" sz="1200">
                <a:solidFill>
                  <a:srgbClr val="FFFFFF">
                    <a:alpha val="70000"/>
                  </a:srgbClr>
                </a:solidFill>
                <a:latin typeface="+mj-ea"/>
                <a:ea typeface="+mj-ea"/>
                <a:cs typeface="Calibri" pitchFamily="34" charset="-120"/>
              </a:rPr>
              <a:t>制御</a:t>
            </a:r>
            <a:endParaRPr lang="en-US" sz="1200">
              <a:latin typeface="+mj-ea"/>
              <a:ea typeface="+mj-ea"/>
            </a:endParaRPr>
          </a:p>
        </p:txBody>
      </p:sp>
      <p:sp>
        <p:nvSpPr>
          <p:cNvPr id="92" name="Shape 30">
            <a:extLst>
              <a:ext uri="{FF2B5EF4-FFF2-40B4-BE49-F238E27FC236}">
                <a16:creationId xmlns:a16="http://schemas.microsoft.com/office/drawing/2014/main" id="{2E590D81-FABF-2F51-3E53-BFE2CA078397}"/>
              </a:ext>
            </a:extLst>
          </p:cNvPr>
          <p:cNvSpPr/>
          <p:nvPr/>
        </p:nvSpPr>
        <p:spPr>
          <a:xfrm>
            <a:off x="6431280" y="5260300"/>
            <a:ext cx="2133600" cy="670560"/>
          </a:xfrm>
          <a:prstGeom prst="rect">
            <a:avLst/>
          </a:prstGeom>
          <a:solidFill>
            <a:srgbClr val="27AE60"/>
          </a:solidFill>
          <a:ln/>
        </p:spPr>
        <p:txBody>
          <a:bodyPr/>
          <a:lstStyle/>
          <a:p>
            <a:endParaRPr lang="ja-JP" altLang="en-US" sz="2800">
              <a:latin typeface="+mj-ea"/>
              <a:ea typeface="+mj-ea"/>
            </a:endParaRPr>
          </a:p>
        </p:txBody>
      </p:sp>
      <p:sp>
        <p:nvSpPr>
          <p:cNvPr id="93" name="Text 31">
            <a:extLst>
              <a:ext uri="{FF2B5EF4-FFF2-40B4-BE49-F238E27FC236}">
                <a16:creationId xmlns:a16="http://schemas.microsoft.com/office/drawing/2014/main" id="{B2325611-B977-C50E-0FFD-0F18178A3FBA}"/>
              </a:ext>
            </a:extLst>
          </p:cNvPr>
          <p:cNvSpPr/>
          <p:nvPr/>
        </p:nvSpPr>
        <p:spPr>
          <a:xfrm>
            <a:off x="6431280" y="5284684"/>
            <a:ext cx="2133600" cy="390144"/>
          </a:xfrm>
          <a:prstGeom prst="rect">
            <a:avLst/>
          </a:prstGeom>
          <a:noFill/>
          <a:ln/>
        </p:spPr>
        <p:txBody>
          <a:bodyPr wrap="square" lIns="0" tIns="0" rIns="0" bIns="0" rtlCol="0" anchor="ctr"/>
          <a:lstStyle/>
          <a:p>
            <a:pPr algn="ctr"/>
            <a:r>
              <a:rPr lang="en-US" sz="2000" b="1">
                <a:solidFill>
                  <a:srgbClr val="FFFFFF"/>
                </a:solidFill>
                <a:latin typeface="+mj-ea"/>
                <a:ea typeface="+mj-ea"/>
                <a:cs typeface="Calibri" pitchFamily="34" charset="-120"/>
              </a:rPr>
              <a:t>Service</a:t>
            </a:r>
            <a:endParaRPr lang="en-US" sz="2000">
              <a:latin typeface="+mj-ea"/>
              <a:ea typeface="+mj-ea"/>
            </a:endParaRPr>
          </a:p>
        </p:txBody>
      </p:sp>
      <p:sp>
        <p:nvSpPr>
          <p:cNvPr id="94" name="Text 32">
            <a:extLst>
              <a:ext uri="{FF2B5EF4-FFF2-40B4-BE49-F238E27FC236}">
                <a16:creationId xmlns:a16="http://schemas.microsoft.com/office/drawing/2014/main" id="{2E04B247-A427-09B7-4FB5-D859767DA01A}"/>
              </a:ext>
            </a:extLst>
          </p:cNvPr>
          <p:cNvSpPr/>
          <p:nvPr/>
        </p:nvSpPr>
        <p:spPr>
          <a:xfrm>
            <a:off x="6431280" y="5650444"/>
            <a:ext cx="2133600" cy="243840"/>
          </a:xfrm>
          <a:prstGeom prst="rect">
            <a:avLst/>
          </a:prstGeom>
          <a:noFill/>
          <a:ln/>
        </p:spPr>
        <p:txBody>
          <a:bodyPr wrap="square" lIns="0" tIns="0" rIns="0" bIns="0" rtlCol="0" anchor="ctr"/>
          <a:lstStyle/>
          <a:p>
            <a:pPr algn="ctr"/>
            <a:r>
              <a:rPr lang="en-US" sz="1200">
                <a:solidFill>
                  <a:srgbClr val="FFFFFF">
                    <a:alpha val="70000"/>
                  </a:srgbClr>
                </a:solidFill>
                <a:latin typeface="+mj-ea"/>
                <a:ea typeface="+mj-ea"/>
                <a:cs typeface="Calibri" pitchFamily="34" charset="-120"/>
              </a:rPr>
              <a:t>業務処理</a:t>
            </a:r>
            <a:endParaRPr lang="en-US" sz="1200">
              <a:latin typeface="+mj-ea"/>
              <a:ea typeface="+mj-ea"/>
            </a:endParaRPr>
          </a:p>
        </p:txBody>
      </p:sp>
      <p:sp>
        <p:nvSpPr>
          <p:cNvPr id="100" name="Shape 42">
            <a:extLst>
              <a:ext uri="{FF2B5EF4-FFF2-40B4-BE49-F238E27FC236}">
                <a16:creationId xmlns:a16="http://schemas.microsoft.com/office/drawing/2014/main" id="{59CF8E76-E277-9018-90A3-49D25DC4FF8B}"/>
              </a:ext>
            </a:extLst>
          </p:cNvPr>
          <p:cNvSpPr/>
          <p:nvPr/>
        </p:nvSpPr>
        <p:spPr>
          <a:xfrm>
            <a:off x="9235440" y="5260300"/>
            <a:ext cx="2133600" cy="670560"/>
          </a:xfrm>
          <a:prstGeom prst="rect">
            <a:avLst/>
          </a:prstGeom>
          <a:solidFill>
            <a:srgbClr val="8E44AD"/>
          </a:solidFill>
          <a:ln/>
        </p:spPr>
        <p:txBody>
          <a:bodyPr/>
          <a:lstStyle/>
          <a:p>
            <a:endParaRPr lang="ja-JP" altLang="en-US" sz="2800">
              <a:latin typeface="+mj-ea"/>
              <a:ea typeface="+mj-ea"/>
            </a:endParaRPr>
          </a:p>
        </p:txBody>
      </p:sp>
      <p:sp>
        <p:nvSpPr>
          <p:cNvPr id="101" name="Text 43">
            <a:extLst>
              <a:ext uri="{FF2B5EF4-FFF2-40B4-BE49-F238E27FC236}">
                <a16:creationId xmlns:a16="http://schemas.microsoft.com/office/drawing/2014/main" id="{E354C979-7879-27DC-76DB-4A96E8A52B06}"/>
              </a:ext>
            </a:extLst>
          </p:cNvPr>
          <p:cNvSpPr/>
          <p:nvPr/>
        </p:nvSpPr>
        <p:spPr>
          <a:xfrm>
            <a:off x="9235440" y="5284684"/>
            <a:ext cx="2133600" cy="390144"/>
          </a:xfrm>
          <a:prstGeom prst="rect">
            <a:avLst/>
          </a:prstGeom>
          <a:noFill/>
          <a:ln/>
        </p:spPr>
        <p:txBody>
          <a:bodyPr wrap="square" lIns="0" tIns="0" rIns="0" bIns="0" rtlCol="0" anchor="ctr"/>
          <a:lstStyle/>
          <a:p>
            <a:pPr algn="ctr"/>
            <a:r>
              <a:rPr lang="en-US" sz="2000" b="1">
                <a:solidFill>
                  <a:srgbClr val="FFFFFF"/>
                </a:solidFill>
                <a:latin typeface="+mj-ea"/>
                <a:ea typeface="+mj-ea"/>
                <a:cs typeface="Calibri" pitchFamily="34" charset="-120"/>
              </a:rPr>
              <a:t>Repository</a:t>
            </a:r>
            <a:endParaRPr lang="en-US" sz="2000">
              <a:latin typeface="+mj-ea"/>
              <a:ea typeface="+mj-ea"/>
            </a:endParaRPr>
          </a:p>
        </p:txBody>
      </p:sp>
      <p:sp>
        <p:nvSpPr>
          <p:cNvPr id="102" name="Text 44">
            <a:extLst>
              <a:ext uri="{FF2B5EF4-FFF2-40B4-BE49-F238E27FC236}">
                <a16:creationId xmlns:a16="http://schemas.microsoft.com/office/drawing/2014/main" id="{F892EB66-2ABF-4297-2A61-7A35CC2B6EAA}"/>
              </a:ext>
            </a:extLst>
          </p:cNvPr>
          <p:cNvSpPr/>
          <p:nvPr/>
        </p:nvSpPr>
        <p:spPr>
          <a:xfrm>
            <a:off x="9235440" y="5650444"/>
            <a:ext cx="2133600" cy="243840"/>
          </a:xfrm>
          <a:prstGeom prst="rect">
            <a:avLst/>
          </a:prstGeom>
          <a:noFill/>
          <a:ln/>
        </p:spPr>
        <p:txBody>
          <a:bodyPr wrap="square" lIns="0" tIns="0" rIns="0" bIns="0" rtlCol="0" anchor="ctr"/>
          <a:lstStyle/>
          <a:p>
            <a:pPr algn="ctr"/>
            <a:r>
              <a:rPr lang="en-US" sz="1200">
                <a:solidFill>
                  <a:srgbClr val="FFFFFF">
                    <a:alpha val="70000"/>
                  </a:srgbClr>
                </a:solidFill>
                <a:latin typeface="+mj-ea"/>
                <a:ea typeface="+mj-ea"/>
                <a:cs typeface="Calibri" pitchFamily="34" charset="-120"/>
              </a:rPr>
              <a:t>データ操作</a:t>
            </a:r>
            <a:endParaRPr lang="en-US" sz="1200">
              <a:latin typeface="+mj-ea"/>
              <a:ea typeface="+mj-ea"/>
            </a:endParaRPr>
          </a:p>
        </p:txBody>
      </p:sp>
      <p:sp>
        <p:nvSpPr>
          <p:cNvPr id="108" name="Shape 41">
            <a:extLst>
              <a:ext uri="{FF2B5EF4-FFF2-40B4-BE49-F238E27FC236}">
                <a16:creationId xmlns:a16="http://schemas.microsoft.com/office/drawing/2014/main" id="{7C9F0973-4063-152A-3358-184C25740C58}"/>
              </a:ext>
            </a:extLst>
          </p:cNvPr>
          <p:cNvSpPr/>
          <p:nvPr/>
        </p:nvSpPr>
        <p:spPr>
          <a:xfrm>
            <a:off x="2899082" y="3227175"/>
            <a:ext cx="768097" cy="261259"/>
          </a:xfrm>
          <a:prstGeom prst="roundRect">
            <a:avLst/>
          </a:prstGeom>
          <a:solidFill>
            <a:srgbClr val="34495E"/>
          </a:solidFill>
          <a:ln/>
        </p:spPr>
        <p:txBody>
          <a:bodyPr lIns="0" tIns="0" rIns="0" bIns="0" anchor="ctr"/>
          <a:lstStyle/>
          <a:p>
            <a:pPr algn="ctr"/>
            <a:r>
              <a:rPr lang="ja-JP" altLang="en-US" sz="1100" b="1">
                <a:solidFill>
                  <a:schemeClr val="bg1"/>
                </a:solidFill>
                <a:effectLst>
                  <a:outerShdw blurRad="38100" dist="38100" dir="2700000" algn="tl">
                    <a:srgbClr val="000000">
                      <a:alpha val="43137"/>
                    </a:srgbClr>
                  </a:outerShdw>
                </a:effectLst>
              </a:rPr>
              <a:t>申請データ</a:t>
            </a:r>
          </a:p>
        </p:txBody>
      </p:sp>
      <p:sp>
        <p:nvSpPr>
          <p:cNvPr id="109" name="Shape 41">
            <a:extLst>
              <a:ext uri="{FF2B5EF4-FFF2-40B4-BE49-F238E27FC236}">
                <a16:creationId xmlns:a16="http://schemas.microsoft.com/office/drawing/2014/main" id="{34C82A4E-A7A0-1350-4E4C-D35C2E315641}"/>
              </a:ext>
            </a:extLst>
          </p:cNvPr>
          <p:cNvSpPr/>
          <p:nvPr/>
        </p:nvSpPr>
        <p:spPr>
          <a:xfrm>
            <a:off x="5703242" y="3227175"/>
            <a:ext cx="768097" cy="261259"/>
          </a:xfrm>
          <a:prstGeom prst="roundRect">
            <a:avLst/>
          </a:prstGeom>
          <a:solidFill>
            <a:srgbClr val="34495E"/>
          </a:solidFill>
          <a:ln/>
        </p:spPr>
        <p:txBody>
          <a:bodyPr lIns="0" tIns="0" rIns="0" bIns="0" anchor="ctr"/>
          <a:lstStyle/>
          <a:p>
            <a:pPr algn="ctr"/>
            <a:r>
              <a:rPr lang="ja-JP" altLang="en-US" sz="1100" b="1">
                <a:solidFill>
                  <a:schemeClr val="bg1"/>
                </a:solidFill>
                <a:effectLst>
                  <a:outerShdw blurRad="38100" dist="38100" dir="2700000" algn="tl">
                    <a:srgbClr val="000000">
                      <a:alpha val="43137"/>
                    </a:srgbClr>
                  </a:outerShdw>
                </a:effectLst>
              </a:rPr>
              <a:t>申請データ</a:t>
            </a:r>
          </a:p>
        </p:txBody>
      </p:sp>
      <p:sp>
        <p:nvSpPr>
          <p:cNvPr id="110" name="Shape 41">
            <a:extLst>
              <a:ext uri="{FF2B5EF4-FFF2-40B4-BE49-F238E27FC236}">
                <a16:creationId xmlns:a16="http://schemas.microsoft.com/office/drawing/2014/main" id="{7BE89844-2369-5895-A64C-E1475406ED15}"/>
              </a:ext>
            </a:extLst>
          </p:cNvPr>
          <p:cNvSpPr/>
          <p:nvPr/>
        </p:nvSpPr>
        <p:spPr>
          <a:xfrm>
            <a:off x="8507402" y="3227175"/>
            <a:ext cx="768097" cy="261259"/>
          </a:xfrm>
          <a:prstGeom prst="roundRect">
            <a:avLst/>
          </a:prstGeom>
          <a:solidFill>
            <a:srgbClr val="34495E"/>
          </a:solidFill>
          <a:ln/>
        </p:spPr>
        <p:txBody>
          <a:bodyPr lIns="0" tIns="0" rIns="0" bIns="0" anchor="ctr"/>
          <a:lstStyle/>
          <a:p>
            <a:pPr algn="ctr"/>
            <a:r>
              <a:rPr lang="ja-JP" altLang="en-US" sz="1100" b="1">
                <a:solidFill>
                  <a:schemeClr val="bg1"/>
                </a:solidFill>
                <a:effectLst>
                  <a:outerShdw blurRad="38100" dist="38100" dir="2700000" algn="tl">
                    <a:srgbClr val="000000">
                      <a:alpha val="43137"/>
                    </a:srgbClr>
                  </a:outerShdw>
                </a:effectLst>
              </a:rPr>
              <a:t>申請データ</a:t>
            </a:r>
          </a:p>
        </p:txBody>
      </p:sp>
      <p:sp>
        <p:nvSpPr>
          <p:cNvPr id="111" name="矢印: 右 110">
            <a:extLst>
              <a:ext uri="{FF2B5EF4-FFF2-40B4-BE49-F238E27FC236}">
                <a16:creationId xmlns:a16="http://schemas.microsoft.com/office/drawing/2014/main" id="{77DBF3ED-BE09-9DE3-8BA1-56443A237194}"/>
              </a:ext>
            </a:extLst>
          </p:cNvPr>
          <p:cNvSpPr/>
          <p:nvPr/>
        </p:nvSpPr>
        <p:spPr>
          <a:xfrm>
            <a:off x="3116076" y="2858641"/>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12" name="矢印: 右 111">
            <a:extLst>
              <a:ext uri="{FF2B5EF4-FFF2-40B4-BE49-F238E27FC236}">
                <a16:creationId xmlns:a16="http://schemas.microsoft.com/office/drawing/2014/main" id="{D01A3620-4F6A-E321-DDB7-7DFE0DBE114D}"/>
              </a:ext>
            </a:extLst>
          </p:cNvPr>
          <p:cNvSpPr/>
          <p:nvPr/>
        </p:nvSpPr>
        <p:spPr>
          <a:xfrm>
            <a:off x="5920236" y="2858641"/>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13" name="矢印: 右 112">
            <a:extLst>
              <a:ext uri="{FF2B5EF4-FFF2-40B4-BE49-F238E27FC236}">
                <a16:creationId xmlns:a16="http://schemas.microsoft.com/office/drawing/2014/main" id="{9A99220E-D645-7FD2-EF67-6C5194AC5C43}"/>
              </a:ext>
            </a:extLst>
          </p:cNvPr>
          <p:cNvSpPr/>
          <p:nvPr/>
        </p:nvSpPr>
        <p:spPr>
          <a:xfrm>
            <a:off x="8724396" y="2858641"/>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18" name="矢印: 右 117">
            <a:extLst>
              <a:ext uri="{FF2B5EF4-FFF2-40B4-BE49-F238E27FC236}">
                <a16:creationId xmlns:a16="http://schemas.microsoft.com/office/drawing/2014/main" id="{FC813741-FDA8-9695-AD09-250B343CBEEF}"/>
              </a:ext>
            </a:extLst>
          </p:cNvPr>
          <p:cNvSpPr/>
          <p:nvPr/>
        </p:nvSpPr>
        <p:spPr>
          <a:xfrm flipH="1">
            <a:off x="3116076" y="3647369"/>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19" name="矢印: 右 118">
            <a:extLst>
              <a:ext uri="{FF2B5EF4-FFF2-40B4-BE49-F238E27FC236}">
                <a16:creationId xmlns:a16="http://schemas.microsoft.com/office/drawing/2014/main" id="{0F684155-2CB4-A537-10D9-AD09AC5742C6}"/>
              </a:ext>
            </a:extLst>
          </p:cNvPr>
          <p:cNvSpPr/>
          <p:nvPr/>
        </p:nvSpPr>
        <p:spPr>
          <a:xfrm flipH="1">
            <a:off x="5920236" y="3647369"/>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20" name="矢印: 右 119">
            <a:extLst>
              <a:ext uri="{FF2B5EF4-FFF2-40B4-BE49-F238E27FC236}">
                <a16:creationId xmlns:a16="http://schemas.microsoft.com/office/drawing/2014/main" id="{691B5791-D324-4DC0-D9F0-7D192872E8A0}"/>
              </a:ext>
            </a:extLst>
          </p:cNvPr>
          <p:cNvSpPr/>
          <p:nvPr/>
        </p:nvSpPr>
        <p:spPr>
          <a:xfrm flipH="1">
            <a:off x="8724396" y="3647369"/>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29" name="Shape 41">
            <a:extLst>
              <a:ext uri="{FF2B5EF4-FFF2-40B4-BE49-F238E27FC236}">
                <a16:creationId xmlns:a16="http://schemas.microsoft.com/office/drawing/2014/main" id="{A990F129-4361-E89D-2839-BE1243E67843}"/>
              </a:ext>
            </a:extLst>
          </p:cNvPr>
          <p:cNvSpPr/>
          <p:nvPr/>
        </p:nvSpPr>
        <p:spPr>
          <a:xfrm>
            <a:off x="2905897" y="5483399"/>
            <a:ext cx="768097" cy="261259"/>
          </a:xfrm>
          <a:prstGeom prst="roundRect">
            <a:avLst/>
          </a:prstGeom>
          <a:solidFill>
            <a:srgbClr val="34495E"/>
          </a:solidFill>
          <a:ln/>
        </p:spPr>
        <p:txBody>
          <a:bodyPr lIns="0" tIns="0" rIns="0" bIns="0" anchor="ctr"/>
          <a:lstStyle/>
          <a:p>
            <a:pPr algn="ctr"/>
            <a:r>
              <a:rPr lang="en-US" altLang="ja-JP" sz="1100" b="1">
                <a:solidFill>
                  <a:schemeClr val="bg1"/>
                </a:solidFill>
                <a:effectLst>
                  <a:outerShdw blurRad="38100" dist="38100" dir="2700000" algn="tl">
                    <a:srgbClr val="000000">
                      <a:alpha val="43137"/>
                    </a:srgbClr>
                  </a:outerShdw>
                </a:effectLst>
              </a:rPr>
              <a:t>Model</a:t>
            </a:r>
            <a:endParaRPr lang="ja-JP" altLang="en-US" sz="1100" b="1">
              <a:solidFill>
                <a:schemeClr val="bg1"/>
              </a:solidFill>
              <a:effectLst>
                <a:outerShdw blurRad="38100" dist="38100" dir="2700000" algn="tl">
                  <a:srgbClr val="000000">
                    <a:alpha val="43137"/>
                  </a:srgbClr>
                </a:outerShdw>
              </a:effectLst>
            </a:endParaRPr>
          </a:p>
        </p:txBody>
      </p:sp>
      <p:sp>
        <p:nvSpPr>
          <p:cNvPr id="130" name="Shape 41">
            <a:extLst>
              <a:ext uri="{FF2B5EF4-FFF2-40B4-BE49-F238E27FC236}">
                <a16:creationId xmlns:a16="http://schemas.microsoft.com/office/drawing/2014/main" id="{3A4428E1-C020-420B-ECB1-B6A9C903B0AC}"/>
              </a:ext>
            </a:extLst>
          </p:cNvPr>
          <p:cNvSpPr/>
          <p:nvPr/>
        </p:nvSpPr>
        <p:spPr>
          <a:xfrm>
            <a:off x="5710057" y="5483399"/>
            <a:ext cx="768097" cy="261259"/>
          </a:xfrm>
          <a:prstGeom prst="roundRect">
            <a:avLst/>
          </a:prstGeom>
          <a:solidFill>
            <a:srgbClr val="34495E"/>
          </a:solidFill>
          <a:ln/>
        </p:spPr>
        <p:txBody>
          <a:bodyPr lIns="0" tIns="0" rIns="0" bIns="0" anchor="ctr"/>
          <a:lstStyle/>
          <a:p>
            <a:pPr algn="ctr"/>
            <a:r>
              <a:rPr lang="en-US" altLang="ja-JP" sz="1100" b="1">
                <a:solidFill>
                  <a:schemeClr val="bg1"/>
                </a:solidFill>
                <a:effectLst>
                  <a:outerShdw blurRad="38100" dist="38100" dir="2700000" algn="tl">
                    <a:srgbClr val="000000">
                      <a:alpha val="43137"/>
                    </a:srgbClr>
                  </a:outerShdw>
                </a:effectLst>
              </a:rPr>
              <a:t>Model</a:t>
            </a:r>
            <a:endParaRPr lang="ja-JP" altLang="en-US" sz="1100" b="1">
              <a:solidFill>
                <a:schemeClr val="bg1"/>
              </a:solidFill>
              <a:effectLst>
                <a:outerShdw blurRad="38100" dist="38100" dir="2700000" algn="tl">
                  <a:srgbClr val="000000">
                    <a:alpha val="43137"/>
                  </a:srgbClr>
                </a:outerShdw>
              </a:effectLst>
            </a:endParaRPr>
          </a:p>
        </p:txBody>
      </p:sp>
      <p:sp>
        <p:nvSpPr>
          <p:cNvPr id="131" name="Shape 41">
            <a:extLst>
              <a:ext uri="{FF2B5EF4-FFF2-40B4-BE49-F238E27FC236}">
                <a16:creationId xmlns:a16="http://schemas.microsoft.com/office/drawing/2014/main" id="{DD45B8BB-7ADE-4A82-AC62-8CC88AE43670}"/>
              </a:ext>
            </a:extLst>
          </p:cNvPr>
          <p:cNvSpPr/>
          <p:nvPr/>
        </p:nvSpPr>
        <p:spPr>
          <a:xfrm>
            <a:off x="8514217" y="5483399"/>
            <a:ext cx="768097" cy="261259"/>
          </a:xfrm>
          <a:prstGeom prst="roundRect">
            <a:avLst/>
          </a:prstGeom>
          <a:solidFill>
            <a:srgbClr val="34495E"/>
          </a:solidFill>
          <a:ln/>
        </p:spPr>
        <p:txBody>
          <a:bodyPr lIns="0" tIns="0" rIns="0" bIns="0" anchor="ctr"/>
          <a:lstStyle/>
          <a:p>
            <a:pPr algn="ctr"/>
            <a:r>
              <a:rPr lang="en-US" altLang="ja-JP" sz="1100" b="1">
                <a:solidFill>
                  <a:schemeClr val="bg1"/>
                </a:solidFill>
                <a:effectLst>
                  <a:outerShdw blurRad="38100" dist="38100" dir="2700000" algn="tl">
                    <a:srgbClr val="000000">
                      <a:alpha val="43137"/>
                    </a:srgbClr>
                  </a:outerShdw>
                </a:effectLst>
              </a:rPr>
              <a:t>Model</a:t>
            </a:r>
            <a:endParaRPr lang="ja-JP" altLang="en-US" sz="1100" b="1">
              <a:solidFill>
                <a:schemeClr val="bg1"/>
              </a:solidFill>
              <a:effectLst>
                <a:outerShdw blurRad="38100" dist="38100" dir="2700000" algn="tl">
                  <a:srgbClr val="000000">
                    <a:alpha val="43137"/>
                  </a:srgbClr>
                </a:outerShdw>
              </a:effectLst>
            </a:endParaRPr>
          </a:p>
        </p:txBody>
      </p:sp>
      <p:sp>
        <p:nvSpPr>
          <p:cNvPr id="132" name="矢印: 右 131">
            <a:extLst>
              <a:ext uri="{FF2B5EF4-FFF2-40B4-BE49-F238E27FC236}">
                <a16:creationId xmlns:a16="http://schemas.microsoft.com/office/drawing/2014/main" id="{82726CD2-3259-0B07-8300-C2370533AAC3}"/>
              </a:ext>
            </a:extLst>
          </p:cNvPr>
          <p:cNvSpPr/>
          <p:nvPr/>
        </p:nvSpPr>
        <p:spPr>
          <a:xfrm>
            <a:off x="3122891" y="5228973"/>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3" name="矢印: 右 132">
            <a:extLst>
              <a:ext uri="{FF2B5EF4-FFF2-40B4-BE49-F238E27FC236}">
                <a16:creationId xmlns:a16="http://schemas.microsoft.com/office/drawing/2014/main" id="{DE34131B-D979-C62A-4A4C-A4608E192CB7}"/>
              </a:ext>
            </a:extLst>
          </p:cNvPr>
          <p:cNvSpPr/>
          <p:nvPr/>
        </p:nvSpPr>
        <p:spPr>
          <a:xfrm>
            <a:off x="5927051" y="5228973"/>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4" name="矢印: 右 133">
            <a:extLst>
              <a:ext uri="{FF2B5EF4-FFF2-40B4-BE49-F238E27FC236}">
                <a16:creationId xmlns:a16="http://schemas.microsoft.com/office/drawing/2014/main" id="{909B4729-25C5-CA40-E415-0E86F08F7D66}"/>
              </a:ext>
            </a:extLst>
          </p:cNvPr>
          <p:cNvSpPr/>
          <p:nvPr/>
        </p:nvSpPr>
        <p:spPr>
          <a:xfrm>
            <a:off x="8731211" y="5228973"/>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5" name="矢印: 右 134">
            <a:extLst>
              <a:ext uri="{FF2B5EF4-FFF2-40B4-BE49-F238E27FC236}">
                <a16:creationId xmlns:a16="http://schemas.microsoft.com/office/drawing/2014/main" id="{48B83E99-AC91-D0EC-F867-9A4DA6739154}"/>
              </a:ext>
            </a:extLst>
          </p:cNvPr>
          <p:cNvSpPr/>
          <p:nvPr/>
        </p:nvSpPr>
        <p:spPr>
          <a:xfrm flipH="1">
            <a:off x="3122891" y="5814362"/>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6" name="矢印: 右 135">
            <a:extLst>
              <a:ext uri="{FF2B5EF4-FFF2-40B4-BE49-F238E27FC236}">
                <a16:creationId xmlns:a16="http://schemas.microsoft.com/office/drawing/2014/main" id="{8501F57F-41CB-3090-11AD-847278EA15F4}"/>
              </a:ext>
            </a:extLst>
          </p:cNvPr>
          <p:cNvSpPr/>
          <p:nvPr/>
        </p:nvSpPr>
        <p:spPr>
          <a:xfrm flipH="1">
            <a:off x="5927051" y="5814362"/>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7" name="矢印: 右 136">
            <a:extLst>
              <a:ext uri="{FF2B5EF4-FFF2-40B4-BE49-F238E27FC236}">
                <a16:creationId xmlns:a16="http://schemas.microsoft.com/office/drawing/2014/main" id="{751D9753-D717-4C16-CB7C-1223B6ADE72A}"/>
              </a:ext>
            </a:extLst>
          </p:cNvPr>
          <p:cNvSpPr/>
          <p:nvPr/>
        </p:nvSpPr>
        <p:spPr>
          <a:xfrm flipH="1">
            <a:off x="8731211" y="5814362"/>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48" name="二等辺三角形 147">
            <a:extLst>
              <a:ext uri="{FF2B5EF4-FFF2-40B4-BE49-F238E27FC236}">
                <a16:creationId xmlns:a16="http://schemas.microsoft.com/office/drawing/2014/main" id="{F6914FDE-E806-A651-435D-403B8DC029F8}"/>
              </a:ext>
            </a:extLst>
          </p:cNvPr>
          <p:cNvSpPr/>
          <p:nvPr/>
        </p:nvSpPr>
        <p:spPr>
          <a:xfrm flipV="1">
            <a:off x="1663337" y="4508538"/>
            <a:ext cx="452846" cy="314639"/>
          </a:xfrm>
          <a:prstGeom prst="triangle">
            <a:avLst/>
          </a:prstGeom>
          <a:solidFill>
            <a:schemeClr val="bg1">
              <a:lumMod val="85000"/>
            </a:schemeClr>
          </a:solidFill>
          <a:ln>
            <a:no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ja-JP" altLang="en-US" sz="1400" err="1">
              <a:solidFill>
                <a:schemeClr val="tx1"/>
              </a:solidFill>
            </a:endParaRPr>
          </a:p>
        </p:txBody>
      </p:sp>
      <p:sp>
        <p:nvSpPr>
          <p:cNvPr id="149" name="二等辺三角形 148">
            <a:extLst>
              <a:ext uri="{FF2B5EF4-FFF2-40B4-BE49-F238E27FC236}">
                <a16:creationId xmlns:a16="http://schemas.microsoft.com/office/drawing/2014/main" id="{C3717A5C-AB4A-AF69-3001-076F8C6C37CF}"/>
              </a:ext>
            </a:extLst>
          </p:cNvPr>
          <p:cNvSpPr/>
          <p:nvPr/>
        </p:nvSpPr>
        <p:spPr>
          <a:xfrm flipV="1">
            <a:off x="4458788" y="4508538"/>
            <a:ext cx="452846" cy="314639"/>
          </a:xfrm>
          <a:prstGeom prst="triangle">
            <a:avLst/>
          </a:prstGeom>
          <a:solidFill>
            <a:schemeClr val="bg1">
              <a:lumMod val="85000"/>
            </a:schemeClr>
          </a:solidFill>
          <a:ln>
            <a:no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ja-JP" altLang="en-US" sz="1400" err="1">
              <a:solidFill>
                <a:schemeClr val="tx1"/>
              </a:solidFill>
            </a:endParaRPr>
          </a:p>
        </p:txBody>
      </p:sp>
      <p:sp>
        <p:nvSpPr>
          <p:cNvPr id="150" name="二等辺三角形 149">
            <a:extLst>
              <a:ext uri="{FF2B5EF4-FFF2-40B4-BE49-F238E27FC236}">
                <a16:creationId xmlns:a16="http://schemas.microsoft.com/office/drawing/2014/main" id="{7FA0666B-4ACF-6D39-F820-82AA73F10801}"/>
              </a:ext>
            </a:extLst>
          </p:cNvPr>
          <p:cNvSpPr/>
          <p:nvPr/>
        </p:nvSpPr>
        <p:spPr>
          <a:xfrm flipV="1">
            <a:off x="7254239" y="4508538"/>
            <a:ext cx="452846" cy="314639"/>
          </a:xfrm>
          <a:prstGeom prst="triangle">
            <a:avLst/>
          </a:prstGeom>
          <a:solidFill>
            <a:schemeClr val="bg1">
              <a:lumMod val="85000"/>
            </a:schemeClr>
          </a:solidFill>
          <a:ln>
            <a:no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ja-JP" altLang="en-US" sz="1400" err="1">
              <a:solidFill>
                <a:schemeClr val="tx1"/>
              </a:solidFill>
            </a:endParaRPr>
          </a:p>
        </p:txBody>
      </p:sp>
      <p:sp>
        <p:nvSpPr>
          <p:cNvPr id="151" name="二等辺三角形 150">
            <a:extLst>
              <a:ext uri="{FF2B5EF4-FFF2-40B4-BE49-F238E27FC236}">
                <a16:creationId xmlns:a16="http://schemas.microsoft.com/office/drawing/2014/main" id="{926729BC-BAF7-BAA4-353E-5B370D416C67}"/>
              </a:ext>
            </a:extLst>
          </p:cNvPr>
          <p:cNvSpPr/>
          <p:nvPr/>
        </p:nvSpPr>
        <p:spPr>
          <a:xfrm flipV="1">
            <a:off x="10075817" y="4508538"/>
            <a:ext cx="452846" cy="314639"/>
          </a:xfrm>
          <a:prstGeom prst="triangle">
            <a:avLst/>
          </a:prstGeom>
          <a:solidFill>
            <a:schemeClr val="bg1">
              <a:lumMod val="85000"/>
            </a:schemeClr>
          </a:solidFill>
          <a:ln>
            <a:no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lang="ja-JP" altLang="en-US" sz="1400" err="1">
              <a:solidFill>
                <a:schemeClr val="tx1"/>
              </a:solidFill>
            </a:endParaRPr>
          </a:p>
        </p:txBody>
      </p:sp>
      <p:sp>
        <p:nvSpPr>
          <p:cNvPr id="152" name="Text 23">
            <a:extLst>
              <a:ext uri="{FF2B5EF4-FFF2-40B4-BE49-F238E27FC236}">
                <a16:creationId xmlns:a16="http://schemas.microsoft.com/office/drawing/2014/main" id="{D48ABF21-16A9-3F1E-1BBC-6F391F611688}"/>
              </a:ext>
            </a:extLst>
          </p:cNvPr>
          <p:cNvSpPr/>
          <p:nvPr/>
        </p:nvSpPr>
        <p:spPr>
          <a:xfrm>
            <a:off x="-29172" y="4409652"/>
            <a:ext cx="1672046" cy="487680"/>
          </a:xfrm>
          <a:prstGeom prst="rect">
            <a:avLst/>
          </a:prstGeom>
          <a:noFill/>
          <a:ln/>
        </p:spPr>
        <p:txBody>
          <a:bodyPr wrap="square" lIns="0" tIns="0" rIns="0" bIns="0" rtlCol="0" anchor="ctr"/>
          <a:lstStyle/>
          <a:p>
            <a:pPr algn="ctr">
              <a:lnSpc>
                <a:spcPct val="120000"/>
              </a:lnSpc>
            </a:pPr>
            <a:r>
              <a:rPr lang="en-US" altLang="ja-JP" sz="1200">
                <a:latin typeface="+mj-ea"/>
                <a:ea typeface="+mj-ea"/>
                <a:cs typeface="Consolas" pitchFamily="34" charset="-120"/>
              </a:rPr>
              <a:t>Web</a:t>
            </a:r>
            <a:r>
              <a:rPr lang="ja-JP" altLang="en-US" sz="1200">
                <a:latin typeface="+mj-ea"/>
                <a:ea typeface="+mj-ea"/>
                <a:cs typeface="Consolas" pitchFamily="34" charset="-120"/>
              </a:rPr>
              <a:t>アプリケーションの</a:t>
            </a:r>
            <a:endParaRPr lang="en-US" altLang="ja-JP" sz="1200">
              <a:latin typeface="+mj-ea"/>
              <a:ea typeface="+mj-ea"/>
              <a:cs typeface="Consolas" pitchFamily="34" charset="-120"/>
            </a:endParaRPr>
          </a:p>
          <a:p>
            <a:pPr algn="ctr">
              <a:lnSpc>
                <a:spcPct val="120000"/>
              </a:lnSpc>
            </a:pPr>
            <a:r>
              <a:rPr lang="ja-JP" altLang="en-US" sz="1200">
                <a:latin typeface="+mj-ea"/>
                <a:ea typeface="+mj-ea"/>
              </a:rPr>
              <a:t>役割に置き換える</a:t>
            </a:r>
            <a:endParaRPr lang="en-US" sz="1200">
              <a:latin typeface="+mj-ea"/>
              <a:ea typeface="+mj-ea"/>
            </a:endParaRPr>
          </a:p>
        </p:txBody>
      </p:sp>
      <p:sp>
        <p:nvSpPr>
          <p:cNvPr id="153" name="フローチャート: 磁気ディスク 152">
            <a:extLst>
              <a:ext uri="{FF2B5EF4-FFF2-40B4-BE49-F238E27FC236}">
                <a16:creationId xmlns:a16="http://schemas.microsoft.com/office/drawing/2014/main" id="{CE9CBF8B-373C-F8D3-AEEE-BDFF5BB2F552}"/>
              </a:ext>
            </a:extLst>
          </p:cNvPr>
          <p:cNvSpPr/>
          <p:nvPr/>
        </p:nvSpPr>
        <p:spPr>
          <a:xfrm>
            <a:off x="11490104" y="5581922"/>
            <a:ext cx="524523" cy="525471"/>
          </a:xfrm>
          <a:prstGeom prst="flowChartMagneticDisk">
            <a:avLst/>
          </a:prstGeom>
          <a:ln>
            <a:tailEnd type="none" w="lg" len="lg"/>
          </a:ln>
          <a:effectLst/>
        </p:spPr>
        <p:style>
          <a:lnRef idx="1">
            <a:schemeClr val="accent1"/>
          </a:lnRef>
          <a:fillRef idx="2">
            <a:schemeClr val="accent1"/>
          </a:fillRef>
          <a:effectRef idx="1">
            <a:schemeClr val="accent1"/>
          </a:effectRef>
          <a:fontRef idx="minor">
            <a:schemeClr val="dk1"/>
          </a:fontRef>
        </p:style>
        <p:txBody>
          <a:bodyPr lIns="24000" tIns="24000" rIns="24000" bIns="24000" rtlCol="0" anchor="ctr"/>
          <a:lstStyle/>
          <a:p>
            <a:pPr algn="ctr"/>
            <a:endParaRPr lang="ja-JP" altLang="en-US" sz="1333">
              <a:solidFill>
                <a:srgbClr val="0F0634"/>
              </a:solidFill>
            </a:endParaRPr>
          </a:p>
        </p:txBody>
      </p:sp>
      <p:pic>
        <p:nvPicPr>
          <p:cNvPr id="154" name="グラフィックス 153" descr="プログラマー男性 単色塗りつぶし">
            <a:extLst>
              <a:ext uri="{FF2B5EF4-FFF2-40B4-BE49-F238E27FC236}">
                <a16:creationId xmlns:a16="http://schemas.microsoft.com/office/drawing/2014/main" id="{CEBDEBE7-2E25-D350-0226-84E7F2BB729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0945" y="5541064"/>
            <a:ext cx="607187" cy="607187"/>
          </a:xfrm>
          <a:prstGeom prst="rect">
            <a:avLst/>
          </a:prstGeom>
        </p:spPr>
      </p:pic>
      <p:sp>
        <p:nvSpPr>
          <p:cNvPr id="155" name="Text 23">
            <a:extLst>
              <a:ext uri="{FF2B5EF4-FFF2-40B4-BE49-F238E27FC236}">
                <a16:creationId xmlns:a16="http://schemas.microsoft.com/office/drawing/2014/main" id="{8743E6B1-CAAB-E21E-508D-A31AD5720001}"/>
              </a:ext>
            </a:extLst>
          </p:cNvPr>
          <p:cNvSpPr/>
          <p:nvPr/>
        </p:nvSpPr>
        <p:spPr>
          <a:xfrm>
            <a:off x="130767" y="6104502"/>
            <a:ext cx="847542" cy="268090"/>
          </a:xfrm>
          <a:prstGeom prst="rect">
            <a:avLst/>
          </a:prstGeom>
          <a:noFill/>
          <a:ln/>
        </p:spPr>
        <p:txBody>
          <a:bodyPr wrap="square" lIns="0" tIns="0" rIns="0" bIns="0" rtlCol="0" anchor="ctr"/>
          <a:lstStyle/>
          <a:p>
            <a:pPr algn="ctr">
              <a:lnSpc>
                <a:spcPct val="120000"/>
              </a:lnSpc>
            </a:pPr>
            <a:r>
              <a:rPr lang="ja-JP" altLang="en-US" sz="1200">
                <a:latin typeface="+mj-ea"/>
                <a:ea typeface="+mj-ea"/>
              </a:rPr>
              <a:t>ブラウザ</a:t>
            </a:r>
            <a:endParaRPr lang="en-US" sz="1200">
              <a:latin typeface="+mj-ea"/>
              <a:ea typeface="+mj-ea"/>
            </a:endParaRPr>
          </a:p>
        </p:txBody>
      </p:sp>
      <p:sp>
        <p:nvSpPr>
          <p:cNvPr id="156" name="Text 23">
            <a:extLst>
              <a:ext uri="{FF2B5EF4-FFF2-40B4-BE49-F238E27FC236}">
                <a16:creationId xmlns:a16="http://schemas.microsoft.com/office/drawing/2014/main" id="{A127C769-43F7-5AA2-5D5B-226E0952D9B2}"/>
              </a:ext>
            </a:extLst>
          </p:cNvPr>
          <p:cNvSpPr/>
          <p:nvPr/>
        </p:nvSpPr>
        <p:spPr>
          <a:xfrm>
            <a:off x="11291870" y="6104502"/>
            <a:ext cx="847542" cy="268090"/>
          </a:xfrm>
          <a:prstGeom prst="rect">
            <a:avLst/>
          </a:prstGeom>
          <a:noFill/>
          <a:ln/>
        </p:spPr>
        <p:txBody>
          <a:bodyPr wrap="square" lIns="0" tIns="0" rIns="0" bIns="0" rtlCol="0" anchor="ctr"/>
          <a:lstStyle/>
          <a:p>
            <a:pPr algn="ctr">
              <a:lnSpc>
                <a:spcPct val="120000"/>
              </a:lnSpc>
            </a:pPr>
            <a:r>
              <a:rPr lang="ja-JP" altLang="en-US" sz="1200">
                <a:latin typeface="+mj-ea"/>
                <a:ea typeface="+mj-ea"/>
              </a:rPr>
              <a:t>データベース</a:t>
            </a:r>
            <a:endParaRPr lang="en-US" sz="1200">
              <a:latin typeface="+mj-ea"/>
              <a:ea typeface="+mj-ea"/>
            </a:endParaRPr>
          </a:p>
        </p:txBody>
      </p:sp>
    </p:spTree>
    <p:extLst>
      <p:ext uri="{BB962C8B-B14F-4D97-AF65-F5344CB8AC3E}">
        <p14:creationId xmlns:p14="http://schemas.microsoft.com/office/powerpoint/2010/main" val="394702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500"/>
                                        <p:tgtEl>
                                          <p:spTgt spid="4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8"/>
                                        </p:tgtEl>
                                        <p:attrNameLst>
                                          <p:attrName>style.visibility</p:attrName>
                                        </p:attrNameLst>
                                      </p:cBhvr>
                                      <p:to>
                                        <p:strVal val="visible"/>
                                      </p:to>
                                    </p:set>
                                    <p:animEffect transition="in" filter="fade">
                                      <p:cBhvr>
                                        <p:cTn id="19" dur="500"/>
                                        <p:tgtEl>
                                          <p:spTgt spid="10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500"/>
                                        <p:tgtEl>
                                          <p:spTgt spid="1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8"/>
                                        </p:tgtEl>
                                        <p:attrNameLst>
                                          <p:attrName>style.visibility</p:attrName>
                                        </p:attrNameLst>
                                      </p:cBhvr>
                                      <p:to>
                                        <p:strVal val="visible"/>
                                      </p:to>
                                    </p:set>
                                    <p:animEffect transition="in" filter="fade">
                                      <p:cBhvr>
                                        <p:cTn id="25" dur="500"/>
                                        <p:tgtEl>
                                          <p:spTgt spid="1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par>
                                <p:cTn id="37" presetID="10"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9"/>
                                        </p:tgtEl>
                                        <p:attrNameLst>
                                          <p:attrName>style.visibility</p:attrName>
                                        </p:attrNameLst>
                                      </p:cBhvr>
                                      <p:to>
                                        <p:strVal val="visible"/>
                                      </p:to>
                                    </p:set>
                                    <p:animEffect transition="in" filter="fade">
                                      <p:cBhvr>
                                        <p:cTn id="42" dur="500"/>
                                        <p:tgtEl>
                                          <p:spTgt spid="10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2"/>
                                        </p:tgtEl>
                                        <p:attrNameLst>
                                          <p:attrName>style.visibility</p:attrName>
                                        </p:attrNameLst>
                                      </p:cBhvr>
                                      <p:to>
                                        <p:strVal val="visible"/>
                                      </p:to>
                                    </p:set>
                                    <p:animEffect transition="in" filter="fade">
                                      <p:cBhvr>
                                        <p:cTn id="45" dur="500"/>
                                        <p:tgtEl>
                                          <p:spTgt spid="1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9"/>
                                        </p:tgtEl>
                                        <p:attrNameLst>
                                          <p:attrName>style.visibility</p:attrName>
                                        </p:attrNameLst>
                                      </p:cBhvr>
                                      <p:to>
                                        <p:strVal val="visible"/>
                                      </p:to>
                                    </p:set>
                                    <p:animEffect transition="in" filter="fade">
                                      <p:cBhvr>
                                        <p:cTn id="48" dur="500"/>
                                        <p:tgtEl>
                                          <p:spTgt spid="1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par>
                                <p:cTn id="60" presetID="10" presetClass="entr" presetSubtype="0" fill="hold" nodeType="with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fade">
                                      <p:cBhvr>
                                        <p:cTn id="62" dur="500"/>
                                        <p:tgtEl>
                                          <p:spTgt spid="5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10"/>
                                        </p:tgtEl>
                                        <p:attrNameLst>
                                          <p:attrName>style.visibility</p:attrName>
                                        </p:attrNameLst>
                                      </p:cBhvr>
                                      <p:to>
                                        <p:strVal val="visible"/>
                                      </p:to>
                                    </p:set>
                                    <p:animEffect transition="in" filter="fade">
                                      <p:cBhvr>
                                        <p:cTn id="65" dur="500"/>
                                        <p:tgtEl>
                                          <p:spTgt spid="11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13"/>
                                        </p:tgtEl>
                                        <p:attrNameLst>
                                          <p:attrName>style.visibility</p:attrName>
                                        </p:attrNameLst>
                                      </p:cBhvr>
                                      <p:to>
                                        <p:strVal val="visible"/>
                                      </p:to>
                                    </p:set>
                                    <p:animEffect transition="in" filter="fade">
                                      <p:cBhvr>
                                        <p:cTn id="68" dur="500"/>
                                        <p:tgtEl>
                                          <p:spTgt spid="11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20"/>
                                        </p:tgtEl>
                                        <p:attrNameLst>
                                          <p:attrName>style.visibility</p:attrName>
                                        </p:attrNameLst>
                                      </p:cBhvr>
                                      <p:to>
                                        <p:strVal val="visible"/>
                                      </p:to>
                                    </p:set>
                                    <p:animEffect transition="in" filter="fade">
                                      <p:cBhvr>
                                        <p:cTn id="71" dur="500"/>
                                        <p:tgtEl>
                                          <p:spTgt spid="120"/>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76"/>
                                        </p:tgtEl>
                                        <p:attrNameLst>
                                          <p:attrName>style.visibility</p:attrName>
                                        </p:attrNameLst>
                                      </p:cBhvr>
                                      <p:to>
                                        <p:strVal val="visible"/>
                                      </p:to>
                                    </p:set>
                                    <p:animEffect transition="in" filter="fade">
                                      <p:cBhvr>
                                        <p:cTn id="76" dur="500"/>
                                        <p:tgtEl>
                                          <p:spTgt spid="7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7"/>
                                        </p:tgtEl>
                                        <p:attrNameLst>
                                          <p:attrName>style.visibility</p:attrName>
                                        </p:attrNameLst>
                                      </p:cBhvr>
                                      <p:to>
                                        <p:strVal val="visible"/>
                                      </p:to>
                                    </p:set>
                                    <p:animEffect transition="in" filter="fade">
                                      <p:cBhvr>
                                        <p:cTn id="79" dur="500"/>
                                        <p:tgtEl>
                                          <p:spTgt spid="7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78"/>
                                        </p:tgtEl>
                                        <p:attrNameLst>
                                          <p:attrName>style.visibility</p:attrName>
                                        </p:attrNameLst>
                                      </p:cBhvr>
                                      <p:to>
                                        <p:strVal val="visible"/>
                                      </p:to>
                                    </p:set>
                                    <p:animEffect transition="in" filter="fade">
                                      <p:cBhvr>
                                        <p:cTn id="82" dur="500"/>
                                        <p:tgtEl>
                                          <p:spTgt spid="7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fade">
                                      <p:cBhvr>
                                        <p:cTn id="85" dur="500"/>
                                        <p:tgtEl>
                                          <p:spTgt spid="8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85"/>
                                        </p:tgtEl>
                                        <p:attrNameLst>
                                          <p:attrName>style.visibility</p:attrName>
                                        </p:attrNameLst>
                                      </p:cBhvr>
                                      <p:to>
                                        <p:strVal val="visible"/>
                                      </p:to>
                                    </p:set>
                                    <p:animEffect transition="in" filter="fade">
                                      <p:cBhvr>
                                        <p:cTn id="88" dur="500"/>
                                        <p:tgtEl>
                                          <p:spTgt spid="8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6"/>
                                        </p:tgtEl>
                                        <p:attrNameLst>
                                          <p:attrName>style.visibility</p:attrName>
                                        </p:attrNameLst>
                                      </p:cBhvr>
                                      <p:to>
                                        <p:strVal val="visible"/>
                                      </p:to>
                                    </p:set>
                                    <p:animEffect transition="in" filter="fade">
                                      <p:cBhvr>
                                        <p:cTn id="91" dur="500"/>
                                        <p:tgtEl>
                                          <p:spTgt spid="86"/>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92"/>
                                        </p:tgtEl>
                                        <p:attrNameLst>
                                          <p:attrName>style.visibility</p:attrName>
                                        </p:attrNameLst>
                                      </p:cBhvr>
                                      <p:to>
                                        <p:strVal val="visible"/>
                                      </p:to>
                                    </p:set>
                                    <p:animEffect transition="in" filter="fade">
                                      <p:cBhvr>
                                        <p:cTn id="94" dur="500"/>
                                        <p:tgtEl>
                                          <p:spTgt spid="9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93"/>
                                        </p:tgtEl>
                                        <p:attrNameLst>
                                          <p:attrName>style.visibility</p:attrName>
                                        </p:attrNameLst>
                                      </p:cBhvr>
                                      <p:to>
                                        <p:strVal val="visible"/>
                                      </p:to>
                                    </p:set>
                                    <p:animEffect transition="in" filter="fade">
                                      <p:cBhvr>
                                        <p:cTn id="97" dur="500"/>
                                        <p:tgtEl>
                                          <p:spTgt spid="9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94"/>
                                        </p:tgtEl>
                                        <p:attrNameLst>
                                          <p:attrName>style.visibility</p:attrName>
                                        </p:attrNameLst>
                                      </p:cBhvr>
                                      <p:to>
                                        <p:strVal val="visible"/>
                                      </p:to>
                                    </p:set>
                                    <p:animEffect transition="in" filter="fade">
                                      <p:cBhvr>
                                        <p:cTn id="100" dur="500"/>
                                        <p:tgtEl>
                                          <p:spTgt spid="9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0"/>
                                        </p:tgtEl>
                                        <p:attrNameLst>
                                          <p:attrName>style.visibility</p:attrName>
                                        </p:attrNameLst>
                                      </p:cBhvr>
                                      <p:to>
                                        <p:strVal val="visible"/>
                                      </p:to>
                                    </p:set>
                                    <p:animEffect transition="in" filter="fade">
                                      <p:cBhvr>
                                        <p:cTn id="103" dur="500"/>
                                        <p:tgtEl>
                                          <p:spTgt spid="10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01"/>
                                        </p:tgtEl>
                                        <p:attrNameLst>
                                          <p:attrName>style.visibility</p:attrName>
                                        </p:attrNameLst>
                                      </p:cBhvr>
                                      <p:to>
                                        <p:strVal val="visible"/>
                                      </p:to>
                                    </p:set>
                                    <p:animEffect transition="in" filter="fade">
                                      <p:cBhvr>
                                        <p:cTn id="106" dur="500"/>
                                        <p:tgtEl>
                                          <p:spTgt spid="10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02"/>
                                        </p:tgtEl>
                                        <p:attrNameLst>
                                          <p:attrName>style.visibility</p:attrName>
                                        </p:attrNameLst>
                                      </p:cBhvr>
                                      <p:to>
                                        <p:strVal val="visible"/>
                                      </p:to>
                                    </p:set>
                                    <p:animEffect transition="in" filter="fade">
                                      <p:cBhvr>
                                        <p:cTn id="109" dur="500"/>
                                        <p:tgtEl>
                                          <p:spTgt spid="10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29"/>
                                        </p:tgtEl>
                                        <p:attrNameLst>
                                          <p:attrName>style.visibility</p:attrName>
                                        </p:attrNameLst>
                                      </p:cBhvr>
                                      <p:to>
                                        <p:strVal val="visible"/>
                                      </p:to>
                                    </p:set>
                                    <p:animEffect transition="in" filter="fade">
                                      <p:cBhvr>
                                        <p:cTn id="112" dur="500"/>
                                        <p:tgtEl>
                                          <p:spTgt spid="12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30"/>
                                        </p:tgtEl>
                                        <p:attrNameLst>
                                          <p:attrName>style.visibility</p:attrName>
                                        </p:attrNameLst>
                                      </p:cBhvr>
                                      <p:to>
                                        <p:strVal val="visible"/>
                                      </p:to>
                                    </p:set>
                                    <p:animEffect transition="in" filter="fade">
                                      <p:cBhvr>
                                        <p:cTn id="115" dur="500"/>
                                        <p:tgtEl>
                                          <p:spTgt spid="13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31"/>
                                        </p:tgtEl>
                                        <p:attrNameLst>
                                          <p:attrName>style.visibility</p:attrName>
                                        </p:attrNameLst>
                                      </p:cBhvr>
                                      <p:to>
                                        <p:strVal val="visible"/>
                                      </p:to>
                                    </p:set>
                                    <p:animEffect transition="in" filter="fade">
                                      <p:cBhvr>
                                        <p:cTn id="118" dur="500"/>
                                        <p:tgtEl>
                                          <p:spTgt spid="13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32"/>
                                        </p:tgtEl>
                                        <p:attrNameLst>
                                          <p:attrName>style.visibility</p:attrName>
                                        </p:attrNameLst>
                                      </p:cBhvr>
                                      <p:to>
                                        <p:strVal val="visible"/>
                                      </p:to>
                                    </p:set>
                                    <p:animEffect transition="in" filter="fade">
                                      <p:cBhvr>
                                        <p:cTn id="121" dur="500"/>
                                        <p:tgtEl>
                                          <p:spTgt spid="13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33"/>
                                        </p:tgtEl>
                                        <p:attrNameLst>
                                          <p:attrName>style.visibility</p:attrName>
                                        </p:attrNameLst>
                                      </p:cBhvr>
                                      <p:to>
                                        <p:strVal val="visible"/>
                                      </p:to>
                                    </p:set>
                                    <p:animEffect transition="in" filter="fade">
                                      <p:cBhvr>
                                        <p:cTn id="124" dur="500"/>
                                        <p:tgtEl>
                                          <p:spTgt spid="13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34"/>
                                        </p:tgtEl>
                                        <p:attrNameLst>
                                          <p:attrName>style.visibility</p:attrName>
                                        </p:attrNameLst>
                                      </p:cBhvr>
                                      <p:to>
                                        <p:strVal val="visible"/>
                                      </p:to>
                                    </p:set>
                                    <p:animEffect transition="in" filter="fade">
                                      <p:cBhvr>
                                        <p:cTn id="127" dur="500"/>
                                        <p:tgtEl>
                                          <p:spTgt spid="134"/>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35"/>
                                        </p:tgtEl>
                                        <p:attrNameLst>
                                          <p:attrName>style.visibility</p:attrName>
                                        </p:attrNameLst>
                                      </p:cBhvr>
                                      <p:to>
                                        <p:strVal val="visible"/>
                                      </p:to>
                                    </p:set>
                                    <p:animEffect transition="in" filter="fade">
                                      <p:cBhvr>
                                        <p:cTn id="130" dur="500"/>
                                        <p:tgtEl>
                                          <p:spTgt spid="13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36"/>
                                        </p:tgtEl>
                                        <p:attrNameLst>
                                          <p:attrName>style.visibility</p:attrName>
                                        </p:attrNameLst>
                                      </p:cBhvr>
                                      <p:to>
                                        <p:strVal val="visible"/>
                                      </p:to>
                                    </p:set>
                                    <p:animEffect transition="in" filter="fade">
                                      <p:cBhvr>
                                        <p:cTn id="133" dur="500"/>
                                        <p:tgtEl>
                                          <p:spTgt spid="136"/>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37"/>
                                        </p:tgtEl>
                                        <p:attrNameLst>
                                          <p:attrName>style.visibility</p:attrName>
                                        </p:attrNameLst>
                                      </p:cBhvr>
                                      <p:to>
                                        <p:strVal val="visible"/>
                                      </p:to>
                                    </p:set>
                                    <p:animEffect transition="in" filter="fade">
                                      <p:cBhvr>
                                        <p:cTn id="136" dur="500"/>
                                        <p:tgtEl>
                                          <p:spTgt spid="13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148"/>
                                        </p:tgtEl>
                                        <p:attrNameLst>
                                          <p:attrName>style.visibility</p:attrName>
                                        </p:attrNameLst>
                                      </p:cBhvr>
                                      <p:to>
                                        <p:strVal val="visible"/>
                                      </p:to>
                                    </p:set>
                                    <p:animEffect transition="in" filter="fade">
                                      <p:cBhvr>
                                        <p:cTn id="139" dur="500"/>
                                        <p:tgtEl>
                                          <p:spTgt spid="14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49"/>
                                        </p:tgtEl>
                                        <p:attrNameLst>
                                          <p:attrName>style.visibility</p:attrName>
                                        </p:attrNameLst>
                                      </p:cBhvr>
                                      <p:to>
                                        <p:strVal val="visible"/>
                                      </p:to>
                                    </p:set>
                                    <p:animEffect transition="in" filter="fade">
                                      <p:cBhvr>
                                        <p:cTn id="142" dur="500"/>
                                        <p:tgtEl>
                                          <p:spTgt spid="14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150"/>
                                        </p:tgtEl>
                                        <p:attrNameLst>
                                          <p:attrName>style.visibility</p:attrName>
                                        </p:attrNameLst>
                                      </p:cBhvr>
                                      <p:to>
                                        <p:strVal val="visible"/>
                                      </p:to>
                                    </p:set>
                                    <p:animEffect transition="in" filter="fade">
                                      <p:cBhvr>
                                        <p:cTn id="145" dur="500"/>
                                        <p:tgtEl>
                                          <p:spTgt spid="15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51"/>
                                        </p:tgtEl>
                                        <p:attrNameLst>
                                          <p:attrName>style.visibility</p:attrName>
                                        </p:attrNameLst>
                                      </p:cBhvr>
                                      <p:to>
                                        <p:strVal val="visible"/>
                                      </p:to>
                                    </p:set>
                                    <p:animEffect transition="in" filter="fade">
                                      <p:cBhvr>
                                        <p:cTn id="148" dur="500"/>
                                        <p:tgtEl>
                                          <p:spTgt spid="15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152"/>
                                        </p:tgtEl>
                                        <p:attrNameLst>
                                          <p:attrName>style.visibility</p:attrName>
                                        </p:attrNameLst>
                                      </p:cBhvr>
                                      <p:to>
                                        <p:strVal val="visible"/>
                                      </p:to>
                                    </p:set>
                                    <p:animEffect transition="in" filter="fade">
                                      <p:cBhvr>
                                        <p:cTn id="151" dur="500"/>
                                        <p:tgtEl>
                                          <p:spTgt spid="152"/>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153"/>
                                        </p:tgtEl>
                                        <p:attrNameLst>
                                          <p:attrName>style.visibility</p:attrName>
                                        </p:attrNameLst>
                                      </p:cBhvr>
                                      <p:to>
                                        <p:strVal val="visible"/>
                                      </p:to>
                                    </p:set>
                                    <p:animEffect transition="in" filter="fade">
                                      <p:cBhvr>
                                        <p:cTn id="154" dur="500"/>
                                        <p:tgtEl>
                                          <p:spTgt spid="153"/>
                                        </p:tgtEl>
                                      </p:cBhvr>
                                    </p:animEffect>
                                  </p:childTnLst>
                                </p:cTn>
                              </p:par>
                              <p:par>
                                <p:cTn id="155" presetID="10" presetClass="entr" presetSubtype="0" fill="hold" nodeType="withEffect">
                                  <p:stCondLst>
                                    <p:cond delay="0"/>
                                  </p:stCondLst>
                                  <p:childTnLst>
                                    <p:set>
                                      <p:cBhvr>
                                        <p:cTn id="156" dur="1" fill="hold">
                                          <p:stCondLst>
                                            <p:cond delay="0"/>
                                          </p:stCondLst>
                                        </p:cTn>
                                        <p:tgtEl>
                                          <p:spTgt spid="154"/>
                                        </p:tgtEl>
                                        <p:attrNameLst>
                                          <p:attrName>style.visibility</p:attrName>
                                        </p:attrNameLst>
                                      </p:cBhvr>
                                      <p:to>
                                        <p:strVal val="visible"/>
                                      </p:to>
                                    </p:set>
                                    <p:animEffect transition="in" filter="fade">
                                      <p:cBhvr>
                                        <p:cTn id="157" dur="500"/>
                                        <p:tgtEl>
                                          <p:spTgt spid="154"/>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55"/>
                                        </p:tgtEl>
                                        <p:attrNameLst>
                                          <p:attrName>style.visibility</p:attrName>
                                        </p:attrNameLst>
                                      </p:cBhvr>
                                      <p:to>
                                        <p:strVal val="visible"/>
                                      </p:to>
                                    </p:set>
                                    <p:animEffect transition="in" filter="fade">
                                      <p:cBhvr>
                                        <p:cTn id="160" dur="500"/>
                                        <p:tgtEl>
                                          <p:spTgt spid="15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156"/>
                                        </p:tgtEl>
                                        <p:attrNameLst>
                                          <p:attrName>style.visibility</p:attrName>
                                        </p:attrNameLst>
                                      </p:cBhvr>
                                      <p:to>
                                        <p:strVal val="visible"/>
                                      </p:to>
                                    </p:set>
                                    <p:animEffect transition="in" filter="fade">
                                      <p:cBhvr>
                                        <p:cTn id="163"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0" grpId="0" animBg="1"/>
      <p:bldP spid="31" grpId="0" animBg="1"/>
      <p:bldP spid="32" grpId="0" animBg="1"/>
      <p:bldP spid="34" grpId="0" animBg="1"/>
      <p:bldP spid="35" grpId="0" animBg="1"/>
      <p:bldP spid="36" grpId="0" animBg="1"/>
      <p:bldP spid="76" grpId="0" animBg="1"/>
      <p:bldP spid="77" grpId="0" animBg="1"/>
      <p:bldP spid="78" grpId="0" animBg="1"/>
      <p:bldP spid="84" grpId="0" animBg="1"/>
      <p:bldP spid="85" grpId="0" animBg="1"/>
      <p:bldP spid="86" grpId="0" animBg="1"/>
      <p:bldP spid="92" grpId="0" animBg="1"/>
      <p:bldP spid="93" grpId="0" animBg="1"/>
      <p:bldP spid="94" grpId="0" animBg="1"/>
      <p:bldP spid="100" grpId="0" animBg="1"/>
      <p:bldP spid="101" grpId="0" animBg="1"/>
      <p:bldP spid="102" grpId="0" animBg="1"/>
      <p:bldP spid="108" grpId="0" animBg="1"/>
      <p:bldP spid="109" grpId="0" animBg="1"/>
      <p:bldP spid="110" grpId="0" animBg="1"/>
      <p:bldP spid="111" grpId="0" animBg="1"/>
      <p:bldP spid="112" grpId="0" animBg="1"/>
      <p:bldP spid="113" grpId="0" animBg="1"/>
      <p:bldP spid="118" grpId="0" animBg="1"/>
      <p:bldP spid="119" grpId="0" animBg="1"/>
      <p:bldP spid="120"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48" grpId="0" animBg="1"/>
      <p:bldP spid="149" grpId="0" animBg="1"/>
      <p:bldP spid="150" grpId="0" animBg="1"/>
      <p:bldP spid="151" grpId="0" animBg="1"/>
      <p:bldP spid="152" grpId="0" animBg="1"/>
      <p:bldP spid="153" grpId="0" animBg="1"/>
      <p:bldP spid="155" grpId="0" animBg="1"/>
      <p:bldP spid="15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A849-0785-D755-5C0F-B6B0B67D318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895B48-C800-61F7-8DD5-8900C481E501}"/>
              </a:ext>
            </a:extLst>
          </p:cNvPr>
          <p:cNvSpPr>
            <a:spLocks noGrp="1"/>
          </p:cNvSpPr>
          <p:nvPr>
            <p:ph type="title"/>
          </p:nvPr>
        </p:nvSpPr>
        <p:spPr/>
        <p:txBody>
          <a:bodyPr/>
          <a:lstStyle/>
          <a:p>
            <a:r>
              <a:rPr kumimoji="1" lang="en-US" altLang="ja-JP"/>
              <a:t>View </a:t>
            </a:r>
            <a:r>
              <a:rPr kumimoji="1" lang="ja-JP" altLang="en-US"/>
              <a:t>と </a:t>
            </a:r>
            <a:r>
              <a:rPr kumimoji="1" lang="en-US" altLang="ja-JP"/>
              <a:t>Controller</a:t>
            </a:r>
            <a:r>
              <a:rPr lang="ja-JP" altLang="en-US"/>
              <a:t> </a:t>
            </a:r>
            <a:r>
              <a:rPr kumimoji="1" lang="ja-JP" altLang="en-US"/>
              <a:t>と </a:t>
            </a:r>
            <a:r>
              <a:rPr kumimoji="1" lang="en-US" altLang="ja-JP"/>
              <a:t>Service </a:t>
            </a:r>
            <a:r>
              <a:rPr kumimoji="1" lang="ja-JP" altLang="en-US"/>
              <a:t>と </a:t>
            </a:r>
            <a:r>
              <a:rPr kumimoji="1" lang="en-US" altLang="ja-JP"/>
              <a:t>Repository</a:t>
            </a:r>
            <a:endParaRPr kumimoji="1" lang="ja-JP" altLang="en-US"/>
          </a:p>
        </p:txBody>
      </p:sp>
      <p:graphicFrame>
        <p:nvGraphicFramePr>
          <p:cNvPr id="4" name="表 3">
            <a:extLst>
              <a:ext uri="{FF2B5EF4-FFF2-40B4-BE49-F238E27FC236}">
                <a16:creationId xmlns:a16="http://schemas.microsoft.com/office/drawing/2014/main" id="{C612346F-3CD2-763F-CF5C-F686C42162CA}"/>
              </a:ext>
            </a:extLst>
          </p:cNvPr>
          <p:cNvGraphicFramePr>
            <a:graphicFrameLocks noGrp="1"/>
          </p:cNvGraphicFramePr>
          <p:nvPr>
            <p:extLst>
              <p:ext uri="{D42A27DB-BD31-4B8C-83A1-F6EECF244321}">
                <p14:modId xmlns:p14="http://schemas.microsoft.com/office/powerpoint/2010/main" val="600577548"/>
              </p:ext>
            </p:extLst>
          </p:nvPr>
        </p:nvGraphicFramePr>
        <p:xfrm>
          <a:off x="379217" y="2764001"/>
          <a:ext cx="11448000" cy="3634676"/>
        </p:xfrm>
        <a:graphic>
          <a:graphicData uri="http://schemas.openxmlformats.org/drawingml/2006/table">
            <a:tbl>
              <a:tblPr firstRow="1" bandRow="1">
                <a:tableStyleId>{5C22544A-7EE6-4342-B048-85BDC9FD1C3A}</a:tableStyleId>
              </a:tblPr>
              <a:tblGrid>
                <a:gridCol w="1532062">
                  <a:extLst>
                    <a:ext uri="{9D8B030D-6E8A-4147-A177-3AD203B41FA5}">
                      <a16:colId xmlns:a16="http://schemas.microsoft.com/office/drawing/2014/main" val="675374943"/>
                    </a:ext>
                  </a:extLst>
                </a:gridCol>
                <a:gridCol w="4880032">
                  <a:extLst>
                    <a:ext uri="{9D8B030D-6E8A-4147-A177-3AD203B41FA5}">
                      <a16:colId xmlns:a16="http://schemas.microsoft.com/office/drawing/2014/main" val="3380740405"/>
                    </a:ext>
                  </a:extLst>
                </a:gridCol>
                <a:gridCol w="5035906">
                  <a:extLst>
                    <a:ext uri="{9D8B030D-6E8A-4147-A177-3AD203B41FA5}">
                      <a16:colId xmlns:a16="http://schemas.microsoft.com/office/drawing/2014/main" val="2574830226"/>
                    </a:ext>
                  </a:extLst>
                </a:gridCol>
              </a:tblGrid>
              <a:tr h="417799">
                <a:tc>
                  <a:txBody>
                    <a:bodyPr/>
                    <a:lstStyle/>
                    <a:p>
                      <a:endParaRPr kumimoji="1" lang="ja-JP" altLang="en-US" sz="1600">
                        <a:latin typeface="+mj-ea"/>
                        <a:ea typeface="+mj-ea"/>
                      </a:endParaRPr>
                    </a:p>
                  </a:txBody>
                  <a:tcPr/>
                </a:tc>
                <a:tc>
                  <a:txBody>
                    <a:bodyPr/>
                    <a:lstStyle/>
                    <a:p>
                      <a:r>
                        <a:rPr kumimoji="1" lang="ja-JP" altLang="en-US" sz="1600">
                          <a:latin typeface="+mj-ea"/>
                          <a:ea typeface="+mj-ea"/>
                        </a:rPr>
                        <a:t>役割</a:t>
                      </a:r>
                    </a:p>
                  </a:txBody>
                  <a:tcPr/>
                </a:tc>
                <a:tc>
                  <a:txBody>
                    <a:bodyPr/>
                    <a:lstStyle/>
                    <a:p>
                      <a:r>
                        <a:rPr kumimoji="1" lang="ja-JP" altLang="en-US" sz="1600">
                          <a:latin typeface="+mj-ea"/>
                          <a:ea typeface="+mj-ea"/>
                        </a:rPr>
                        <a:t>具体例：住民票異動の申請</a:t>
                      </a:r>
                    </a:p>
                  </a:txBody>
                  <a:tcPr/>
                </a:tc>
                <a:extLst>
                  <a:ext uri="{0D108BD9-81ED-4DB2-BD59-A6C34878D82A}">
                    <a16:rowId xmlns:a16="http://schemas.microsoft.com/office/drawing/2014/main" val="857850126"/>
                  </a:ext>
                </a:extLst>
              </a:tr>
              <a:tr h="501923">
                <a:tc>
                  <a:txBody>
                    <a:bodyPr/>
                    <a:lstStyle/>
                    <a:p>
                      <a:r>
                        <a:rPr kumimoji="1" lang="en-US" altLang="ja-JP" sz="1600" b="1">
                          <a:latin typeface="+mj-ea"/>
                          <a:ea typeface="+mj-ea"/>
                        </a:rPr>
                        <a:t>View</a:t>
                      </a:r>
                      <a:endParaRPr kumimoji="1" lang="ja-JP" altLang="en-US" sz="1600" b="1">
                        <a:latin typeface="+mj-ea"/>
                        <a:ea typeface="+mj-ea"/>
                      </a:endParaRPr>
                    </a:p>
                  </a:txBody>
                  <a:tcPr anchor="ctr"/>
                </a:tc>
                <a:tc>
                  <a:txBody>
                    <a:bodyPr/>
                    <a:lstStyle/>
                    <a:p>
                      <a:r>
                        <a:rPr kumimoji="1" lang="ja-JP" altLang="en-US" sz="1600">
                          <a:latin typeface="+mj-ea"/>
                          <a:ea typeface="+mj-ea"/>
                        </a:rPr>
                        <a:t>クライアントに表示する画面を表現する</a:t>
                      </a:r>
                    </a:p>
                  </a:txBody>
                  <a:tcPr anchor="ctr"/>
                </a:tc>
                <a:tc>
                  <a:txBody>
                    <a:bodyPr/>
                    <a:lstStyle/>
                    <a:p>
                      <a:r>
                        <a:rPr kumimoji="1" lang="ja-JP" altLang="en-US" sz="1600">
                          <a:latin typeface="+mj-ea"/>
                          <a:ea typeface="+mj-ea"/>
                        </a:rPr>
                        <a:t>申請画面</a:t>
                      </a:r>
                    </a:p>
                  </a:txBody>
                  <a:tcPr anchor="ctr"/>
                </a:tc>
                <a:extLst>
                  <a:ext uri="{0D108BD9-81ED-4DB2-BD59-A6C34878D82A}">
                    <a16:rowId xmlns:a16="http://schemas.microsoft.com/office/drawing/2014/main" val="2893084329"/>
                  </a:ext>
                </a:extLst>
              </a:tr>
              <a:tr h="949234">
                <a:tc>
                  <a:txBody>
                    <a:bodyPr/>
                    <a:lstStyle/>
                    <a:p>
                      <a:r>
                        <a:rPr kumimoji="1" lang="en-US" altLang="ja-JP" sz="1600" b="1">
                          <a:latin typeface="+mj-ea"/>
                          <a:ea typeface="+mj-ea"/>
                        </a:rPr>
                        <a:t>Controller</a:t>
                      </a:r>
                      <a:endParaRPr kumimoji="1" lang="ja-JP" altLang="en-US" sz="1600" b="1">
                        <a:latin typeface="+mj-ea"/>
                        <a:ea typeface="+mj-ea"/>
                      </a:endParaRPr>
                    </a:p>
                  </a:txBody>
                  <a:tcPr anchor="ctr"/>
                </a:tc>
                <a:tc>
                  <a:txBody>
                    <a:bodyPr/>
                    <a:lstStyle/>
                    <a:p>
                      <a:r>
                        <a:rPr kumimoji="1" lang="ja-JP" altLang="en-US" sz="1600">
                          <a:latin typeface="+mj-ea"/>
                          <a:ea typeface="+mj-ea"/>
                        </a:rPr>
                        <a:t>クライアントからのリクエストを受け取り、</a:t>
                      </a:r>
                      <a:endParaRPr kumimoji="1" lang="en-US" altLang="ja-JP" sz="1600">
                        <a:latin typeface="+mj-ea"/>
                        <a:ea typeface="+mj-ea"/>
                      </a:endParaRPr>
                    </a:p>
                    <a:p>
                      <a:r>
                        <a:rPr kumimoji="1" lang="ja-JP" altLang="en-US" sz="1600">
                          <a:latin typeface="+mj-ea"/>
                          <a:ea typeface="+mj-ea"/>
                        </a:rPr>
                        <a:t>適切な</a:t>
                      </a:r>
                      <a:r>
                        <a:rPr kumimoji="1" lang="en-US" altLang="ja-JP" sz="1600">
                          <a:latin typeface="+mj-ea"/>
                          <a:ea typeface="+mj-ea"/>
                        </a:rPr>
                        <a:t>Service</a:t>
                      </a:r>
                      <a:r>
                        <a:rPr kumimoji="1" lang="ja-JP" altLang="en-US" sz="1600">
                          <a:latin typeface="+mj-ea"/>
                          <a:ea typeface="+mj-ea"/>
                        </a:rPr>
                        <a:t>を呼び出して、</a:t>
                      </a:r>
                      <a:endParaRPr kumimoji="1" lang="en-US" altLang="ja-JP" sz="1600">
                        <a:latin typeface="+mj-ea"/>
                        <a:ea typeface="+mj-ea"/>
                      </a:endParaRPr>
                    </a:p>
                    <a:p>
                      <a:r>
                        <a:rPr kumimoji="1" lang="ja-JP" altLang="en-US" sz="1600">
                          <a:latin typeface="+mj-ea"/>
                          <a:ea typeface="+mj-ea"/>
                        </a:rPr>
                        <a:t>クライアントにレスポンスを返す</a:t>
                      </a:r>
                      <a:endParaRPr kumimoji="1" lang="en-US" altLang="ja-JP" sz="1600">
                        <a:latin typeface="+mj-ea"/>
                        <a:ea typeface="+mj-ea"/>
                      </a:endParaRPr>
                    </a:p>
                  </a:txBody>
                  <a:tcPr anchor="ctr"/>
                </a:tc>
                <a:tc>
                  <a:txBody>
                    <a:bodyPr/>
                    <a:lstStyle/>
                    <a:p>
                      <a:r>
                        <a:rPr kumimoji="1" lang="ja-JP" altLang="en-US" sz="1600">
                          <a:latin typeface="+mj-ea"/>
                          <a:ea typeface="+mj-ea"/>
                        </a:rPr>
                        <a:t>申請するリクエストをクライアントから受け取り、住民異動登録を行う</a:t>
                      </a:r>
                      <a:r>
                        <a:rPr kumimoji="1" lang="en-US" altLang="ja-JP" sz="1600">
                          <a:latin typeface="+mj-ea"/>
                          <a:ea typeface="+mj-ea"/>
                        </a:rPr>
                        <a:t>Service</a:t>
                      </a:r>
                      <a:r>
                        <a:rPr kumimoji="1" lang="ja-JP" altLang="en-US" sz="1600">
                          <a:latin typeface="+mj-ea"/>
                          <a:ea typeface="+mj-ea"/>
                        </a:rPr>
                        <a:t>を呼び出す。</a:t>
                      </a:r>
                      <a:endParaRPr kumimoji="1" lang="en-US" altLang="ja-JP" sz="1600">
                        <a:latin typeface="+mj-ea"/>
                        <a:ea typeface="+mj-ea"/>
                      </a:endParaRPr>
                    </a:p>
                    <a:p>
                      <a:r>
                        <a:rPr kumimoji="1" lang="ja-JP" altLang="en-US" sz="1600">
                          <a:latin typeface="+mj-ea"/>
                          <a:ea typeface="+mj-ea"/>
                        </a:rPr>
                        <a:t>登録結果をクライアントに応答する。</a:t>
                      </a:r>
                    </a:p>
                  </a:txBody>
                  <a:tcPr anchor="ctr"/>
                </a:tc>
                <a:extLst>
                  <a:ext uri="{0D108BD9-81ED-4DB2-BD59-A6C34878D82A}">
                    <a16:rowId xmlns:a16="http://schemas.microsoft.com/office/drawing/2014/main" val="2199919850"/>
                  </a:ext>
                </a:extLst>
              </a:tr>
              <a:tr h="1025492">
                <a:tc>
                  <a:txBody>
                    <a:bodyPr/>
                    <a:lstStyle/>
                    <a:p>
                      <a:r>
                        <a:rPr kumimoji="1" lang="en-US" altLang="ja-JP" sz="1600" b="1">
                          <a:latin typeface="+mj-ea"/>
                          <a:ea typeface="+mj-ea"/>
                        </a:rPr>
                        <a:t>Service</a:t>
                      </a:r>
                      <a:endParaRPr kumimoji="1" lang="ja-JP" altLang="en-US" sz="1600" b="1">
                        <a:latin typeface="+mj-ea"/>
                        <a:ea typeface="+mj-ea"/>
                      </a:endParaRPr>
                    </a:p>
                  </a:txBody>
                  <a:tcPr anchor="ctr"/>
                </a:tc>
                <a:tc>
                  <a:txBody>
                    <a:bodyPr/>
                    <a:lstStyle/>
                    <a:p>
                      <a:r>
                        <a:rPr kumimoji="1" lang="ja-JP" altLang="en-US" sz="1600">
                          <a:latin typeface="+mj-ea"/>
                          <a:ea typeface="+mj-ea"/>
                        </a:rPr>
                        <a:t>アプリケーション特有の処理を行う。</a:t>
                      </a:r>
                      <a:endParaRPr kumimoji="1" lang="en-US" altLang="ja-JP" sz="1600">
                        <a:latin typeface="+mj-ea"/>
                        <a:ea typeface="+mj-ea"/>
                      </a:endParaRPr>
                    </a:p>
                    <a:p>
                      <a:r>
                        <a:rPr kumimoji="1" lang="ja-JP" altLang="en-US" sz="1600">
                          <a:latin typeface="+mj-ea"/>
                          <a:ea typeface="+mj-ea"/>
                        </a:rPr>
                        <a:t>処理の中で必要に応じて、他の共通</a:t>
                      </a:r>
                      <a:r>
                        <a:rPr kumimoji="1" lang="en-US" altLang="ja-JP" sz="1600">
                          <a:latin typeface="+mj-ea"/>
                          <a:ea typeface="+mj-ea"/>
                        </a:rPr>
                        <a:t>Service</a:t>
                      </a:r>
                      <a:r>
                        <a:rPr kumimoji="1" lang="ja-JP" altLang="en-US" sz="1600">
                          <a:latin typeface="+mj-ea"/>
                          <a:ea typeface="+mj-ea"/>
                        </a:rPr>
                        <a:t>や</a:t>
                      </a:r>
                      <a:r>
                        <a:rPr kumimoji="1" lang="en-US" altLang="ja-JP" sz="1600">
                          <a:latin typeface="+mj-ea"/>
                          <a:ea typeface="+mj-ea"/>
                        </a:rPr>
                        <a:t>Repository</a:t>
                      </a:r>
                      <a:r>
                        <a:rPr kumimoji="1" lang="ja-JP" altLang="en-US" sz="1600">
                          <a:latin typeface="+mj-ea"/>
                          <a:ea typeface="+mj-ea"/>
                        </a:rPr>
                        <a:t>を呼び出す。</a:t>
                      </a:r>
                      <a:endParaRPr kumimoji="1" lang="en-US" altLang="ja-JP" sz="1600">
                        <a:latin typeface="+mj-ea"/>
                        <a:ea typeface="+mj-ea"/>
                      </a:endParaRPr>
                    </a:p>
                  </a:txBody>
                  <a:tcPr anchor="ctr"/>
                </a:tc>
                <a:tc>
                  <a:txBody>
                    <a:bodyPr/>
                    <a:lstStyle/>
                    <a:p>
                      <a:r>
                        <a:rPr kumimoji="1" lang="ja-JP" altLang="en-US" sz="1600">
                          <a:latin typeface="+mj-ea"/>
                          <a:ea typeface="+mj-ea"/>
                        </a:rPr>
                        <a:t>住民異動するための処理（例：異動可能化のチェック）を行い、</a:t>
                      </a:r>
                      <a:r>
                        <a:rPr kumimoji="1" lang="en-US" altLang="ja-JP" sz="1600">
                          <a:latin typeface="+mj-ea"/>
                          <a:ea typeface="+mj-ea"/>
                        </a:rPr>
                        <a:t>Repository</a:t>
                      </a:r>
                      <a:r>
                        <a:rPr kumimoji="1" lang="ja-JP" altLang="en-US" sz="1600">
                          <a:latin typeface="+mj-ea"/>
                          <a:ea typeface="+mj-ea"/>
                        </a:rPr>
                        <a:t>を呼び出す。</a:t>
                      </a:r>
                    </a:p>
                    <a:p>
                      <a:r>
                        <a:rPr kumimoji="1" lang="ja-JP" altLang="en-US" sz="1600">
                          <a:latin typeface="+mj-ea"/>
                          <a:ea typeface="+mj-ea"/>
                        </a:rPr>
                        <a:t>処理結果を呼び出し元に応答する。</a:t>
                      </a:r>
                    </a:p>
                  </a:txBody>
                  <a:tcPr anchor="ctr"/>
                </a:tc>
                <a:extLst>
                  <a:ext uri="{0D108BD9-81ED-4DB2-BD59-A6C34878D82A}">
                    <a16:rowId xmlns:a16="http://schemas.microsoft.com/office/drawing/2014/main" val="2912564829"/>
                  </a:ext>
                </a:extLst>
              </a:tr>
              <a:tr h="740228">
                <a:tc>
                  <a:txBody>
                    <a:bodyPr/>
                    <a:lstStyle/>
                    <a:p>
                      <a:r>
                        <a:rPr kumimoji="1" lang="en-US" altLang="ja-JP" sz="1600" b="1">
                          <a:latin typeface="+mj-ea"/>
                          <a:ea typeface="+mj-ea"/>
                        </a:rPr>
                        <a:t>Repository</a:t>
                      </a:r>
                      <a:endParaRPr kumimoji="1" lang="ja-JP" altLang="en-US" sz="1600" b="1">
                        <a:latin typeface="+mj-ea"/>
                        <a:ea typeface="+mj-ea"/>
                      </a:endParaRPr>
                    </a:p>
                  </a:txBody>
                  <a:tcPr anchor="ctr"/>
                </a:tc>
                <a:tc>
                  <a:txBody>
                    <a:bodyPr/>
                    <a:lstStyle/>
                    <a:p>
                      <a:r>
                        <a:rPr kumimoji="1" lang="ja-JP" altLang="en-US" sz="1600">
                          <a:latin typeface="+mj-ea"/>
                          <a:ea typeface="+mj-ea"/>
                        </a:rPr>
                        <a:t>データベースに対してデータの登録・取得・更新・削除の</a:t>
                      </a:r>
                      <a:endParaRPr kumimoji="1" lang="en-US" altLang="ja-JP" sz="1600">
                        <a:latin typeface="+mj-ea"/>
                        <a:ea typeface="+mj-ea"/>
                      </a:endParaRPr>
                    </a:p>
                    <a:p>
                      <a:r>
                        <a:rPr kumimoji="1" lang="ja-JP" altLang="en-US" sz="1600">
                          <a:latin typeface="+mj-ea"/>
                          <a:ea typeface="+mj-ea"/>
                        </a:rPr>
                        <a:t>操作を行う</a:t>
                      </a:r>
                    </a:p>
                  </a:txBody>
                  <a:tcPr anchor="ctr"/>
                </a:tc>
                <a:tc>
                  <a:txBody>
                    <a:bodyPr/>
                    <a:lstStyle/>
                    <a:p>
                      <a:r>
                        <a:rPr kumimoji="1" lang="ja-JP" altLang="en-US" sz="1600">
                          <a:latin typeface="+mj-ea"/>
                          <a:ea typeface="+mj-ea"/>
                        </a:rPr>
                        <a:t>データベースに対して住民移動を登録する命令を発行する。</a:t>
                      </a:r>
                      <a:endParaRPr kumimoji="1" lang="en-US" altLang="ja-JP" sz="1600">
                        <a:latin typeface="+mj-ea"/>
                        <a:ea typeface="+mj-ea"/>
                      </a:endParaRPr>
                    </a:p>
                    <a:p>
                      <a:r>
                        <a:rPr kumimoji="1" lang="ja-JP" altLang="en-US" sz="1600">
                          <a:latin typeface="+mj-ea"/>
                          <a:ea typeface="+mj-ea"/>
                        </a:rPr>
                        <a:t>処理結果を呼び出し元に応答する。</a:t>
                      </a:r>
                    </a:p>
                  </a:txBody>
                  <a:tcPr anchor="ctr"/>
                </a:tc>
                <a:extLst>
                  <a:ext uri="{0D108BD9-81ED-4DB2-BD59-A6C34878D82A}">
                    <a16:rowId xmlns:a16="http://schemas.microsoft.com/office/drawing/2014/main" val="1930574790"/>
                  </a:ext>
                </a:extLst>
              </a:tr>
            </a:tbl>
          </a:graphicData>
        </a:graphic>
      </p:graphicFrame>
      <p:sp>
        <p:nvSpPr>
          <p:cNvPr id="6" name="正方形/長方形 5">
            <a:extLst>
              <a:ext uri="{FF2B5EF4-FFF2-40B4-BE49-F238E27FC236}">
                <a16:creationId xmlns:a16="http://schemas.microsoft.com/office/drawing/2014/main" id="{4BA76282-E3B0-A73A-C8FA-F44938BCECDA}"/>
              </a:ext>
            </a:extLst>
          </p:cNvPr>
          <p:cNvSpPr/>
          <p:nvPr/>
        </p:nvSpPr>
        <p:spPr>
          <a:xfrm>
            <a:off x="1329783" y="1835439"/>
            <a:ext cx="1061305" cy="555267"/>
          </a:xfrm>
          <a:prstGeom prst="rect">
            <a:avLst/>
          </a:prstGeom>
          <a:solidFill>
            <a:schemeClr val="bg1">
              <a:lumMod val="8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クライアント</a:t>
            </a:r>
          </a:p>
        </p:txBody>
      </p:sp>
      <p:sp>
        <p:nvSpPr>
          <p:cNvPr id="10" name="正方形/長方形 9">
            <a:extLst>
              <a:ext uri="{FF2B5EF4-FFF2-40B4-BE49-F238E27FC236}">
                <a16:creationId xmlns:a16="http://schemas.microsoft.com/office/drawing/2014/main" id="{157EEBE7-5816-807E-24CD-24D26CC51963}"/>
              </a:ext>
            </a:extLst>
          </p:cNvPr>
          <p:cNvSpPr/>
          <p:nvPr/>
        </p:nvSpPr>
        <p:spPr>
          <a:xfrm>
            <a:off x="10114048" y="1835435"/>
            <a:ext cx="1061305" cy="555267"/>
          </a:xfrm>
          <a:prstGeom prst="rect">
            <a:avLst/>
          </a:prstGeom>
          <a:solidFill>
            <a:schemeClr val="bg1">
              <a:lumMod val="8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データベース</a:t>
            </a:r>
          </a:p>
        </p:txBody>
      </p:sp>
      <p:cxnSp>
        <p:nvCxnSpPr>
          <p:cNvPr id="13" name="直線矢印コネクタ 12">
            <a:extLst>
              <a:ext uri="{FF2B5EF4-FFF2-40B4-BE49-F238E27FC236}">
                <a16:creationId xmlns:a16="http://schemas.microsoft.com/office/drawing/2014/main" id="{40D238FD-4ACF-029E-E4F0-E5872A9A5623}"/>
              </a:ext>
            </a:extLst>
          </p:cNvPr>
          <p:cNvCxnSpPr>
            <a:cxnSpLocks/>
          </p:cNvCxnSpPr>
          <p:nvPr/>
        </p:nvCxnSpPr>
        <p:spPr>
          <a:xfrm>
            <a:off x="5260172" y="1835200"/>
            <a:ext cx="598368"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直線矢印コネクタ 14">
            <a:extLst>
              <a:ext uri="{FF2B5EF4-FFF2-40B4-BE49-F238E27FC236}">
                <a16:creationId xmlns:a16="http://schemas.microsoft.com/office/drawing/2014/main" id="{05E36703-E7FC-BC6F-EF80-FE5D00EBFE52}"/>
              </a:ext>
            </a:extLst>
          </p:cNvPr>
          <p:cNvCxnSpPr>
            <a:cxnSpLocks/>
          </p:cNvCxnSpPr>
          <p:nvPr/>
        </p:nvCxnSpPr>
        <p:spPr>
          <a:xfrm>
            <a:off x="2445332" y="1983879"/>
            <a:ext cx="131080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80FD43B7-767D-38FD-46D2-71EC213919FF}"/>
              </a:ext>
            </a:extLst>
          </p:cNvPr>
          <p:cNvCxnSpPr>
            <a:cxnSpLocks/>
          </p:cNvCxnSpPr>
          <p:nvPr/>
        </p:nvCxnSpPr>
        <p:spPr>
          <a:xfrm>
            <a:off x="7332662" y="1886257"/>
            <a:ext cx="597129"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直線矢印コネクタ 17">
            <a:extLst>
              <a:ext uri="{FF2B5EF4-FFF2-40B4-BE49-F238E27FC236}">
                <a16:creationId xmlns:a16="http://schemas.microsoft.com/office/drawing/2014/main" id="{02831834-B87B-97E3-E6FF-549DC45517C0}"/>
              </a:ext>
            </a:extLst>
          </p:cNvPr>
          <p:cNvCxnSpPr>
            <a:cxnSpLocks/>
          </p:cNvCxnSpPr>
          <p:nvPr/>
        </p:nvCxnSpPr>
        <p:spPr>
          <a:xfrm flipH="1">
            <a:off x="9405153" y="2187041"/>
            <a:ext cx="597129"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吹き出し: 角を丸めた四角形 22">
            <a:extLst>
              <a:ext uri="{FF2B5EF4-FFF2-40B4-BE49-F238E27FC236}">
                <a16:creationId xmlns:a16="http://schemas.microsoft.com/office/drawing/2014/main" id="{02B610A3-EC77-613F-0874-6BB1172C53EA}"/>
              </a:ext>
            </a:extLst>
          </p:cNvPr>
          <p:cNvSpPr/>
          <p:nvPr/>
        </p:nvSpPr>
        <p:spPr>
          <a:xfrm>
            <a:off x="3807077" y="1285966"/>
            <a:ext cx="1508220" cy="393834"/>
          </a:xfrm>
          <a:prstGeom prst="wedgeRoundRectCallout">
            <a:avLst/>
          </a:prstGeom>
          <a:solidFill>
            <a:schemeClr val="bg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latin typeface="+mj-ea"/>
                <a:ea typeface="+mj-ea"/>
              </a:rPr>
              <a:t>リクエストの受付と応答</a:t>
            </a:r>
          </a:p>
        </p:txBody>
      </p:sp>
      <p:sp>
        <p:nvSpPr>
          <p:cNvPr id="24" name="吹き出し: 角を丸めた四角形 23">
            <a:extLst>
              <a:ext uri="{FF2B5EF4-FFF2-40B4-BE49-F238E27FC236}">
                <a16:creationId xmlns:a16="http://schemas.microsoft.com/office/drawing/2014/main" id="{7F6DD0B2-96C1-3FAE-62DC-809477AC4F39}"/>
              </a:ext>
            </a:extLst>
          </p:cNvPr>
          <p:cNvSpPr/>
          <p:nvPr/>
        </p:nvSpPr>
        <p:spPr>
          <a:xfrm>
            <a:off x="5858540" y="1285966"/>
            <a:ext cx="1347850" cy="393834"/>
          </a:xfrm>
          <a:prstGeom prst="wedgeRoundRectCallout">
            <a:avLst/>
          </a:prstGeom>
          <a:solidFill>
            <a:schemeClr val="bg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latin typeface="+mj-ea"/>
                <a:ea typeface="+mj-ea"/>
              </a:rPr>
              <a:t>アプリケーション</a:t>
            </a:r>
            <a:endParaRPr kumimoji="1" lang="en-US" altLang="ja-JP" sz="1200">
              <a:solidFill>
                <a:schemeClr val="tx1"/>
              </a:solidFill>
              <a:latin typeface="+mj-ea"/>
              <a:ea typeface="+mj-ea"/>
            </a:endParaRPr>
          </a:p>
          <a:p>
            <a:pPr algn="ctr"/>
            <a:r>
              <a:rPr kumimoji="1" lang="ja-JP" altLang="en-US" sz="1200">
                <a:solidFill>
                  <a:schemeClr val="tx1"/>
                </a:solidFill>
                <a:latin typeface="+mj-ea"/>
                <a:ea typeface="+mj-ea"/>
              </a:rPr>
              <a:t>特有の処理</a:t>
            </a:r>
          </a:p>
        </p:txBody>
      </p:sp>
      <p:sp>
        <p:nvSpPr>
          <p:cNvPr id="25" name="吹き出し: 角を丸めた四角形 24">
            <a:extLst>
              <a:ext uri="{FF2B5EF4-FFF2-40B4-BE49-F238E27FC236}">
                <a16:creationId xmlns:a16="http://schemas.microsoft.com/office/drawing/2014/main" id="{5292F1BE-B23F-E37D-77B0-8168339EAEBB}"/>
              </a:ext>
            </a:extLst>
          </p:cNvPr>
          <p:cNvSpPr/>
          <p:nvPr/>
        </p:nvSpPr>
        <p:spPr>
          <a:xfrm>
            <a:off x="7989168" y="1285966"/>
            <a:ext cx="1347850" cy="393834"/>
          </a:xfrm>
          <a:prstGeom prst="wedgeRoundRectCallout">
            <a:avLst/>
          </a:prstGeom>
          <a:solidFill>
            <a:schemeClr val="bg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latin typeface="+mj-ea"/>
                <a:ea typeface="+mj-ea"/>
              </a:rPr>
              <a:t>データの登録・取得・更新・削除</a:t>
            </a:r>
          </a:p>
        </p:txBody>
      </p:sp>
      <p:cxnSp>
        <p:nvCxnSpPr>
          <p:cNvPr id="39" name="直線矢印コネクタ 38">
            <a:extLst>
              <a:ext uri="{FF2B5EF4-FFF2-40B4-BE49-F238E27FC236}">
                <a16:creationId xmlns:a16="http://schemas.microsoft.com/office/drawing/2014/main" id="{34C8CF00-CBAD-0F1C-9F34-463FD8B74B31}"/>
              </a:ext>
            </a:extLst>
          </p:cNvPr>
          <p:cNvCxnSpPr>
            <a:cxnSpLocks/>
          </p:cNvCxnSpPr>
          <p:nvPr/>
        </p:nvCxnSpPr>
        <p:spPr>
          <a:xfrm>
            <a:off x="9405153" y="1983879"/>
            <a:ext cx="597129"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直線矢印コネクタ 41">
            <a:extLst>
              <a:ext uri="{FF2B5EF4-FFF2-40B4-BE49-F238E27FC236}">
                <a16:creationId xmlns:a16="http://schemas.microsoft.com/office/drawing/2014/main" id="{A6BC375B-3F59-0D5F-C9F3-3E64B25B3F5F}"/>
              </a:ext>
            </a:extLst>
          </p:cNvPr>
          <p:cNvCxnSpPr>
            <a:cxnSpLocks/>
          </p:cNvCxnSpPr>
          <p:nvPr/>
        </p:nvCxnSpPr>
        <p:spPr>
          <a:xfrm flipH="1">
            <a:off x="7332661" y="2287609"/>
            <a:ext cx="597129"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807418B0-04FF-FAB8-763C-53E1108F9E84}"/>
              </a:ext>
            </a:extLst>
          </p:cNvPr>
          <p:cNvCxnSpPr>
            <a:cxnSpLocks/>
          </p:cNvCxnSpPr>
          <p:nvPr/>
        </p:nvCxnSpPr>
        <p:spPr>
          <a:xfrm flipH="1">
            <a:off x="5260169" y="2337893"/>
            <a:ext cx="597129"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4" name="直線矢印コネクタ 43">
            <a:extLst>
              <a:ext uri="{FF2B5EF4-FFF2-40B4-BE49-F238E27FC236}">
                <a16:creationId xmlns:a16="http://schemas.microsoft.com/office/drawing/2014/main" id="{E880B09A-A8C5-6BA8-118F-FAC7A219D592}"/>
              </a:ext>
            </a:extLst>
          </p:cNvPr>
          <p:cNvCxnSpPr>
            <a:cxnSpLocks/>
          </p:cNvCxnSpPr>
          <p:nvPr/>
        </p:nvCxnSpPr>
        <p:spPr>
          <a:xfrm flipH="1">
            <a:off x="2445645" y="2187041"/>
            <a:ext cx="128000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フローチャート: 磁気ディスク 10">
            <a:extLst>
              <a:ext uri="{FF2B5EF4-FFF2-40B4-BE49-F238E27FC236}">
                <a16:creationId xmlns:a16="http://schemas.microsoft.com/office/drawing/2014/main" id="{607A8701-DF05-9991-A1F1-F122180D0125}"/>
              </a:ext>
            </a:extLst>
          </p:cNvPr>
          <p:cNvSpPr/>
          <p:nvPr/>
        </p:nvSpPr>
        <p:spPr>
          <a:xfrm>
            <a:off x="10956814" y="1491336"/>
            <a:ext cx="524523" cy="525471"/>
          </a:xfrm>
          <a:prstGeom prst="flowChartMagneticDisk">
            <a:avLst/>
          </a:prstGeom>
          <a:ln>
            <a:tailEnd type="none" w="lg" len="lg"/>
          </a:ln>
          <a:effectLst/>
        </p:spPr>
        <p:style>
          <a:lnRef idx="1">
            <a:schemeClr val="accent1"/>
          </a:lnRef>
          <a:fillRef idx="2">
            <a:schemeClr val="accent1"/>
          </a:fillRef>
          <a:effectRef idx="1">
            <a:schemeClr val="accent1"/>
          </a:effectRef>
          <a:fontRef idx="minor">
            <a:schemeClr val="dk1"/>
          </a:fontRef>
        </p:style>
        <p:txBody>
          <a:bodyPr lIns="24000" tIns="24000" rIns="24000" bIns="24000" rtlCol="0" anchor="ctr"/>
          <a:lstStyle/>
          <a:p>
            <a:pPr algn="ctr"/>
            <a:endParaRPr lang="ja-JP" altLang="en-US" sz="1333">
              <a:solidFill>
                <a:srgbClr val="0F0634"/>
              </a:solidFill>
            </a:endParaRPr>
          </a:p>
        </p:txBody>
      </p:sp>
      <p:pic>
        <p:nvPicPr>
          <p:cNvPr id="12" name="グラフィックス 11" descr="プログラマー男性 単色塗りつぶし">
            <a:extLst>
              <a:ext uri="{FF2B5EF4-FFF2-40B4-BE49-F238E27FC236}">
                <a16:creationId xmlns:a16="http://schemas.microsoft.com/office/drawing/2014/main" id="{09A5055F-0E7C-A4EC-0AB8-D08008E5CF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2109" y="1377689"/>
            <a:ext cx="752764" cy="752764"/>
          </a:xfrm>
          <a:prstGeom prst="rect">
            <a:avLst/>
          </a:prstGeom>
        </p:spPr>
      </p:pic>
      <p:sp>
        <p:nvSpPr>
          <p:cNvPr id="14" name="Shape 6">
            <a:extLst>
              <a:ext uri="{FF2B5EF4-FFF2-40B4-BE49-F238E27FC236}">
                <a16:creationId xmlns:a16="http://schemas.microsoft.com/office/drawing/2014/main" id="{B3485FE2-D200-FABF-07BA-9CDCA7BA7132}"/>
              </a:ext>
            </a:extLst>
          </p:cNvPr>
          <p:cNvSpPr/>
          <p:nvPr/>
        </p:nvSpPr>
        <p:spPr>
          <a:xfrm>
            <a:off x="2821447" y="1835439"/>
            <a:ext cx="618028" cy="510634"/>
          </a:xfrm>
          <a:prstGeom prst="rect">
            <a:avLst/>
          </a:prstGeom>
          <a:solidFill>
            <a:srgbClr val="3498DB"/>
          </a:solidFill>
          <a:ln/>
        </p:spPr>
        <p:txBody>
          <a:bodyPr/>
          <a:lstStyle/>
          <a:p>
            <a:endParaRPr lang="ja-JP" altLang="en-US" sz="2800">
              <a:latin typeface="+mj-ea"/>
              <a:ea typeface="+mj-ea"/>
            </a:endParaRPr>
          </a:p>
        </p:txBody>
      </p:sp>
      <p:sp>
        <p:nvSpPr>
          <p:cNvPr id="17" name="Text 7">
            <a:extLst>
              <a:ext uri="{FF2B5EF4-FFF2-40B4-BE49-F238E27FC236}">
                <a16:creationId xmlns:a16="http://schemas.microsoft.com/office/drawing/2014/main" id="{E9DAEF59-32ED-B22F-571D-21EE25411FA5}"/>
              </a:ext>
            </a:extLst>
          </p:cNvPr>
          <p:cNvSpPr/>
          <p:nvPr/>
        </p:nvSpPr>
        <p:spPr>
          <a:xfrm>
            <a:off x="2821447" y="1895684"/>
            <a:ext cx="618028" cy="390144"/>
          </a:xfrm>
          <a:prstGeom prst="rect">
            <a:avLst/>
          </a:prstGeom>
          <a:noFill/>
          <a:ln/>
        </p:spPr>
        <p:txBody>
          <a:bodyPr wrap="square" lIns="0" tIns="0" rIns="0" bIns="0" rtlCol="0" anchor="ctr"/>
          <a:lstStyle/>
          <a:p>
            <a:pPr algn="ctr"/>
            <a:r>
              <a:rPr lang="en-US" sz="1600" b="1">
                <a:solidFill>
                  <a:srgbClr val="FFFFFF"/>
                </a:solidFill>
                <a:latin typeface="+mj-ea"/>
                <a:ea typeface="+mj-ea"/>
                <a:cs typeface="Calibri" pitchFamily="34" charset="-120"/>
              </a:rPr>
              <a:t>View</a:t>
            </a:r>
            <a:endParaRPr lang="en-US" sz="1600">
              <a:latin typeface="+mj-ea"/>
              <a:ea typeface="+mj-ea"/>
            </a:endParaRPr>
          </a:p>
        </p:txBody>
      </p:sp>
      <p:sp>
        <p:nvSpPr>
          <p:cNvPr id="19" name="Shape 18">
            <a:extLst>
              <a:ext uri="{FF2B5EF4-FFF2-40B4-BE49-F238E27FC236}">
                <a16:creationId xmlns:a16="http://schemas.microsoft.com/office/drawing/2014/main" id="{050905B5-C3C6-AACE-36E2-4D0E489DC5BB}"/>
              </a:ext>
            </a:extLst>
          </p:cNvPr>
          <p:cNvSpPr/>
          <p:nvPr/>
        </p:nvSpPr>
        <p:spPr>
          <a:xfrm>
            <a:off x="3880141" y="1815869"/>
            <a:ext cx="1324797" cy="510634"/>
          </a:xfrm>
          <a:prstGeom prst="rect">
            <a:avLst/>
          </a:prstGeom>
          <a:solidFill>
            <a:srgbClr val="E67E22"/>
          </a:solidFill>
          <a:ln/>
        </p:spPr>
        <p:txBody>
          <a:bodyPr/>
          <a:lstStyle/>
          <a:p>
            <a:endParaRPr lang="ja-JP" altLang="en-US" sz="2800">
              <a:latin typeface="+mj-ea"/>
              <a:ea typeface="+mj-ea"/>
            </a:endParaRPr>
          </a:p>
        </p:txBody>
      </p:sp>
      <p:sp>
        <p:nvSpPr>
          <p:cNvPr id="20" name="Text 19">
            <a:extLst>
              <a:ext uri="{FF2B5EF4-FFF2-40B4-BE49-F238E27FC236}">
                <a16:creationId xmlns:a16="http://schemas.microsoft.com/office/drawing/2014/main" id="{5D73CA82-E4F8-D186-DB43-5929D77297B7}"/>
              </a:ext>
            </a:extLst>
          </p:cNvPr>
          <p:cNvSpPr/>
          <p:nvPr/>
        </p:nvSpPr>
        <p:spPr>
          <a:xfrm>
            <a:off x="3940359" y="1876114"/>
            <a:ext cx="1204361" cy="390144"/>
          </a:xfrm>
          <a:prstGeom prst="rect">
            <a:avLst/>
          </a:prstGeom>
          <a:noFill/>
          <a:ln/>
        </p:spPr>
        <p:txBody>
          <a:bodyPr wrap="square" lIns="0" tIns="0" rIns="0" bIns="0" rtlCol="0" anchor="ctr"/>
          <a:lstStyle/>
          <a:p>
            <a:pPr algn="ctr"/>
            <a:r>
              <a:rPr lang="en-US" sz="1600" b="1">
                <a:solidFill>
                  <a:srgbClr val="FFFFFF"/>
                </a:solidFill>
                <a:latin typeface="+mj-ea"/>
                <a:ea typeface="+mj-ea"/>
                <a:cs typeface="Calibri" pitchFamily="34" charset="-120"/>
              </a:rPr>
              <a:t>Controller</a:t>
            </a:r>
            <a:endParaRPr lang="en-US" sz="1600">
              <a:latin typeface="+mj-ea"/>
              <a:ea typeface="+mj-ea"/>
            </a:endParaRPr>
          </a:p>
        </p:txBody>
      </p:sp>
      <p:sp>
        <p:nvSpPr>
          <p:cNvPr id="21" name="Shape 30">
            <a:extLst>
              <a:ext uri="{FF2B5EF4-FFF2-40B4-BE49-F238E27FC236}">
                <a16:creationId xmlns:a16="http://schemas.microsoft.com/office/drawing/2014/main" id="{AE5CE6F8-4936-A598-6612-E3A1E7921286}"/>
              </a:ext>
            </a:extLst>
          </p:cNvPr>
          <p:cNvSpPr/>
          <p:nvPr/>
        </p:nvSpPr>
        <p:spPr>
          <a:xfrm>
            <a:off x="5950532" y="1820346"/>
            <a:ext cx="1324797" cy="510634"/>
          </a:xfrm>
          <a:prstGeom prst="rect">
            <a:avLst/>
          </a:prstGeom>
          <a:solidFill>
            <a:srgbClr val="27AE60"/>
          </a:solidFill>
          <a:ln/>
        </p:spPr>
        <p:txBody>
          <a:bodyPr/>
          <a:lstStyle/>
          <a:p>
            <a:endParaRPr lang="ja-JP" altLang="en-US" sz="2800">
              <a:latin typeface="+mj-ea"/>
              <a:ea typeface="+mj-ea"/>
            </a:endParaRPr>
          </a:p>
        </p:txBody>
      </p:sp>
      <p:sp>
        <p:nvSpPr>
          <p:cNvPr id="22" name="Text 31">
            <a:extLst>
              <a:ext uri="{FF2B5EF4-FFF2-40B4-BE49-F238E27FC236}">
                <a16:creationId xmlns:a16="http://schemas.microsoft.com/office/drawing/2014/main" id="{CBC81A5E-0913-4F93-40F5-B957D4E0003C}"/>
              </a:ext>
            </a:extLst>
          </p:cNvPr>
          <p:cNvSpPr/>
          <p:nvPr/>
        </p:nvSpPr>
        <p:spPr>
          <a:xfrm>
            <a:off x="6010750" y="1880591"/>
            <a:ext cx="1204361" cy="390144"/>
          </a:xfrm>
          <a:prstGeom prst="rect">
            <a:avLst/>
          </a:prstGeom>
          <a:noFill/>
          <a:ln/>
        </p:spPr>
        <p:txBody>
          <a:bodyPr wrap="square" lIns="0" tIns="0" rIns="0" bIns="0" rtlCol="0" anchor="ctr"/>
          <a:lstStyle/>
          <a:p>
            <a:pPr algn="ctr"/>
            <a:r>
              <a:rPr lang="en-US" sz="1600" b="1">
                <a:solidFill>
                  <a:srgbClr val="FFFFFF"/>
                </a:solidFill>
                <a:latin typeface="+mj-ea"/>
                <a:ea typeface="+mj-ea"/>
                <a:cs typeface="Calibri" pitchFamily="34" charset="-120"/>
              </a:rPr>
              <a:t>Service</a:t>
            </a:r>
            <a:endParaRPr lang="en-US" sz="1600">
              <a:latin typeface="+mj-ea"/>
              <a:ea typeface="+mj-ea"/>
            </a:endParaRPr>
          </a:p>
        </p:txBody>
      </p:sp>
      <p:sp>
        <p:nvSpPr>
          <p:cNvPr id="26" name="Shape 42">
            <a:extLst>
              <a:ext uri="{FF2B5EF4-FFF2-40B4-BE49-F238E27FC236}">
                <a16:creationId xmlns:a16="http://schemas.microsoft.com/office/drawing/2014/main" id="{86AAE899-78D5-6D81-C7C9-930A9281FB55}"/>
              </a:ext>
            </a:extLst>
          </p:cNvPr>
          <p:cNvSpPr/>
          <p:nvPr/>
        </p:nvSpPr>
        <p:spPr>
          <a:xfrm>
            <a:off x="8020923" y="1811638"/>
            <a:ext cx="1324797" cy="510634"/>
          </a:xfrm>
          <a:prstGeom prst="rect">
            <a:avLst/>
          </a:prstGeom>
          <a:solidFill>
            <a:srgbClr val="8E44AD"/>
          </a:solidFill>
          <a:ln/>
        </p:spPr>
        <p:txBody>
          <a:bodyPr/>
          <a:lstStyle/>
          <a:p>
            <a:endParaRPr lang="ja-JP" altLang="en-US" sz="2800">
              <a:latin typeface="+mj-ea"/>
              <a:ea typeface="+mj-ea"/>
            </a:endParaRPr>
          </a:p>
        </p:txBody>
      </p:sp>
      <p:sp>
        <p:nvSpPr>
          <p:cNvPr id="27" name="Text 43">
            <a:extLst>
              <a:ext uri="{FF2B5EF4-FFF2-40B4-BE49-F238E27FC236}">
                <a16:creationId xmlns:a16="http://schemas.microsoft.com/office/drawing/2014/main" id="{C7F3531C-B6E8-D69B-BFAD-1CD4BFBBE300}"/>
              </a:ext>
            </a:extLst>
          </p:cNvPr>
          <p:cNvSpPr/>
          <p:nvPr/>
        </p:nvSpPr>
        <p:spPr>
          <a:xfrm>
            <a:off x="8081141" y="1871883"/>
            <a:ext cx="1204361" cy="390144"/>
          </a:xfrm>
          <a:prstGeom prst="rect">
            <a:avLst/>
          </a:prstGeom>
          <a:noFill/>
          <a:ln/>
        </p:spPr>
        <p:txBody>
          <a:bodyPr wrap="square" lIns="0" tIns="0" rIns="0" bIns="0" rtlCol="0" anchor="ctr"/>
          <a:lstStyle/>
          <a:p>
            <a:pPr algn="ctr"/>
            <a:r>
              <a:rPr lang="en-US" sz="1600" b="1">
                <a:solidFill>
                  <a:srgbClr val="FFFFFF"/>
                </a:solidFill>
                <a:latin typeface="+mj-ea"/>
                <a:ea typeface="+mj-ea"/>
                <a:cs typeface="Calibri" pitchFamily="34" charset="-120"/>
              </a:rPr>
              <a:t>Repository</a:t>
            </a:r>
            <a:endParaRPr lang="en-US" sz="1600">
              <a:latin typeface="+mj-ea"/>
              <a:ea typeface="+mj-ea"/>
            </a:endParaRPr>
          </a:p>
        </p:txBody>
      </p:sp>
      <p:sp>
        <p:nvSpPr>
          <p:cNvPr id="28" name="吹き出し: 角を丸めた四角形 27">
            <a:extLst>
              <a:ext uri="{FF2B5EF4-FFF2-40B4-BE49-F238E27FC236}">
                <a16:creationId xmlns:a16="http://schemas.microsoft.com/office/drawing/2014/main" id="{41361CAC-39C1-E417-B630-C7C2CDBE09AF}"/>
              </a:ext>
            </a:extLst>
          </p:cNvPr>
          <p:cNvSpPr/>
          <p:nvPr/>
        </p:nvSpPr>
        <p:spPr>
          <a:xfrm>
            <a:off x="2523134" y="1285966"/>
            <a:ext cx="862560" cy="393834"/>
          </a:xfrm>
          <a:prstGeom prst="wedgeRoundRectCallout">
            <a:avLst>
              <a:gd name="adj1" fmla="val 21571"/>
              <a:gd name="adj2" fmla="val 71345"/>
              <a:gd name="adj3" fmla="val 16667"/>
            </a:avLst>
          </a:prstGeom>
          <a:solidFill>
            <a:schemeClr val="bg2">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latin typeface="+mj-ea"/>
                <a:ea typeface="+mj-ea"/>
              </a:rPr>
              <a:t>画面表示</a:t>
            </a:r>
          </a:p>
        </p:txBody>
      </p:sp>
    </p:spTree>
    <p:extLst>
      <p:ext uri="{BB962C8B-B14F-4D97-AF65-F5344CB8AC3E}">
        <p14:creationId xmlns:p14="http://schemas.microsoft.com/office/powerpoint/2010/main" val="1116895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15D63-EA56-14C0-A5FA-0CE3EC8658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7F2396-2510-BB1B-25C9-8BA44C3938D2}"/>
              </a:ext>
            </a:extLst>
          </p:cNvPr>
          <p:cNvSpPr>
            <a:spLocks noGrp="1"/>
          </p:cNvSpPr>
          <p:nvPr>
            <p:ph type="title"/>
          </p:nvPr>
        </p:nvSpPr>
        <p:spPr/>
        <p:txBody>
          <a:bodyPr/>
          <a:lstStyle/>
          <a:p>
            <a:r>
              <a:rPr kumimoji="1" lang="en-US" altLang="ja-JP"/>
              <a:t>N</a:t>
            </a:r>
            <a:r>
              <a:rPr kumimoji="1" lang="ja-JP" altLang="en-US"/>
              <a:t>レイヤーアーキテクチャ</a:t>
            </a:r>
          </a:p>
        </p:txBody>
      </p:sp>
      <p:sp>
        <p:nvSpPr>
          <p:cNvPr id="3" name="コンテンツ プレースホルダー 2">
            <a:extLst>
              <a:ext uri="{FF2B5EF4-FFF2-40B4-BE49-F238E27FC236}">
                <a16:creationId xmlns:a16="http://schemas.microsoft.com/office/drawing/2014/main" id="{9E2B4E7F-7951-B96C-032B-F1256FC1529E}"/>
              </a:ext>
            </a:extLst>
          </p:cNvPr>
          <p:cNvSpPr>
            <a:spLocks noGrp="1"/>
          </p:cNvSpPr>
          <p:nvPr>
            <p:ph sz="quarter" idx="10"/>
          </p:nvPr>
        </p:nvSpPr>
        <p:spPr>
          <a:xfrm>
            <a:off x="371474" y="1038386"/>
            <a:ext cx="11448000" cy="1166123"/>
          </a:xfrm>
        </p:spPr>
        <p:txBody>
          <a:bodyPr/>
          <a:lstStyle/>
          <a:p>
            <a:r>
              <a:rPr lang="ja-JP" altLang="en-US">
                <a:latin typeface="+mj-ea"/>
                <a:ea typeface="+mj-ea"/>
              </a:rPr>
              <a:t>各レイヤー間で受け渡すデータを総称して「</a:t>
            </a:r>
            <a:r>
              <a:rPr lang="en-US" altLang="ja-JP">
                <a:latin typeface="+mj-ea"/>
                <a:ea typeface="+mj-ea"/>
              </a:rPr>
              <a:t>Model</a:t>
            </a:r>
            <a:r>
              <a:rPr lang="ja-JP" altLang="en-US">
                <a:latin typeface="+mj-ea"/>
                <a:ea typeface="+mj-ea"/>
              </a:rPr>
              <a:t>」と呼ぶ。役割に応じて名前が変わる。</a:t>
            </a:r>
          </a:p>
        </p:txBody>
      </p:sp>
      <p:sp>
        <p:nvSpPr>
          <p:cNvPr id="76" name="Shape 6">
            <a:extLst>
              <a:ext uri="{FF2B5EF4-FFF2-40B4-BE49-F238E27FC236}">
                <a16:creationId xmlns:a16="http://schemas.microsoft.com/office/drawing/2014/main" id="{E84C2ECF-1246-BC2B-76A9-0A9C534C6387}"/>
              </a:ext>
            </a:extLst>
          </p:cNvPr>
          <p:cNvSpPr/>
          <p:nvPr/>
        </p:nvSpPr>
        <p:spPr>
          <a:xfrm>
            <a:off x="770706" y="2254271"/>
            <a:ext cx="2133600" cy="670560"/>
          </a:xfrm>
          <a:prstGeom prst="rect">
            <a:avLst/>
          </a:prstGeom>
          <a:solidFill>
            <a:srgbClr val="3498DB"/>
          </a:solidFill>
          <a:ln/>
        </p:spPr>
        <p:txBody>
          <a:bodyPr/>
          <a:lstStyle/>
          <a:p>
            <a:endParaRPr lang="ja-JP" altLang="en-US" sz="2800">
              <a:latin typeface="+mj-ea"/>
              <a:ea typeface="+mj-ea"/>
            </a:endParaRPr>
          </a:p>
        </p:txBody>
      </p:sp>
      <p:sp>
        <p:nvSpPr>
          <p:cNvPr id="77" name="Text 7">
            <a:extLst>
              <a:ext uri="{FF2B5EF4-FFF2-40B4-BE49-F238E27FC236}">
                <a16:creationId xmlns:a16="http://schemas.microsoft.com/office/drawing/2014/main" id="{E11C867C-51F8-98F2-A6C7-F8082071944B}"/>
              </a:ext>
            </a:extLst>
          </p:cNvPr>
          <p:cNvSpPr/>
          <p:nvPr/>
        </p:nvSpPr>
        <p:spPr>
          <a:xfrm>
            <a:off x="770706" y="2278655"/>
            <a:ext cx="2133600" cy="390144"/>
          </a:xfrm>
          <a:prstGeom prst="rect">
            <a:avLst/>
          </a:prstGeom>
          <a:noFill/>
          <a:ln/>
        </p:spPr>
        <p:txBody>
          <a:bodyPr wrap="square" lIns="0" tIns="0" rIns="0" bIns="0" rtlCol="0" anchor="ctr"/>
          <a:lstStyle/>
          <a:p>
            <a:pPr algn="ctr"/>
            <a:r>
              <a:rPr lang="en-US" sz="2000" b="1">
                <a:solidFill>
                  <a:srgbClr val="FFFFFF"/>
                </a:solidFill>
                <a:latin typeface="+mj-ea"/>
                <a:ea typeface="+mj-ea"/>
                <a:cs typeface="Calibri" pitchFamily="34" charset="-120"/>
              </a:rPr>
              <a:t>View</a:t>
            </a:r>
            <a:endParaRPr lang="en-US" sz="2000">
              <a:latin typeface="+mj-ea"/>
              <a:ea typeface="+mj-ea"/>
            </a:endParaRPr>
          </a:p>
        </p:txBody>
      </p:sp>
      <p:sp>
        <p:nvSpPr>
          <p:cNvPr id="78" name="Text 8">
            <a:extLst>
              <a:ext uri="{FF2B5EF4-FFF2-40B4-BE49-F238E27FC236}">
                <a16:creationId xmlns:a16="http://schemas.microsoft.com/office/drawing/2014/main" id="{BD72362D-0522-A31B-1EF5-F7F89F6B7BBB}"/>
              </a:ext>
            </a:extLst>
          </p:cNvPr>
          <p:cNvSpPr/>
          <p:nvPr/>
        </p:nvSpPr>
        <p:spPr>
          <a:xfrm>
            <a:off x="770706" y="2644415"/>
            <a:ext cx="2133600" cy="243840"/>
          </a:xfrm>
          <a:prstGeom prst="rect">
            <a:avLst/>
          </a:prstGeom>
          <a:noFill/>
          <a:ln/>
        </p:spPr>
        <p:txBody>
          <a:bodyPr wrap="square" lIns="0" tIns="0" rIns="0" bIns="0" rtlCol="0" anchor="ctr"/>
          <a:lstStyle/>
          <a:p>
            <a:pPr algn="ctr"/>
            <a:r>
              <a:rPr lang="en-US" sz="1200">
                <a:solidFill>
                  <a:srgbClr val="FFFFFF">
                    <a:alpha val="70000"/>
                  </a:srgbClr>
                </a:solidFill>
                <a:latin typeface="+mj-ea"/>
                <a:ea typeface="+mj-ea"/>
                <a:cs typeface="Calibri" pitchFamily="34" charset="-120"/>
              </a:rPr>
              <a:t>画面</a:t>
            </a:r>
            <a:endParaRPr lang="en-US" sz="1200">
              <a:latin typeface="+mj-ea"/>
              <a:ea typeface="+mj-ea"/>
            </a:endParaRPr>
          </a:p>
        </p:txBody>
      </p:sp>
      <p:sp>
        <p:nvSpPr>
          <p:cNvPr id="84" name="Shape 18">
            <a:extLst>
              <a:ext uri="{FF2B5EF4-FFF2-40B4-BE49-F238E27FC236}">
                <a16:creationId xmlns:a16="http://schemas.microsoft.com/office/drawing/2014/main" id="{3C076DB6-F3EC-4210-8506-1669C3EE96E4}"/>
              </a:ext>
            </a:extLst>
          </p:cNvPr>
          <p:cNvSpPr/>
          <p:nvPr/>
        </p:nvSpPr>
        <p:spPr>
          <a:xfrm>
            <a:off x="3574866" y="2254271"/>
            <a:ext cx="2133600" cy="670560"/>
          </a:xfrm>
          <a:prstGeom prst="rect">
            <a:avLst/>
          </a:prstGeom>
          <a:solidFill>
            <a:srgbClr val="E67E22"/>
          </a:solidFill>
          <a:ln/>
        </p:spPr>
        <p:txBody>
          <a:bodyPr/>
          <a:lstStyle/>
          <a:p>
            <a:endParaRPr lang="ja-JP" altLang="en-US" sz="2800">
              <a:latin typeface="+mj-ea"/>
              <a:ea typeface="+mj-ea"/>
            </a:endParaRPr>
          </a:p>
        </p:txBody>
      </p:sp>
      <p:sp>
        <p:nvSpPr>
          <p:cNvPr id="85" name="Text 19">
            <a:extLst>
              <a:ext uri="{FF2B5EF4-FFF2-40B4-BE49-F238E27FC236}">
                <a16:creationId xmlns:a16="http://schemas.microsoft.com/office/drawing/2014/main" id="{59AA471D-D953-9031-6836-DEDEC5066958}"/>
              </a:ext>
            </a:extLst>
          </p:cNvPr>
          <p:cNvSpPr/>
          <p:nvPr/>
        </p:nvSpPr>
        <p:spPr>
          <a:xfrm>
            <a:off x="3574866" y="2278655"/>
            <a:ext cx="2133600" cy="390144"/>
          </a:xfrm>
          <a:prstGeom prst="rect">
            <a:avLst/>
          </a:prstGeom>
          <a:noFill/>
          <a:ln/>
        </p:spPr>
        <p:txBody>
          <a:bodyPr wrap="square" lIns="0" tIns="0" rIns="0" bIns="0" rtlCol="0" anchor="ctr"/>
          <a:lstStyle/>
          <a:p>
            <a:pPr algn="ctr"/>
            <a:r>
              <a:rPr lang="en-US" sz="2000" b="1">
                <a:solidFill>
                  <a:srgbClr val="FFFFFF"/>
                </a:solidFill>
                <a:latin typeface="+mj-ea"/>
                <a:ea typeface="+mj-ea"/>
                <a:cs typeface="Calibri" pitchFamily="34" charset="-120"/>
              </a:rPr>
              <a:t>Controller</a:t>
            </a:r>
            <a:endParaRPr lang="en-US" sz="2000">
              <a:latin typeface="+mj-ea"/>
              <a:ea typeface="+mj-ea"/>
            </a:endParaRPr>
          </a:p>
        </p:txBody>
      </p:sp>
      <p:sp>
        <p:nvSpPr>
          <p:cNvPr id="86" name="Text 20">
            <a:extLst>
              <a:ext uri="{FF2B5EF4-FFF2-40B4-BE49-F238E27FC236}">
                <a16:creationId xmlns:a16="http://schemas.microsoft.com/office/drawing/2014/main" id="{80D1A498-3905-6FC3-8921-8AFDAB009AED}"/>
              </a:ext>
            </a:extLst>
          </p:cNvPr>
          <p:cNvSpPr/>
          <p:nvPr/>
        </p:nvSpPr>
        <p:spPr>
          <a:xfrm>
            <a:off x="3574866" y="2644415"/>
            <a:ext cx="2133600" cy="243840"/>
          </a:xfrm>
          <a:prstGeom prst="rect">
            <a:avLst/>
          </a:prstGeom>
          <a:noFill/>
          <a:ln/>
        </p:spPr>
        <p:txBody>
          <a:bodyPr wrap="square" lIns="0" tIns="0" rIns="0" bIns="0" rtlCol="0" anchor="ctr"/>
          <a:lstStyle/>
          <a:p>
            <a:pPr algn="ctr"/>
            <a:r>
              <a:rPr lang="en-US" sz="1200">
                <a:solidFill>
                  <a:srgbClr val="FFFFFF">
                    <a:alpha val="70000"/>
                  </a:srgbClr>
                </a:solidFill>
                <a:latin typeface="+mj-ea"/>
                <a:ea typeface="+mj-ea"/>
                <a:cs typeface="Calibri" pitchFamily="34" charset="-120"/>
              </a:rPr>
              <a:t>制御</a:t>
            </a:r>
            <a:endParaRPr lang="en-US" sz="1200">
              <a:latin typeface="+mj-ea"/>
              <a:ea typeface="+mj-ea"/>
            </a:endParaRPr>
          </a:p>
        </p:txBody>
      </p:sp>
      <p:sp>
        <p:nvSpPr>
          <p:cNvPr id="92" name="Shape 30">
            <a:extLst>
              <a:ext uri="{FF2B5EF4-FFF2-40B4-BE49-F238E27FC236}">
                <a16:creationId xmlns:a16="http://schemas.microsoft.com/office/drawing/2014/main" id="{F272AE5D-5B6A-13BD-9105-5156810D1244}"/>
              </a:ext>
            </a:extLst>
          </p:cNvPr>
          <p:cNvSpPr/>
          <p:nvPr/>
        </p:nvSpPr>
        <p:spPr>
          <a:xfrm>
            <a:off x="6379026" y="2254271"/>
            <a:ext cx="2133600" cy="670560"/>
          </a:xfrm>
          <a:prstGeom prst="rect">
            <a:avLst/>
          </a:prstGeom>
          <a:solidFill>
            <a:srgbClr val="27AE60"/>
          </a:solidFill>
          <a:ln/>
        </p:spPr>
        <p:txBody>
          <a:bodyPr/>
          <a:lstStyle/>
          <a:p>
            <a:endParaRPr lang="ja-JP" altLang="en-US" sz="2800">
              <a:latin typeface="+mj-ea"/>
              <a:ea typeface="+mj-ea"/>
            </a:endParaRPr>
          </a:p>
        </p:txBody>
      </p:sp>
      <p:sp>
        <p:nvSpPr>
          <p:cNvPr id="93" name="Text 31">
            <a:extLst>
              <a:ext uri="{FF2B5EF4-FFF2-40B4-BE49-F238E27FC236}">
                <a16:creationId xmlns:a16="http://schemas.microsoft.com/office/drawing/2014/main" id="{A69DC151-D694-0AE8-B647-51F1884CC802}"/>
              </a:ext>
            </a:extLst>
          </p:cNvPr>
          <p:cNvSpPr/>
          <p:nvPr/>
        </p:nvSpPr>
        <p:spPr>
          <a:xfrm>
            <a:off x="6379026" y="2278655"/>
            <a:ext cx="2133600" cy="390144"/>
          </a:xfrm>
          <a:prstGeom prst="rect">
            <a:avLst/>
          </a:prstGeom>
          <a:noFill/>
          <a:ln/>
        </p:spPr>
        <p:txBody>
          <a:bodyPr wrap="square" lIns="0" tIns="0" rIns="0" bIns="0" rtlCol="0" anchor="ctr"/>
          <a:lstStyle/>
          <a:p>
            <a:pPr algn="ctr"/>
            <a:r>
              <a:rPr lang="en-US" sz="2000" b="1">
                <a:solidFill>
                  <a:srgbClr val="FFFFFF"/>
                </a:solidFill>
                <a:latin typeface="+mj-ea"/>
                <a:ea typeface="+mj-ea"/>
                <a:cs typeface="Calibri" pitchFamily="34" charset="-120"/>
              </a:rPr>
              <a:t>Service</a:t>
            </a:r>
            <a:endParaRPr lang="en-US" sz="2000">
              <a:latin typeface="+mj-ea"/>
              <a:ea typeface="+mj-ea"/>
            </a:endParaRPr>
          </a:p>
        </p:txBody>
      </p:sp>
      <p:sp>
        <p:nvSpPr>
          <p:cNvPr id="94" name="Text 32">
            <a:extLst>
              <a:ext uri="{FF2B5EF4-FFF2-40B4-BE49-F238E27FC236}">
                <a16:creationId xmlns:a16="http://schemas.microsoft.com/office/drawing/2014/main" id="{E3727ED7-9D10-445E-8CBE-E34FB48D586D}"/>
              </a:ext>
            </a:extLst>
          </p:cNvPr>
          <p:cNvSpPr/>
          <p:nvPr/>
        </p:nvSpPr>
        <p:spPr>
          <a:xfrm>
            <a:off x="6379026" y="2644415"/>
            <a:ext cx="2133600" cy="243840"/>
          </a:xfrm>
          <a:prstGeom prst="rect">
            <a:avLst/>
          </a:prstGeom>
          <a:noFill/>
          <a:ln/>
        </p:spPr>
        <p:txBody>
          <a:bodyPr wrap="square" lIns="0" tIns="0" rIns="0" bIns="0" rtlCol="0" anchor="ctr"/>
          <a:lstStyle/>
          <a:p>
            <a:pPr algn="ctr"/>
            <a:r>
              <a:rPr lang="en-US" sz="1200">
                <a:solidFill>
                  <a:srgbClr val="FFFFFF">
                    <a:alpha val="70000"/>
                  </a:srgbClr>
                </a:solidFill>
                <a:latin typeface="+mj-ea"/>
                <a:ea typeface="+mj-ea"/>
                <a:cs typeface="Calibri" pitchFamily="34" charset="-120"/>
              </a:rPr>
              <a:t>業務処理</a:t>
            </a:r>
            <a:endParaRPr lang="en-US" sz="1200">
              <a:latin typeface="+mj-ea"/>
              <a:ea typeface="+mj-ea"/>
            </a:endParaRPr>
          </a:p>
        </p:txBody>
      </p:sp>
      <p:sp>
        <p:nvSpPr>
          <p:cNvPr id="100" name="Shape 42">
            <a:extLst>
              <a:ext uri="{FF2B5EF4-FFF2-40B4-BE49-F238E27FC236}">
                <a16:creationId xmlns:a16="http://schemas.microsoft.com/office/drawing/2014/main" id="{C4142F1B-8625-D569-8DBE-9492746FE55A}"/>
              </a:ext>
            </a:extLst>
          </p:cNvPr>
          <p:cNvSpPr/>
          <p:nvPr/>
        </p:nvSpPr>
        <p:spPr>
          <a:xfrm>
            <a:off x="9183186" y="2254271"/>
            <a:ext cx="2133600" cy="670560"/>
          </a:xfrm>
          <a:prstGeom prst="rect">
            <a:avLst/>
          </a:prstGeom>
          <a:solidFill>
            <a:srgbClr val="8E44AD"/>
          </a:solidFill>
          <a:ln/>
        </p:spPr>
        <p:txBody>
          <a:bodyPr/>
          <a:lstStyle/>
          <a:p>
            <a:endParaRPr lang="ja-JP" altLang="en-US" sz="2800">
              <a:latin typeface="+mj-ea"/>
              <a:ea typeface="+mj-ea"/>
            </a:endParaRPr>
          </a:p>
        </p:txBody>
      </p:sp>
      <p:sp>
        <p:nvSpPr>
          <p:cNvPr id="101" name="Text 43">
            <a:extLst>
              <a:ext uri="{FF2B5EF4-FFF2-40B4-BE49-F238E27FC236}">
                <a16:creationId xmlns:a16="http://schemas.microsoft.com/office/drawing/2014/main" id="{C8289B26-721E-32C2-C717-EE34D1267FE4}"/>
              </a:ext>
            </a:extLst>
          </p:cNvPr>
          <p:cNvSpPr/>
          <p:nvPr/>
        </p:nvSpPr>
        <p:spPr>
          <a:xfrm>
            <a:off x="9183186" y="2278655"/>
            <a:ext cx="2133600" cy="390144"/>
          </a:xfrm>
          <a:prstGeom prst="rect">
            <a:avLst/>
          </a:prstGeom>
          <a:noFill/>
          <a:ln/>
        </p:spPr>
        <p:txBody>
          <a:bodyPr wrap="square" lIns="0" tIns="0" rIns="0" bIns="0" rtlCol="0" anchor="ctr"/>
          <a:lstStyle/>
          <a:p>
            <a:pPr algn="ctr"/>
            <a:r>
              <a:rPr lang="en-US" sz="2000" b="1">
                <a:solidFill>
                  <a:srgbClr val="FFFFFF"/>
                </a:solidFill>
                <a:latin typeface="+mj-ea"/>
                <a:ea typeface="+mj-ea"/>
                <a:cs typeface="Calibri" pitchFamily="34" charset="-120"/>
              </a:rPr>
              <a:t>Repository</a:t>
            </a:r>
            <a:endParaRPr lang="en-US" sz="2000">
              <a:latin typeface="+mj-ea"/>
              <a:ea typeface="+mj-ea"/>
            </a:endParaRPr>
          </a:p>
        </p:txBody>
      </p:sp>
      <p:sp>
        <p:nvSpPr>
          <p:cNvPr id="102" name="Text 44">
            <a:extLst>
              <a:ext uri="{FF2B5EF4-FFF2-40B4-BE49-F238E27FC236}">
                <a16:creationId xmlns:a16="http://schemas.microsoft.com/office/drawing/2014/main" id="{212F979E-D1C4-6C7A-110A-A373B2281CBD}"/>
              </a:ext>
            </a:extLst>
          </p:cNvPr>
          <p:cNvSpPr/>
          <p:nvPr/>
        </p:nvSpPr>
        <p:spPr>
          <a:xfrm>
            <a:off x="9183186" y="2644415"/>
            <a:ext cx="2133600" cy="243840"/>
          </a:xfrm>
          <a:prstGeom prst="rect">
            <a:avLst/>
          </a:prstGeom>
          <a:noFill/>
          <a:ln/>
        </p:spPr>
        <p:txBody>
          <a:bodyPr wrap="square" lIns="0" tIns="0" rIns="0" bIns="0" rtlCol="0" anchor="ctr"/>
          <a:lstStyle/>
          <a:p>
            <a:pPr algn="ctr"/>
            <a:r>
              <a:rPr lang="en-US" sz="1200">
                <a:solidFill>
                  <a:srgbClr val="FFFFFF">
                    <a:alpha val="70000"/>
                  </a:srgbClr>
                </a:solidFill>
                <a:latin typeface="+mj-ea"/>
                <a:ea typeface="+mj-ea"/>
                <a:cs typeface="Calibri" pitchFamily="34" charset="-120"/>
              </a:rPr>
              <a:t>データ操作</a:t>
            </a:r>
            <a:endParaRPr lang="en-US" sz="1200">
              <a:latin typeface="+mj-ea"/>
              <a:ea typeface="+mj-ea"/>
            </a:endParaRPr>
          </a:p>
        </p:txBody>
      </p:sp>
      <p:sp>
        <p:nvSpPr>
          <p:cNvPr id="129" name="Shape 41">
            <a:extLst>
              <a:ext uri="{FF2B5EF4-FFF2-40B4-BE49-F238E27FC236}">
                <a16:creationId xmlns:a16="http://schemas.microsoft.com/office/drawing/2014/main" id="{3718D9D5-4AC0-7FF3-8300-2D8E31243B0E}"/>
              </a:ext>
            </a:extLst>
          </p:cNvPr>
          <p:cNvSpPr/>
          <p:nvPr/>
        </p:nvSpPr>
        <p:spPr>
          <a:xfrm>
            <a:off x="2853643" y="1965683"/>
            <a:ext cx="768097" cy="261259"/>
          </a:xfrm>
          <a:prstGeom prst="roundRect">
            <a:avLst/>
          </a:prstGeom>
          <a:solidFill>
            <a:srgbClr val="2980B9"/>
          </a:solidFill>
          <a:ln/>
        </p:spPr>
        <p:txBody>
          <a:bodyPr lIns="0" tIns="0" rIns="0" bIns="0" anchor="ctr"/>
          <a:lstStyle/>
          <a:p>
            <a:pPr algn="ctr"/>
            <a:r>
              <a:rPr lang="en-US" altLang="ja-JP" sz="1100" b="1">
                <a:solidFill>
                  <a:schemeClr val="bg1"/>
                </a:solidFill>
                <a:effectLst>
                  <a:outerShdw blurRad="38100" dist="38100" dir="2700000" algn="tl">
                    <a:srgbClr val="000000">
                      <a:alpha val="43137"/>
                    </a:srgbClr>
                  </a:outerShdw>
                </a:effectLst>
              </a:rPr>
              <a:t>Form</a:t>
            </a:r>
            <a:endParaRPr lang="ja-JP" altLang="en-US" sz="1100" b="1">
              <a:solidFill>
                <a:schemeClr val="bg1"/>
              </a:solidFill>
              <a:effectLst>
                <a:outerShdw blurRad="38100" dist="38100" dir="2700000" algn="tl">
                  <a:srgbClr val="000000">
                    <a:alpha val="43137"/>
                  </a:srgbClr>
                </a:outerShdw>
              </a:effectLst>
            </a:endParaRPr>
          </a:p>
        </p:txBody>
      </p:sp>
      <p:sp>
        <p:nvSpPr>
          <p:cNvPr id="130" name="Shape 41">
            <a:extLst>
              <a:ext uri="{FF2B5EF4-FFF2-40B4-BE49-F238E27FC236}">
                <a16:creationId xmlns:a16="http://schemas.microsoft.com/office/drawing/2014/main" id="{4CC337F3-5734-B6D5-85D7-B85EE58078D7}"/>
              </a:ext>
            </a:extLst>
          </p:cNvPr>
          <p:cNvSpPr/>
          <p:nvPr/>
        </p:nvSpPr>
        <p:spPr>
          <a:xfrm>
            <a:off x="5657803" y="2953103"/>
            <a:ext cx="768097" cy="261259"/>
          </a:xfrm>
          <a:prstGeom prst="roundRect">
            <a:avLst/>
          </a:prstGeom>
          <a:solidFill>
            <a:srgbClr val="27AE60"/>
          </a:solidFill>
          <a:ln/>
        </p:spPr>
        <p:txBody>
          <a:bodyPr lIns="0" tIns="0" rIns="0" bIns="0" anchor="ctr"/>
          <a:lstStyle/>
          <a:p>
            <a:pPr algn="ctr"/>
            <a:r>
              <a:rPr lang="en-US" altLang="ja-JP" sz="1100" b="1">
                <a:solidFill>
                  <a:schemeClr val="bg1"/>
                </a:solidFill>
                <a:effectLst>
                  <a:outerShdw blurRad="38100" dist="38100" dir="2700000" algn="tl">
                    <a:srgbClr val="000000">
                      <a:alpha val="43137"/>
                    </a:srgbClr>
                  </a:outerShdw>
                </a:effectLst>
              </a:rPr>
              <a:t>Model</a:t>
            </a:r>
            <a:endParaRPr lang="ja-JP" altLang="en-US" sz="1100" b="1">
              <a:solidFill>
                <a:schemeClr val="bg1"/>
              </a:solidFill>
              <a:effectLst>
                <a:outerShdw blurRad="38100" dist="38100" dir="2700000" algn="tl">
                  <a:srgbClr val="000000">
                    <a:alpha val="43137"/>
                  </a:srgbClr>
                </a:outerShdw>
              </a:effectLst>
            </a:endParaRPr>
          </a:p>
        </p:txBody>
      </p:sp>
      <p:sp>
        <p:nvSpPr>
          <p:cNvPr id="131" name="Shape 41">
            <a:extLst>
              <a:ext uri="{FF2B5EF4-FFF2-40B4-BE49-F238E27FC236}">
                <a16:creationId xmlns:a16="http://schemas.microsoft.com/office/drawing/2014/main" id="{A40A905C-4E28-0D61-946A-EA6B68D7142F}"/>
              </a:ext>
            </a:extLst>
          </p:cNvPr>
          <p:cNvSpPr/>
          <p:nvPr/>
        </p:nvSpPr>
        <p:spPr>
          <a:xfrm>
            <a:off x="8461963" y="2953103"/>
            <a:ext cx="768097" cy="261259"/>
          </a:xfrm>
          <a:prstGeom prst="roundRect">
            <a:avLst/>
          </a:prstGeom>
          <a:solidFill>
            <a:srgbClr val="9B59B6"/>
          </a:solidFill>
          <a:ln/>
        </p:spPr>
        <p:txBody>
          <a:bodyPr lIns="0" tIns="0" rIns="0" bIns="0" anchor="ctr"/>
          <a:lstStyle/>
          <a:p>
            <a:pPr algn="ctr"/>
            <a:r>
              <a:rPr lang="en-US" altLang="ja-JP" sz="1100" b="1">
                <a:solidFill>
                  <a:schemeClr val="bg1"/>
                </a:solidFill>
                <a:effectLst>
                  <a:outerShdw blurRad="38100" dist="38100" dir="2700000" algn="tl">
                    <a:srgbClr val="000000">
                      <a:alpha val="43137"/>
                    </a:srgbClr>
                  </a:outerShdw>
                </a:effectLst>
              </a:rPr>
              <a:t>Entity</a:t>
            </a:r>
            <a:endParaRPr lang="ja-JP" altLang="en-US" sz="1100" b="1">
              <a:solidFill>
                <a:schemeClr val="bg1"/>
              </a:solidFill>
              <a:effectLst>
                <a:outerShdw blurRad="38100" dist="38100" dir="2700000" algn="tl">
                  <a:srgbClr val="000000">
                    <a:alpha val="43137"/>
                  </a:srgbClr>
                </a:outerShdw>
              </a:effectLst>
            </a:endParaRPr>
          </a:p>
        </p:txBody>
      </p:sp>
      <p:sp>
        <p:nvSpPr>
          <p:cNvPr id="132" name="矢印: 右 131">
            <a:extLst>
              <a:ext uri="{FF2B5EF4-FFF2-40B4-BE49-F238E27FC236}">
                <a16:creationId xmlns:a16="http://schemas.microsoft.com/office/drawing/2014/main" id="{4C7210BB-898D-7DFA-4DD3-640E1F7BC841}"/>
              </a:ext>
            </a:extLst>
          </p:cNvPr>
          <p:cNvSpPr/>
          <p:nvPr/>
        </p:nvSpPr>
        <p:spPr>
          <a:xfrm>
            <a:off x="3070637" y="2310147"/>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3" name="矢印: 左右 132">
            <a:extLst>
              <a:ext uri="{FF2B5EF4-FFF2-40B4-BE49-F238E27FC236}">
                <a16:creationId xmlns:a16="http://schemas.microsoft.com/office/drawing/2014/main" id="{57A8F472-D59B-7666-22B2-BAF80B913AE8}"/>
              </a:ext>
            </a:extLst>
          </p:cNvPr>
          <p:cNvSpPr/>
          <p:nvPr/>
        </p:nvSpPr>
        <p:spPr>
          <a:xfrm>
            <a:off x="5874797" y="2563999"/>
            <a:ext cx="334108" cy="209599"/>
          </a:xfrm>
          <a:prstGeom prst="lef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4" name="矢印: 左右 133">
            <a:extLst>
              <a:ext uri="{FF2B5EF4-FFF2-40B4-BE49-F238E27FC236}">
                <a16:creationId xmlns:a16="http://schemas.microsoft.com/office/drawing/2014/main" id="{1D03BB81-2603-D596-4B97-550B8DDA72B0}"/>
              </a:ext>
            </a:extLst>
          </p:cNvPr>
          <p:cNvSpPr/>
          <p:nvPr/>
        </p:nvSpPr>
        <p:spPr>
          <a:xfrm>
            <a:off x="8678957" y="2563999"/>
            <a:ext cx="334108" cy="209599"/>
          </a:xfrm>
          <a:prstGeom prst="lef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5" name="矢印: 右 134">
            <a:extLst>
              <a:ext uri="{FF2B5EF4-FFF2-40B4-BE49-F238E27FC236}">
                <a16:creationId xmlns:a16="http://schemas.microsoft.com/office/drawing/2014/main" id="{FED748C8-1D6A-BBC0-B013-9F8663430249}"/>
              </a:ext>
            </a:extLst>
          </p:cNvPr>
          <p:cNvSpPr/>
          <p:nvPr/>
        </p:nvSpPr>
        <p:spPr>
          <a:xfrm flipH="1">
            <a:off x="3070637" y="2614720"/>
            <a:ext cx="334108" cy="209599"/>
          </a:xfrm>
          <a:prstGeom prst="rightArrow">
            <a:avLst/>
          </a:prstGeom>
          <a:solidFill>
            <a:schemeClr val="bg1">
              <a:lumMod val="75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graphicFrame>
        <p:nvGraphicFramePr>
          <p:cNvPr id="4" name="Table 0">
            <a:extLst>
              <a:ext uri="{FF2B5EF4-FFF2-40B4-BE49-F238E27FC236}">
                <a16:creationId xmlns:a16="http://schemas.microsoft.com/office/drawing/2014/main" id="{C3369FA9-1BBE-03E6-FFE1-8EC31E1E031E}"/>
              </a:ext>
            </a:extLst>
          </p:cNvPr>
          <p:cNvGraphicFramePr>
            <a:graphicFrameLocks noGrp="1"/>
          </p:cNvGraphicFramePr>
          <p:nvPr>
            <p:extLst>
              <p:ext uri="{D42A27DB-BD31-4B8C-83A1-F6EECF244321}">
                <p14:modId xmlns:p14="http://schemas.microsoft.com/office/powerpoint/2010/main" val="1375671441"/>
              </p:ext>
            </p:extLst>
          </p:nvPr>
        </p:nvGraphicFramePr>
        <p:xfrm>
          <a:off x="822959" y="3972783"/>
          <a:ext cx="10546081" cy="1986406"/>
        </p:xfrm>
        <a:graphic>
          <a:graphicData uri="http://schemas.openxmlformats.org/drawingml/2006/table">
            <a:tbl>
              <a:tblPr firstRow="1" bandRow="1">
                <a:tableStyleId>{5C22544A-7EE6-4342-B048-85BDC9FD1C3A}</a:tableStyleId>
              </a:tblPr>
              <a:tblGrid>
                <a:gridCol w="1601936">
                  <a:extLst>
                    <a:ext uri="{9D8B030D-6E8A-4147-A177-3AD203B41FA5}">
                      <a16:colId xmlns:a16="http://schemas.microsoft.com/office/drawing/2014/main" val="20000"/>
                    </a:ext>
                  </a:extLst>
                </a:gridCol>
                <a:gridCol w="2939585">
                  <a:extLst>
                    <a:ext uri="{9D8B030D-6E8A-4147-A177-3AD203B41FA5}">
                      <a16:colId xmlns:a16="http://schemas.microsoft.com/office/drawing/2014/main" val="20001"/>
                    </a:ext>
                  </a:extLst>
                </a:gridCol>
                <a:gridCol w="722811">
                  <a:extLst>
                    <a:ext uri="{9D8B030D-6E8A-4147-A177-3AD203B41FA5}">
                      <a16:colId xmlns:a16="http://schemas.microsoft.com/office/drawing/2014/main" val="20002"/>
                    </a:ext>
                  </a:extLst>
                </a:gridCol>
                <a:gridCol w="2878845">
                  <a:extLst>
                    <a:ext uri="{9D8B030D-6E8A-4147-A177-3AD203B41FA5}">
                      <a16:colId xmlns:a16="http://schemas.microsoft.com/office/drawing/2014/main" val="20003"/>
                    </a:ext>
                  </a:extLst>
                </a:gridCol>
                <a:gridCol w="2402904">
                  <a:extLst>
                    <a:ext uri="{9D8B030D-6E8A-4147-A177-3AD203B41FA5}">
                      <a16:colId xmlns:a16="http://schemas.microsoft.com/office/drawing/2014/main" val="20004"/>
                    </a:ext>
                  </a:extLst>
                </a:gridCol>
              </a:tblGrid>
              <a:tr h="212490">
                <a:tc>
                  <a:txBody>
                    <a:bodyPr/>
                    <a:lstStyle/>
                    <a:p>
                      <a:pPr marL="0" indent="0" algn="ctr">
                        <a:buNone/>
                      </a:pPr>
                      <a:r>
                        <a:rPr lang="en-US" sz="1600" b="1">
                          <a:solidFill>
                            <a:srgbClr val="FFFFFF"/>
                          </a:solidFill>
                          <a:latin typeface="+mj-ea"/>
                          <a:ea typeface="+mj-ea"/>
                        </a:rPr>
                        <a:t>Model名</a:t>
                      </a:r>
                      <a:endParaRPr lang="en-US" sz="1600">
                        <a:latin typeface="+mj-ea"/>
                        <a:ea typeface="+mj-ea"/>
                        <a:cs typeface="Calibri" charset="0"/>
                      </a:endParaRPr>
                    </a:p>
                  </a:txBody>
                  <a:tcPr marL="101600" marR="101600" marT="33867" marB="33867" anchor="ctr"/>
                </a:tc>
                <a:tc>
                  <a:txBody>
                    <a:bodyPr/>
                    <a:lstStyle/>
                    <a:p>
                      <a:pPr marL="0" indent="0" algn="ctr">
                        <a:buNone/>
                      </a:pPr>
                      <a:r>
                        <a:rPr lang="en-US" sz="1600" b="1">
                          <a:solidFill>
                            <a:srgbClr val="FFFFFF"/>
                          </a:solidFill>
                          <a:latin typeface="+mj-ea"/>
                          <a:ea typeface="+mj-ea"/>
                        </a:rPr>
                        <a:t>区間</a:t>
                      </a:r>
                      <a:endParaRPr lang="en-US" sz="1600">
                        <a:latin typeface="+mj-ea"/>
                        <a:ea typeface="+mj-ea"/>
                        <a:cs typeface="Calibri" charset="0"/>
                      </a:endParaRPr>
                    </a:p>
                  </a:txBody>
                  <a:tcPr marL="101600" marR="101600" marT="33867" marB="33867" anchor="ctr"/>
                </a:tc>
                <a:tc>
                  <a:txBody>
                    <a:bodyPr/>
                    <a:lstStyle/>
                    <a:p>
                      <a:pPr marL="0" indent="0" algn="ctr">
                        <a:buNone/>
                      </a:pPr>
                      <a:r>
                        <a:rPr lang="en-US" sz="1600" b="1">
                          <a:solidFill>
                            <a:srgbClr val="FFFFFF"/>
                          </a:solidFill>
                          <a:latin typeface="+mj-ea"/>
                          <a:ea typeface="+mj-ea"/>
                        </a:rPr>
                        <a:t>方向</a:t>
                      </a:r>
                      <a:endParaRPr lang="en-US" sz="1600">
                        <a:latin typeface="+mj-ea"/>
                        <a:ea typeface="+mj-ea"/>
                        <a:cs typeface="Calibri" charset="0"/>
                      </a:endParaRPr>
                    </a:p>
                  </a:txBody>
                  <a:tcPr marL="101600" marR="101600" marT="33867" marB="33867" anchor="ctr"/>
                </a:tc>
                <a:tc>
                  <a:txBody>
                    <a:bodyPr/>
                    <a:lstStyle/>
                    <a:p>
                      <a:pPr marL="0" indent="0" algn="ctr">
                        <a:buNone/>
                      </a:pPr>
                      <a:r>
                        <a:rPr lang="en-US" sz="1600" b="1">
                          <a:solidFill>
                            <a:srgbClr val="FFFFFF"/>
                          </a:solidFill>
                          <a:latin typeface="+mj-ea"/>
                          <a:ea typeface="+mj-ea"/>
                        </a:rPr>
                        <a:t>役所で例えると</a:t>
                      </a:r>
                      <a:endParaRPr lang="en-US" sz="1600">
                        <a:latin typeface="+mj-ea"/>
                        <a:ea typeface="+mj-ea"/>
                        <a:cs typeface="Calibri" charset="0"/>
                      </a:endParaRPr>
                    </a:p>
                  </a:txBody>
                  <a:tcPr marL="101600" marR="101600" marT="33867" marB="33867" anchor="ctr"/>
                </a:tc>
                <a:tc>
                  <a:txBody>
                    <a:bodyPr/>
                    <a:lstStyle/>
                    <a:p>
                      <a:pPr marL="0" indent="0" algn="ctr">
                        <a:buNone/>
                      </a:pPr>
                      <a:r>
                        <a:rPr lang="en-US" sz="1600" b="1">
                          <a:solidFill>
                            <a:srgbClr val="FFFFFF"/>
                          </a:solidFill>
                          <a:latin typeface="+mj-ea"/>
                          <a:ea typeface="+mj-ea"/>
                        </a:rPr>
                        <a:t>Java での例</a:t>
                      </a:r>
                      <a:endParaRPr lang="en-US" sz="1600">
                        <a:latin typeface="+mj-ea"/>
                        <a:ea typeface="+mj-ea"/>
                        <a:cs typeface="Calibri" charset="0"/>
                      </a:endParaRPr>
                    </a:p>
                  </a:txBody>
                  <a:tcPr marL="101600" marR="101600" marT="33867" marB="33867" anchor="ctr"/>
                </a:tc>
                <a:extLst>
                  <a:ext uri="{0D108BD9-81ED-4DB2-BD59-A6C34878D82A}">
                    <a16:rowId xmlns:a16="http://schemas.microsoft.com/office/drawing/2014/main" val="10000"/>
                  </a:ext>
                </a:extLst>
              </a:tr>
              <a:tr h="418708">
                <a:tc>
                  <a:txBody>
                    <a:bodyPr/>
                    <a:lstStyle/>
                    <a:p>
                      <a:pPr marL="0" indent="0" algn="ctr">
                        <a:buNone/>
                      </a:pPr>
                      <a:r>
                        <a:rPr lang="en-US" sz="1600" b="1">
                          <a:solidFill>
                            <a:srgbClr val="2980B9"/>
                          </a:solidFill>
                          <a:latin typeface="+mj-ea"/>
                          <a:ea typeface="+mj-ea"/>
                        </a:rPr>
                        <a:t>Form</a:t>
                      </a:r>
                      <a:r>
                        <a:rPr kumimoji="1" lang="en-US" altLang="ja-JP" sz="1100" b="0" kern="1200">
                          <a:solidFill>
                            <a:schemeClr val="tx1">
                              <a:lumMod val="50000"/>
                              <a:lumOff val="50000"/>
                            </a:schemeClr>
                          </a:solidFill>
                          <a:latin typeface="+mj-ea"/>
                          <a:ea typeface="+mn-ea"/>
                          <a:cs typeface="+mn-cs"/>
                        </a:rPr>
                        <a:t>(Model)</a:t>
                      </a:r>
                      <a:endParaRPr lang="en-US" sz="1600">
                        <a:latin typeface="+mj-ea"/>
                        <a:ea typeface="+mj-ea"/>
                        <a:cs typeface="Calibri" charset="0"/>
                      </a:endParaRPr>
                    </a:p>
                  </a:txBody>
                  <a:tcPr marL="101600" marR="101600" marT="33867" marB="33867" anchor="ctr"/>
                </a:tc>
                <a:tc>
                  <a:txBody>
                    <a:bodyPr/>
                    <a:lstStyle/>
                    <a:p>
                      <a:pPr marL="0" indent="0" algn="ctr">
                        <a:buNone/>
                      </a:pPr>
                      <a:r>
                        <a:rPr lang="en-US" sz="1600">
                          <a:solidFill>
                            <a:schemeClr val="tx1"/>
                          </a:solidFill>
                          <a:latin typeface="+mj-ea"/>
                          <a:ea typeface="+mj-ea"/>
                        </a:rPr>
                        <a:t>View → Controller</a:t>
                      </a:r>
                      <a:endParaRPr lang="en-US" sz="1600">
                        <a:solidFill>
                          <a:schemeClr val="tx1"/>
                        </a:solidFill>
                        <a:latin typeface="+mj-ea"/>
                        <a:ea typeface="+mj-ea"/>
                        <a:cs typeface="Calibri" charset="0"/>
                      </a:endParaRPr>
                    </a:p>
                  </a:txBody>
                  <a:tcPr marL="101600" marR="101600" marT="33867" marB="33867" anchor="ctr"/>
                </a:tc>
                <a:tc>
                  <a:txBody>
                    <a:bodyPr/>
                    <a:lstStyle/>
                    <a:p>
                      <a:pPr marL="0" indent="0" algn="ctr">
                        <a:buNone/>
                      </a:pPr>
                      <a:r>
                        <a:rPr lang="en-US" sz="1600">
                          <a:solidFill>
                            <a:schemeClr val="tx1"/>
                          </a:solidFill>
                          <a:latin typeface="+mj-ea"/>
                          <a:ea typeface="+mj-ea"/>
                        </a:rPr>
                        <a:t>→</a:t>
                      </a:r>
                      <a:endParaRPr lang="en-US" sz="1600">
                        <a:solidFill>
                          <a:schemeClr val="tx1"/>
                        </a:solidFill>
                        <a:latin typeface="+mj-ea"/>
                        <a:ea typeface="+mj-ea"/>
                        <a:cs typeface="Calibri" charset="0"/>
                      </a:endParaRPr>
                    </a:p>
                  </a:txBody>
                  <a:tcPr marL="101600" marR="101600" marT="33867" marB="33867" anchor="ctr"/>
                </a:tc>
                <a:tc>
                  <a:txBody>
                    <a:bodyPr/>
                    <a:lstStyle/>
                    <a:p>
                      <a:pPr marL="0" indent="0">
                        <a:buNone/>
                      </a:pPr>
                      <a:r>
                        <a:rPr lang="en-US" sz="1600">
                          <a:solidFill>
                            <a:schemeClr val="tx1"/>
                          </a:solidFill>
                          <a:latin typeface="+mj-ea"/>
                          <a:ea typeface="+mj-ea"/>
                        </a:rPr>
                        <a:t>記入済みの申請用紙</a:t>
                      </a:r>
                      <a:endParaRPr lang="en-US" sz="1600">
                        <a:solidFill>
                          <a:schemeClr val="tx1"/>
                        </a:solidFill>
                        <a:latin typeface="+mj-ea"/>
                        <a:ea typeface="+mj-ea"/>
                        <a:cs typeface="Calibri" charset="0"/>
                      </a:endParaRPr>
                    </a:p>
                  </a:txBody>
                  <a:tcPr marL="101600" marR="101600" marT="33867" marB="33867" anchor="ctr"/>
                </a:tc>
                <a:tc>
                  <a:txBody>
                    <a:bodyPr/>
                    <a:lstStyle/>
                    <a:p>
                      <a:pPr marL="0" indent="0">
                        <a:buNone/>
                      </a:pPr>
                      <a:r>
                        <a:rPr lang="en-US" sz="1600">
                          <a:solidFill>
                            <a:schemeClr val="tx1"/>
                          </a:solidFill>
                          <a:latin typeface="+mj-ea"/>
                          <a:ea typeface="+mj-ea"/>
                        </a:rPr>
                        <a:t>UserForm</a:t>
                      </a:r>
                      <a:endParaRPr lang="en-US" sz="1600">
                        <a:solidFill>
                          <a:schemeClr val="tx1"/>
                        </a:solidFill>
                        <a:latin typeface="+mj-ea"/>
                        <a:ea typeface="+mj-ea"/>
                        <a:cs typeface="Consolas" charset="0"/>
                      </a:endParaRPr>
                    </a:p>
                  </a:txBody>
                  <a:tcPr marL="101600" marR="101600" marT="33867" marB="33867" anchor="ctr"/>
                </a:tc>
                <a:extLst>
                  <a:ext uri="{0D108BD9-81ED-4DB2-BD59-A6C34878D82A}">
                    <a16:rowId xmlns:a16="http://schemas.microsoft.com/office/drawing/2014/main" val="10001"/>
                  </a:ext>
                </a:extLst>
              </a:tr>
              <a:tr h="418708">
                <a:tc>
                  <a:txBody>
                    <a:bodyPr/>
                    <a:lstStyle/>
                    <a:p>
                      <a:pPr marL="0" indent="0" algn="ctr">
                        <a:buNone/>
                      </a:pPr>
                      <a:r>
                        <a:rPr lang="en-US" sz="1600" b="1">
                          <a:solidFill>
                            <a:srgbClr val="1ABC9C"/>
                          </a:solidFill>
                          <a:latin typeface="+mj-ea"/>
                          <a:ea typeface="+mj-ea"/>
                        </a:rPr>
                        <a:t>ViewModel</a:t>
                      </a:r>
                      <a:endParaRPr lang="en-US" sz="1600">
                        <a:latin typeface="+mj-ea"/>
                        <a:ea typeface="+mj-ea"/>
                        <a:cs typeface="Calibri" charset="0"/>
                      </a:endParaRPr>
                    </a:p>
                  </a:txBody>
                  <a:tcPr marL="101600" marR="101600" marT="33867" marB="33867" anchor="ctr"/>
                </a:tc>
                <a:tc>
                  <a:txBody>
                    <a:bodyPr/>
                    <a:lstStyle/>
                    <a:p>
                      <a:pPr marL="0" indent="0" algn="ctr">
                        <a:buNone/>
                      </a:pPr>
                      <a:r>
                        <a:rPr lang="en-US" sz="1600">
                          <a:solidFill>
                            <a:schemeClr val="tx1"/>
                          </a:solidFill>
                          <a:latin typeface="+mj-ea"/>
                          <a:ea typeface="+mj-ea"/>
                        </a:rPr>
                        <a:t>Controller → View</a:t>
                      </a:r>
                      <a:endParaRPr lang="en-US" sz="1600">
                        <a:solidFill>
                          <a:schemeClr val="tx1"/>
                        </a:solidFill>
                        <a:latin typeface="+mj-ea"/>
                        <a:ea typeface="+mj-ea"/>
                        <a:cs typeface="Calibri" charset="0"/>
                      </a:endParaRPr>
                    </a:p>
                  </a:txBody>
                  <a:tcPr marL="101600" marR="101600" marT="33867" marB="33867" anchor="ctr"/>
                </a:tc>
                <a:tc>
                  <a:txBody>
                    <a:bodyPr/>
                    <a:lstStyle/>
                    <a:p>
                      <a:pPr marL="0" indent="0" algn="ctr">
                        <a:buNone/>
                      </a:pPr>
                      <a:r>
                        <a:rPr lang="en-US" sz="1600">
                          <a:solidFill>
                            <a:schemeClr val="tx1"/>
                          </a:solidFill>
                          <a:latin typeface="+mj-ea"/>
                          <a:ea typeface="+mj-ea"/>
                        </a:rPr>
                        <a:t>←</a:t>
                      </a:r>
                      <a:endParaRPr lang="en-US" sz="1600">
                        <a:solidFill>
                          <a:schemeClr val="tx1"/>
                        </a:solidFill>
                        <a:latin typeface="+mj-ea"/>
                        <a:ea typeface="+mj-ea"/>
                        <a:cs typeface="Calibri" charset="0"/>
                      </a:endParaRPr>
                    </a:p>
                  </a:txBody>
                  <a:tcPr marL="101600" marR="101600" marT="33867" marB="33867" anchor="ctr"/>
                </a:tc>
                <a:tc>
                  <a:txBody>
                    <a:bodyPr/>
                    <a:lstStyle/>
                    <a:p>
                      <a:pPr marL="0" indent="0">
                        <a:buNone/>
                      </a:pPr>
                      <a:r>
                        <a:rPr lang="en-US" sz="1600">
                          <a:solidFill>
                            <a:schemeClr val="tx1"/>
                          </a:solidFill>
                          <a:latin typeface="+mj-ea"/>
                          <a:ea typeface="+mj-ea"/>
                        </a:rPr>
                        <a:t>処理結果の通知書</a:t>
                      </a:r>
                      <a:endParaRPr lang="en-US" sz="1600">
                        <a:solidFill>
                          <a:schemeClr val="tx1"/>
                        </a:solidFill>
                        <a:latin typeface="+mj-ea"/>
                        <a:ea typeface="+mj-ea"/>
                        <a:cs typeface="Calibri" charset="0"/>
                      </a:endParaRPr>
                    </a:p>
                  </a:txBody>
                  <a:tcPr marL="101600" marR="101600" marT="33867" marB="33867" anchor="ctr"/>
                </a:tc>
                <a:tc>
                  <a:txBody>
                    <a:bodyPr/>
                    <a:lstStyle/>
                    <a:p>
                      <a:pPr marL="0" indent="0">
                        <a:buNone/>
                      </a:pPr>
                      <a:r>
                        <a:rPr lang="en-US" sz="1600">
                          <a:solidFill>
                            <a:schemeClr val="tx1"/>
                          </a:solidFill>
                          <a:latin typeface="+mj-ea"/>
                          <a:ea typeface="+mj-ea"/>
                        </a:rPr>
                        <a:t>UserViewModel</a:t>
                      </a:r>
                      <a:endParaRPr lang="en-US" sz="1600">
                        <a:solidFill>
                          <a:schemeClr val="tx1"/>
                        </a:solidFill>
                        <a:latin typeface="+mj-ea"/>
                        <a:ea typeface="+mj-ea"/>
                        <a:cs typeface="Consolas" charset="0"/>
                      </a:endParaRPr>
                    </a:p>
                  </a:txBody>
                  <a:tcPr marL="101600" marR="101600" marT="33867" marB="33867" anchor="ctr"/>
                </a:tc>
                <a:extLst>
                  <a:ext uri="{0D108BD9-81ED-4DB2-BD59-A6C34878D82A}">
                    <a16:rowId xmlns:a16="http://schemas.microsoft.com/office/drawing/2014/main" val="10002"/>
                  </a:ext>
                </a:extLst>
              </a:tr>
              <a:tr h="418708">
                <a:tc>
                  <a:txBody>
                    <a:bodyPr/>
                    <a:lstStyle/>
                    <a:p>
                      <a:pPr marL="0" indent="0" algn="ctr">
                        <a:buNone/>
                      </a:pPr>
                      <a:r>
                        <a:rPr lang="en-US" altLang="ja-JP" sz="1100" b="0">
                          <a:solidFill>
                            <a:schemeClr val="tx1">
                              <a:lumMod val="50000"/>
                              <a:lumOff val="50000"/>
                            </a:schemeClr>
                          </a:solidFill>
                          <a:latin typeface="+mj-ea"/>
                          <a:ea typeface="+mj-ea"/>
                        </a:rPr>
                        <a:t>(Service)</a:t>
                      </a:r>
                      <a:r>
                        <a:rPr lang="en-US" sz="1600" b="1">
                          <a:solidFill>
                            <a:srgbClr val="27AE60"/>
                          </a:solidFill>
                          <a:latin typeface="+mj-ea"/>
                          <a:ea typeface="+mj-ea"/>
                        </a:rPr>
                        <a:t>Model</a:t>
                      </a:r>
                      <a:endParaRPr lang="en-US" sz="1600">
                        <a:latin typeface="+mj-ea"/>
                        <a:ea typeface="+mj-ea"/>
                        <a:cs typeface="Calibri" charset="0"/>
                      </a:endParaRPr>
                    </a:p>
                  </a:txBody>
                  <a:tcPr marL="101600" marR="101600" marT="33867" marB="33867" anchor="ctr"/>
                </a:tc>
                <a:tc>
                  <a:txBody>
                    <a:bodyPr/>
                    <a:lstStyle/>
                    <a:p>
                      <a:pPr marL="0" indent="0" algn="ctr">
                        <a:buNone/>
                      </a:pPr>
                      <a:r>
                        <a:rPr lang="en-US" sz="1600">
                          <a:solidFill>
                            <a:schemeClr val="tx1"/>
                          </a:solidFill>
                          <a:latin typeface="+mj-ea"/>
                          <a:ea typeface="+mj-ea"/>
                        </a:rPr>
                        <a:t>Controller ↔ Service</a:t>
                      </a:r>
                      <a:endParaRPr lang="en-US" sz="1600">
                        <a:solidFill>
                          <a:schemeClr val="tx1"/>
                        </a:solidFill>
                        <a:latin typeface="+mj-ea"/>
                        <a:ea typeface="+mj-ea"/>
                        <a:cs typeface="Calibri" charset="0"/>
                      </a:endParaRPr>
                    </a:p>
                  </a:txBody>
                  <a:tcPr marL="101600" marR="101600" marT="33867" marB="33867" anchor="ctr"/>
                </a:tc>
                <a:tc>
                  <a:txBody>
                    <a:bodyPr/>
                    <a:lstStyle/>
                    <a:p>
                      <a:pPr marL="0" indent="0" algn="ctr">
                        <a:buNone/>
                      </a:pPr>
                      <a:r>
                        <a:rPr lang="en-US" sz="1600">
                          <a:solidFill>
                            <a:schemeClr val="tx1"/>
                          </a:solidFill>
                          <a:latin typeface="+mj-ea"/>
                          <a:ea typeface="+mj-ea"/>
                        </a:rPr>
                        <a:t>⇄</a:t>
                      </a:r>
                      <a:endParaRPr lang="en-US" sz="1600">
                        <a:solidFill>
                          <a:schemeClr val="tx1"/>
                        </a:solidFill>
                        <a:latin typeface="+mj-ea"/>
                        <a:ea typeface="+mj-ea"/>
                        <a:cs typeface="Calibri" charset="0"/>
                      </a:endParaRPr>
                    </a:p>
                  </a:txBody>
                  <a:tcPr marL="101600" marR="101600" marT="33867" marB="33867" anchor="ctr"/>
                </a:tc>
                <a:tc>
                  <a:txBody>
                    <a:bodyPr/>
                    <a:lstStyle/>
                    <a:p>
                      <a:pPr marL="0" indent="0">
                        <a:buNone/>
                      </a:pPr>
                      <a:r>
                        <a:rPr lang="en-US" sz="1600">
                          <a:solidFill>
                            <a:schemeClr val="tx1"/>
                          </a:solidFill>
                          <a:latin typeface="+mj-ea"/>
                          <a:ea typeface="+mj-ea"/>
                        </a:rPr>
                        <a:t>業務で扱う申請データ</a:t>
                      </a:r>
                      <a:endParaRPr lang="en-US" sz="1600">
                        <a:solidFill>
                          <a:schemeClr val="tx1"/>
                        </a:solidFill>
                        <a:latin typeface="+mj-ea"/>
                        <a:ea typeface="+mj-ea"/>
                        <a:cs typeface="Calibri" charset="0"/>
                      </a:endParaRPr>
                    </a:p>
                  </a:txBody>
                  <a:tcPr marL="101600" marR="101600" marT="33867" marB="33867" anchor="ctr"/>
                </a:tc>
                <a:tc>
                  <a:txBody>
                    <a:bodyPr/>
                    <a:lstStyle/>
                    <a:p>
                      <a:pPr marL="0" indent="0">
                        <a:buNone/>
                      </a:pPr>
                      <a:r>
                        <a:rPr lang="en-US" sz="1600">
                          <a:solidFill>
                            <a:schemeClr val="tx1"/>
                          </a:solidFill>
                          <a:latin typeface="+mj-ea"/>
                          <a:ea typeface="+mj-ea"/>
                        </a:rPr>
                        <a:t>User</a:t>
                      </a:r>
                      <a:endParaRPr lang="en-US" sz="1600">
                        <a:solidFill>
                          <a:schemeClr val="tx1"/>
                        </a:solidFill>
                        <a:latin typeface="+mj-ea"/>
                        <a:ea typeface="+mj-ea"/>
                        <a:cs typeface="Consolas" charset="0"/>
                      </a:endParaRPr>
                    </a:p>
                  </a:txBody>
                  <a:tcPr marL="101600" marR="101600" marT="33867" marB="33867" anchor="ctr"/>
                </a:tc>
                <a:extLst>
                  <a:ext uri="{0D108BD9-81ED-4DB2-BD59-A6C34878D82A}">
                    <a16:rowId xmlns:a16="http://schemas.microsoft.com/office/drawing/2014/main" val="10003"/>
                  </a:ext>
                </a:extLst>
              </a:tr>
              <a:tr h="418708">
                <a:tc>
                  <a:txBody>
                    <a:bodyPr/>
                    <a:lstStyle/>
                    <a:p>
                      <a:pPr marL="0" indent="0" algn="ctr">
                        <a:buNone/>
                      </a:pPr>
                      <a:r>
                        <a:rPr lang="en-US" sz="1600" b="1">
                          <a:solidFill>
                            <a:srgbClr val="9B59B6"/>
                          </a:solidFill>
                          <a:latin typeface="+mj-ea"/>
                          <a:ea typeface="+mj-ea"/>
                        </a:rPr>
                        <a:t>Entity</a:t>
                      </a:r>
                      <a:r>
                        <a:rPr kumimoji="1" lang="en-US" altLang="ja-JP" sz="1100" b="0" kern="1200">
                          <a:solidFill>
                            <a:schemeClr val="tx1">
                              <a:lumMod val="50000"/>
                              <a:lumOff val="50000"/>
                            </a:schemeClr>
                          </a:solidFill>
                          <a:latin typeface="+mj-ea"/>
                          <a:ea typeface="+mn-ea"/>
                          <a:cs typeface="+mn-cs"/>
                        </a:rPr>
                        <a:t>(Model)</a:t>
                      </a:r>
                      <a:endParaRPr lang="en-US" sz="1600">
                        <a:latin typeface="+mj-ea"/>
                        <a:ea typeface="+mj-ea"/>
                        <a:cs typeface="Calibri" charset="0"/>
                      </a:endParaRPr>
                    </a:p>
                  </a:txBody>
                  <a:tcPr marL="101600" marR="101600" marT="33867" marB="33867" anchor="ctr"/>
                </a:tc>
                <a:tc>
                  <a:txBody>
                    <a:bodyPr/>
                    <a:lstStyle/>
                    <a:p>
                      <a:pPr marL="0" indent="0" algn="ctr">
                        <a:buNone/>
                      </a:pPr>
                      <a:r>
                        <a:rPr lang="en-US" sz="1600">
                          <a:solidFill>
                            <a:schemeClr val="tx1"/>
                          </a:solidFill>
                          <a:latin typeface="+mj-ea"/>
                          <a:ea typeface="+mj-ea"/>
                        </a:rPr>
                        <a:t>Service ↔ Repository</a:t>
                      </a:r>
                      <a:endParaRPr lang="en-US" sz="1600">
                        <a:solidFill>
                          <a:schemeClr val="tx1"/>
                        </a:solidFill>
                        <a:latin typeface="+mj-ea"/>
                        <a:ea typeface="+mj-ea"/>
                        <a:cs typeface="Calibri" charset="0"/>
                      </a:endParaRPr>
                    </a:p>
                  </a:txBody>
                  <a:tcPr marL="101600" marR="101600" marT="33867" marB="33867" anchor="ctr"/>
                </a:tc>
                <a:tc>
                  <a:txBody>
                    <a:bodyPr/>
                    <a:lstStyle/>
                    <a:p>
                      <a:pPr marL="0" indent="0" algn="ctr">
                        <a:buNone/>
                      </a:pPr>
                      <a:r>
                        <a:rPr lang="en-US" sz="1600">
                          <a:solidFill>
                            <a:schemeClr val="tx1"/>
                          </a:solidFill>
                          <a:latin typeface="+mj-ea"/>
                          <a:ea typeface="+mj-ea"/>
                        </a:rPr>
                        <a:t>⇄</a:t>
                      </a:r>
                      <a:endParaRPr lang="en-US" sz="1600">
                        <a:solidFill>
                          <a:schemeClr val="tx1"/>
                        </a:solidFill>
                        <a:latin typeface="+mj-ea"/>
                        <a:ea typeface="+mj-ea"/>
                        <a:cs typeface="Calibri" charset="0"/>
                      </a:endParaRPr>
                    </a:p>
                  </a:txBody>
                  <a:tcPr marL="101600" marR="101600" marT="33867" marB="33867" anchor="ctr"/>
                </a:tc>
                <a:tc>
                  <a:txBody>
                    <a:bodyPr/>
                    <a:lstStyle/>
                    <a:p>
                      <a:pPr marL="0" indent="0">
                        <a:buNone/>
                      </a:pPr>
                      <a:r>
                        <a:rPr lang="en-US" sz="1600">
                          <a:solidFill>
                            <a:schemeClr val="tx1"/>
                          </a:solidFill>
                          <a:latin typeface="+mj-ea"/>
                          <a:ea typeface="+mj-ea"/>
                        </a:rPr>
                        <a:t>台帳の1行（保管データ）</a:t>
                      </a:r>
                      <a:endParaRPr lang="en-US" sz="1600">
                        <a:solidFill>
                          <a:schemeClr val="tx1"/>
                        </a:solidFill>
                        <a:latin typeface="+mj-ea"/>
                        <a:ea typeface="+mj-ea"/>
                        <a:cs typeface="Calibri" charset="0"/>
                      </a:endParaRPr>
                    </a:p>
                  </a:txBody>
                  <a:tcPr marL="101600" marR="101600" marT="33867" marB="33867" anchor="ctr"/>
                </a:tc>
                <a:tc>
                  <a:txBody>
                    <a:bodyPr/>
                    <a:lstStyle/>
                    <a:p>
                      <a:pPr marL="0" indent="0">
                        <a:buNone/>
                      </a:pPr>
                      <a:r>
                        <a:rPr lang="en-US" sz="1600">
                          <a:solidFill>
                            <a:schemeClr val="tx1"/>
                          </a:solidFill>
                          <a:latin typeface="+mj-ea"/>
                          <a:ea typeface="+mj-ea"/>
                        </a:rPr>
                        <a:t>UserEntity</a:t>
                      </a:r>
                      <a:endParaRPr lang="en-US" sz="1600">
                        <a:solidFill>
                          <a:schemeClr val="tx1"/>
                        </a:solidFill>
                        <a:latin typeface="+mj-ea"/>
                        <a:ea typeface="+mj-ea"/>
                        <a:cs typeface="Consolas" charset="0"/>
                      </a:endParaRPr>
                    </a:p>
                  </a:txBody>
                  <a:tcPr marL="101600" marR="101600" marT="33867" marB="33867" anchor="ctr"/>
                </a:tc>
                <a:extLst>
                  <a:ext uri="{0D108BD9-81ED-4DB2-BD59-A6C34878D82A}">
                    <a16:rowId xmlns:a16="http://schemas.microsoft.com/office/drawing/2014/main" val="10004"/>
                  </a:ext>
                </a:extLst>
              </a:tr>
            </a:tbl>
          </a:graphicData>
        </a:graphic>
      </p:graphicFrame>
      <p:sp>
        <p:nvSpPr>
          <p:cNvPr id="6" name="フローチャート: 磁気ディスク 5">
            <a:extLst>
              <a:ext uri="{FF2B5EF4-FFF2-40B4-BE49-F238E27FC236}">
                <a16:creationId xmlns:a16="http://schemas.microsoft.com/office/drawing/2014/main" id="{B2DA2641-6D67-6368-99F3-114207387C1E}"/>
              </a:ext>
            </a:extLst>
          </p:cNvPr>
          <p:cNvSpPr/>
          <p:nvPr/>
        </p:nvSpPr>
        <p:spPr>
          <a:xfrm>
            <a:off x="11437850" y="2588891"/>
            <a:ext cx="524523" cy="525471"/>
          </a:xfrm>
          <a:prstGeom prst="flowChartMagneticDisk">
            <a:avLst/>
          </a:prstGeom>
          <a:ln>
            <a:tailEnd type="none" w="lg" len="lg"/>
          </a:ln>
          <a:effectLst/>
        </p:spPr>
        <p:style>
          <a:lnRef idx="1">
            <a:schemeClr val="accent1"/>
          </a:lnRef>
          <a:fillRef idx="2">
            <a:schemeClr val="accent1"/>
          </a:fillRef>
          <a:effectRef idx="1">
            <a:schemeClr val="accent1"/>
          </a:effectRef>
          <a:fontRef idx="minor">
            <a:schemeClr val="dk1"/>
          </a:fontRef>
        </p:style>
        <p:txBody>
          <a:bodyPr lIns="24000" tIns="24000" rIns="24000" bIns="24000" rtlCol="0" anchor="ctr"/>
          <a:lstStyle/>
          <a:p>
            <a:pPr algn="ctr"/>
            <a:endParaRPr lang="ja-JP" altLang="en-US" sz="1333">
              <a:solidFill>
                <a:srgbClr val="0F0634"/>
              </a:solidFill>
            </a:endParaRPr>
          </a:p>
        </p:txBody>
      </p:sp>
      <p:pic>
        <p:nvPicPr>
          <p:cNvPr id="7" name="グラフィックス 6" descr="プログラマー男性 単色塗りつぶし">
            <a:extLst>
              <a:ext uri="{FF2B5EF4-FFF2-40B4-BE49-F238E27FC236}">
                <a16:creationId xmlns:a16="http://schemas.microsoft.com/office/drawing/2014/main" id="{5B1D96A4-4AC0-D699-3FAD-9B4AAB2DBB3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8691" y="2548033"/>
            <a:ext cx="607187" cy="607187"/>
          </a:xfrm>
          <a:prstGeom prst="rect">
            <a:avLst/>
          </a:prstGeom>
        </p:spPr>
      </p:pic>
      <p:sp>
        <p:nvSpPr>
          <p:cNvPr id="8" name="Text 23">
            <a:extLst>
              <a:ext uri="{FF2B5EF4-FFF2-40B4-BE49-F238E27FC236}">
                <a16:creationId xmlns:a16="http://schemas.microsoft.com/office/drawing/2014/main" id="{46FEA26C-8164-55B9-BC29-C5B64CD210F2}"/>
              </a:ext>
            </a:extLst>
          </p:cNvPr>
          <p:cNvSpPr/>
          <p:nvPr/>
        </p:nvSpPr>
        <p:spPr>
          <a:xfrm>
            <a:off x="78513" y="3111471"/>
            <a:ext cx="847542" cy="268090"/>
          </a:xfrm>
          <a:prstGeom prst="rect">
            <a:avLst/>
          </a:prstGeom>
          <a:noFill/>
          <a:ln/>
        </p:spPr>
        <p:txBody>
          <a:bodyPr wrap="square" lIns="0" tIns="0" rIns="0" bIns="0" rtlCol="0" anchor="ctr"/>
          <a:lstStyle/>
          <a:p>
            <a:pPr algn="ctr">
              <a:lnSpc>
                <a:spcPct val="120000"/>
              </a:lnSpc>
            </a:pPr>
            <a:r>
              <a:rPr lang="ja-JP" altLang="en-US" sz="1200">
                <a:latin typeface="+mj-ea"/>
                <a:ea typeface="+mj-ea"/>
              </a:rPr>
              <a:t>ブラウザ</a:t>
            </a:r>
            <a:endParaRPr lang="en-US" sz="1200">
              <a:latin typeface="+mj-ea"/>
              <a:ea typeface="+mj-ea"/>
            </a:endParaRPr>
          </a:p>
        </p:txBody>
      </p:sp>
      <p:sp>
        <p:nvSpPr>
          <p:cNvPr id="9" name="Text 23">
            <a:extLst>
              <a:ext uri="{FF2B5EF4-FFF2-40B4-BE49-F238E27FC236}">
                <a16:creationId xmlns:a16="http://schemas.microsoft.com/office/drawing/2014/main" id="{A86869BF-2DB4-E2F5-AEB7-F1C71A0E2C55}"/>
              </a:ext>
            </a:extLst>
          </p:cNvPr>
          <p:cNvSpPr/>
          <p:nvPr/>
        </p:nvSpPr>
        <p:spPr>
          <a:xfrm>
            <a:off x="11239616" y="3111471"/>
            <a:ext cx="847542" cy="268090"/>
          </a:xfrm>
          <a:prstGeom prst="rect">
            <a:avLst/>
          </a:prstGeom>
          <a:noFill/>
          <a:ln/>
        </p:spPr>
        <p:txBody>
          <a:bodyPr wrap="square" lIns="0" tIns="0" rIns="0" bIns="0" rtlCol="0" anchor="ctr"/>
          <a:lstStyle/>
          <a:p>
            <a:pPr algn="ctr">
              <a:lnSpc>
                <a:spcPct val="120000"/>
              </a:lnSpc>
            </a:pPr>
            <a:r>
              <a:rPr lang="ja-JP" altLang="en-US" sz="1200">
                <a:latin typeface="+mj-ea"/>
                <a:ea typeface="+mj-ea"/>
              </a:rPr>
              <a:t>データベース</a:t>
            </a:r>
            <a:endParaRPr lang="en-US" sz="1200">
              <a:latin typeface="+mj-ea"/>
              <a:ea typeface="+mj-ea"/>
            </a:endParaRPr>
          </a:p>
        </p:txBody>
      </p:sp>
      <p:sp>
        <p:nvSpPr>
          <p:cNvPr id="10" name="Shape 41">
            <a:extLst>
              <a:ext uri="{FF2B5EF4-FFF2-40B4-BE49-F238E27FC236}">
                <a16:creationId xmlns:a16="http://schemas.microsoft.com/office/drawing/2014/main" id="{EC961280-5F73-A79C-27BA-7619A8374AA9}"/>
              </a:ext>
            </a:extLst>
          </p:cNvPr>
          <p:cNvSpPr/>
          <p:nvPr/>
        </p:nvSpPr>
        <p:spPr>
          <a:xfrm>
            <a:off x="2853642" y="2953103"/>
            <a:ext cx="768097" cy="261259"/>
          </a:xfrm>
          <a:prstGeom prst="roundRect">
            <a:avLst/>
          </a:prstGeom>
          <a:solidFill>
            <a:srgbClr val="1ABC9C"/>
          </a:solidFill>
          <a:ln/>
        </p:spPr>
        <p:txBody>
          <a:bodyPr lIns="0" tIns="0" rIns="0" bIns="0" anchor="ctr"/>
          <a:lstStyle/>
          <a:p>
            <a:pPr algn="ctr"/>
            <a:r>
              <a:rPr lang="en-US" altLang="ja-JP" sz="1100" b="1" err="1">
                <a:solidFill>
                  <a:schemeClr val="bg1"/>
                </a:solidFill>
                <a:effectLst>
                  <a:outerShdw blurRad="38100" dist="38100" dir="2700000" algn="tl">
                    <a:srgbClr val="000000">
                      <a:alpha val="43137"/>
                    </a:srgbClr>
                  </a:outerShdw>
                </a:effectLst>
              </a:rPr>
              <a:t>ViewModel</a:t>
            </a:r>
            <a:endParaRPr lang="ja-JP" altLang="en-US" sz="1100" b="1">
              <a:solidFill>
                <a:schemeClr val="bg1"/>
              </a:solidFill>
              <a:effectLst>
                <a:outerShdw blurRad="38100" dist="38100" dir="2700000" algn="tl">
                  <a:srgbClr val="000000">
                    <a:alpha val="43137"/>
                  </a:srgbClr>
                </a:outerShdw>
              </a:effectLst>
            </a:endParaRPr>
          </a:p>
        </p:txBody>
      </p:sp>
      <p:sp>
        <p:nvSpPr>
          <p:cNvPr id="11" name="Text 27">
            <a:extLst>
              <a:ext uri="{FF2B5EF4-FFF2-40B4-BE49-F238E27FC236}">
                <a16:creationId xmlns:a16="http://schemas.microsoft.com/office/drawing/2014/main" id="{28FA8358-EC09-339E-CDCF-35B2A251FAEC}"/>
              </a:ext>
            </a:extLst>
          </p:cNvPr>
          <p:cNvSpPr/>
          <p:nvPr/>
        </p:nvSpPr>
        <p:spPr>
          <a:xfrm>
            <a:off x="2513930" y="1589756"/>
            <a:ext cx="1447519" cy="487680"/>
          </a:xfrm>
          <a:prstGeom prst="rect">
            <a:avLst/>
          </a:prstGeom>
          <a:noFill/>
          <a:ln/>
        </p:spPr>
        <p:txBody>
          <a:bodyPr wrap="square" lIns="0" tIns="0" rIns="0" bIns="0" rtlCol="0" anchor="ctr"/>
          <a:lstStyle/>
          <a:p>
            <a:pPr algn="ctr">
              <a:lnSpc>
                <a:spcPct val="120000"/>
              </a:lnSpc>
            </a:pPr>
            <a:r>
              <a:rPr lang="en-US" sz="1000" err="1">
                <a:latin typeface="+mj-ea"/>
                <a:ea typeface="+mj-ea"/>
                <a:cs typeface="Calibri" pitchFamily="34" charset="-120"/>
              </a:rPr>
              <a:t>記入済みの申請用紙</a:t>
            </a:r>
            <a:endParaRPr lang="en-US" sz="1000">
              <a:latin typeface="+mj-ea"/>
              <a:ea typeface="+mj-ea"/>
            </a:endParaRPr>
          </a:p>
        </p:txBody>
      </p:sp>
      <p:sp>
        <p:nvSpPr>
          <p:cNvPr id="12" name="Text 31">
            <a:extLst>
              <a:ext uri="{FF2B5EF4-FFF2-40B4-BE49-F238E27FC236}">
                <a16:creationId xmlns:a16="http://schemas.microsoft.com/office/drawing/2014/main" id="{81559A14-4E94-A20C-B9BB-C379FBE31C29}"/>
              </a:ext>
            </a:extLst>
          </p:cNvPr>
          <p:cNvSpPr/>
          <p:nvPr/>
        </p:nvSpPr>
        <p:spPr>
          <a:xfrm>
            <a:off x="2377529" y="3248253"/>
            <a:ext cx="1828800" cy="231582"/>
          </a:xfrm>
          <a:prstGeom prst="rect">
            <a:avLst/>
          </a:prstGeom>
          <a:noFill/>
          <a:ln/>
        </p:spPr>
        <p:txBody>
          <a:bodyPr wrap="square" lIns="0" tIns="0" rIns="0" bIns="0" rtlCol="0" anchor="ctr"/>
          <a:lstStyle/>
          <a:p>
            <a:pPr algn="ctr">
              <a:lnSpc>
                <a:spcPct val="120000"/>
              </a:lnSpc>
            </a:pPr>
            <a:r>
              <a:rPr lang="en-US" sz="1000" err="1">
                <a:latin typeface="+mj-ea"/>
                <a:ea typeface="+mj-ea"/>
                <a:cs typeface="Calibri" pitchFamily="34" charset="-120"/>
              </a:rPr>
              <a:t>画面に表示する情報</a:t>
            </a:r>
            <a:endParaRPr lang="en-US" sz="1000">
              <a:latin typeface="+mj-ea"/>
              <a:ea typeface="+mj-ea"/>
            </a:endParaRPr>
          </a:p>
        </p:txBody>
      </p:sp>
      <p:sp>
        <p:nvSpPr>
          <p:cNvPr id="13" name="Text 35">
            <a:extLst>
              <a:ext uri="{FF2B5EF4-FFF2-40B4-BE49-F238E27FC236}">
                <a16:creationId xmlns:a16="http://schemas.microsoft.com/office/drawing/2014/main" id="{9F84A822-E044-BE10-24FF-AFD2F23AF34B}"/>
              </a:ext>
            </a:extLst>
          </p:cNvPr>
          <p:cNvSpPr/>
          <p:nvPr/>
        </p:nvSpPr>
        <p:spPr>
          <a:xfrm>
            <a:off x="5633420" y="3220237"/>
            <a:ext cx="792480" cy="287615"/>
          </a:xfrm>
          <a:prstGeom prst="rect">
            <a:avLst/>
          </a:prstGeom>
          <a:noFill/>
          <a:ln/>
        </p:spPr>
        <p:txBody>
          <a:bodyPr wrap="square" lIns="0" tIns="0" rIns="0" bIns="0" rtlCol="0" anchor="ctr"/>
          <a:lstStyle/>
          <a:p>
            <a:pPr algn="ctr">
              <a:lnSpc>
                <a:spcPct val="120000"/>
              </a:lnSpc>
            </a:pPr>
            <a:r>
              <a:rPr lang="en-US" sz="1000">
                <a:latin typeface="+mj-ea"/>
                <a:ea typeface="+mj-ea"/>
                <a:cs typeface="Calibri" pitchFamily="34" charset="-120"/>
              </a:rPr>
              <a:t>業務データ</a:t>
            </a:r>
            <a:endParaRPr lang="en-US" sz="1000">
              <a:latin typeface="+mj-ea"/>
              <a:ea typeface="+mj-ea"/>
            </a:endParaRPr>
          </a:p>
        </p:txBody>
      </p:sp>
      <p:sp>
        <p:nvSpPr>
          <p:cNvPr id="14" name="Text 39">
            <a:extLst>
              <a:ext uri="{FF2B5EF4-FFF2-40B4-BE49-F238E27FC236}">
                <a16:creationId xmlns:a16="http://schemas.microsoft.com/office/drawing/2014/main" id="{AD352366-1902-0299-E6C4-69D7D24D8062}"/>
              </a:ext>
            </a:extLst>
          </p:cNvPr>
          <p:cNvSpPr/>
          <p:nvPr/>
        </p:nvSpPr>
        <p:spPr>
          <a:xfrm>
            <a:off x="8226660" y="3214362"/>
            <a:ext cx="1238702" cy="299364"/>
          </a:xfrm>
          <a:prstGeom prst="rect">
            <a:avLst/>
          </a:prstGeom>
          <a:noFill/>
          <a:ln/>
        </p:spPr>
        <p:txBody>
          <a:bodyPr wrap="square" lIns="0" tIns="0" rIns="0" bIns="0" rtlCol="0" anchor="ctr"/>
          <a:lstStyle/>
          <a:p>
            <a:pPr algn="ctr">
              <a:lnSpc>
                <a:spcPct val="120000"/>
              </a:lnSpc>
            </a:pPr>
            <a:r>
              <a:rPr lang="en-US" sz="1000">
                <a:latin typeface="+mj-ea"/>
                <a:ea typeface="+mj-ea"/>
                <a:cs typeface="Calibri" pitchFamily="34" charset="-120"/>
              </a:rPr>
              <a:t>DBの1行分のデータ</a:t>
            </a:r>
            <a:endParaRPr lang="en-US" sz="1000">
              <a:latin typeface="+mj-ea"/>
              <a:ea typeface="+mj-ea"/>
            </a:endParaRPr>
          </a:p>
        </p:txBody>
      </p:sp>
      <p:sp>
        <p:nvSpPr>
          <p:cNvPr id="5" name="Text 31">
            <a:extLst>
              <a:ext uri="{FF2B5EF4-FFF2-40B4-BE49-F238E27FC236}">
                <a16:creationId xmlns:a16="http://schemas.microsoft.com/office/drawing/2014/main" id="{AF7A64BD-320D-605E-96B0-577AA418100E}"/>
              </a:ext>
            </a:extLst>
          </p:cNvPr>
          <p:cNvSpPr/>
          <p:nvPr/>
        </p:nvSpPr>
        <p:spPr>
          <a:xfrm>
            <a:off x="858132" y="6030641"/>
            <a:ext cx="1497691" cy="231582"/>
          </a:xfrm>
          <a:prstGeom prst="rect">
            <a:avLst/>
          </a:prstGeom>
          <a:noFill/>
          <a:ln/>
        </p:spPr>
        <p:txBody>
          <a:bodyPr wrap="square" lIns="0" tIns="0" rIns="0" bIns="0" rtlCol="0" anchor="ctr"/>
          <a:lstStyle/>
          <a:p>
            <a:pPr algn="ctr">
              <a:lnSpc>
                <a:spcPct val="120000"/>
              </a:lnSpc>
            </a:pPr>
            <a:r>
              <a:rPr lang="en-US" altLang="ja-JP" sz="1000">
                <a:solidFill>
                  <a:schemeClr val="tx1">
                    <a:lumMod val="65000"/>
                    <a:lumOff val="35000"/>
                  </a:schemeClr>
                </a:solidFill>
                <a:latin typeface="+mj-ea"/>
                <a:ea typeface="+mj-ea"/>
                <a:cs typeface="Calibri" pitchFamily="34" charset="-120"/>
              </a:rPr>
              <a:t>※</a:t>
            </a:r>
            <a:r>
              <a:rPr lang="ja-JP" altLang="en-US" sz="1000">
                <a:solidFill>
                  <a:schemeClr val="tx1">
                    <a:lumMod val="65000"/>
                    <a:lumOff val="35000"/>
                  </a:schemeClr>
                </a:solidFill>
                <a:latin typeface="+mj-ea"/>
                <a:ea typeface="+mj-ea"/>
                <a:cs typeface="Calibri" pitchFamily="34" charset="-120"/>
              </a:rPr>
              <a:t>慣例的な呼び分け</a:t>
            </a:r>
            <a:endParaRPr lang="en-US" sz="1000">
              <a:solidFill>
                <a:schemeClr val="tx1">
                  <a:lumMod val="65000"/>
                  <a:lumOff val="35000"/>
                </a:schemeClr>
              </a:solidFill>
              <a:latin typeface="+mj-ea"/>
              <a:ea typeface="+mj-ea"/>
            </a:endParaRPr>
          </a:p>
        </p:txBody>
      </p:sp>
    </p:spTree>
    <p:extLst>
      <p:ext uri="{BB962C8B-B14F-4D97-AF65-F5344CB8AC3E}">
        <p14:creationId xmlns:p14="http://schemas.microsoft.com/office/powerpoint/2010/main" val="3728531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B5BC29-722D-D6DF-5C28-3EB82D1CDDFF}"/>
              </a:ext>
            </a:extLst>
          </p:cNvPr>
          <p:cNvSpPr>
            <a:spLocks noGrp="1"/>
          </p:cNvSpPr>
          <p:nvPr>
            <p:ph type="title"/>
          </p:nvPr>
        </p:nvSpPr>
        <p:spPr/>
        <p:txBody>
          <a:bodyPr/>
          <a:lstStyle/>
          <a:p>
            <a:r>
              <a:rPr kumimoji="1" lang="en-US" altLang="ja-JP"/>
              <a:t>Web</a:t>
            </a:r>
            <a:r>
              <a:rPr kumimoji="1" lang="ja-JP" altLang="en-US"/>
              <a:t>アプリケーション フレームワーク</a:t>
            </a:r>
          </a:p>
        </p:txBody>
      </p:sp>
      <p:sp>
        <p:nvSpPr>
          <p:cNvPr id="3" name="コンテンツ プレースホルダー 2">
            <a:extLst>
              <a:ext uri="{FF2B5EF4-FFF2-40B4-BE49-F238E27FC236}">
                <a16:creationId xmlns:a16="http://schemas.microsoft.com/office/drawing/2014/main" id="{AFC10B53-76C2-6124-4FBB-917CEEED83F3}"/>
              </a:ext>
            </a:extLst>
          </p:cNvPr>
          <p:cNvSpPr>
            <a:spLocks noGrp="1"/>
          </p:cNvSpPr>
          <p:nvPr>
            <p:ph sz="quarter" idx="10"/>
          </p:nvPr>
        </p:nvSpPr>
        <p:spPr>
          <a:xfrm>
            <a:off x="371474" y="1038386"/>
            <a:ext cx="11448000" cy="1657922"/>
          </a:xfrm>
        </p:spPr>
        <p:txBody>
          <a:bodyPr/>
          <a:lstStyle/>
          <a:p>
            <a:r>
              <a:rPr kumimoji="1" lang="ja-JP" altLang="en-US"/>
              <a:t>「</a:t>
            </a:r>
            <a:r>
              <a:rPr kumimoji="1" lang="en-US" altLang="ja-JP"/>
              <a:t>HTTP</a:t>
            </a:r>
            <a:r>
              <a:rPr kumimoji="1" lang="ja-JP" altLang="en-US"/>
              <a:t>リクエストを受け取る」「データを埋め込んだ</a:t>
            </a:r>
            <a:r>
              <a:rPr kumimoji="1" lang="en-US" altLang="ja-JP"/>
              <a:t>HTML</a:t>
            </a:r>
            <a:r>
              <a:rPr kumimoji="1" lang="ja-JP" altLang="en-US"/>
              <a:t>を作成する」</a:t>
            </a:r>
            <a:r>
              <a:rPr lang="ja-JP" altLang="en-US"/>
              <a:t>などといった、</a:t>
            </a:r>
            <a:endParaRPr lang="en-US" altLang="ja-JP"/>
          </a:p>
          <a:p>
            <a:r>
              <a:rPr kumimoji="1" lang="en-US" altLang="ja-JP" b="1"/>
              <a:t>Web</a:t>
            </a:r>
            <a:r>
              <a:rPr kumimoji="1" lang="ja-JP" altLang="en-US" b="1"/>
              <a:t>アプリケーション</a:t>
            </a:r>
            <a:r>
              <a:rPr lang="ja-JP" altLang="en-US" b="1"/>
              <a:t>でよく使用される機能をまとめて提供するもの</a:t>
            </a:r>
            <a:endParaRPr kumimoji="1" lang="en-US" altLang="ja-JP" b="1"/>
          </a:p>
          <a:p>
            <a:endParaRPr lang="en-US" altLang="ja-JP"/>
          </a:p>
          <a:p>
            <a:r>
              <a:rPr lang="en-US" altLang="ja-JP"/>
              <a:t>Web</a:t>
            </a:r>
            <a:r>
              <a:rPr lang="ja-JP" altLang="en-US"/>
              <a:t>アプリケーションにおける共通的な処理はフレームワークが実現してくれるため、</a:t>
            </a:r>
            <a:endParaRPr lang="en-US" altLang="ja-JP"/>
          </a:p>
          <a:p>
            <a:r>
              <a:rPr lang="ja-JP" altLang="en-US"/>
              <a:t>開発者はシステム特有の機能（残高照会など）の開発に注力することができる</a:t>
            </a:r>
            <a:endParaRPr lang="en-US" altLang="ja-JP"/>
          </a:p>
          <a:p>
            <a:endParaRPr kumimoji="1" lang="ja-JP" altLang="en-US"/>
          </a:p>
        </p:txBody>
      </p:sp>
      <p:pic>
        <p:nvPicPr>
          <p:cNvPr id="4" name="図 3">
            <a:extLst>
              <a:ext uri="{FF2B5EF4-FFF2-40B4-BE49-F238E27FC236}">
                <a16:creationId xmlns:a16="http://schemas.microsoft.com/office/drawing/2014/main" id="{70599CD3-1C9C-7B91-9E5A-817BCFDB78B7}"/>
              </a:ext>
            </a:extLst>
          </p:cNvPr>
          <p:cNvPicPr>
            <a:picLocks noChangeAspect="1"/>
          </p:cNvPicPr>
          <p:nvPr/>
        </p:nvPicPr>
        <p:blipFill>
          <a:blip r:embed="rId2"/>
          <a:stretch>
            <a:fillRect/>
          </a:stretch>
        </p:blipFill>
        <p:spPr>
          <a:xfrm>
            <a:off x="3015817" y="2695339"/>
            <a:ext cx="5639236" cy="3569516"/>
          </a:xfrm>
          <a:prstGeom prst="rect">
            <a:avLst/>
          </a:prstGeom>
        </p:spPr>
      </p:pic>
      <p:sp>
        <p:nvSpPr>
          <p:cNvPr id="7" name="正方形/長方形 6">
            <a:extLst>
              <a:ext uri="{FF2B5EF4-FFF2-40B4-BE49-F238E27FC236}">
                <a16:creationId xmlns:a16="http://schemas.microsoft.com/office/drawing/2014/main" id="{87A13A16-429F-9DAB-E891-033B771569DD}"/>
              </a:ext>
            </a:extLst>
          </p:cNvPr>
          <p:cNvSpPr/>
          <p:nvPr/>
        </p:nvSpPr>
        <p:spPr>
          <a:xfrm>
            <a:off x="1441694" y="2939209"/>
            <a:ext cx="2322436" cy="315310"/>
          </a:xfrm>
          <a:prstGeom prst="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a:solidFill>
                  <a:schemeClr val="accent1"/>
                </a:solidFill>
              </a:rPr>
              <a:t>例：</a:t>
            </a:r>
            <a:r>
              <a:rPr kumimoji="1" lang="en-US" altLang="ja-JP" sz="1600">
                <a:solidFill>
                  <a:schemeClr val="accent1"/>
                </a:solidFill>
              </a:rPr>
              <a:t>Spring</a:t>
            </a:r>
            <a:r>
              <a:rPr kumimoji="1" lang="ja-JP" altLang="en-US" sz="1600">
                <a:solidFill>
                  <a:schemeClr val="accent1"/>
                </a:solidFill>
              </a:rPr>
              <a:t>フレームワーク</a:t>
            </a:r>
          </a:p>
        </p:txBody>
      </p:sp>
      <p:sp>
        <p:nvSpPr>
          <p:cNvPr id="8" name="正方形/長方形 7">
            <a:extLst>
              <a:ext uri="{FF2B5EF4-FFF2-40B4-BE49-F238E27FC236}">
                <a16:creationId xmlns:a16="http://schemas.microsoft.com/office/drawing/2014/main" id="{2D288C64-863E-3EE9-FE34-0368C66DC140}"/>
              </a:ext>
            </a:extLst>
          </p:cNvPr>
          <p:cNvSpPr/>
          <p:nvPr/>
        </p:nvSpPr>
        <p:spPr>
          <a:xfrm>
            <a:off x="3833664" y="5583314"/>
            <a:ext cx="1970788" cy="159027"/>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9" name="正方形/長方形 8">
            <a:extLst>
              <a:ext uri="{FF2B5EF4-FFF2-40B4-BE49-F238E27FC236}">
                <a16:creationId xmlns:a16="http://schemas.microsoft.com/office/drawing/2014/main" id="{265EEAFC-FB73-1567-9A23-A1070C03217C}"/>
              </a:ext>
            </a:extLst>
          </p:cNvPr>
          <p:cNvSpPr/>
          <p:nvPr/>
        </p:nvSpPr>
        <p:spPr>
          <a:xfrm>
            <a:off x="6260598" y="4637820"/>
            <a:ext cx="784636" cy="334635"/>
          </a:xfrm>
          <a:prstGeom prst="rect">
            <a:avLst/>
          </a:prstGeom>
          <a:gradFill>
            <a:gsLst>
              <a:gs pos="0">
                <a:srgbClr val="815EAD"/>
              </a:gs>
              <a:gs pos="100000">
                <a:srgbClr val="C5ADEA"/>
              </a:gs>
            </a:gsLst>
          </a:gradFill>
          <a:ln>
            <a:solidFill>
              <a:srgbClr val="815EAD"/>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800">
                <a:solidFill>
                  <a:schemeClr val="bg1"/>
                </a:solidFill>
              </a:rPr>
              <a:t>Model</a:t>
            </a:r>
            <a:endParaRPr kumimoji="1" lang="ja-JP" altLang="en-US" sz="1000" err="1">
              <a:solidFill>
                <a:schemeClr val="bg1"/>
              </a:solidFill>
            </a:endParaRPr>
          </a:p>
        </p:txBody>
      </p:sp>
      <p:sp>
        <p:nvSpPr>
          <p:cNvPr id="10" name="L 字 11">
            <a:extLst>
              <a:ext uri="{FF2B5EF4-FFF2-40B4-BE49-F238E27FC236}">
                <a16:creationId xmlns:a16="http://schemas.microsoft.com/office/drawing/2014/main" id="{500C3545-E1F5-F7DC-65BF-389EBAF7FB71}"/>
              </a:ext>
            </a:extLst>
          </p:cNvPr>
          <p:cNvSpPr/>
          <p:nvPr/>
        </p:nvSpPr>
        <p:spPr>
          <a:xfrm rot="-16200000">
            <a:off x="5102681" y="1958890"/>
            <a:ext cx="1914950" cy="4373724"/>
          </a:xfrm>
          <a:custGeom>
            <a:avLst/>
            <a:gdLst>
              <a:gd name="csX0" fmla="*/ 0 w 2813248"/>
              <a:gd name="csY0" fmla="*/ 0 h 3197246"/>
              <a:gd name="csX1" fmla="*/ 1167329 w 2813248"/>
              <a:gd name="csY1" fmla="*/ 0 h 3197246"/>
              <a:gd name="csX2" fmla="*/ 1167329 w 2813248"/>
              <a:gd name="csY2" fmla="*/ 0 h 3197246"/>
              <a:gd name="csX3" fmla="*/ 2813248 w 2813248"/>
              <a:gd name="csY3" fmla="*/ 0 h 3197246"/>
              <a:gd name="csX4" fmla="*/ 2813248 w 2813248"/>
              <a:gd name="csY4" fmla="*/ 3197246 h 3197246"/>
              <a:gd name="csX5" fmla="*/ 0 w 2813248"/>
              <a:gd name="csY5" fmla="*/ 3197246 h 3197246"/>
              <a:gd name="csX6" fmla="*/ 0 w 2813248"/>
              <a:gd name="csY6" fmla="*/ 0 h 3197246"/>
              <a:gd name="csX0" fmla="*/ 0 w 2813248"/>
              <a:gd name="csY0" fmla="*/ 0 h 3197246"/>
              <a:gd name="csX1" fmla="*/ 1167329 w 2813248"/>
              <a:gd name="csY1" fmla="*/ 0 h 3197246"/>
              <a:gd name="csX2" fmla="*/ 1167329 w 2813248"/>
              <a:gd name="csY2" fmla="*/ 0 h 3197246"/>
              <a:gd name="csX3" fmla="*/ 1871469 w 2813248"/>
              <a:gd name="csY3" fmla="*/ 0 h 3197246"/>
              <a:gd name="csX4" fmla="*/ 2813248 w 2813248"/>
              <a:gd name="csY4" fmla="*/ 0 h 3197246"/>
              <a:gd name="csX5" fmla="*/ 2813248 w 2813248"/>
              <a:gd name="csY5" fmla="*/ 3197246 h 3197246"/>
              <a:gd name="csX6" fmla="*/ 0 w 2813248"/>
              <a:gd name="csY6" fmla="*/ 3197246 h 3197246"/>
              <a:gd name="csX7" fmla="*/ 0 w 2813248"/>
              <a:gd name="csY7" fmla="*/ 0 h 3197246"/>
              <a:gd name="csX0" fmla="*/ 0 w 2813248"/>
              <a:gd name="csY0" fmla="*/ 0 h 3197246"/>
              <a:gd name="csX1" fmla="*/ 1167329 w 2813248"/>
              <a:gd name="csY1" fmla="*/ 0 h 3197246"/>
              <a:gd name="csX2" fmla="*/ 1167329 w 2813248"/>
              <a:gd name="csY2" fmla="*/ 0 h 3197246"/>
              <a:gd name="csX3" fmla="*/ 1732132 w 2813248"/>
              <a:gd name="csY3" fmla="*/ 1611085 h 3197246"/>
              <a:gd name="csX4" fmla="*/ 2813248 w 2813248"/>
              <a:gd name="csY4" fmla="*/ 0 h 3197246"/>
              <a:gd name="csX5" fmla="*/ 2813248 w 2813248"/>
              <a:gd name="csY5" fmla="*/ 3197246 h 3197246"/>
              <a:gd name="csX6" fmla="*/ 0 w 2813248"/>
              <a:gd name="csY6" fmla="*/ 3197246 h 3197246"/>
              <a:gd name="csX7" fmla="*/ 0 w 2813248"/>
              <a:gd name="csY7" fmla="*/ 0 h 3197246"/>
              <a:gd name="csX0" fmla="*/ 0 w 2813248"/>
              <a:gd name="csY0" fmla="*/ 0 h 3197246"/>
              <a:gd name="csX1" fmla="*/ 1167329 w 2813248"/>
              <a:gd name="csY1" fmla="*/ 0 h 3197246"/>
              <a:gd name="csX2" fmla="*/ 1167329 w 2813248"/>
              <a:gd name="csY2" fmla="*/ 0 h 3197246"/>
              <a:gd name="csX3" fmla="*/ 1732132 w 2813248"/>
              <a:gd name="csY3" fmla="*/ 1611085 h 3197246"/>
              <a:gd name="csX4" fmla="*/ 2804539 w 2813248"/>
              <a:gd name="csY4" fmla="*/ 1602377 h 3197246"/>
              <a:gd name="csX5" fmla="*/ 2813248 w 2813248"/>
              <a:gd name="csY5" fmla="*/ 3197246 h 3197246"/>
              <a:gd name="csX6" fmla="*/ 0 w 2813248"/>
              <a:gd name="csY6" fmla="*/ 3197246 h 3197246"/>
              <a:gd name="csX7" fmla="*/ 0 w 2813248"/>
              <a:gd name="csY7" fmla="*/ 0 h 3197246"/>
              <a:gd name="csX0" fmla="*/ 0 w 2813248"/>
              <a:gd name="csY0" fmla="*/ 0 h 3197246"/>
              <a:gd name="csX1" fmla="*/ 1167329 w 2813248"/>
              <a:gd name="csY1" fmla="*/ 0 h 3197246"/>
              <a:gd name="csX2" fmla="*/ 1733386 w 2813248"/>
              <a:gd name="csY2" fmla="*/ 0 h 3197246"/>
              <a:gd name="csX3" fmla="*/ 1732132 w 2813248"/>
              <a:gd name="csY3" fmla="*/ 1611085 h 3197246"/>
              <a:gd name="csX4" fmla="*/ 2804539 w 2813248"/>
              <a:gd name="csY4" fmla="*/ 1602377 h 3197246"/>
              <a:gd name="csX5" fmla="*/ 2813248 w 2813248"/>
              <a:gd name="csY5" fmla="*/ 3197246 h 3197246"/>
              <a:gd name="csX6" fmla="*/ 0 w 2813248"/>
              <a:gd name="csY6" fmla="*/ 3197246 h 3197246"/>
              <a:gd name="csX7" fmla="*/ 0 w 2813248"/>
              <a:gd name="csY7" fmla="*/ 0 h 3197246"/>
              <a:gd name="csX0" fmla="*/ 0 w 2813248"/>
              <a:gd name="csY0" fmla="*/ 0 h 3207467"/>
              <a:gd name="csX1" fmla="*/ 1167329 w 2813248"/>
              <a:gd name="csY1" fmla="*/ 0 h 3207467"/>
              <a:gd name="csX2" fmla="*/ 1733386 w 2813248"/>
              <a:gd name="csY2" fmla="*/ 0 h 3207467"/>
              <a:gd name="csX3" fmla="*/ 1732132 w 2813248"/>
              <a:gd name="csY3" fmla="*/ 1611085 h 3207467"/>
              <a:gd name="csX4" fmla="*/ 2804539 w 2813248"/>
              <a:gd name="csY4" fmla="*/ 1602377 h 3207467"/>
              <a:gd name="csX5" fmla="*/ 2813248 w 2813248"/>
              <a:gd name="csY5" fmla="*/ 3197246 h 3207467"/>
              <a:gd name="csX6" fmla="*/ 2150563 w 2813248"/>
              <a:gd name="csY6" fmla="*/ 3207467 h 3207467"/>
              <a:gd name="csX7" fmla="*/ 0 w 2813248"/>
              <a:gd name="csY7" fmla="*/ 3197246 h 3207467"/>
              <a:gd name="csX8" fmla="*/ 0 w 2813248"/>
              <a:gd name="csY8" fmla="*/ 0 h 3207467"/>
              <a:gd name="csX0" fmla="*/ 0 w 2813248"/>
              <a:gd name="csY0" fmla="*/ 0 h 6707729"/>
              <a:gd name="csX1" fmla="*/ 1167329 w 2813248"/>
              <a:gd name="csY1" fmla="*/ 0 h 6707729"/>
              <a:gd name="csX2" fmla="*/ 1733386 w 2813248"/>
              <a:gd name="csY2" fmla="*/ 0 h 6707729"/>
              <a:gd name="csX3" fmla="*/ 1732132 w 2813248"/>
              <a:gd name="csY3" fmla="*/ 1611085 h 6707729"/>
              <a:gd name="csX4" fmla="*/ 2804539 w 2813248"/>
              <a:gd name="csY4" fmla="*/ 1602377 h 6707729"/>
              <a:gd name="csX5" fmla="*/ 2813248 w 2813248"/>
              <a:gd name="csY5" fmla="*/ 3197246 h 6707729"/>
              <a:gd name="csX6" fmla="*/ 2039894 w 2813248"/>
              <a:gd name="csY6" fmla="*/ 6707730 h 6707729"/>
              <a:gd name="csX7" fmla="*/ 0 w 2813248"/>
              <a:gd name="csY7" fmla="*/ 3197246 h 6707729"/>
              <a:gd name="csX8" fmla="*/ 0 w 2813248"/>
              <a:gd name="csY8" fmla="*/ 0 h 6707729"/>
              <a:gd name="csX0" fmla="*/ 0 w 2837844"/>
              <a:gd name="csY0" fmla="*/ 0 h 6707731"/>
              <a:gd name="csX1" fmla="*/ 1167329 w 2837844"/>
              <a:gd name="csY1" fmla="*/ 0 h 6707731"/>
              <a:gd name="csX2" fmla="*/ 1733386 w 2837844"/>
              <a:gd name="csY2" fmla="*/ 0 h 6707731"/>
              <a:gd name="csX3" fmla="*/ 1732132 w 2837844"/>
              <a:gd name="csY3" fmla="*/ 1611085 h 6707731"/>
              <a:gd name="csX4" fmla="*/ 2804539 w 2837844"/>
              <a:gd name="csY4" fmla="*/ 1602377 h 6707731"/>
              <a:gd name="csX5" fmla="*/ 2837844 w 2837844"/>
              <a:gd name="csY5" fmla="*/ 6684198 h 6707731"/>
              <a:gd name="csX6" fmla="*/ 2039894 w 2837844"/>
              <a:gd name="csY6" fmla="*/ 6707730 h 6707731"/>
              <a:gd name="csX7" fmla="*/ 0 w 2837844"/>
              <a:gd name="csY7" fmla="*/ 3197246 h 6707731"/>
              <a:gd name="csX8" fmla="*/ 0 w 2837844"/>
              <a:gd name="csY8" fmla="*/ 0 h 6707731"/>
              <a:gd name="csX0" fmla="*/ 0 w 2825553"/>
              <a:gd name="csY0" fmla="*/ 0 h 6707729"/>
              <a:gd name="csX1" fmla="*/ 1167329 w 2825553"/>
              <a:gd name="csY1" fmla="*/ 0 h 6707729"/>
              <a:gd name="csX2" fmla="*/ 1733386 w 2825553"/>
              <a:gd name="csY2" fmla="*/ 0 h 6707729"/>
              <a:gd name="csX3" fmla="*/ 1732132 w 2825553"/>
              <a:gd name="csY3" fmla="*/ 1611085 h 6707729"/>
              <a:gd name="csX4" fmla="*/ 2804539 w 2825553"/>
              <a:gd name="csY4" fmla="*/ 1602377 h 6707729"/>
              <a:gd name="csX5" fmla="*/ 2825552 w 2825553"/>
              <a:gd name="csY5" fmla="*/ 6684198 h 6707729"/>
              <a:gd name="csX6" fmla="*/ 2039894 w 2825553"/>
              <a:gd name="csY6" fmla="*/ 6707730 h 6707729"/>
              <a:gd name="csX7" fmla="*/ 0 w 2825553"/>
              <a:gd name="csY7" fmla="*/ 3197246 h 6707729"/>
              <a:gd name="csX8" fmla="*/ 0 w 2825553"/>
              <a:gd name="csY8" fmla="*/ 0 h 6707729"/>
              <a:gd name="csX0" fmla="*/ 0 w 2825552"/>
              <a:gd name="csY0" fmla="*/ 0 h 6684198"/>
              <a:gd name="csX1" fmla="*/ 1167329 w 2825552"/>
              <a:gd name="csY1" fmla="*/ 0 h 6684198"/>
              <a:gd name="csX2" fmla="*/ 1733386 w 2825552"/>
              <a:gd name="csY2" fmla="*/ 0 h 6684198"/>
              <a:gd name="csX3" fmla="*/ 1732132 w 2825552"/>
              <a:gd name="csY3" fmla="*/ 1611085 h 6684198"/>
              <a:gd name="csX4" fmla="*/ 2804539 w 2825552"/>
              <a:gd name="csY4" fmla="*/ 1602377 h 6684198"/>
              <a:gd name="csX5" fmla="*/ 2825552 w 2825552"/>
              <a:gd name="csY5" fmla="*/ 6684198 h 6684198"/>
              <a:gd name="csX6" fmla="*/ 1978414 w 2825552"/>
              <a:gd name="csY6" fmla="*/ 6681110 h 6684198"/>
              <a:gd name="csX7" fmla="*/ 0 w 2825552"/>
              <a:gd name="csY7" fmla="*/ 3197246 h 6684198"/>
              <a:gd name="csX8" fmla="*/ 0 w 2825552"/>
              <a:gd name="csY8" fmla="*/ 0 h 6684198"/>
              <a:gd name="csX0" fmla="*/ 0 w 2825552"/>
              <a:gd name="csY0" fmla="*/ 0 h 6684198"/>
              <a:gd name="csX1" fmla="*/ 1167329 w 2825552"/>
              <a:gd name="csY1" fmla="*/ 0 h 6684198"/>
              <a:gd name="csX2" fmla="*/ 1733386 w 2825552"/>
              <a:gd name="csY2" fmla="*/ 0 h 6684198"/>
              <a:gd name="csX3" fmla="*/ 1732132 w 2825552"/>
              <a:gd name="csY3" fmla="*/ 1611085 h 6684198"/>
              <a:gd name="csX4" fmla="*/ 2804539 w 2825552"/>
              <a:gd name="csY4" fmla="*/ 1602377 h 6684198"/>
              <a:gd name="csX5" fmla="*/ 2825552 w 2825552"/>
              <a:gd name="csY5" fmla="*/ 6684198 h 6684198"/>
              <a:gd name="csX6" fmla="*/ 1978414 w 2825552"/>
              <a:gd name="csY6" fmla="*/ 6681110 h 6684198"/>
              <a:gd name="csX7" fmla="*/ 1400477 w 2825552"/>
              <a:gd name="csY7" fmla="*/ 5629702 h 6684198"/>
              <a:gd name="csX8" fmla="*/ 0 w 2825552"/>
              <a:gd name="csY8" fmla="*/ 3197246 h 6684198"/>
              <a:gd name="csX9" fmla="*/ 0 w 2825552"/>
              <a:gd name="csY9" fmla="*/ 0 h 6684198"/>
              <a:gd name="csX0" fmla="*/ 0 w 2825552"/>
              <a:gd name="csY0" fmla="*/ 0 h 6684198"/>
              <a:gd name="csX1" fmla="*/ 1167329 w 2825552"/>
              <a:gd name="csY1" fmla="*/ 0 h 6684198"/>
              <a:gd name="csX2" fmla="*/ 1733386 w 2825552"/>
              <a:gd name="csY2" fmla="*/ 0 h 6684198"/>
              <a:gd name="csX3" fmla="*/ 1732132 w 2825552"/>
              <a:gd name="csY3" fmla="*/ 1611085 h 6684198"/>
              <a:gd name="csX4" fmla="*/ 2804539 w 2825552"/>
              <a:gd name="csY4" fmla="*/ 1602377 h 6684198"/>
              <a:gd name="csX5" fmla="*/ 2825552 w 2825552"/>
              <a:gd name="csY5" fmla="*/ 6684198 h 6684198"/>
              <a:gd name="csX6" fmla="*/ 1978414 w 2825552"/>
              <a:gd name="csY6" fmla="*/ 6681110 h 6684198"/>
              <a:gd name="csX7" fmla="*/ 1966119 w 2825552"/>
              <a:gd name="csY7" fmla="*/ 3180848 h 6684198"/>
              <a:gd name="csX8" fmla="*/ 0 w 2825552"/>
              <a:gd name="csY8" fmla="*/ 3197246 h 6684198"/>
              <a:gd name="csX9" fmla="*/ 0 w 2825552"/>
              <a:gd name="csY9" fmla="*/ 0 h 66841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825552" h="6684198">
                <a:moveTo>
                  <a:pt x="0" y="0"/>
                </a:moveTo>
                <a:lnTo>
                  <a:pt x="1167329" y="0"/>
                </a:lnTo>
                <a:lnTo>
                  <a:pt x="1733386" y="0"/>
                </a:lnTo>
                <a:lnTo>
                  <a:pt x="1732132" y="1611085"/>
                </a:lnTo>
                <a:lnTo>
                  <a:pt x="2804539" y="1602377"/>
                </a:lnTo>
                <a:cubicBezTo>
                  <a:pt x="2811543" y="3296317"/>
                  <a:pt x="2818548" y="4990258"/>
                  <a:pt x="2825552" y="6684198"/>
                </a:cubicBezTo>
                <a:lnTo>
                  <a:pt x="1978414" y="6681110"/>
                </a:lnTo>
                <a:cubicBezTo>
                  <a:pt x="1974316" y="5514356"/>
                  <a:pt x="1970217" y="4347602"/>
                  <a:pt x="1966119" y="3180848"/>
                </a:cubicBezTo>
                <a:lnTo>
                  <a:pt x="0" y="3197246"/>
                </a:lnTo>
                <a:lnTo>
                  <a:pt x="0" y="0"/>
                </a:lnTo>
                <a:close/>
              </a:path>
            </a:pathLst>
          </a:custGeom>
          <a:noFill/>
          <a:ln w="57150">
            <a:solidFill>
              <a:srgbClr val="E42600"/>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6" name="吹き出し: 角を丸めた四角形 5">
            <a:extLst>
              <a:ext uri="{FF2B5EF4-FFF2-40B4-BE49-F238E27FC236}">
                <a16:creationId xmlns:a16="http://schemas.microsoft.com/office/drawing/2014/main" id="{AA21ED7C-4F61-A48D-F69F-2BC8FC577460}"/>
              </a:ext>
            </a:extLst>
          </p:cNvPr>
          <p:cNvSpPr/>
          <p:nvPr/>
        </p:nvSpPr>
        <p:spPr>
          <a:xfrm>
            <a:off x="7045234" y="5408945"/>
            <a:ext cx="2452235" cy="666792"/>
          </a:xfrm>
          <a:prstGeom prst="wedgeRoundRectCallout">
            <a:avLst>
              <a:gd name="adj1" fmla="val -50195"/>
              <a:gd name="adj2" fmla="val -92845"/>
              <a:gd name="adj3" fmla="val 16667"/>
            </a:avLst>
          </a:prstGeom>
          <a:solidFill>
            <a:schemeClr val="accent2">
              <a:lumMod val="10000"/>
              <a:lumOff val="90000"/>
            </a:schemeClr>
          </a:solidFill>
          <a:ln w="19050">
            <a:solidFill>
              <a:srgbClr val="E426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b="1">
                <a:solidFill>
                  <a:schemeClr val="tx1"/>
                </a:solidFill>
                <a:latin typeface="+mj-ea"/>
              </a:rPr>
              <a:t>開発者はここを作ればよい</a:t>
            </a:r>
          </a:p>
        </p:txBody>
      </p:sp>
    </p:spTree>
    <p:extLst>
      <p:ext uri="{BB962C8B-B14F-4D97-AF65-F5344CB8AC3E}">
        <p14:creationId xmlns:p14="http://schemas.microsoft.com/office/powerpoint/2010/main" val="2425671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5FD1A2-6EB9-59C9-BA2C-C1AE4BD35C59}"/>
              </a:ext>
            </a:extLst>
          </p:cNvPr>
          <p:cNvSpPr>
            <a:spLocks noGrp="1"/>
          </p:cNvSpPr>
          <p:nvPr>
            <p:ph type="title"/>
          </p:nvPr>
        </p:nvSpPr>
        <p:spPr/>
        <p:txBody>
          <a:bodyPr/>
          <a:lstStyle/>
          <a:p>
            <a:r>
              <a:rPr kumimoji="1" lang="en-US" altLang="ja-JP"/>
              <a:t>Java</a:t>
            </a:r>
            <a:r>
              <a:rPr kumimoji="1" lang="ja-JP" altLang="en-US"/>
              <a:t>向け</a:t>
            </a:r>
            <a:r>
              <a:rPr kumimoji="1" lang="en-US" altLang="ja-JP"/>
              <a:t>Web</a:t>
            </a:r>
            <a:r>
              <a:rPr kumimoji="1" lang="ja-JP" altLang="en-US"/>
              <a:t>アプリケーションフレームワーク</a:t>
            </a:r>
          </a:p>
        </p:txBody>
      </p:sp>
      <p:sp>
        <p:nvSpPr>
          <p:cNvPr id="3" name="コンテンツ プレースホルダー 2">
            <a:extLst>
              <a:ext uri="{FF2B5EF4-FFF2-40B4-BE49-F238E27FC236}">
                <a16:creationId xmlns:a16="http://schemas.microsoft.com/office/drawing/2014/main" id="{00344609-3E82-1814-8C2C-F2A5EBE0E423}"/>
              </a:ext>
            </a:extLst>
          </p:cNvPr>
          <p:cNvSpPr>
            <a:spLocks noGrp="1"/>
          </p:cNvSpPr>
          <p:nvPr>
            <p:ph sz="quarter" idx="10"/>
          </p:nvPr>
        </p:nvSpPr>
        <p:spPr>
          <a:xfrm>
            <a:off x="371474" y="1038386"/>
            <a:ext cx="11448000" cy="391829"/>
          </a:xfrm>
        </p:spPr>
        <p:txBody>
          <a:bodyPr/>
          <a:lstStyle/>
          <a:p>
            <a:r>
              <a:rPr kumimoji="1" lang="en-US" altLang="ja-JP"/>
              <a:t>Java</a:t>
            </a:r>
            <a:r>
              <a:rPr lang="ja-JP" altLang="en-US"/>
              <a:t>で開発する</a:t>
            </a:r>
            <a:r>
              <a:rPr kumimoji="1" lang="en-US" altLang="ja-JP"/>
              <a:t>Web</a:t>
            </a:r>
            <a:r>
              <a:rPr kumimoji="1" lang="ja-JP" altLang="en-US"/>
              <a:t>アプリケーションフレームワークは複数あるが、</a:t>
            </a:r>
            <a:r>
              <a:rPr kumimoji="1" lang="en-US" altLang="ja-JP" b="1"/>
              <a:t>Spring</a:t>
            </a:r>
            <a:r>
              <a:rPr kumimoji="1" lang="ja-JP" altLang="en-US" b="1"/>
              <a:t>フレームワーク</a:t>
            </a:r>
            <a:r>
              <a:rPr lang="ja-JP" altLang="en-US" b="1"/>
              <a:t>の</a:t>
            </a:r>
            <a:r>
              <a:rPr kumimoji="1" lang="ja-JP" altLang="en-US" b="1"/>
              <a:t>一強</a:t>
            </a:r>
            <a:r>
              <a:rPr lang="ja-JP" altLang="en-US"/>
              <a:t>に</a:t>
            </a:r>
            <a:r>
              <a:rPr kumimoji="1" lang="ja-JP" altLang="en-US"/>
              <a:t>なっている</a:t>
            </a:r>
          </a:p>
          <a:p>
            <a:endParaRPr kumimoji="1" lang="ja-JP" altLang="en-US"/>
          </a:p>
        </p:txBody>
      </p:sp>
      <p:pic>
        <p:nvPicPr>
          <p:cNvPr id="4" name="図 3">
            <a:extLst>
              <a:ext uri="{FF2B5EF4-FFF2-40B4-BE49-F238E27FC236}">
                <a16:creationId xmlns:a16="http://schemas.microsoft.com/office/drawing/2014/main" id="{A230AA6B-342E-32D4-AEDF-34AFC45E5862}"/>
              </a:ext>
            </a:extLst>
          </p:cNvPr>
          <p:cNvPicPr>
            <a:picLocks noChangeAspect="1"/>
          </p:cNvPicPr>
          <p:nvPr/>
        </p:nvPicPr>
        <p:blipFill>
          <a:blip r:embed="rId2"/>
          <a:stretch>
            <a:fillRect/>
          </a:stretch>
        </p:blipFill>
        <p:spPr>
          <a:xfrm>
            <a:off x="3528089" y="1737801"/>
            <a:ext cx="4687530" cy="4448675"/>
          </a:xfrm>
          <a:prstGeom prst="rect">
            <a:avLst/>
          </a:prstGeom>
        </p:spPr>
      </p:pic>
      <p:sp>
        <p:nvSpPr>
          <p:cNvPr id="5" name="吹き出し: 角を丸めた四角形 4">
            <a:extLst>
              <a:ext uri="{FF2B5EF4-FFF2-40B4-BE49-F238E27FC236}">
                <a16:creationId xmlns:a16="http://schemas.microsoft.com/office/drawing/2014/main" id="{D98D755F-B1CE-E662-7CE5-6897BBAD6F4E}"/>
              </a:ext>
            </a:extLst>
          </p:cNvPr>
          <p:cNvSpPr/>
          <p:nvPr/>
        </p:nvSpPr>
        <p:spPr>
          <a:xfrm>
            <a:off x="8215619" y="2342387"/>
            <a:ext cx="2165113" cy="674853"/>
          </a:xfrm>
          <a:prstGeom prst="wedgeRoundRectCallout">
            <a:avLst>
              <a:gd name="adj1" fmla="val -58843"/>
              <a:gd name="adj2" fmla="val 26080"/>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b="1">
                <a:solidFill>
                  <a:schemeClr val="tx1"/>
                </a:solidFill>
              </a:rPr>
              <a:t>Spring</a:t>
            </a:r>
            <a:r>
              <a:rPr lang="ja-JP" altLang="en-US" b="1">
                <a:solidFill>
                  <a:schemeClr val="tx1"/>
                </a:solidFill>
              </a:rPr>
              <a:t>フレームワーク</a:t>
            </a:r>
            <a:endParaRPr kumimoji="1" lang="ja-JP" altLang="en-US">
              <a:solidFill>
                <a:schemeClr val="tx1"/>
              </a:solidFill>
            </a:endParaRPr>
          </a:p>
        </p:txBody>
      </p:sp>
      <p:sp>
        <p:nvSpPr>
          <p:cNvPr id="8" name="正方形/長方形 7">
            <a:extLst>
              <a:ext uri="{FF2B5EF4-FFF2-40B4-BE49-F238E27FC236}">
                <a16:creationId xmlns:a16="http://schemas.microsoft.com/office/drawing/2014/main" id="{E7AEF9B7-AB37-1FDC-5942-4ACEA3DAC516}"/>
              </a:ext>
            </a:extLst>
          </p:cNvPr>
          <p:cNvSpPr/>
          <p:nvPr/>
        </p:nvSpPr>
        <p:spPr>
          <a:xfrm>
            <a:off x="4155397" y="2492900"/>
            <a:ext cx="3878805" cy="769902"/>
          </a:xfrm>
          <a:prstGeom prst="rect">
            <a:avLst/>
          </a:prstGeom>
          <a:noFill/>
          <a:ln w="571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Tree>
    <p:extLst>
      <p:ext uri="{BB962C8B-B14F-4D97-AF65-F5344CB8AC3E}">
        <p14:creationId xmlns:p14="http://schemas.microsoft.com/office/powerpoint/2010/main" val="2782264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205069-2FB9-A59C-66DC-DB5809DDC7A3}"/>
              </a:ext>
            </a:extLst>
          </p:cNvPr>
          <p:cNvSpPr>
            <a:spLocks noGrp="1"/>
          </p:cNvSpPr>
          <p:nvPr>
            <p:ph type="title"/>
          </p:nvPr>
        </p:nvSpPr>
        <p:spPr/>
        <p:txBody>
          <a:bodyPr/>
          <a:lstStyle/>
          <a:p>
            <a:r>
              <a:rPr kumimoji="1" lang="en-US" altLang="ja-JP"/>
              <a:t>Spring</a:t>
            </a:r>
            <a:r>
              <a:rPr kumimoji="1" lang="ja-JP" altLang="en-US"/>
              <a:t>フレームワーク</a:t>
            </a:r>
          </a:p>
        </p:txBody>
      </p:sp>
      <p:sp>
        <p:nvSpPr>
          <p:cNvPr id="3" name="コンテンツ プレースホルダー 2">
            <a:extLst>
              <a:ext uri="{FF2B5EF4-FFF2-40B4-BE49-F238E27FC236}">
                <a16:creationId xmlns:a16="http://schemas.microsoft.com/office/drawing/2014/main" id="{4C0CBA85-9A73-45A9-C560-FADBD7EE1810}"/>
              </a:ext>
            </a:extLst>
          </p:cNvPr>
          <p:cNvSpPr>
            <a:spLocks noGrp="1"/>
          </p:cNvSpPr>
          <p:nvPr>
            <p:ph sz="quarter" idx="10"/>
          </p:nvPr>
        </p:nvSpPr>
        <p:spPr>
          <a:xfrm>
            <a:off x="357753" y="1028076"/>
            <a:ext cx="11448000" cy="5196814"/>
          </a:xfrm>
        </p:spPr>
        <p:txBody>
          <a:bodyPr/>
          <a:lstStyle/>
          <a:p>
            <a:r>
              <a:rPr kumimoji="1" lang="en-US" altLang="ja-JP"/>
              <a:t>Java</a:t>
            </a:r>
            <a:r>
              <a:rPr kumimoji="1" lang="ja-JP" altLang="en-US"/>
              <a:t>向けの包括的なアプリケーションフレームワーク</a:t>
            </a:r>
            <a:endParaRPr kumimoji="1" lang="en-US" altLang="ja-JP"/>
          </a:p>
          <a:p>
            <a:endParaRPr lang="en-US" altLang="ja-JP"/>
          </a:p>
          <a:p>
            <a:r>
              <a:rPr kumimoji="1" lang="ja-JP" altLang="en-US"/>
              <a:t>複数のサブフレームワークで構成されており、開発者は必要なものを選んで使用できる</a:t>
            </a:r>
            <a:endParaRPr kumimoji="1" lang="en-US" altLang="ja-JP"/>
          </a:p>
          <a:p>
            <a:r>
              <a:rPr lang="ja-JP" altLang="en-US"/>
              <a:t>サブフレームワークは多岐にわたり、以下は一例</a:t>
            </a:r>
            <a:endParaRPr lang="en-US" altLang="ja-JP"/>
          </a:p>
          <a:p>
            <a:endParaRPr kumimoji="1" lang="en-US" altLang="ja-JP"/>
          </a:p>
          <a:p>
            <a:pPr marL="285750" indent="-285750">
              <a:buFont typeface="Arial" panose="020B0604020202020204" pitchFamily="34" charset="0"/>
              <a:buChar char="•"/>
            </a:pPr>
            <a:r>
              <a:rPr lang="en-US" altLang="ja-JP" b="1"/>
              <a:t>Spring Framework</a:t>
            </a:r>
            <a:r>
              <a:rPr lang="ja-JP" altLang="en-US" b="1"/>
              <a:t>：フレームワークの部品を管理する</a:t>
            </a:r>
            <a:r>
              <a:rPr lang="en-US" altLang="ja-JP" b="1"/>
              <a:t>DI</a:t>
            </a:r>
            <a:r>
              <a:rPr lang="ja-JP" altLang="en-US" b="1"/>
              <a:t>コンテナなど、基本的な機能</a:t>
            </a:r>
            <a:endParaRPr kumimoji="1" lang="en-US" altLang="ja-JP" b="1"/>
          </a:p>
          <a:p>
            <a:pPr marL="285750" indent="-285750">
              <a:buFont typeface="Arial" panose="020B0604020202020204" pitchFamily="34" charset="0"/>
              <a:buChar char="•"/>
            </a:pPr>
            <a:r>
              <a:rPr kumimoji="1" lang="en-US" altLang="ja-JP" b="1"/>
              <a:t>Spring MVC</a:t>
            </a:r>
            <a:r>
              <a:rPr kumimoji="1" lang="ja-JP" altLang="en-US" b="1"/>
              <a:t>：</a:t>
            </a:r>
            <a:r>
              <a:rPr kumimoji="1" lang="en-US" altLang="ja-JP" b="1"/>
              <a:t>Web MVC</a:t>
            </a:r>
            <a:r>
              <a:rPr kumimoji="1" lang="ja-JP" altLang="en-US" b="1"/>
              <a:t>モデルを実現できる</a:t>
            </a:r>
            <a:r>
              <a:rPr kumimoji="1" lang="en-US" altLang="ja-JP" b="1"/>
              <a:t>Web</a:t>
            </a:r>
            <a:r>
              <a:rPr kumimoji="1" lang="ja-JP" altLang="en-US" b="1"/>
              <a:t>アプリケーションフレームワーク</a:t>
            </a:r>
            <a:endParaRPr kumimoji="1" lang="en-US" altLang="ja-JP" b="1"/>
          </a:p>
          <a:p>
            <a:pPr marL="285750" indent="-285750">
              <a:buFont typeface="Arial" panose="020B0604020202020204" pitchFamily="34" charset="0"/>
              <a:buChar char="•"/>
            </a:pPr>
            <a:r>
              <a:rPr lang="en-US" altLang="ja-JP"/>
              <a:t>Spring Security</a:t>
            </a:r>
            <a:r>
              <a:rPr lang="ja-JP" altLang="en-US"/>
              <a:t>：認証・認可機能を提供</a:t>
            </a:r>
            <a:endParaRPr lang="en-US" altLang="ja-JP"/>
          </a:p>
          <a:p>
            <a:pPr marL="285750" indent="-285750">
              <a:buFont typeface="Arial" panose="020B0604020202020204" pitchFamily="34" charset="0"/>
              <a:buChar char="•"/>
            </a:pPr>
            <a:r>
              <a:rPr lang="en-US" altLang="ja-JP"/>
              <a:t>Spring Batch</a:t>
            </a:r>
            <a:r>
              <a:rPr lang="ja-JP" altLang="en-US"/>
              <a:t>：バッチ処理を最適化</a:t>
            </a:r>
            <a:endParaRPr lang="en-US" altLang="ja-JP"/>
          </a:p>
          <a:p>
            <a:pPr marL="285750" indent="-285750">
              <a:buFont typeface="Arial" panose="020B0604020202020204" pitchFamily="34" charset="0"/>
              <a:buChar char="•"/>
            </a:pPr>
            <a:r>
              <a:rPr lang="en-US" altLang="ja-JP" b="1"/>
              <a:t>Spring Boot</a:t>
            </a:r>
            <a:r>
              <a:rPr lang="ja-JP" altLang="en-US"/>
              <a:t>：このあと説明</a:t>
            </a:r>
            <a:endParaRPr kumimoji="1" lang="ja-JP" altLang="en-US"/>
          </a:p>
        </p:txBody>
      </p:sp>
      <p:pic>
        <p:nvPicPr>
          <p:cNvPr id="4" name="図 3">
            <a:extLst>
              <a:ext uri="{FF2B5EF4-FFF2-40B4-BE49-F238E27FC236}">
                <a16:creationId xmlns:a16="http://schemas.microsoft.com/office/drawing/2014/main" id="{F55F3306-6CC1-DFA3-EAA2-4966FF77326E}"/>
              </a:ext>
            </a:extLst>
          </p:cNvPr>
          <p:cNvPicPr>
            <a:picLocks noChangeAspect="1"/>
          </p:cNvPicPr>
          <p:nvPr/>
        </p:nvPicPr>
        <p:blipFill>
          <a:blip r:embed="rId2"/>
          <a:stretch>
            <a:fillRect/>
          </a:stretch>
        </p:blipFill>
        <p:spPr>
          <a:xfrm>
            <a:off x="9107449" y="3060846"/>
            <a:ext cx="2698304" cy="2580640"/>
          </a:xfrm>
          <a:prstGeom prst="rect">
            <a:avLst/>
          </a:prstGeom>
          <a:effectLst>
            <a:outerShdw blurRad="50800" dist="38100" dir="2700000" algn="tl" rotWithShape="0">
              <a:prstClr val="black">
                <a:alpha val="40000"/>
              </a:prstClr>
            </a:outerShdw>
          </a:effectLst>
        </p:spPr>
      </p:pic>
      <p:sp>
        <p:nvSpPr>
          <p:cNvPr id="5" name="吹き出し: 角を丸めた四角形 4">
            <a:extLst>
              <a:ext uri="{FF2B5EF4-FFF2-40B4-BE49-F238E27FC236}">
                <a16:creationId xmlns:a16="http://schemas.microsoft.com/office/drawing/2014/main" id="{C412EE76-AD57-4CE4-AE4F-27F50E277DD0}"/>
              </a:ext>
            </a:extLst>
          </p:cNvPr>
          <p:cNvSpPr/>
          <p:nvPr/>
        </p:nvSpPr>
        <p:spPr>
          <a:xfrm>
            <a:off x="5635591" y="4134999"/>
            <a:ext cx="3096244" cy="682283"/>
          </a:xfrm>
          <a:prstGeom prst="wedgeRoundRectCallout">
            <a:avLst>
              <a:gd name="adj1" fmla="val 62825"/>
              <a:gd name="adj2" fmla="val -52764"/>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a:solidFill>
                  <a:schemeClr val="tx1"/>
                </a:solidFill>
              </a:rPr>
              <a:t>Spring</a:t>
            </a:r>
            <a:r>
              <a:rPr lang="ja-JP" altLang="en-US" sz="1400">
                <a:solidFill>
                  <a:schemeClr val="tx1"/>
                </a:solidFill>
              </a:rPr>
              <a:t>プロジェクトの</a:t>
            </a:r>
            <a:r>
              <a:rPr kumimoji="1" lang="ja-JP" altLang="en-US" sz="1400">
                <a:solidFill>
                  <a:schemeClr val="tx1"/>
                </a:solidFill>
              </a:rPr>
              <a:t>一覧</a:t>
            </a:r>
            <a:endParaRPr kumimoji="1" lang="en-US" altLang="ja-JP" sz="1400">
              <a:solidFill>
                <a:schemeClr val="tx1"/>
              </a:solidFill>
            </a:endParaRPr>
          </a:p>
          <a:p>
            <a:pPr algn="ctr"/>
            <a:r>
              <a:rPr kumimoji="1" lang="en-US" altLang="ja-JP" sz="1400">
                <a:solidFill>
                  <a:schemeClr val="tx1"/>
                </a:solidFill>
              </a:rPr>
              <a:t>https://spring.pleiades.io/projects</a:t>
            </a:r>
            <a:endParaRPr kumimoji="1" lang="ja-JP" altLang="en-US" sz="1400" err="1">
              <a:solidFill>
                <a:schemeClr val="tx1"/>
              </a:solidFill>
            </a:endParaRPr>
          </a:p>
        </p:txBody>
      </p:sp>
      <p:sp>
        <p:nvSpPr>
          <p:cNvPr id="6" name="コンテンツ プレースホルダー 2">
            <a:extLst>
              <a:ext uri="{FF2B5EF4-FFF2-40B4-BE49-F238E27FC236}">
                <a16:creationId xmlns:a16="http://schemas.microsoft.com/office/drawing/2014/main" id="{786BE513-9974-C88F-2607-4C9D8D25F8E5}"/>
              </a:ext>
            </a:extLst>
          </p:cNvPr>
          <p:cNvSpPr txBox="1">
            <a:spLocks/>
          </p:cNvSpPr>
          <p:nvPr/>
        </p:nvSpPr>
        <p:spPr>
          <a:xfrm>
            <a:off x="357753" y="5641486"/>
            <a:ext cx="11448000" cy="821234"/>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a:t>NTT</a:t>
            </a:r>
            <a:r>
              <a:rPr lang="ja-JP" altLang="en-US"/>
              <a:t>データが提供するアプリケーションフレームワークの</a:t>
            </a:r>
            <a:r>
              <a:rPr lang="en-US" altLang="ja-JP" b="1"/>
              <a:t>TERASOLUNA</a:t>
            </a:r>
            <a:r>
              <a:rPr lang="ja-JP" altLang="en-US"/>
              <a:t>は、</a:t>
            </a:r>
            <a:endParaRPr lang="en-US" altLang="ja-JP"/>
          </a:p>
          <a:p>
            <a:r>
              <a:rPr lang="en-US" altLang="ja-JP"/>
              <a:t>Spring</a:t>
            </a:r>
            <a:r>
              <a:rPr lang="ja-JP" altLang="en-US"/>
              <a:t>をベースにしつつ、日本企業のニーズや業務要件に合わせた拡張やカスタマイズし、開発方法論を整備したもの</a:t>
            </a:r>
            <a:endParaRPr lang="en-US" altLang="ja-JP"/>
          </a:p>
        </p:txBody>
      </p:sp>
    </p:spTree>
    <p:extLst>
      <p:ext uri="{BB962C8B-B14F-4D97-AF65-F5344CB8AC3E}">
        <p14:creationId xmlns:p14="http://schemas.microsoft.com/office/powerpoint/2010/main" val="2093795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FEEFE-79F1-9FCA-CA95-2FBB2C807FF2}"/>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63346243-6FE6-E0A2-73AE-FF9D5DEAD5CD}"/>
              </a:ext>
            </a:extLst>
          </p:cNvPr>
          <p:cNvSpPr>
            <a:spLocks noGrp="1"/>
          </p:cNvSpPr>
          <p:nvPr>
            <p:ph sz="quarter" idx="10"/>
          </p:nvPr>
        </p:nvSpPr>
        <p:spPr>
          <a:xfrm>
            <a:off x="371474" y="1038385"/>
            <a:ext cx="11448000" cy="5451315"/>
          </a:xfrm>
        </p:spPr>
        <p:txBody>
          <a:bodyPr/>
          <a:lstStyle/>
          <a:p>
            <a:r>
              <a:rPr lang="ja-JP" altLang="en-US"/>
              <a:t>プログラムが動作するための必要な部品（</a:t>
            </a:r>
            <a:r>
              <a:rPr lang="en-US" altLang="ja-JP" b="1">
                <a:solidFill>
                  <a:srgbClr val="FF0000"/>
                </a:solidFill>
              </a:rPr>
              <a:t>D</a:t>
            </a:r>
            <a:r>
              <a:rPr lang="en-US" altLang="ja-JP" b="1"/>
              <a:t>ependency</a:t>
            </a:r>
            <a:r>
              <a:rPr lang="ja-JP" altLang="en-US" b="1"/>
              <a:t>：依存性</a:t>
            </a:r>
            <a:r>
              <a:rPr lang="ja-JP" altLang="en-US"/>
              <a:t>）を自動的に生成して、組み立て、</a:t>
            </a:r>
            <a:endParaRPr lang="en-US" altLang="ja-JP"/>
          </a:p>
          <a:p>
            <a:r>
              <a:rPr lang="ja-JP" altLang="en-US"/>
              <a:t>必要な場所に注入する（</a:t>
            </a:r>
            <a:r>
              <a:rPr lang="en-US" altLang="ja-JP" b="1">
                <a:solidFill>
                  <a:srgbClr val="FF0000"/>
                </a:solidFill>
              </a:rPr>
              <a:t>I</a:t>
            </a:r>
            <a:r>
              <a:rPr lang="en-US" altLang="ja-JP" b="1"/>
              <a:t>njection</a:t>
            </a:r>
            <a:r>
              <a:rPr lang="ja-JP" altLang="en-US"/>
              <a:t>）仕組み</a:t>
            </a:r>
            <a:endParaRPr lang="en-US" altLang="ja-JP"/>
          </a:p>
          <a:p>
            <a:endParaRPr lang="en-US" altLang="ja-JP" sz="1400"/>
          </a:p>
          <a:p>
            <a:r>
              <a:rPr kumimoji="1" lang="ja-JP" altLang="en-US" b="1">
                <a:solidFill>
                  <a:schemeClr val="tx1"/>
                </a:solidFill>
              </a:rPr>
              <a:t>アプリケーションを動かす部品（レイヤー</a:t>
            </a:r>
            <a:r>
              <a:rPr kumimoji="1" lang="en-US" altLang="ja-JP" b="1">
                <a:solidFill>
                  <a:schemeClr val="tx1"/>
                </a:solidFill>
              </a:rPr>
              <a:t>,</a:t>
            </a:r>
            <a:r>
              <a:rPr kumimoji="1" lang="ja-JP" altLang="en-US" b="1">
                <a:solidFill>
                  <a:schemeClr val="tx1"/>
                </a:solidFill>
              </a:rPr>
              <a:t>役割）を事前に作って組み立てておき、すぐに使えるようにする</a:t>
            </a:r>
            <a:r>
              <a:rPr kumimoji="1" lang="ja-JP" altLang="en-US">
                <a:solidFill>
                  <a:schemeClr val="tx1"/>
                </a:solidFill>
              </a:rPr>
              <a:t>のイメージ</a:t>
            </a:r>
            <a:endParaRPr kumimoji="1" lang="en-US" altLang="ja-JP">
              <a:solidFill>
                <a:schemeClr val="tx1"/>
              </a:solidFill>
            </a:endParaRPr>
          </a:p>
          <a:p>
            <a:endParaRPr kumimoji="1" lang="en-US" altLang="ja-JP"/>
          </a:p>
          <a:p>
            <a:endParaRPr kumimoji="1" lang="en-US" altLang="ja-JP"/>
          </a:p>
          <a:p>
            <a:endParaRPr kumimoji="1" lang="ja-JP" altLang="en-US"/>
          </a:p>
        </p:txBody>
      </p:sp>
      <p:sp>
        <p:nvSpPr>
          <p:cNvPr id="30" name="Shape 13">
            <a:extLst>
              <a:ext uri="{FF2B5EF4-FFF2-40B4-BE49-F238E27FC236}">
                <a16:creationId xmlns:a16="http://schemas.microsoft.com/office/drawing/2014/main" id="{BAE51399-21D7-4470-2F11-36A8833E6B8B}"/>
              </a:ext>
            </a:extLst>
          </p:cNvPr>
          <p:cNvSpPr/>
          <p:nvPr/>
        </p:nvSpPr>
        <p:spPr>
          <a:xfrm>
            <a:off x="814250" y="2612572"/>
            <a:ext cx="10472059" cy="2812868"/>
          </a:xfrm>
          <a:prstGeom prst="rect">
            <a:avLst/>
          </a:prstGeom>
          <a:solidFill>
            <a:schemeClr val="bg1">
              <a:alpha val="10000"/>
            </a:schemeClr>
          </a:solidFill>
          <a:ln w="19050">
            <a:solidFill>
              <a:schemeClr val="tx1">
                <a:lumMod val="50000"/>
                <a:lumOff val="50000"/>
              </a:schemeClr>
            </a:solidFill>
            <a:prstDash val="solid"/>
          </a:ln>
        </p:spPr>
        <p:txBody>
          <a:bodyPr/>
          <a:lstStyle/>
          <a:p>
            <a:r>
              <a:rPr lang="en-US" altLang="ja-JP" sz="2000" b="1">
                <a:solidFill>
                  <a:srgbClr val="E42600"/>
                </a:solidFill>
                <a:effectLst>
                  <a:outerShdw blurRad="38100" dist="38100" dir="2700000" algn="tl">
                    <a:srgbClr val="000000">
                      <a:alpha val="43137"/>
                    </a:srgbClr>
                  </a:outerShdw>
                </a:effectLst>
                <a:latin typeface="+mj-ea"/>
                <a:ea typeface="+mj-ea"/>
              </a:rPr>
              <a:t>DI</a:t>
            </a:r>
            <a:r>
              <a:rPr lang="ja-JP" altLang="en-US" sz="2000" b="1">
                <a:solidFill>
                  <a:srgbClr val="E42600"/>
                </a:solidFill>
                <a:effectLst>
                  <a:outerShdw blurRad="38100" dist="38100" dir="2700000" algn="tl">
                    <a:srgbClr val="000000">
                      <a:alpha val="43137"/>
                    </a:srgbClr>
                  </a:outerShdw>
                </a:effectLst>
                <a:latin typeface="+mj-ea"/>
                <a:ea typeface="+mj-ea"/>
              </a:rPr>
              <a:t>コンテナ</a:t>
            </a:r>
            <a:endParaRPr lang="ja-JP" altLang="en-US" sz="2800" b="1">
              <a:solidFill>
                <a:srgbClr val="E42600"/>
              </a:solidFill>
              <a:effectLst>
                <a:outerShdw blurRad="38100" dist="38100" dir="2700000" algn="tl">
                  <a:srgbClr val="000000">
                    <a:alpha val="43137"/>
                  </a:srgbClr>
                </a:outerShdw>
              </a:effectLst>
              <a:latin typeface="+mj-ea"/>
              <a:ea typeface="+mj-ea"/>
            </a:endParaRPr>
          </a:p>
        </p:txBody>
      </p:sp>
      <p:sp>
        <p:nvSpPr>
          <p:cNvPr id="2" name="タイトル 1">
            <a:extLst>
              <a:ext uri="{FF2B5EF4-FFF2-40B4-BE49-F238E27FC236}">
                <a16:creationId xmlns:a16="http://schemas.microsoft.com/office/drawing/2014/main" id="{14431E73-D6F9-5D96-2A58-97D2BBD0F5BB}"/>
              </a:ext>
            </a:extLst>
          </p:cNvPr>
          <p:cNvSpPr>
            <a:spLocks noGrp="1"/>
          </p:cNvSpPr>
          <p:nvPr>
            <p:ph type="title"/>
          </p:nvPr>
        </p:nvSpPr>
        <p:spPr/>
        <p:txBody>
          <a:bodyPr/>
          <a:lstStyle/>
          <a:p>
            <a:r>
              <a:rPr kumimoji="1" lang="en-US" altLang="ja-JP"/>
              <a:t>Spring</a:t>
            </a:r>
            <a:r>
              <a:rPr kumimoji="1" lang="ja-JP" altLang="en-US"/>
              <a:t>フレームワーク：</a:t>
            </a:r>
            <a:r>
              <a:rPr kumimoji="1" lang="en-US" altLang="ja-JP"/>
              <a:t>DI</a:t>
            </a:r>
            <a:r>
              <a:rPr kumimoji="1" lang="ja-JP" altLang="en-US"/>
              <a:t>コンテナとは</a:t>
            </a:r>
          </a:p>
        </p:txBody>
      </p:sp>
      <p:sp>
        <p:nvSpPr>
          <p:cNvPr id="8" name="Shape 25">
            <a:extLst>
              <a:ext uri="{FF2B5EF4-FFF2-40B4-BE49-F238E27FC236}">
                <a16:creationId xmlns:a16="http://schemas.microsoft.com/office/drawing/2014/main" id="{486D0697-EF40-4529-6BA1-FB68153E9EB1}"/>
              </a:ext>
            </a:extLst>
          </p:cNvPr>
          <p:cNvSpPr/>
          <p:nvPr/>
        </p:nvSpPr>
        <p:spPr>
          <a:xfrm>
            <a:off x="1180053" y="3733800"/>
            <a:ext cx="2133600" cy="1191118"/>
          </a:xfrm>
          <a:prstGeom prst="rect">
            <a:avLst/>
          </a:prstGeom>
          <a:solidFill>
            <a:srgbClr val="E67E22">
              <a:alpha val="10000"/>
            </a:srgbClr>
          </a:solidFill>
          <a:ln w="19050">
            <a:solidFill>
              <a:srgbClr val="E67E22"/>
            </a:solidFill>
            <a:prstDash val="solid"/>
          </a:ln>
        </p:spPr>
        <p:txBody>
          <a:bodyPr/>
          <a:lstStyle/>
          <a:p>
            <a:endParaRPr lang="ja-JP" altLang="en-US" sz="2400"/>
          </a:p>
        </p:txBody>
      </p:sp>
      <p:sp>
        <p:nvSpPr>
          <p:cNvPr id="9" name="Text 26">
            <a:extLst>
              <a:ext uri="{FF2B5EF4-FFF2-40B4-BE49-F238E27FC236}">
                <a16:creationId xmlns:a16="http://schemas.microsoft.com/office/drawing/2014/main" id="{5CCB0434-507F-BC93-40BA-1AC45B35F484}"/>
              </a:ext>
            </a:extLst>
          </p:cNvPr>
          <p:cNvSpPr/>
          <p:nvPr/>
        </p:nvSpPr>
        <p:spPr>
          <a:xfrm>
            <a:off x="1180053" y="3880104"/>
            <a:ext cx="2133600" cy="670560"/>
          </a:xfrm>
          <a:prstGeom prst="rect">
            <a:avLst/>
          </a:prstGeom>
          <a:noFill/>
          <a:ln/>
        </p:spPr>
        <p:txBody>
          <a:bodyPr wrap="square" lIns="0" tIns="0" rIns="0" bIns="0" rtlCol="0" anchor="ctr"/>
          <a:lstStyle/>
          <a:p>
            <a:pPr algn="ctr">
              <a:lnSpc>
                <a:spcPct val="110000"/>
              </a:lnSpc>
            </a:pPr>
            <a:r>
              <a:rPr lang="ja-JP" altLang="en-US" sz="2133" b="1">
                <a:solidFill>
                  <a:srgbClr val="E67E22"/>
                </a:solidFill>
                <a:latin typeface="Calibri" pitchFamily="34" charset="0"/>
                <a:ea typeface="Calibri" pitchFamily="34" charset="-122"/>
                <a:cs typeface="Calibri" pitchFamily="34" charset="-120"/>
              </a:rPr>
              <a:t>　</a:t>
            </a:r>
            <a:r>
              <a:rPr lang="en-US" sz="2133" b="1" err="1">
                <a:solidFill>
                  <a:srgbClr val="E67E22"/>
                </a:solidFill>
                <a:latin typeface="Calibri" pitchFamily="34" charset="0"/>
                <a:ea typeface="Calibri" pitchFamily="34" charset="-122"/>
                <a:cs typeface="Calibri" pitchFamily="34" charset="-120"/>
              </a:rPr>
              <a:t>窓口</a:t>
            </a:r>
            <a:endParaRPr lang="en-US" sz="2133"/>
          </a:p>
        </p:txBody>
      </p:sp>
      <p:sp>
        <p:nvSpPr>
          <p:cNvPr id="11" name="Shape 37">
            <a:extLst>
              <a:ext uri="{FF2B5EF4-FFF2-40B4-BE49-F238E27FC236}">
                <a16:creationId xmlns:a16="http://schemas.microsoft.com/office/drawing/2014/main" id="{4A3CA4C9-686B-B8F0-D7EE-FDE52505838F}"/>
              </a:ext>
            </a:extLst>
          </p:cNvPr>
          <p:cNvSpPr/>
          <p:nvPr/>
        </p:nvSpPr>
        <p:spPr>
          <a:xfrm>
            <a:off x="4985657" y="3733800"/>
            <a:ext cx="2133600" cy="1191118"/>
          </a:xfrm>
          <a:prstGeom prst="rect">
            <a:avLst/>
          </a:prstGeom>
          <a:solidFill>
            <a:srgbClr val="27AE60">
              <a:alpha val="10000"/>
            </a:srgbClr>
          </a:solidFill>
          <a:ln w="19050">
            <a:solidFill>
              <a:srgbClr val="27AE60"/>
            </a:solidFill>
            <a:prstDash val="solid"/>
          </a:ln>
        </p:spPr>
        <p:txBody>
          <a:bodyPr/>
          <a:lstStyle/>
          <a:p>
            <a:endParaRPr lang="ja-JP" altLang="en-US" sz="2400"/>
          </a:p>
        </p:txBody>
      </p:sp>
      <p:sp>
        <p:nvSpPr>
          <p:cNvPr id="12" name="Text 38">
            <a:extLst>
              <a:ext uri="{FF2B5EF4-FFF2-40B4-BE49-F238E27FC236}">
                <a16:creationId xmlns:a16="http://schemas.microsoft.com/office/drawing/2014/main" id="{F48D979C-4D5E-4D62-C2F1-B3F7DC7BC17B}"/>
              </a:ext>
            </a:extLst>
          </p:cNvPr>
          <p:cNvSpPr/>
          <p:nvPr/>
        </p:nvSpPr>
        <p:spPr>
          <a:xfrm>
            <a:off x="4985657" y="3880104"/>
            <a:ext cx="2133600" cy="670560"/>
          </a:xfrm>
          <a:prstGeom prst="rect">
            <a:avLst/>
          </a:prstGeom>
          <a:noFill/>
          <a:ln/>
        </p:spPr>
        <p:txBody>
          <a:bodyPr wrap="square" lIns="0" tIns="0" rIns="0" bIns="0" rtlCol="0" anchor="ctr"/>
          <a:lstStyle/>
          <a:p>
            <a:pPr algn="ctr">
              <a:lnSpc>
                <a:spcPct val="110000"/>
              </a:lnSpc>
            </a:pPr>
            <a:r>
              <a:rPr lang="ja-JP" altLang="en-US" sz="2133" b="1">
                <a:solidFill>
                  <a:srgbClr val="27AE60"/>
                </a:solidFill>
                <a:latin typeface="Calibri" pitchFamily="34" charset="0"/>
                <a:ea typeface="Calibri" pitchFamily="34" charset="-122"/>
                <a:cs typeface="Calibri" pitchFamily="34" charset="-120"/>
              </a:rPr>
              <a:t>　住民</a:t>
            </a:r>
            <a:r>
              <a:rPr lang="en-US" sz="2133" b="1">
                <a:solidFill>
                  <a:srgbClr val="27AE60"/>
                </a:solidFill>
                <a:latin typeface="Calibri" pitchFamily="34" charset="0"/>
                <a:ea typeface="Calibri" pitchFamily="34" charset="-122"/>
                <a:cs typeface="Calibri" pitchFamily="34" charset="-120"/>
              </a:rPr>
              <a:t>課</a:t>
            </a:r>
            <a:endParaRPr lang="en-US" sz="2133"/>
          </a:p>
        </p:txBody>
      </p:sp>
      <p:sp>
        <p:nvSpPr>
          <p:cNvPr id="14" name="Shape 49">
            <a:extLst>
              <a:ext uri="{FF2B5EF4-FFF2-40B4-BE49-F238E27FC236}">
                <a16:creationId xmlns:a16="http://schemas.microsoft.com/office/drawing/2014/main" id="{A880C960-51FB-730B-6487-D7F1061BE89A}"/>
              </a:ext>
            </a:extLst>
          </p:cNvPr>
          <p:cNvSpPr/>
          <p:nvPr/>
        </p:nvSpPr>
        <p:spPr>
          <a:xfrm>
            <a:off x="8749787" y="3733800"/>
            <a:ext cx="2133600" cy="1191118"/>
          </a:xfrm>
          <a:prstGeom prst="rect">
            <a:avLst/>
          </a:prstGeom>
          <a:solidFill>
            <a:srgbClr val="8E44AD">
              <a:alpha val="10000"/>
            </a:srgbClr>
          </a:solidFill>
          <a:ln w="19050">
            <a:solidFill>
              <a:srgbClr val="8E44AD"/>
            </a:solidFill>
            <a:prstDash val="solid"/>
          </a:ln>
        </p:spPr>
        <p:txBody>
          <a:bodyPr/>
          <a:lstStyle/>
          <a:p>
            <a:endParaRPr lang="ja-JP" altLang="en-US" sz="2400"/>
          </a:p>
        </p:txBody>
      </p:sp>
      <p:sp>
        <p:nvSpPr>
          <p:cNvPr id="15" name="Text 50">
            <a:extLst>
              <a:ext uri="{FF2B5EF4-FFF2-40B4-BE49-F238E27FC236}">
                <a16:creationId xmlns:a16="http://schemas.microsoft.com/office/drawing/2014/main" id="{1A295928-128F-ED45-0E8C-59A60891328F}"/>
              </a:ext>
            </a:extLst>
          </p:cNvPr>
          <p:cNvSpPr/>
          <p:nvPr/>
        </p:nvSpPr>
        <p:spPr>
          <a:xfrm>
            <a:off x="8749787" y="3880104"/>
            <a:ext cx="2133600" cy="670560"/>
          </a:xfrm>
          <a:prstGeom prst="rect">
            <a:avLst/>
          </a:prstGeom>
          <a:noFill/>
          <a:ln/>
        </p:spPr>
        <p:txBody>
          <a:bodyPr wrap="square" lIns="0" tIns="0" rIns="0" bIns="0" rtlCol="0" anchor="ctr"/>
          <a:lstStyle/>
          <a:p>
            <a:pPr algn="ctr">
              <a:lnSpc>
                <a:spcPct val="110000"/>
              </a:lnSpc>
            </a:pPr>
            <a:r>
              <a:rPr lang="ja-JP" altLang="en-US" sz="2133" b="1">
                <a:solidFill>
                  <a:srgbClr val="8E44AD"/>
                </a:solidFill>
                <a:latin typeface="Calibri" pitchFamily="34" charset="0"/>
                <a:ea typeface="Calibri" pitchFamily="34" charset="-122"/>
                <a:cs typeface="Calibri" pitchFamily="34" charset="-120"/>
              </a:rPr>
              <a:t>　</a:t>
            </a:r>
            <a:r>
              <a:rPr lang="en-US" sz="2133" b="1" err="1">
                <a:solidFill>
                  <a:srgbClr val="8E44AD"/>
                </a:solidFill>
                <a:latin typeface="Calibri" pitchFamily="34" charset="0"/>
                <a:ea typeface="Calibri" pitchFamily="34" charset="-122"/>
                <a:cs typeface="Calibri" pitchFamily="34" charset="-120"/>
              </a:rPr>
              <a:t>書類棚</a:t>
            </a:r>
            <a:endParaRPr lang="en-US" sz="2133"/>
          </a:p>
        </p:txBody>
      </p:sp>
      <p:pic>
        <p:nvPicPr>
          <p:cNvPr id="17" name="グラフィックス 16" descr="オフィス ワーカー (男性) 単色塗りつぶし">
            <a:extLst>
              <a:ext uri="{FF2B5EF4-FFF2-40B4-BE49-F238E27FC236}">
                <a16:creationId xmlns:a16="http://schemas.microsoft.com/office/drawing/2014/main" id="{30FC6A3E-05D6-0B87-E79C-DE6C163401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81340" y="3869765"/>
            <a:ext cx="677960" cy="677960"/>
          </a:xfrm>
          <a:prstGeom prst="rect">
            <a:avLst/>
          </a:prstGeom>
        </p:spPr>
      </p:pic>
      <p:pic>
        <p:nvPicPr>
          <p:cNvPr id="18" name="グラフィックス 17" descr="質問 単色塗りつぶし">
            <a:extLst>
              <a:ext uri="{FF2B5EF4-FFF2-40B4-BE49-F238E27FC236}">
                <a16:creationId xmlns:a16="http://schemas.microsoft.com/office/drawing/2014/main" id="{07A8607E-C590-3BD5-5CB6-53D97F28A8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43406" y="3869765"/>
            <a:ext cx="677960" cy="677960"/>
          </a:xfrm>
          <a:prstGeom prst="rect">
            <a:avLst/>
          </a:prstGeom>
        </p:spPr>
      </p:pic>
      <p:pic>
        <p:nvPicPr>
          <p:cNvPr id="19" name="グラフィックス 18" descr="棚の本 単色塗りつぶし">
            <a:extLst>
              <a:ext uri="{FF2B5EF4-FFF2-40B4-BE49-F238E27FC236}">
                <a16:creationId xmlns:a16="http://schemas.microsoft.com/office/drawing/2014/main" id="{83FA523F-3731-FBB6-888B-A74D6F83AB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7323" y="3869765"/>
            <a:ext cx="677960" cy="677960"/>
          </a:xfrm>
          <a:prstGeom prst="rect">
            <a:avLst/>
          </a:prstGeom>
        </p:spPr>
      </p:pic>
      <p:sp>
        <p:nvSpPr>
          <p:cNvPr id="25" name="矢印: 右 24">
            <a:extLst>
              <a:ext uri="{FF2B5EF4-FFF2-40B4-BE49-F238E27FC236}">
                <a16:creationId xmlns:a16="http://schemas.microsoft.com/office/drawing/2014/main" id="{F95EC897-CE55-C7DD-802F-27B94D351C24}"/>
              </a:ext>
            </a:extLst>
          </p:cNvPr>
          <p:cNvSpPr/>
          <p:nvPr/>
        </p:nvSpPr>
        <p:spPr>
          <a:xfrm>
            <a:off x="3474156" y="4659401"/>
            <a:ext cx="1279815" cy="209599"/>
          </a:xfrm>
          <a:prstGeom prst="rightArrow">
            <a:avLst/>
          </a:prstGeom>
          <a:solidFill>
            <a:schemeClr val="accent5">
              <a:lumMod val="20000"/>
              <a:lumOff val="80000"/>
            </a:schemeClr>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31" name="吹き出し: 四角形 30">
            <a:extLst>
              <a:ext uri="{FF2B5EF4-FFF2-40B4-BE49-F238E27FC236}">
                <a16:creationId xmlns:a16="http://schemas.microsoft.com/office/drawing/2014/main" id="{C995A5F2-0ADA-586C-9A2B-961425233CF7}"/>
              </a:ext>
            </a:extLst>
          </p:cNvPr>
          <p:cNvSpPr/>
          <p:nvPr/>
        </p:nvSpPr>
        <p:spPr>
          <a:xfrm>
            <a:off x="2788374" y="3027369"/>
            <a:ext cx="1245326" cy="586846"/>
          </a:xfrm>
          <a:prstGeom prst="wedgeRectCallout">
            <a:avLst>
              <a:gd name="adj1" fmla="val -46707"/>
              <a:gd name="adj2" fmla="val 80308"/>
            </a:avLst>
          </a:prstGeom>
          <a:solidFill>
            <a:srgbClr val="FFE1C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latin typeface="+mj-ea"/>
                <a:ea typeface="+mj-ea"/>
              </a:rPr>
              <a:t>窓口は住民課に</a:t>
            </a:r>
            <a:endParaRPr kumimoji="1" lang="en-US" altLang="ja-JP" sz="1200">
              <a:solidFill>
                <a:schemeClr val="tx1"/>
              </a:solidFill>
              <a:latin typeface="+mj-ea"/>
              <a:ea typeface="+mj-ea"/>
            </a:endParaRPr>
          </a:p>
          <a:p>
            <a:pPr algn="ctr"/>
            <a:r>
              <a:rPr kumimoji="1" lang="ja-JP" altLang="en-US" sz="1200" b="1">
                <a:solidFill>
                  <a:schemeClr val="tx1"/>
                </a:solidFill>
                <a:latin typeface="+mj-ea"/>
                <a:ea typeface="+mj-ea"/>
              </a:rPr>
              <a:t>依存している</a:t>
            </a:r>
            <a:endParaRPr kumimoji="1" lang="en-US" altLang="ja-JP" sz="1200" b="1">
              <a:solidFill>
                <a:schemeClr val="tx1"/>
              </a:solidFill>
              <a:latin typeface="+mj-ea"/>
              <a:ea typeface="+mj-ea"/>
            </a:endParaRPr>
          </a:p>
          <a:p>
            <a:pPr algn="ctr"/>
            <a:r>
              <a:rPr lang="ja-JP" altLang="en-US" sz="1200">
                <a:solidFill>
                  <a:schemeClr val="tx1"/>
                </a:solidFill>
                <a:latin typeface="+mj-ea"/>
                <a:ea typeface="+mj-ea"/>
              </a:rPr>
              <a:t>（いないと困る）</a:t>
            </a:r>
            <a:endParaRPr kumimoji="1" lang="ja-JP" altLang="en-US" sz="1200">
              <a:solidFill>
                <a:schemeClr val="tx1"/>
              </a:solidFill>
              <a:latin typeface="+mj-ea"/>
              <a:ea typeface="+mj-ea"/>
            </a:endParaRPr>
          </a:p>
        </p:txBody>
      </p:sp>
      <p:sp>
        <p:nvSpPr>
          <p:cNvPr id="32" name="吹き出し: 四角形 31">
            <a:extLst>
              <a:ext uri="{FF2B5EF4-FFF2-40B4-BE49-F238E27FC236}">
                <a16:creationId xmlns:a16="http://schemas.microsoft.com/office/drawing/2014/main" id="{CE624FD1-5D06-25AB-3685-0A49DE04B378}"/>
              </a:ext>
            </a:extLst>
          </p:cNvPr>
          <p:cNvSpPr/>
          <p:nvPr/>
        </p:nvSpPr>
        <p:spPr>
          <a:xfrm>
            <a:off x="6691820" y="3040076"/>
            <a:ext cx="1245326" cy="586846"/>
          </a:xfrm>
          <a:prstGeom prst="wedgeRectCallout">
            <a:avLst>
              <a:gd name="adj1" fmla="val -46707"/>
              <a:gd name="adj2" fmla="val 80308"/>
            </a:avLst>
          </a:prstGeom>
          <a:solidFill>
            <a:schemeClr val="accent5">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latin typeface="+mj-ea"/>
                <a:ea typeface="+mj-ea"/>
              </a:rPr>
              <a:t>住民課は書類に</a:t>
            </a:r>
            <a:endParaRPr kumimoji="1" lang="en-US" altLang="ja-JP" sz="1200">
              <a:solidFill>
                <a:schemeClr val="tx1"/>
              </a:solidFill>
              <a:latin typeface="+mj-ea"/>
              <a:ea typeface="+mj-ea"/>
            </a:endParaRPr>
          </a:p>
          <a:p>
            <a:pPr algn="ctr"/>
            <a:r>
              <a:rPr kumimoji="1" lang="ja-JP" altLang="en-US" sz="1200" b="1">
                <a:solidFill>
                  <a:schemeClr val="tx1"/>
                </a:solidFill>
                <a:latin typeface="+mj-ea"/>
                <a:ea typeface="+mj-ea"/>
              </a:rPr>
              <a:t>依存している</a:t>
            </a:r>
            <a:endParaRPr kumimoji="1" lang="en-US" altLang="ja-JP" sz="1200" b="1">
              <a:solidFill>
                <a:schemeClr val="tx1"/>
              </a:solidFill>
              <a:latin typeface="+mj-ea"/>
              <a:ea typeface="+mj-ea"/>
            </a:endParaRPr>
          </a:p>
          <a:p>
            <a:pPr algn="ctr"/>
            <a:r>
              <a:rPr lang="ja-JP" altLang="en-US" sz="1200">
                <a:solidFill>
                  <a:schemeClr val="tx1"/>
                </a:solidFill>
                <a:latin typeface="+mj-ea"/>
                <a:ea typeface="+mj-ea"/>
              </a:rPr>
              <a:t>（ないと困る）</a:t>
            </a:r>
            <a:endParaRPr kumimoji="1" lang="ja-JP" altLang="en-US" sz="1200">
              <a:solidFill>
                <a:schemeClr val="tx1"/>
              </a:solidFill>
              <a:latin typeface="+mj-ea"/>
              <a:ea typeface="+mj-ea"/>
            </a:endParaRPr>
          </a:p>
        </p:txBody>
      </p:sp>
      <p:sp>
        <p:nvSpPr>
          <p:cNvPr id="34" name="正方形/長方形 33">
            <a:extLst>
              <a:ext uri="{FF2B5EF4-FFF2-40B4-BE49-F238E27FC236}">
                <a16:creationId xmlns:a16="http://schemas.microsoft.com/office/drawing/2014/main" id="{13FFCD7E-2A7D-BCFB-A520-26DD37B5DD58}"/>
              </a:ext>
            </a:extLst>
          </p:cNvPr>
          <p:cNvSpPr/>
          <p:nvPr/>
        </p:nvSpPr>
        <p:spPr>
          <a:xfrm>
            <a:off x="3395480" y="3741730"/>
            <a:ext cx="1639915" cy="30628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a:solidFill>
                  <a:schemeClr val="tx1"/>
                </a:solidFill>
                <a:latin typeface="+mj-ea"/>
                <a:ea typeface="+mj-ea"/>
              </a:rPr>
              <a:t>予め待機しておく</a:t>
            </a:r>
            <a:r>
              <a:rPr kumimoji="1" lang="en-US" altLang="ja-JP" sz="1200" b="1">
                <a:solidFill>
                  <a:schemeClr val="tx1"/>
                </a:solidFill>
                <a:latin typeface="+mj-ea"/>
                <a:ea typeface="+mj-ea"/>
              </a:rPr>
              <a:t>(</a:t>
            </a:r>
            <a:r>
              <a:rPr kumimoji="1" lang="ja-JP" altLang="en-US" sz="1200" b="1">
                <a:solidFill>
                  <a:schemeClr val="tx1"/>
                </a:solidFill>
                <a:latin typeface="+mj-ea"/>
                <a:ea typeface="+mj-ea"/>
              </a:rPr>
              <a:t>注入</a:t>
            </a:r>
            <a:r>
              <a:rPr kumimoji="1" lang="en-US" altLang="ja-JP" sz="1200" b="1">
                <a:solidFill>
                  <a:schemeClr val="tx1"/>
                </a:solidFill>
                <a:latin typeface="+mj-ea"/>
                <a:ea typeface="+mj-ea"/>
              </a:rPr>
              <a:t>)</a:t>
            </a:r>
            <a:endParaRPr kumimoji="1" lang="ja-JP" altLang="en-US" sz="1200" b="1">
              <a:solidFill>
                <a:schemeClr val="tx1"/>
              </a:solidFill>
              <a:latin typeface="+mj-ea"/>
              <a:ea typeface="+mj-ea"/>
            </a:endParaRPr>
          </a:p>
        </p:txBody>
      </p:sp>
      <p:sp>
        <p:nvSpPr>
          <p:cNvPr id="35" name="正方形/長方形 34">
            <a:extLst>
              <a:ext uri="{FF2B5EF4-FFF2-40B4-BE49-F238E27FC236}">
                <a16:creationId xmlns:a16="http://schemas.microsoft.com/office/drawing/2014/main" id="{7DB5F641-0302-89E4-3CEA-E322652A2AB8}"/>
              </a:ext>
            </a:extLst>
          </p:cNvPr>
          <p:cNvSpPr/>
          <p:nvPr/>
        </p:nvSpPr>
        <p:spPr>
          <a:xfrm>
            <a:off x="7153832" y="3762558"/>
            <a:ext cx="1637430" cy="30628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a:solidFill>
                  <a:schemeClr val="tx1"/>
                </a:solidFill>
                <a:latin typeface="+mj-ea"/>
                <a:ea typeface="+mj-ea"/>
              </a:rPr>
              <a:t>予め待機しておく</a:t>
            </a:r>
            <a:r>
              <a:rPr kumimoji="1" lang="en-US" altLang="ja-JP" sz="1200" b="1">
                <a:solidFill>
                  <a:schemeClr val="tx1"/>
                </a:solidFill>
                <a:latin typeface="+mj-ea"/>
                <a:ea typeface="+mj-ea"/>
              </a:rPr>
              <a:t>(</a:t>
            </a:r>
            <a:r>
              <a:rPr kumimoji="1" lang="ja-JP" altLang="en-US" sz="1200" b="1">
                <a:solidFill>
                  <a:schemeClr val="tx1"/>
                </a:solidFill>
                <a:latin typeface="+mj-ea"/>
                <a:ea typeface="+mj-ea"/>
              </a:rPr>
              <a:t>注入</a:t>
            </a:r>
            <a:r>
              <a:rPr kumimoji="1" lang="en-US" altLang="ja-JP" sz="1200" b="1">
                <a:solidFill>
                  <a:schemeClr val="tx1"/>
                </a:solidFill>
                <a:latin typeface="+mj-ea"/>
                <a:ea typeface="+mj-ea"/>
              </a:rPr>
              <a:t>)</a:t>
            </a:r>
            <a:endParaRPr kumimoji="1" lang="ja-JP" altLang="en-US" sz="1200" b="1">
              <a:solidFill>
                <a:schemeClr val="tx1"/>
              </a:solidFill>
              <a:latin typeface="+mj-ea"/>
              <a:ea typeface="+mj-ea"/>
            </a:endParaRPr>
          </a:p>
        </p:txBody>
      </p:sp>
      <p:cxnSp>
        <p:nvCxnSpPr>
          <p:cNvPr id="37" name="直線矢印コネクタ 36">
            <a:extLst>
              <a:ext uri="{FF2B5EF4-FFF2-40B4-BE49-F238E27FC236}">
                <a16:creationId xmlns:a16="http://schemas.microsoft.com/office/drawing/2014/main" id="{437CF362-9ACF-663C-C417-8217C00464A9}"/>
              </a:ext>
            </a:extLst>
          </p:cNvPr>
          <p:cNvCxnSpPr/>
          <p:nvPr/>
        </p:nvCxnSpPr>
        <p:spPr>
          <a:xfrm flipH="1">
            <a:off x="3355127" y="4068842"/>
            <a:ext cx="1478130" cy="0"/>
          </a:xfrm>
          <a:prstGeom prst="straightConnector1">
            <a:avLst/>
          </a:prstGeom>
          <a:ln w="3175">
            <a:solidFill>
              <a:schemeClr val="tx1"/>
            </a:solidFill>
            <a:prstDash val="lgDash"/>
            <a:tailEnd type="triangle"/>
          </a:ln>
          <a:effectLst/>
        </p:spPr>
        <p:style>
          <a:lnRef idx="2">
            <a:schemeClr val="accent1"/>
          </a:lnRef>
          <a:fillRef idx="0">
            <a:schemeClr val="accent1"/>
          </a:fillRef>
          <a:effectRef idx="1">
            <a:schemeClr val="accent1"/>
          </a:effectRef>
          <a:fontRef idx="minor">
            <a:schemeClr val="tx1"/>
          </a:fontRef>
        </p:style>
      </p:cxnSp>
      <p:cxnSp>
        <p:nvCxnSpPr>
          <p:cNvPr id="38" name="直線矢印コネクタ 37">
            <a:extLst>
              <a:ext uri="{FF2B5EF4-FFF2-40B4-BE49-F238E27FC236}">
                <a16:creationId xmlns:a16="http://schemas.microsoft.com/office/drawing/2014/main" id="{8F195BD3-96FB-FBB6-8912-2AAA4C57F388}"/>
              </a:ext>
            </a:extLst>
          </p:cNvPr>
          <p:cNvCxnSpPr/>
          <p:nvPr/>
        </p:nvCxnSpPr>
        <p:spPr>
          <a:xfrm flipH="1">
            <a:off x="7153831" y="4071725"/>
            <a:ext cx="1478130" cy="0"/>
          </a:xfrm>
          <a:prstGeom prst="straightConnector1">
            <a:avLst/>
          </a:prstGeom>
          <a:ln w="3175">
            <a:solidFill>
              <a:schemeClr val="tx1"/>
            </a:solidFill>
            <a:prstDash val="lgDash"/>
            <a:tailEnd type="triangle"/>
          </a:ln>
          <a:effectLst/>
        </p:spPr>
        <p:style>
          <a:lnRef idx="2">
            <a:schemeClr val="accent1"/>
          </a:lnRef>
          <a:fillRef idx="0">
            <a:schemeClr val="accent1"/>
          </a:fillRef>
          <a:effectRef idx="1">
            <a:schemeClr val="accent1"/>
          </a:effectRef>
          <a:fontRef idx="minor">
            <a:schemeClr val="tx1"/>
          </a:fontRef>
        </p:style>
      </p:cxnSp>
      <p:sp>
        <p:nvSpPr>
          <p:cNvPr id="39" name="矢印: 右 38">
            <a:extLst>
              <a:ext uri="{FF2B5EF4-FFF2-40B4-BE49-F238E27FC236}">
                <a16:creationId xmlns:a16="http://schemas.microsoft.com/office/drawing/2014/main" id="{063CE3DB-3191-F980-1FF5-AEFD2DD193D8}"/>
              </a:ext>
            </a:extLst>
          </p:cNvPr>
          <p:cNvSpPr/>
          <p:nvPr/>
        </p:nvSpPr>
        <p:spPr>
          <a:xfrm>
            <a:off x="7265202" y="4645027"/>
            <a:ext cx="1279815" cy="209599"/>
          </a:xfrm>
          <a:prstGeom prst="rightArrow">
            <a:avLst/>
          </a:prstGeom>
          <a:solidFill>
            <a:srgbClr val="C5ADEA"/>
          </a:solidFill>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40" name="正方形/長方形 39">
            <a:extLst>
              <a:ext uri="{FF2B5EF4-FFF2-40B4-BE49-F238E27FC236}">
                <a16:creationId xmlns:a16="http://schemas.microsoft.com/office/drawing/2014/main" id="{6938B2F9-3069-1B42-B578-F92C7E89198D}"/>
              </a:ext>
            </a:extLst>
          </p:cNvPr>
          <p:cNvSpPr/>
          <p:nvPr/>
        </p:nvSpPr>
        <p:spPr>
          <a:xfrm>
            <a:off x="3395480" y="4436748"/>
            <a:ext cx="1639915" cy="30628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200" b="1">
                <a:solidFill>
                  <a:srgbClr val="B22000"/>
                </a:solidFill>
                <a:latin typeface="+mj-ea"/>
                <a:ea typeface="+mj-ea"/>
              </a:rPr>
              <a:t>すぐに呼び出せる</a:t>
            </a:r>
            <a:endParaRPr kumimoji="1" lang="ja-JP" altLang="en-US" sz="1200" b="1">
              <a:solidFill>
                <a:srgbClr val="B22000"/>
              </a:solidFill>
              <a:latin typeface="+mj-ea"/>
              <a:ea typeface="+mj-ea"/>
            </a:endParaRPr>
          </a:p>
        </p:txBody>
      </p:sp>
      <p:sp>
        <p:nvSpPr>
          <p:cNvPr id="41" name="正方形/長方形 40">
            <a:extLst>
              <a:ext uri="{FF2B5EF4-FFF2-40B4-BE49-F238E27FC236}">
                <a16:creationId xmlns:a16="http://schemas.microsoft.com/office/drawing/2014/main" id="{20CDB4A8-7627-B0A1-4ADA-1364503A8DD9}"/>
              </a:ext>
            </a:extLst>
          </p:cNvPr>
          <p:cNvSpPr/>
          <p:nvPr/>
        </p:nvSpPr>
        <p:spPr>
          <a:xfrm>
            <a:off x="7271657" y="4436748"/>
            <a:ext cx="1639915" cy="30628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200" b="1">
                <a:solidFill>
                  <a:srgbClr val="B22000"/>
                </a:solidFill>
                <a:latin typeface="+mj-ea"/>
                <a:ea typeface="+mj-ea"/>
              </a:rPr>
              <a:t>すぐに取り出せる</a:t>
            </a:r>
            <a:endParaRPr kumimoji="1" lang="ja-JP" altLang="en-US" sz="1200" b="1">
              <a:solidFill>
                <a:srgbClr val="B22000"/>
              </a:solidFill>
              <a:latin typeface="+mj-ea"/>
              <a:ea typeface="+mj-ea"/>
            </a:endParaRPr>
          </a:p>
        </p:txBody>
      </p:sp>
      <p:sp>
        <p:nvSpPr>
          <p:cNvPr id="42" name="Text 19">
            <a:extLst>
              <a:ext uri="{FF2B5EF4-FFF2-40B4-BE49-F238E27FC236}">
                <a16:creationId xmlns:a16="http://schemas.microsoft.com/office/drawing/2014/main" id="{287BC4EB-F835-FBA2-F90E-7852A23EBF0E}"/>
              </a:ext>
            </a:extLst>
          </p:cNvPr>
          <p:cNvSpPr/>
          <p:nvPr/>
        </p:nvSpPr>
        <p:spPr>
          <a:xfrm>
            <a:off x="1293690" y="4488730"/>
            <a:ext cx="1939636" cy="390144"/>
          </a:xfrm>
          <a:prstGeom prst="rect">
            <a:avLst/>
          </a:prstGeom>
          <a:noFill/>
          <a:ln/>
        </p:spPr>
        <p:txBody>
          <a:bodyPr wrap="square" lIns="0" tIns="0" rIns="0" bIns="0" rtlCol="0" anchor="ctr"/>
          <a:lstStyle/>
          <a:p>
            <a:pPr algn="ctr"/>
            <a:r>
              <a:rPr lang="en-US" sz="2000" b="1">
                <a:solidFill>
                  <a:schemeClr val="bg1">
                    <a:lumMod val="75000"/>
                  </a:schemeClr>
                </a:solidFill>
                <a:effectLst>
                  <a:outerShdw blurRad="38100" dist="38100" dir="2700000" algn="tl">
                    <a:srgbClr val="000000">
                      <a:alpha val="43137"/>
                    </a:srgbClr>
                  </a:outerShdw>
                </a:effectLst>
                <a:latin typeface="+mj-ea"/>
                <a:ea typeface="+mj-ea"/>
                <a:cs typeface="Calibri" pitchFamily="34" charset="-120"/>
              </a:rPr>
              <a:t>Controller</a:t>
            </a:r>
            <a:endParaRPr lang="en-US" sz="2000">
              <a:solidFill>
                <a:schemeClr val="bg1">
                  <a:lumMod val="75000"/>
                </a:schemeClr>
              </a:solidFill>
              <a:effectLst>
                <a:outerShdw blurRad="38100" dist="38100" dir="2700000" algn="tl">
                  <a:srgbClr val="000000">
                    <a:alpha val="43137"/>
                  </a:srgbClr>
                </a:outerShdw>
              </a:effectLst>
              <a:latin typeface="+mj-ea"/>
              <a:ea typeface="+mj-ea"/>
            </a:endParaRPr>
          </a:p>
        </p:txBody>
      </p:sp>
      <p:sp>
        <p:nvSpPr>
          <p:cNvPr id="43" name="Text 31">
            <a:extLst>
              <a:ext uri="{FF2B5EF4-FFF2-40B4-BE49-F238E27FC236}">
                <a16:creationId xmlns:a16="http://schemas.microsoft.com/office/drawing/2014/main" id="{4229F076-4065-C665-A455-3B3B5BD55B72}"/>
              </a:ext>
            </a:extLst>
          </p:cNvPr>
          <p:cNvSpPr/>
          <p:nvPr/>
        </p:nvSpPr>
        <p:spPr>
          <a:xfrm>
            <a:off x="5132654" y="4488730"/>
            <a:ext cx="1939636" cy="390144"/>
          </a:xfrm>
          <a:prstGeom prst="rect">
            <a:avLst/>
          </a:prstGeom>
          <a:noFill/>
          <a:ln/>
        </p:spPr>
        <p:txBody>
          <a:bodyPr wrap="square" lIns="0" tIns="0" rIns="0" bIns="0" rtlCol="0" anchor="ctr"/>
          <a:lstStyle/>
          <a:p>
            <a:pPr algn="ctr"/>
            <a:r>
              <a:rPr lang="en-US" sz="2000" b="1">
                <a:solidFill>
                  <a:schemeClr val="bg1">
                    <a:lumMod val="75000"/>
                  </a:schemeClr>
                </a:solidFill>
                <a:effectLst>
                  <a:outerShdw blurRad="38100" dist="38100" dir="2700000" algn="tl">
                    <a:srgbClr val="000000">
                      <a:alpha val="43137"/>
                    </a:srgbClr>
                  </a:outerShdw>
                </a:effectLst>
                <a:latin typeface="+mj-ea"/>
                <a:ea typeface="+mj-ea"/>
                <a:cs typeface="Calibri" pitchFamily="34" charset="-120"/>
              </a:rPr>
              <a:t>Service</a:t>
            </a:r>
            <a:endParaRPr lang="en-US" sz="2000">
              <a:solidFill>
                <a:schemeClr val="bg1">
                  <a:lumMod val="75000"/>
                </a:schemeClr>
              </a:solidFill>
              <a:effectLst>
                <a:outerShdw blurRad="38100" dist="38100" dir="2700000" algn="tl">
                  <a:srgbClr val="000000">
                    <a:alpha val="43137"/>
                  </a:srgbClr>
                </a:outerShdw>
              </a:effectLst>
              <a:latin typeface="+mj-ea"/>
              <a:ea typeface="+mj-ea"/>
            </a:endParaRPr>
          </a:p>
        </p:txBody>
      </p:sp>
      <p:sp>
        <p:nvSpPr>
          <p:cNvPr id="44" name="Text 43">
            <a:extLst>
              <a:ext uri="{FF2B5EF4-FFF2-40B4-BE49-F238E27FC236}">
                <a16:creationId xmlns:a16="http://schemas.microsoft.com/office/drawing/2014/main" id="{EBD5E880-15F6-FCB8-112C-765D844182B2}"/>
              </a:ext>
            </a:extLst>
          </p:cNvPr>
          <p:cNvSpPr/>
          <p:nvPr/>
        </p:nvSpPr>
        <p:spPr>
          <a:xfrm>
            <a:off x="8846769" y="4488730"/>
            <a:ext cx="1939636" cy="390144"/>
          </a:xfrm>
          <a:prstGeom prst="rect">
            <a:avLst/>
          </a:prstGeom>
          <a:noFill/>
          <a:ln/>
        </p:spPr>
        <p:txBody>
          <a:bodyPr wrap="square" lIns="0" tIns="0" rIns="0" bIns="0" rtlCol="0" anchor="ctr"/>
          <a:lstStyle/>
          <a:p>
            <a:pPr algn="ctr"/>
            <a:r>
              <a:rPr lang="en-US" sz="2000" b="1">
                <a:solidFill>
                  <a:schemeClr val="bg1">
                    <a:lumMod val="75000"/>
                  </a:schemeClr>
                </a:solidFill>
                <a:effectLst>
                  <a:outerShdw blurRad="38100" dist="38100" dir="2700000" algn="tl">
                    <a:srgbClr val="000000">
                      <a:alpha val="43137"/>
                    </a:srgbClr>
                  </a:outerShdw>
                </a:effectLst>
                <a:latin typeface="+mj-ea"/>
                <a:ea typeface="+mj-ea"/>
                <a:cs typeface="Calibri" pitchFamily="34" charset="-120"/>
              </a:rPr>
              <a:t>Repository</a:t>
            </a:r>
            <a:endParaRPr lang="en-US" sz="2000">
              <a:solidFill>
                <a:schemeClr val="bg1">
                  <a:lumMod val="75000"/>
                </a:schemeClr>
              </a:solidFill>
              <a:effectLst>
                <a:outerShdw blurRad="38100" dist="38100" dir="2700000" algn="tl">
                  <a:srgbClr val="000000">
                    <a:alpha val="43137"/>
                  </a:srgbClr>
                </a:outerShdw>
              </a:effectLst>
              <a:latin typeface="+mj-ea"/>
              <a:ea typeface="+mj-ea"/>
            </a:endParaRPr>
          </a:p>
        </p:txBody>
      </p:sp>
    </p:spTree>
    <p:extLst>
      <p:ext uri="{BB962C8B-B14F-4D97-AF65-F5344CB8AC3E}">
        <p14:creationId xmlns:p14="http://schemas.microsoft.com/office/powerpoint/2010/main" val="211907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500"/>
                                        <p:tgtEl>
                                          <p:spTgt spid="3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500"/>
                                        <p:tgtEl>
                                          <p:spTgt spid="4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1" grpId="0" animBg="1"/>
      <p:bldP spid="32" grpId="0" animBg="1"/>
      <p:bldP spid="34" grpId="0"/>
      <p:bldP spid="35" grpId="0"/>
      <p:bldP spid="39" grpId="0" animBg="1"/>
      <p:bldP spid="40" grpId="0"/>
      <p:bldP spid="4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13">
            <a:extLst>
              <a:ext uri="{FF2B5EF4-FFF2-40B4-BE49-F238E27FC236}">
                <a16:creationId xmlns:a16="http://schemas.microsoft.com/office/drawing/2014/main" id="{FDA3DBDE-367D-E568-0C3B-18FDF7E8A534}"/>
              </a:ext>
            </a:extLst>
          </p:cNvPr>
          <p:cNvSpPr/>
          <p:nvPr/>
        </p:nvSpPr>
        <p:spPr>
          <a:xfrm>
            <a:off x="1052538" y="1889760"/>
            <a:ext cx="10084524" cy="4511040"/>
          </a:xfrm>
          <a:prstGeom prst="rect">
            <a:avLst/>
          </a:prstGeom>
          <a:solidFill>
            <a:schemeClr val="bg1">
              <a:alpha val="10000"/>
            </a:schemeClr>
          </a:solidFill>
          <a:ln w="19050">
            <a:solidFill>
              <a:schemeClr val="tx1">
                <a:lumMod val="50000"/>
                <a:lumOff val="50000"/>
              </a:schemeClr>
            </a:solidFill>
            <a:prstDash val="solid"/>
          </a:ln>
        </p:spPr>
        <p:txBody>
          <a:bodyPr/>
          <a:lstStyle/>
          <a:p>
            <a:r>
              <a:rPr lang="en-US" altLang="ja-JP" sz="2000" b="1">
                <a:solidFill>
                  <a:srgbClr val="E42600"/>
                </a:solidFill>
                <a:effectLst>
                  <a:outerShdw blurRad="38100" dist="38100" dir="2700000" algn="tl">
                    <a:srgbClr val="000000">
                      <a:alpha val="43137"/>
                    </a:srgbClr>
                  </a:outerShdw>
                </a:effectLst>
                <a:latin typeface="+mj-ea"/>
                <a:ea typeface="+mj-ea"/>
              </a:rPr>
              <a:t>DI</a:t>
            </a:r>
            <a:r>
              <a:rPr lang="ja-JP" altLang="en-US" sz="2000" b="1">
                <a:solidFill>
                  <a:srgbClr val="E42600"/>
                </a:solidFill>
                <a:effectLst>
                  <a:outerShdw blurRad="38100" dist="38100" dir="2700000" algn="tl">
                    <a:srgbClr val="000000">
                      <a:alpha val="43137"/>
                    </a:srgbClr>
                  </a:outerShdw>
                </a:effectLst>
                <a:latin typeface="+mj-ea"/>
                <a:ea typeface="+mj-ea"/>
              </a:rPr>
              <a:t>コンテナ</a:t>
            </a:r>
            <a:endParaRPr lang="ja-JP" altLang="en-US" sz="2800" b="1">
              <a:solidFill>
                <a:srgbClr val="E42600"/>
              </a:solidFill>
              <a:effectLst>
                <a:outerShdw blurRad="38100" dist="38100" dir="2700000" algn="tl">
                  <a:srgbClr val="000000">
                    <a:alpha val="43137"/>
                  </a:srgbClr>
                </a:outerShdw>
              </a:effectLst>
              <a:latin typeface="+mj-ea"/>
              <a:ea typeface="+mj-ea"/>
            </a:endParaRPr>
          </a:p>
        </p:txBody>
      </p:sp>
      <p:sp>
        <p:nvSpPr>
          <p:cNvPr id="2" name="タイトル 1">
            <a:extLst>
              <a:ext uri="{FF2B5EF4-FFF2-40B4-BE49-F238E27FC236}">
                <a16:creationId xmlns:a16="http://schemas.microsoft.com/office/drawing/2014/main" id="{20AF3166-4CCA-8690-0022-38CB90D37BCF}"/>
              </a:ext>
            </a:extLst>
          </p:cNvPr>
          <p:cNvSpPr>
            <a:spLocks noGrp="1"/>
          </p:cNvSpPr>
          <p:nvPr>
            <p:ph type="title"/>
          </p:nvPr>
        </p:nvSpPr>
        <p:spPr/>
        <p:txBody>
          <a:bodyPr/>
          <a:lstStyle/>
          <a:p>
            <a:r>
              <a:rPr kumimoji="1" lang="en-US" altLang="ja-JP"/>
              <a:t>DI</a:t>
            </a:r>
            <a:r>
              <a:rPr kumimoji="1" lang="ja-JP" altLang="en-US"/>
              <a:t>コンテナ：</a:t>
            </a:r>
            <a:r>
              <a:rPr kumimoji="1" lang="en-US" altLang="ja-JP"/>
              <a:t>DI</a:t>
            </a:r>
            <a:r>
              <a:rPr kumimoji="1" lang="ja-JP" altLang="en-US"/>
              <a:t>コンテナが部品を注入する</a:t>
            </a:r>
          </a:p>
        </p:txBody>
      </p:sp>
      <p:sp>
        <p:nvSpPr>
          <p:cNvPr id="4" name="フローチャート: 処理 3">
            <a:extLst>
              <a:ext uri="{FF2B5EF4-FFF2-40B4-BE49-F238E27FC236}">
                <a16:creationId xmlns:a16="http://schemas.microsoft.com/office/drawing/2014/main" id="{5AC549F3-A388-E8CE-C05B-A94AAB0EBDA0}"/>
              </a:ext>
            </a:extLst>
          </p:cNvPr>
          <p:cNvSpPr/>
          <p:nvPr/>
        </p:nvSpPr>
        <p:spPr>
          <a:xfrm>
            <a:off x="1979258" y="2498238"/>
            <a:ext cx="5023764" cy="3612871"/>
          </a:xfrm>
          <a:prstGeom prst="flowChartProcess">
            <a:avLst/>
          </a:prstGeom>
          <a:solidFill>
            <a:srgbClr val="27AE60">
              <a:alpha val="10000"/>
            </a:srgbClr>
          </a:solidFill>
          <a:ln w="19050">
            <a:solidFill>
              <a:srgbClr val="27AE60"/>
            </a:solidFill>
            <a:prstDash val="solid"/>
          </a:ln>
        </p:spPr>
        <p:txBody>
          <a:bodyPr/>
          <a:lstStyle/>
          <a:p>
            <a:pPr algn="ctr"/>
            <a:r>
              <a:rPr lang="ja-JP" altLang="en-US" sz="2000">
                <a:solidFill>
                  <a:schemeClr val="tx1"/>
                </a:solidFill>
                <a:latin typeface="+mj-ea"/>
                <a:ea typeface="+mj-ea"/>
              </a:rPr>
              <a:t>住民課</a:t>
            </a:r>
            <a:r>
              <a:rPr lang="en-US" altLang="ja-JP" sz="2000">
                <a:solidFill>
                  <a:schemeClr val="tx1"/>
                </a:solidFill>
                <a:latin typeface="+mj-ea"/>
                <a:ea typeface="+mj-ea"/>
              </a:rPr>
              <a:t>Service</a:t>
            </a:r>
          </a:p>
          <a:p>
            <a:endParaRPr lang="en-US" altLang="ja-JP" sz="2400">
              <a:solidFill>
                <a:schemeClr val="tx1"/>
              </a:solidFill>
              <a:latin typeface="+mj-ea"/>
              <a:ea typeface="+mj-ea"/>
            </a:endParaRPr>
          </a:p>
          <a:p>
            <a:pPr lvl="1"/>
            <a:r>
              <a:rPr lang="ja-JP" altLang="en-US">
                <a:solidFill>
                  <a:schemeClr val="tx1"/>
                </a:solidFill>
                <a:latin typeface="+mj-ea"/>
                <a:ea typeface="+mj-ea"/>
              </a:rPr>
              <a:t>＠</a:t>
            </a:r>
            <a:r>
              <a:rPr lang="en-US" altLang="ja-JP">
                <a:solidFill>
                  <a:schemeClr val="tx1"/>
                </a:solidFill>
                <a:latin typeface="+mj-ea"/>
                <a:ea typeface="+mj-ea"/>
              </a:rPr>
              <a:t>Service</a:t>
            </a:r>
          </a:p>
          <a:p>
            <a:pPr lvl="1"/>
            <a:r>
              <a:rPr lang="en-US" altLang="ja-JP">
                <a:solidFill>
                  <a:schemeClr val="tx1"/>
                </a:solidFill>
                <a:latin typeface="+mj-ea"/>
                <a:ea typeface="+mj-ea"/>
              </a:rPr>
              <a:t>class </a:t>
            </a:r>
            <a:r>
              <a:rPr lang="en-US" altLang="ja-JP" err="1">
                <a:solidFill>
                  <a:schemeClr val="tx1"/>
                </a:solidFill>
                <a:latin typeface="+mj-ea"/>
                <a:ea typeface="+mj-ea"/>
              </a:rPr>
              <a:t>JuminService</a:t>
            </a:r>
            <a:r>
              <a:rPr lang="en-US" altLang="ja-JP">
                <a:solidFill>
                  <a:schemeClr val="tx1"/>
                </a:solidFill>
                <a:latin typeface="+mj-ea"/>
                <a:ea typeface="+mj-ea"/>
              </a:rPr>
              <a:t> {</a:t>
            </a:r>
          </a:p>
          <a:p>
            <a:pPr lvl="1"/>
            <a:r>
              <a:rPr lang="en-US" altLang="ja-JP">
                <a:solidFill>
                  <a:schemeClr val="tx1"/>
                </a:solidFill>
                <a:latin typeface="+mj-ea"/>
                <a:ea typeface="+mj-ea"/>
              </a:rPr>
              <a:t>    </a:t>
            </a:r>
            <a:r>
              <a:rPr lang="en-US" altLang="ja-JP">
                <a:solidFill>
                  <a:srgbClr val="0070C0"/>
                </a:solidFill>
                <a:latin typeface="+mj-ea"/>
                <a:ea typeface="+mj-ea"/>
              </a:rPr>
              <a:t>@Autowired</a:t>
            </a:r>
          </a:p>
          <a:p>
            <a:pPr lvl="1"/>
            <a:r>
              <a:rPr lang="en-US" altLang="ja-JP">
                <a:solidFill>
                  <a:schemeClr val="tx1"/>
                </a:solidFill>
                <a:latin typeface="+mj-ea"/>
                <a:ea typeface="+mj-ea"/>
              </a:rPr>
              <a:t>    </a:t>
            </a:r>
            <a:r>
              <a:rPr lang="en-US" altLang="ja-JP" err="1">
                <a:solidFill>
                  <a:schemeClr val="tx1"/>
                </a:solidFill>
                <a:latin typeface="+mj-ea"/>
                <a:ea typeface="+mj-ea"/>
              </a:rPr>
              <a:t>DocRepository</a:t>
            </a:r>
            <a:r>
              <a:rPr lang="en-US" altLang="ja-JP">
                <a:solidFill>
                  <a:schemeClr val="tx1"/>
                </a:solidFill>
                <a:latin typeface="+mj-ea"/>
                <a:ea typeface="+mj-ea"/>
              </a:rPr>
              <a:t> repository;</a:t>
            </a:r>
          </a:p>
          <a:p>
            <a:pPr lvl="1"/>
            <a:endParaRPr lang="en-US" altLang="ja-JP">
              <a:solidFill>
                <a:schemeClr val="tx1"/>
              </a:solidFill>
              <a:latin typeface="+mj-ea"/>
              <a:ea typeface="+mj-ea"/>
            </a:endParaRPr>
          </a:p>
          <a:p>
            <a:pPr lvl="1"/>
            <a:r>
              <a:rPr lang="en-US" altLang="ja-JP">
                <a:solidFill>
                  <a:schemeClr val="tx1"/>
                </a:solidFill>
                <a:latin typeface="+mj-ea"/>
                <a:ea typeface="+mj-ea"/>
              </a:rPr>
              <a:t>    public void </a:t>
            </a:r>
            <a:r>
              <a:rPr lang="en-US" altLang="ja-JP">
                <a:latin typeface="+mj-ea"/>
                <a:ea typeface="+mj-ea"/>
              </a:rPr>
              <a:t>trans</a:t>
            </a:r>
            <a:r>
              <a:rPr lang="en-US" altLang="ja-JP">
                <a:solidFill>
                  <a:schemeClr val="tx1"/>
                </a:solidFill>
                <a:latin typeface="+mj-ea"/>
                <a:ea typeface="+mj-ea"/>
              </a:rPr>
              <a:t>() {</a:t>
            </a:r>
          </a:p>
          <a:p>
            <a:pPr lvl="1"/>
            <a:r>
              <a:rPr lang="en-US" altLang="ja-JP">
                <a:solidFill>
                  <a:schemeClr val="tx1"/>
                </a:solidFill>
                <a:latin typeface="+mj-ea"/>
                <a:ea typeface="+mj-ea"/>
              </a:rPr>
              <a:t>        // </a:t>
            </a:r>
            <a:r>
              <a:rPr lang="ja-JP" altLang="en-US">
                <a:solidFill>
                  <a:schemeClr val="tx1"/>
                </a:solidFill>
                <a:latin typeface="+mj-ea"/>
                <a:ea typeface="+mj-ea"/>
              </a:rPr>
              <a:t>書類棚に登録</a:t>
            </a:r>
            <a:endParaRPr lang="en-US" altLang="ja-JP">
              <a:solidFill>
                <a:schemeClr val="tx1"/>
              </a:solidFill>
              <a:latin typeface="+mj-ea"/>
              <a:ea typeface="+mj-ea"/>
            </a:endParaRPr>
          </a:p>
          <a:p>
            <a:pPr lvl="1"/>
            <a:r>
              <a:rPr lang="en-US" altLang="ja-JP">
                <a:solidFill>
                  <a:schemeClr val="tx1"/>
                </a:solidFill>
                <a:latin typeface="+mj-ea"/>
                <a:ea typeface="+mj-ea"/>
              </a:rPr>
              <a:t>        </a:t>
            </a:r>
            <a:r>
              <a:rPr lang="en-US" altLang="ja-JP" err="1">
                <a:solidFill>
                  <a:schemeClr val="tx1"/>
                </a:solidFill>
                <a:latin typeface="+mj-ea"/>
                <a:ea typeface="+mj-ea"/>
              </a:rPr>
              <a:t>repository.register</a:t>
            </a:r>
            <a:r>
              <a:rPr lang="en-US" altLang="ja-JP">
                <a:solidFill>
                  <a:schemeClr val="tx1"/>
                </a:solidFill>
                <a:latin typeface="+mj-ea"/>
                <a:ea typeface="+mj-ea"/>
              </a:rPr>
              <a:t>();</a:t>
            </a:r>
          </a:p>
          <a:p>
            <a:pPr lvl="1"/>
            <a:r>
              <a:rPr lang="en-US" altLang="ja-JP">
                <a:solidFill>
                  <a:schemeClr val="tx1"/>
                </a:solidFill>
                <a:latin typeface="+mj-ea"/>
                <a:ea typeface="+mj-ea"/>
              </a:rPr>
              <a:t>    }</a:t>
            </a:r>
          </a:p>
          <a:p>
            <a:pPr lvl="1"/>
            <a:r>
              <a:rPr lang="en-US" altLang="ja-JP">
                <a:solidFill>
                  <a:schemeClr val="tx1"/>
                </a:solidFill>
                <a:latin typeface="+mj-ea"/>
                <a:ea typeface="+mj-ea"/>
              </a:rPr>
              <a:t>}</a:t>
            </a:r>
          </a:p>
        </p:txBody>
      </p:sp>
      <p:sp>
        <p:nvSpPr>
          <p:cNvPr id="6" name="正方形/長方形 5">
            <a:extLst>
              <a:ext uri="{FF2B5EF4-FFF2-40B4-BE49-F238E27FC236}">
                <a16:creationId xmlns:a16="http://schemas.microsoft.com/office/drawing/2014/main" id="{B6B91C2D-79DB-B153-8FA9-872A07AC77D7}"/>
              </a:ext>
            </a:extLst>
          </p:cNvPr>
          <p:cNvSpPr/>
          <p:nvPr/>
        </p:nvSpPr>
        <p:spPr>
          <a:xfrm>
            <a:off x="8448645" y="2987262"/>
            <a:ext cx="1658945" cy="963647"/>
          </a:xfrm>
          <a:prstGeom prst="rect">
            <a:avLst/>
          </a:prstGeom>
          <a:solidFill>
            <a:srgbClr val="8E44AD">
              <a:alpha val="10000"/>
            </a:srgbClr>
          </a:solidFill>
          <a:ln w="19050">
            <a:solidFill>
              <a:srgbClr val="8E44AD"/>
            </a:solidFill>
            <a:prstDash val="solid"/>
          </a:ln>
        </p:spPr>
        <p:txBody>
          <a:bodyPr anchor="ctr"/>
          <a:lstStyle/>
          <a:p>
            <a:pPr algn="ctr"/>
            <a:r>
              <a:rPr lang="ja-JP" altLang="en-US" sz="1600">
                <a:solidFill>
                  <a:schemeClr val="tx1"/>
                </a:solidFill>
                <a:latin typeface="+mj-ea"/>
                <a:ea typeface="+mj-ea"/>
              </a:rPr>
              <a:t>書類棚</a:t>
            </a:r>
            <a:endParaRPr lang="en-US" altLang="ja-JP" sz="1600">
              <a:latin typeface="+mj-ea"/>
              <a:ea typeface="+mj-ea"/>
            </a:endParaRPr>
          </a:p>
          <a:p>
            <a:r>
              <a:rPr lang="en-US" altLang="ja-JP" sz="1600" err="1">
                <a:solidFill>
                  <a:schemeClr val="tx1"/>
                </a:solidFill>
                <a:latin typeface="+mj-ea"/>
                <a:ea typeface="+mj-ea"/>
              </a:rPr>
              <a:t>DocRepository</a:t>
            </a:r>
            <a:endParaRPr lang="en-US" altLang="ja-JP" sz="1600">
              <a:solidFill>
                <a:schemeClr val="tx1"/>
              </a:solidFill>
              <a:latin typeface="+mj-ea"/>
              <a:ea typeface="+mj-ea"/>
            </a:endParaRPr>
          </a:p>
        </p:txBody>
      </p:sp>
      <p:cxnSp>
        <p:nvCxnSpPr>
          <p:cNvPr id="7" name="直線矢印コネクタ 6">
            <a:extLst>
              <a:ext uri="{FF2B5EF4-FFF2-40B4-BE49-F238E27FC236}">
                <a16:creationId xmlns:a16="http://schemas.microsoft.com/office/drawing/2014/main" id="{7E56BCF8-8983-47E3-1F8D-3AF45DD9EE94}"/>
              </a:ext>
            </a:extLst>
          </p:cNvPr>
          <p:cNvCxnSpPr>
            <a:cxnSpLocks/>
          </p:cNvCxnSpPr>
          <p:nvPr/>
        </p:nvCxnSpPr>
        <p:spPr>
          <a:xfrm flipH="1">
            <a:off x="5870908" y="3555488"/>
            <a:ext cx="2577737" cy="474140"/>
          </a:xfrm>
          <a:prstGeom prst="straightConnector1">
            <a:avLst/>
          </a:prstGeom>
          <a:ln w="19050">
            <a:solidFill>
              <a:schemeClr val="tx1"/>
            </a:solidFill>
            <a:prstDash val="dash"/>
            <a:tailEnd type="triangle"/>
          </a:ln>
          <a:effectLst/>
        </p:spPr>
        <p:style>
          <a:lnRef idx="2">
            <a:schemeClr val="accent1"/>
          </a:lnRef>
          <a:fillRef idx="0">
            <a:schemeClr val="accent1"/>
          </a:fillRef>
          <a:effectRef idx="1">
            <a:schemeClr val="accent1"/>
          </a:effectRef>
          <a:fontRef idx="minor">
            <a:schemeClr val="tx1"/>
          </a:fontRef>
        </p:style>
      </p:cxnSp>
      <p:sp>
        <p:nvSpPr>
          <p:cNvPr id="9" name="テキスト ボックス 8">
            <a:extLst>
              <a:ext uri="{FF2B5EF4-FFF2-40B4-BE49-F238E27FC236}">
                <a16:creationId xmlns:a16="http://schemas.microsoft.com/office/drawing/2014/main" id="{B9245876-49D4-3926-7FAE-E1B4A1A98F4C}"/>
              </a:ext>
            </a:extLst>
          </p:cNvPr>
          <p:cNvSpPr txBox="1"/>
          <p:nvPr/>
        </p:nvSpPr>
        <p:spPr>
          <a:xfrm>
            <a:off x="6117913" y="4029628"/>
            <a:ext cx="3340926" cy="474140"/>
          </a:xfrm>
          <a:prstGeom prst="rect">
            <a:avLst/>
          </a:prstGeom>
          <a:noFill/>
        </p:spPr>
        <p:txBody>
          <a:bodyPr wrap="square" lIns="0" rIns="0" rtlCol="0">
            <a:noAutofit/>
          </a:bodyPr>
          <a:lstStyle/>
          <a:p>
            <a:pPr algn="l" defTabSz="288000"/>
            <a:r>
              <a:rPr lang="ja-JP" altLang="en-US" sz="1600">
                <a:highlight>
                  <a:srgbClr val="FFE1C5"/>
                </a:highlight>
                <a:latin typeface="+mn-ea"/>
              </a:rPr>
              <a:t>書類棚</a:t>
            </a:r>
            <a:r>
              <a:rPr lang="en-US" altLang="ja-JP" sz="1600">
                <a:highlight>
                  <a:srgbClr val="FFE1C5"/>
                </a:highlight>
                <a:latin typeface="+mn-ea"/>
              </a:rPr>
              <a:t>Repository</a:t>
            </a:r>
            <a:r>
              <a:rPr kumimoji="1" lang="ja-JP" altLang="en-US" sz="1600">
                <a:highlight>
                  <a:srgbClr val="FFE1C5"/>
                </a:highlight>
                <a:latin typeface="+mn-ea"/>
              </a:rPr>
              <a:t>を</a:t>
            </a:r>
            <a:r>
              <a:rPr lang="ja-JP" altLang="en-US" sz="1600">
                <a:highlight>
                  <a:srgbClr val="FFE1C5"/>
                </a:highlight>
                <a:latin typeface="+mn-ea"/>
              </a:rPr>
              <a:t>待機</a:t>
            </a:r>
            <a:r>
              <a:rPr lang="en-US" altLang="ja-JP" sz="1600">
                <a:highlight>
                  <a:srgbClr val="FFE1C5"/>
                </a:highlight>
                <a:latin typeface="+mn-ea"/>
              </a:rPr>
              <a:t>(</a:t>
            </a:r>
            <a:r>
              <a:rPr kumimoji="1" lang="ja-JP" altLang="en-US" sz="1600">
                <a:highlight>
                  <a:srgbClr val="FFE1C5"/>
                </a:highlight>
                <a:latin typeface="+mn-ea"/>
              </a:rPr>
              <a:t>注入</a:t>
            </a:r>
            <a:r>
              <a:rPr kumimoji="1" lang="en-US" altLang="ja-JP" sz="1600">
                <a:highlight>
                  <a:srgbClr val="FFE1C5"/>
                </a:highlight>
                <a:latin typeface="+mn-ea"/>
              </a:rPr>
              <a:t>)</a:t>
            </a:r>
            <a:r>
              <a:rPr kumimoji="1" lang="ja-JP" altLang="en-US" sz="1600">
                <a:highlight>
                  <a:srgbClr val="FFE1C5"/>
                </a:highlight>
                <a:latin typeface="+mn-ea"/>
              </a:rPr>
              <a:t>させ</a:t>
            </a:r>
            <a:r>
              <a:rPr lang="ja-JP" altLang="en-US" sz="1600">
                <a:highlight>
                  <a:srgbClr val="FFE1C5"/>
                </a:highlight>
                <a:latin typeface="+mn-ea"/>
              </a:rPr>
              <a:t>る</a:t>
            </a:r>
            <a:endParaRPr kumimoji="1" lang="en-US" altLang="ja-JP" sz="1600">
              <a:highlight>
                <a:srgbClr val="FFE1C5"/>
              </a:highlight>
              <a:latin typeface="+mn-ea"/>
            </a:endParaRPr>
          </a:p>
        </p:txBody>
      </p:sp>
      <p:sp>
        <p:nvSpPr>
          <p:cNvPr id="3" name="コンテンツ プレースホルダー 2">
            <a:extLst>
              <a:ext uri="{FF2B5EF4-FFF2-40B4-BE49-F238E27FC236}">
                <a16:creationId xmlns:a16="http://schemas.microsoft.com/office/drawing/2014/main" id="{FB0089F8-7711-E7B2-C6C8-627CA1151AAC}"/>
              </a:ext>
            </a:extLst>
          </p:cNvPr>
          <p:cNvSpPr>
            <a:spLocks noGrp="1"/>
          </p:cNvSpPr>
          <p:nvPr>
            <p:ph sz="quarter" idx="10"/>
          </p:nvPr>
        </p:nvSpPr>
        <p:spPr>
          <a:xfrm>
            <a:off x="370800" y="1041412"/>
            <a:ext cx="11448000" cy="730800"/>
          </a:xfrm>
        </p:spPr>
        <p:txBody>
          <a:bodyPr/>
          <a:lstStyle/>
          <a:p>
            <a:r>
              <a:rPr kumimoji="1" lang="en-US" altLang="ja-JP"/>
              <a:t>DI</a:t>
            </a:r>
            <a:r>
              <a:rPr kumimoji="1" lang="ja-JP" altLang="en-US"/>
              <a:t>コンテナを使うと、</a:t>
            </a:r>
            <a:r>
              <a:rPr kumimoji="1" lang="en-US" altLang="ja-JP"/>
              <a:t>Service(</a:t>
            </a:r>
            <a:r>
              <a:rPr kumimoji="1" lang="ja-JP" altLang="en-US"/>
              <a:t>住民課</a:t>
            </a:r>
            <a:r>
              <a:rPr kumimoji="1" lang="en-US" altLang="ja-JP"/>
              <a:t>)</a:t>
            </a:r>
            <a:r>
              <a:rPr kumimoji="1" lang="ja-JP" altLang="en-US"/>
              <a:t>が</a:t>
            </a:r>
            <a:r>
              <a:rPr kumimoji="1" lang="en-US" altLang="ja-JP"/>
              <a:t>Repository(</a:t>
            </a:r>
            <a:r>
              <a:rPr kumimoji="1" lang="ja-JP" altLang="en-US"/>
              <a:t>書類棚</a:t>
            </a:r>
            <a:r>
              <a:rPr kumimoji="1" lang="en-US" altLang="ja-JP"/>
              <a:t>)</a:t>
            </a:r>
            <a:r>
              <a:rPr kumimoji="1" lang="ja-JP" altLang="en-US"/>
              <a:t>を呼び出すプログラムのイメージ。</a:t>
            </a:r>
            <a:endParaRPr kumimoji="1" lang="en-US" altLang="ja-JP"/>
          </a:p>
          <a:p>
            <a:r>
              <a:rPr kumimoji="1" lang="en-US" altLang="ja-JP" sz="1800">
                <a:solidFill>
                  <a:srgbClr val="0070C0"/>
                </a:solidFill>
              </a:rPr>
              <a:t>@Autowired</a:t>
            </a:r>
            <a:r>
              <a:rPr kumimoji="1" lang="ja-JP" altLang="en-US" sz="1800"/>
              <a:t>：</a:t>
            </a:r>
            <a:r>
              <a:rPr kumimoji="1" lang="en-US" altLang="ja-JP" sz="1800"/>
              <a:t>DI</a:t>
            </a:r>
            <a:r>
              <a:rPr kumimoji="1" lang="ja-JP" altLang="en-US" sz="1800"/>
              <a:t>コンテナが注入するための目印</a:t>
            </a:r>
          </a:p>
        </p:txBody>
      </p:sp>
      <p:sp>
        <p:nvSpPr>
          <p:cNvPr id="21" name="吹き出し: 角を丸めた四角形 20">
            <a:extLst>
              <a:ext uri="{FF2B5EF4-FFF2-40B4-BE49-F238E27FC236}">
                <a16:creationId xmlns:a16="http://schemas.microsoft.com/office/drawing/2014/main" id="{EAC4BFAC-4699-B722-1B4C-3059584CE578}"/>
              </a:ext>
            </a:extLst>
          </p:cNvPr>
          <p:cNvSpPr/>
          <p:nvPr/>
        </p:nvSpPr>
        <p:spPr>
          <a:xfrm>
            <a:off x="4324996" y="5630714"/>
            <a:ext cx="2164221" cy="474140"/>
          </a:xfrm>
          <a:prstGeom prst="wedgeRoundRectCallout">
            <a:avLst>
              <a:gd name="adj1" fmla="val -39335"/>
              <a:gd name="adj2" fmla="val -91842"/>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600" b="1">
                <a:solidFill>
                  <a:schemeClr val="tx1"/>
                </a:solidFill>
              </a:rPr>
              <a:t>すぐに実行できる</a:t>
            </a:r>
            <a:endParaRPr lang="en-US" altLang="ja-JP" sz="1600" b="1">
              <a:solidFill>
                <a:schemeClr val="tx1"/>
              </a:solidFill>
            </a:endParaRPr>
          </a:p>
        </p:txBody>
      </p:sp>
    </p:spTree>
    <p:extLst>
      <p:ext uri="{BB962C8B-B14F-4D97-AF65-F5344CB8AC3E}">
        <p14:creationId xmlns:p14="http://schemas.microsoft.com/office/powerpoint/2010/main" val="1964824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432BF-08A9-8E6C-8483-113DD907AB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41B05FA-4AEE-9628-DA13-7C5CB22EF511}"/>
              </a:ext>
            </a:extLst>
          </p:cNvPr>
          <p:cNvSpPr>
            <a:spLocks noGrp="1"/>
          </p:cNvSpPr>
          <p:nvPr>
            <p:ph type="title"/>
          </p:nvPr>
        </p:nvSpPr>
        <p:spPr/>
        <p:txBody>
          <a:bodyPr/>
          <a:lstStyle/>
          <a:p>
            <a:r>
              <a:rPr kumimoji="1" lang="en-US" altLang="ja-JP"/>
              <a:t>DI</a:t>
            </a:r>
            <a:r>
              <a:rPr kumimoji="1" lang="ja-JP" altLang="en-US"/>
              <a:t>コンテナ：</a:t>
            </a:r>
            <a:r>
              <a:rPr kumimoji="1" lang="en-US" altLang="ja-JP"/>
              <a:t>DI</a:t>
            </a:r>
            <a:r>
              <a:rPr kumimoji="1" lang="ja-JP" altLang="en-US"/>
              <a:t>コンテナによる部品</a:t>
            </a:r>
            <a:r>
              <a:rPr lang="ja-JP" altLang="en-US"/>
              <a:t>と</a:t>
            </a:r>
            <a:r>
              <a:rPr kumimoji="1" lang="ja-JP" altLang="en-US"/>
              <a:t>注入対象になるための目印</a:t>
            </a:r>
          </a:p>
        </p:txBody>
      </p:sp>
      <p:sp>
        <p:nvSpPr>
          <p:cNvPr id="3" name="コンテンツ プレースホルダー 2">
            <a:extLst>
              <a:ext uri="{FF2B5EF4-FFF2-40B4-BE49-F238E27FC236}">
                <a16:creationId xmlns:a16="http://schemas.microsoft.com/office/drawing/2014/main" id="{86805E22-359B-E1B7-D519-C495A80F1892}"/>
              </a:ext>
            </a:extLst>
          </p:cNvPr>
          <p:cNvSpPr>
            <a:spLocks noGrp="1"/>
          </p:cNvSpPr>
          <p:nvPr>
            <p:ph sz="quarter" idx="10"/>
          </p:nvPr>
        </p:nvSpPr>
        <p:spPr>
          <a:xfrm>
            <a:off x="371474" y="1038386"/>
            <a:ext cx="11448000" cy="938856"/>
          </a:xfrm>
        </p:spPr>
        <p:txBody>
          <a:bodyPr/>
          <a:lstStyle/>
          <a:p>
            <a:r>
              <a:rPr lang="en-US" altLang="ja-JP"/>
              <a:t>DI</a:t>
            </a:r>
            <a:r>
              <a:rPr lang="ja-JP" altLang="en-US"/>
              <a:t>コンテナで、レイヤーを生成したり、必要なレイヤーを注入してもらうには、ソースコード上に目印を付ける必要がある。</a:t>
            </a:r>
            <a:endParaRPr lang="en-US" altLang="ja-JP"/>
          </a:p>
          <a:p>
            <a:r>
              <a:rPr lang="ja-JP" altLang="en-US"/>
              <a:t>目印は複数あり、目印ごとに効果が異なる。以下はその一例。</a:t>
            </a:r>
            <a:endParaRPr lang="en-US" altLang="ja-JP"/>
          </a:p>
          <a:p>
            <a:endParaRPr lang="en-US" altLang="ja-JP"/>
          </a:p>
        </p:txBody>
      </p:sp>
      <p:graphicFrame>
        <p:nvGraphicFramePr>
          <p:cNvPr id="16" name="表 15">
            <a:extLst>
              <a:ext uri="{FF2B5EF4-FFF2-40B4-BE49-F238E27FC236}">
                <a16:creationId xmlns:a16="http://schemas.microsoft.com/office/drawing/2014/main" id="{69CC2CD0-244F-82CA-FB92-BFA29109880A}"/>
              </a:ext>
            </a:extLst>
          </p:cNvPr>
          <p:cNvGraphicFramePr>
            <a:graphicFrameLocks noGrp="1"/>
          </p:cNvGraphicFramePr>
          <p:nvPr>
            <p:extLst>
              <p:ext uri="{D42A27DB-BD31-4B8C-83A1-F6EECF244321}">
                <p14:modId xmlns:p14="http://schemas.microsoft.com/office/powerpoint/2010/main" val="37218119"/>
              </p:ext>
            </p:extLst>
          </p:nvPr>
        </p:nvGraphicFramePr>
        <p:xfrm>
          <a:off x="370800" y="2029095"/>
          <a:ext cx="11448000" cy="2960915"/>
        </p:xfrm>
        <a:graphic>
          <a:graphicData uri="http://schemas.openxmlformats.org/drawingml/2006/table">
            <a:tbl>
              <a:tblPr firstRow="1" bandRow="1">
                <a:tableStyleId>{5C22544A-7EE6-4342-B048-85BDC9FD1C3A}</a:tableStyleId>
              </a:tblPr>
              <a:tblGrid>
                <a:gridCol w="2259189">
                  <a:extLst>
                    <a:ext uri="{9D8B030D-6E8A-4147-A177-3AD203B41FA5}">
                      <a16:colId xmlns:a16="http://schemas.microsoft.com/office/drawing/2014/main" val="419723262"/>
                    </a:ext>
                  </a:extLst>
                </a:gridCol>
                <a:gridCol w="1402080">
                  <a:extLst>
                    <a:ext uri="{9D8B030D-6E8A-4147-A177-3AD203B41FA5}">
                      <a16:colId xmlns:a16="http://schemas.microsoft.com/office/drawing/2014/main" val="3307424772"/>
                    </a:ext>
                  </a:extLst>
                </a:gridCol>
                <a:gridCol w="4025529">
                  <a:extLst>
                    <a:ext uri="{9D8B030D-6E8A-4147-A177-3AD203B41FA5}">
                      <a16:colId xmlns:a16="http://schemas.microsoft.com/office/drawing/2014/main" val="2472487925"/>
                    </a:ext>
                  </a:extLst>
                </a:gridCol>
                <a:gridCol w="3761202">
                  <a:extLst>
                    <a:ext uri="{9D8B030D-6E8A-4147-A177-3AD203B41FA5}">
                      <a16:colId xmlns:a16="http://schemas.microsoft.com/office/drawing/2014/main" val="3650131551"/>
                    </a:ext>
                  </a:extLst>
                </a:gridCol>
              </a:tblGrid>
              <a:tr h="380029">
                <a:tc>
                  <a:txBody>
                    <a:bodyPr/>
                    <a:lstStyle/>
                    <a:p>
                      <a:pPr algn="ctr"/>
                      <a:r>
                        <a:rPr kumimoji="1" lang="ja-JP" altLang="en-US" sz="1600">
                          <a:latin typeface="+mj-ea"/>
                          <a:ea typeface="+mj-ea"/>
                        </a:rPr>
                        <a:t>目印</a:t>
                      </a:r>
                      <a:r>
                        <a:rPr kumimoji="1" lang="en-US" altLang="ja-JP" sz="1600">
                          <a:latin typeface="+mj-ea"/>
                          <a:ea typeface="+mj-ea"/>
                        </a:rPr>
                        <a:t>(</a:t>
                      </a:r>
                      <a:r>
                        <a:rPr kumimoji="1" lang="ja-JP" altLang="en-US" sz="1600">
                          <a:latin typeface="+mj-ea"/>
                          <a:ea typeface="+mj-ea"/>
                        </a:rPr>
                        <a:t>アノテーション</a:t>
                      </a:r>
                      <a:r>
                        <a:rPr kumimoji="1" lang="en-US" altLang="ja-JP" sz="1600">
                          <a:latin typeface="+mj-ea"/>
                          <a:ea typeface="+mj-ea"/>
                        </a:rPr>
                        <a:t>)</a:t>
                      </a:r>
                      <a:endParaRPr kumimoji="1" lang="ja-JP" altLang="en-US" sz="1600">
                        <a:latin typeface="+mj-ea"/>
                        <a:ea typeface="+mj-ea"/>
                      </a:endParaRPr>
                    </a:p>
                  </a:txBody>
                  <a:tcPr/>
                </a:tc>
                <a:tc>
                  <a:txBody>
                    <a:bodyPr/>
                    <a:lstStyle/>
                    <a:p>
                      <a:pPr algn="ctr"/>
                      <a:r>
                        <a:rPr kumimoji="1" lang="ja-JP" altLang="en-US" sz="1600">
                          <a:latin typeface="+mj-ea"/>
                          <a:ea typeface="+mj-ea"/>
                        </a:rPr>
                        <a:t>付ける場所</a:t>
                      </a:r>
                    </a:p>
                  </a:txBody>
                  <a:tcPr/>
                </a:tc>
                <a:tc>
                  <a:txBody>
                    <a:bodyPr/>
                    <a:lstStyle/>
                    <a:p>
                      <a:pPr algn="ctr"/>
                      <a:r>
                        <a:rPr kumimoji="1" lang="ja-JP" altLang="en-US" sz="1600">
                          <a:latin typeface="+mj-ea"/>
                          <a:ea typeface="+mj-ea"/>
                        </a:rPr>
                        <a:t>効果</a:t>
                      </a:r>
                    </a:p>
                  </a:txBody>
                  <a:tcPr/>
                </a:tc>
                <a:tc>
                  <a:txBody>
                    <a:bodyPr/>
                    <a:lstStyle/>
                    <a:p>
                      <a:pPr algn="ctr"/>
                      <a:r>
                        <a:rPr kumimoji="1" lang="ja-JP" altLang="en-US" sz="1600">
                          <a:latin typeface="+mj-ea"/>
                          <a:ea typeface="+mj-ea"/>
                        </a:rPr>
                        <a:t>使用例</a:t>
                      </a:r>
                      <a:endParaRPr kumimoji="1" lang="en-US" altLang="ja-JP" sz="1600">
                        <a:latin typeface="+mj-ea"/>
                        <a:ea typeface="+mj-ea"/>
                      </a:endParaRPr>
                    </a:p>
                  </a:txBody>
                  <a:tcPr/>
                </a:tc>
                <a:extLst>
                  <a:ext uri="{0D108BD9-81ED-4DB2-BD59-A6C34878D82A}">
                    <a16:rowId xmlns:a16="http://schemas.microsoft.com/office/drawing/2014/main" val="2101883612"/>
                  </a:ext>
                </a:extLst>
              </a:tr>
              <a:tr h="1290443">
                <a:tc>
                  <a:txBody>
                    <a:bodyPr/>
                    <a:lstStyle/>
                    <a:p>
                      <a:r>
                        <a:rPr kumimoji="1" lang="en-US" altLang="ja-JP" sz="1600">
                          <a:latin typeface="+mj-ea"/>
                          <a:ea typeface="+mj-ea"/>
                        </a:rPr>
                        <a:t>@Controller</a:t>
                      </a:r>
                    </a:p>
                    <a:p>
                      <a:r>
                        <a:rPr kumimoji="1" lang="en-US" altLang="ja-JP" sz="1600">
                          <a:latin typeface="+mj-ea"/>
                          <a:ea typeface="+mj-ea"/>
                        </a:rPr>
                        <a:t>@Service</a:t>
                      </a:r>
                    </a:p>
                    <a:p>
                      <a:r>
                        <a:rPr kumimoji="1" lang="en-US" altLang="ja-JP" sz="1600">
                          <a:latin typeface="+mj-ea"/>
                          <a:ea typeface="+mj-ea"/>
                        </a:rPr>
                        <a:t>@Repository</a:t>
                      </a:r>
                    </a:p>
                    <a:p>
                      <a:r>
                        <a:rPr kumimoji="1" lang="en-US" altLang="ja-JP" sz="1600">
                          <a:latin typeface="+mj-ea"/>
                          <a:ea typeface="+mj-ea"/>
                        </a:rPr>
                        <a:t>   or @Mapper</a:t>
                      </a:r>
                      <a:endParaRPr kumimoji="1" lang="ja-JP" altLang="en-US" sz="1600">
                        <a:latin typeface="+mj-ea"/>
                        <a:ea typeface="+mj-ea"/>
                      </a:endParaRPr>
                    </a:p>
                  </a:txBody>
                  <a:tcPr anchor="ctr"/>
                </a:tc>
                <a:tc>
                  <a:txBody>
                    <a:bodyPr/>
                    <a:lstStyle/>
                    <a:p>
                      <a:r>
                        <a:rPr kumimoji="1" lang="ja-JP" altLang="en-US" sz="1600">
                          <a:latin typeface="+mj-ea"/>
                          <a:ea typeface="+mj-ea"/>
                        </a:rPr>
                        <a:t>クラス</a:t>
                      </a:r>
                    </a:p>
                  </a:txBody>
                  <a:tcPr anchor="ctr"/>
                </a:tc>
                <a:tc>
                  <a:txBody>
                    <a:bodyPr/>
                    <a:lstStyle/>
                    <a:p>
                      <a:r>
                        <a:rPr kumimoji="1" lang="en-US" altLang="ja-JP" sz="1600">
                          <a:latin typeface="+mj-ea"/>
                          <a:ea typeface="+mj-ea"/>
                        </a:rPr>
                        <a:t>DI</a:t>
                      </a:r>
                      <a:r>
                        <a:rPr kumimoji="1" lang="ja-JP" altLang="en-US" sz="1600">
                          <a:latin typeface="+mj-ea"/>
                          <a:ea typeface="+mj-ea"/>
                        </a:rPr>
                        <a:t>コンテナが、そのクラスを生成して管理する</a:t>
                      </a:r>
                    </a:p>
                  </a:txBody>
                  <a:tcPr anchor="ctr"/>
                </a:tc>
                <a:tc>
                  <a:txBody>
                    <a:bodyPr/>
                    <a:lstStyle/>
                    <a:p>
                      <a:r>
                        <a:rPr lang="en-US" altLang="ja-JP" sz="1600" b="1">
                          <a:solidFill>
                            <a:srgbClr val="FF0000"/>
                          </a:solidFill>
                          <a:latin typeface="+mj-ea"/>
                          <a:ea typeface="+mj-ea"/>
                        </a:rPr>
                        <a:t>@Controller</a:t>
                      </a:r>
                    </a:p>
                    <a:p>
                      <a:r>
                        <a:rPr lang="en-US" altLang="ja-JP" sz="1600">
                          <a:solidFill>
                            <a:schemeClr val="tx1"/>
                          </a:solidFill>
                          <a:latin typeface="+mj-ea"/>
                          <a:ea typeface="+mj-ea"/>
                        </a:rPr>
                        <a:t>class </a:t>
                      </a:r>
                      <a:r>
                        <a:rPr lang="en-US" altLang="ja-JP" sz="1600" err="1">
                          <a:solidFill>
                            <a:schemeClr val="tx1"/>
                          </a:solidFill>
                          <a:latin typeface="+mj-ea"/>
                          <a:ea typeface="+mj-ea"/>
                        </a:rPr>
                        <a:t>MadoController</a:t>
                      </a:r>
                      <a:r>
                        <a:rPr lang="en-US" altLang="ja-JP" sz="1600">
                          <a:solidFill>
                            <a:schemeClr val="tx1"/>
                          </a:solidFill>
                          <a:latin typeface="+mj-ea"/>
                          <a:ea typeface="+mj-ea"/>
                        </a:rPr>
                        <a:t> {</a:t>
                      </a:r>
                    </a:p>
                    <a:p>
                      <a:r>
                        <a:rPr kumimoji="1" lang="en-US" altLang="ja-JP" sz="1600">
                          <a:solidFill>
                            <a:schemeClr val="tx1"/>
                          </a:solidFill>
                          <a:latin typeface="+mj-ea"/>
                          <a:ea typeface="+mj-ea"/>
                        </a:rPr>
                        <a:t>}</a:t>
                      </a:r>
                    </a:p>
                  </a:txBody>
                  <a:tcPr anchor="ctr"/>
                </a:tc>
                <a:extLst>
                  <a:ext uri="{0D108BD9-81ED-4DB2-BD59-A6C34878D82A}">
                    <a16:rowId xmlns:a16="http://schemas.microsoft.com/office/drawing/2014/main" val="182222695"/>
                  </a:ext>
                </a:extLst>
              </a:tr>
              <a:tr h="1290443">
                <a:tc>
                  <a:txBody>
                    <a:bodyPr/>
                    <a:lstStyle/>
                    <a:p>
                      <a:r>
                        <a:rPr kumimoji="1" lang="en-US" altLang="ja-JP" sz="1600">
                          <a:latin typeface="+mj-ea"/>
                          <a:ea typeface="+mj-ea"/>
                        </a:rPr>
                        <a:t>@Autowired</a:t>
                      </a:r>
                      <a:endParaRPr kumimoji="1" lang="ja-JP" altLang="en-US" sz="1600">
                        <a:latin typeface="+mj-ea"/>
                        <a:ea typeface="+mj-ea"/>
                      </a:endParaRPr>
                    </a:p>
                  </a:txBody>
                  <a:tcPr anchor="ctr"/>
                </a:tc>
                <a:tc>
                  <a:txBody>
                    <a:bodyPr/>
                    <a:lstStyle/>
                    <a:p>
                      <a:r>
                        <a:rPr kumimoji="1" lang="ja-JP" altLang="en-US" sz="1600">
                          <a:latin typeface="+mj-ea"/>
                          <a:ea typeface="+mj-ea"/>
                        </a:rPr>
                        <a:t>フィールド</a:t>
                      </a:r>
                    </a:p>
                  </a:txBody>
                  <a:tcPr anchor="ctr"/>
                </a:tc>
                <a:tc>
                  <a:txBody>
                    <a:bodyPr/>
                    <a:lstStyle/>
                    <a:p>
                      <a:r>
                        <a:rPr kumimoji="1" lang="en-US" altLang="ja-JP" sz="1600">
                          <a:latin typeface="+mj-ea"/>
                          <a:ea typeface="+mj-ea"/>
                        </a:rPr>
                        <a:t>DI</a:t>
                      </a:r>
                      <a:r>
                        <a:rPr kumimoji="1" lang="ja-JP" altLang="en-US" sz="1600">
                          <a:latin typeface="+mj-ea"/>
                          <a:ea typeface="+mj-ea"/>
                        </a:rPr>
                        <a:t>コンテナが、その属性のクラスを注入する</a:t>
                      </a:r>
                    </a:p>
                  </a:txBody>
                  <a:tcPr anchor="ctr"/>
                </a:tc>
                <a:tc>
                  <a:txBody>
                    <a:bodyPr/>
                    <a:lstStyle/>
                    <a:p>
                      <a:r>
                        <a:rPr kumimoji="1" lang="en-US" altLang="ja-JP" sz="1600" b="1">
                          <a:solidFill>
                            <a:srgbClr val="FF0000"/>
                          </a:solidFill>
                          <a:latin typeface="+mj-ea"/>
                          <a:ea typeface="+mj-ea"/>
                        </a:rPr>
                        <a:t>@Autowired</a:t>
                      </a:r>
                    </a:p>
                    <a:p>
                      <a:r>
                        <a:rPr kumimoji="1" lang="en-US" altLang="ja-JP" sz="1600" err="1">
                          <a:latin typeface="+mj-ea"/>
                          <a:ea typeface="+mj-ea"/>
                        </a:rPr>
                        <a:t>JuminService</a:t>
                      </a:r>
                      <a:r>
                        <a:rPr kumimoji="1" lang="en-US" altLang="ja-JP" sz="1600">
                          <a:latin typeface="+mj-ea"/>
                          <a:ea typeface="+mj-ea"/>
                        </a:rPr>
                        <a:t> service;</a:t>
                      </a:r>
                      <a:endParaRPr kumimoji="1" lang="ja-JP" altLang="en-US" sz="1600">
                        <a:latin typeface="+mj-ea"/>
                        <a:ea typeface="+mj-ea"/>
                      </a:endParaRPr>
                    </a:p>
                  </a:txBody>
                  <a:tcPr anchor="ctr"/>
                </a:tc>
                <a:extLst>
                  <a:ext uri="{0D108BD9-81ED-4DB2-BD59-A6C34878D82A}">
                    <a16:rowId xmlns:a16="http://schemas.microsoft.com/office/drawing/2014/main" val="2187816868"/>
                  </a:ext>
                </a:extLst>
              </a:tr>
            </a:tbl>
          </a:graphicData>
        </a:graphic>
      </p:graphicFrame>
    </p:spTree>
    <p:extLst>
      <p:ext uri="{BB962C8B-B14F-4D97-AF65-F5344CB8AC3E}">
        <p14:creationId xmlns:p14="http://schemas.microsoft.com/office/powerpoint/2010/main" val="774479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2B218C-62C3-97DB-2243-3843FBF16022}"/>
              </a:ext>
            </a:extLst>
          </p:cNvPr>
          <p:cNvSpPr>
            <a:spLocks noGrp="1"/>
          </p:cNvSpPr>
          <p:nvPr>
            <p:ph type="title"/>
          </p:nvPr>
        </p:nvSpPr>
        <p:spPr/>
        <p:txBody>
          <a:bodyPr/>
          <a:lstStyle/>
          <a:p>
            <a:r>
              <a:rPr kumimoji="1" lang="en-US" altLang="ja-JP"/>
              <a:t>Spring</a:t>
            </a:r>
            <a:r>
              <a:rPr kumimoji="1" lang="ja-JP" altLang="en-US"/>
              <a:t>フレームワークにおける部品の設定</a:t>
            </a:r>
          </a:p>
        </p:txBody>
      </p:sp>
      <p:sp>
        <p:nvSpPr>
          <p:cNvPr id="3" name="コンテンツ プレースホルダー 2">
            <a:extLst>
              <a:ext uri="{FF2B5EF4-FFF2-40B4-BE49-F238E27FC236}">
                <a16:creationId xmlns:a16="http://schemas.microsoft.com/office/drawing/2014/main" id="{FE0374AF-1672-7526-008F-14621401455B}"/>
              </a:ext>
            </a:extLst>
          </p:cNvPr>
          <p:cNvSpPr>
            <a:spLocks noGrp="1"/>
          </p:cNvSpPr>
          <p:nvPr>
            <p:ph sz="quarter" idx="10"/>
          </p:nvPr>
        </p:nvSpPr>
        <p:spPr>
          <a:xfrm>
            <a:off x="371474" y="1038386"/>
            <a:ext cx="11448000" cy="665249"/>
          </a:xfrm>
        </p:spPr>
        <p:txBody>
          <a:bodyPr/>
          <a:lstStyle/>
          <a:p>
            <a:r>
              <a:rPr kumimoji="1" lang="en-US" altLang="ja-JP"/>
              <a:t>DI</a:t>
            </a:r>
            <a:r>
              <a:rPr kumimoji="1" lang="ja-JP" altLang="en-US"/>
              <a:t>コンテナに登録する部品の設定形式は、</a:t>
            </a:r>
            <a:r>
              <a:rPr kumimoji="1" lang="en-US" altLang="ja-JP" err="1"/>
              <a:t>JavaConfig</a:t>
            </a:r>
            <a:r>
              <a:rPr kumimoji="1" lang="ja-JP" altLang="en-US"/>
              <a:t>と</a:t>
            </a:r>
            <a:r>
              <a:rPr kumimoji="1" lang="en-US" altLang="ja-JP"/>
              <a:t>XML</a:t>
            </a:r>
            <a:r>
              <a:rPr kumimoji="1" lang="ja-JP" altLang="en-US"/>
              <a:t>の</a:t>
            </a:r>
            <a:r>
              <a:rPr kumimoji="1" lang="en-US" altLang="ja-JP"/>
              <a:t>2</a:t>
            </a:r>
            <a:r>
              <a:rPr kumimoji="1" lang="ja-JP" altLang="en-US"/>
              <a:t>種類がある</a:t>
            </a:r>
            <a:endParaRPr kumimoji="1" lang="en-US" altLang="ja-JP"/>
          </a:p>
          <a:p>
            <a:r>
              <a:rPr lang="en-US" altLang="ja-JP"/>
              <a:t>@Bean</a:t>
            </a:r>
            <a:r>
              <a:rPr lang="ja-JP" altLang="en-US"/>
              <a:t>：</a:t>
            </a:r>
            <a:r>
              <a:rPr kumimoji="1" lang="en-US" altLang="ja-JP" sz="1800"/>
              <a:t> DI</a:t>
            </a:r>
            <a:r>
              <a:rPr kumimoji="1" lang="ja-JP" altLang="en-US" sz="1800"/>
              <a:t>コンテナが、付与された動作を呼び出し、動作によって生成されたインスタンスを管理するための目印</a:t>
            </a:r>
            <a:endParaRPr kumimoji="1" lang="ja-JP" altLang="en-US"/>
          </a:p>
          <a:p>
            <a:endParaRPr kumimoji="1" lang="ja-JP" altLang="en-US"/>
          </a:p>
        </p:txBody>
      </p:sp>
      <p:pic>
        <p:nvPicPr>
          <p:cNvPr id="4" name="図 3">
            <a:extLst>
              <a:ext uri="{FF2B5EF4-FFF2-40B4-BE49-F238E27FC236}">
                <a16:creationId xmlns:a16="http://schemas.microsoft.com/office/drawing/2014/main" id="{B429926F-39EF-7B20-52C3-B65BFB0C63AF}"/>
              </a:ext>
            </a:extLst>
          </p:cNvPr>
          <p:cNvPicPr>
            <a:picLocks noChangeAspect="1"/>
          </p:cNvPicPr>
          <p:nvPr/>
        </p:nvPicPr>
        <p:blipFill>
          <a:blip r:embed="rId2"/>
          <a:stretch>
            <a:fillRect/>
          </a:stretch>
        </p:blipFill>
        <p:spPr>
          <a:xfrm>
            <a:off x="370800" y="2444358"/>
            <a:ext cx="4905771" cy="2481341"/>
          </a:xfrm>
          <a:prstGeom prst="rect">
            <a:avLst/>
          </a:prstGeom>
        </p:spPr>
      </p:pic>
      <p:pic>
        <p:nvPicPr>
          <p:cNvPr id="5" name="図 4">
            <a:extLst>
              <a:ext uri="{FF2B5EF4-FFF2-40B4-BE49-F238E27FC236}">
                <a16:creationId xmlns:a16="http://schemas.microsoft.com/office/drawing/2014/main" id="{6DDEF6A1-F37D-BA73-DC8B-742B26C2A169}"/>
              </a:ext>
            </a:extLst>
          </p:cNvPr>
          <p:cNvPicPr>
            <a:picLocks noChangeAspect="1"/>
          </p:cNvPicPr>
          <p:nvPr/>
        </p:nvPicPr>
        <p:blipFill>
          <a:blip r:embed="rId3"/>
          <a:stretch>
            <a:fillRect/>
          </a:stretch>
        </p:blipFill>
        <p:spPr>
          <a:xfrm>
            <a:off x="5621575" y="2447213"/>
            <a:ext cx="6227750" cy="1708390"/>
          </a:xfrm>
          <a:prstGeom prst="rect">
            <a:avLst/>
          </a:prstGeom>
        </p:spPr>
      </p:pic>
      <p:sp>
        <p:nvSpPr>
          <p:cNvPr id="6" name="正方形/長方形 5">
            <a:extLst>
              <a:ext uri="{FF2B5EF4-FFF2-40B4-BE49-F238E27FC236}">
                <a16:creationId xmlns:a16="http://schemas.microsoft.com/office/drawing/2014/main" id="{DC1F15F2-0DD1-5DDB-5A93-CC712C340B5E}"/>
              </a:ext>
            </a:extLst>
          </p:cNvPr>
          <p:cNvSpPr/>
          <p:nvPr/>
        </p:nvSpPr>
        <p:spPr>
          <a:xfrm>
            <a:off x="370800" y="2011221"/>
            <a:ext cx="2322436" cy="315310"/>
          </a:xfrm>
          <a:prstGeom prst="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err="1">
                <a:solidFill>
                  <a:schemeClr val="accent1"/>
                </a:solidFill>
              </a:rPr>
              <a:t>JavaConfig</a:t>
            </a:r>
            <a:endParaRPr kumimoji="1" lang="ja-JP" altLang="en-US" sz="1600">
              <a:solidFill>
                <a:schemeClr val="accent1"/>
              </a:solidFill>
            </a:endParaRPr>
          </a:p>
        </p:txBody>
      </p:sp>
      <p:sp>
        <p:nvSpPr>
          <p:cNvPr id="7" name="正方形/長方形 6">
            <a:extLst>
              <a:ext uri="{FF2B5EF4-FFF2-40B4-BE49-F238E27FC236}">
                <a16:creationId xmlns:a16="http://schemas.microsoft.com/office/drawing/2014/main" id="{90A738B5-F252-AC37-EF74-790D45572AC6}"/>
              </a:ext>
            </a:extLst>
          </p:cNvPr>
          <p:cNvSpPr/>
          <p:nvPr/>
        </p:nvSpPr>
        <p:spPr>
          <a:xfrm>
            <a:off x="5621575" y="2011221"/>
            <a:ext cx="2322436" cy="315310"/>
          </a:xfrm>
          <a:prstGeom prst="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a:solidFill>
                  <a:schemeClr val="accent1"/>
                </a:solidFill>
              </a:rPr>
              <a:t>XML</a:t>
            </a:r>
            <a:endParaRPr kumimoji="1" lang="ja-JP" altLang="en-US" sz="1600">
              <a:solidFill>
                <a:schemeClr val="accent1"/>
              </a:solidFill>
            </a:endParaRPr>
          </a:p>
        </p:txBody>
      </p:sp>
      <p:sp>
        <p:nvSpPr>
          <p:cNvPr id="8" name="吹き出し: 角を丸めた四角形 7">
            <a:extLst>
              <a:ext uri="{FF2B5EF4-FFF2-40B4-BE49-F238E27FC236}">
                <a16:creationId xmlns:a16="http://schemas.microsoft.com/office/drawing/2014/main" id="{4016B2A5-6C1A-86C9-0C03-100AEBBC5C17}"/>
              </a:ext>
            </a:extLst>
          </p:cNvPr>
          <p:cNvSpPr/>
          <p:nvPr/>
        </p:nvSpPr>
        <p:spPr>
          <a:xfrm>
            <a:off x="2438400" y="4443972"/>
            <a:ext cx="3444115" cy="1037982"/>
          </a:xfrm>
          <a:prstGeom prst="wedgeRoundRectCallout">
            <a:avLst>
              <a:gd name="adj1" fmla="val -34941"/>
              <a:gd name="adj2" fmla="val -79593"/>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b="1">
                <a:solidFill>
                  <a:schemeClr val="tx1"/>
                </a:solidFill>
              </a:rPr>
              <a:t>Java</a:t>
            </a:r>
            <a:r>
              <a:rPr kumimoji="1" lang="ja-JP" altLang="en-US" sz="1400" b="1">
                <a:solidFill>
                  <a:schemeClr val="tx1"/>
                </a:solidFill>
              </a:rPr>
              <a:t>のコードで記述する</a:t>
            </a:r>
            <a:endParaRPr kumimoji="1" lang="en-US" altLang="ja-JP" sz="1400" b="1">
              <a:solidFill>
                <a:schemeClr val="tx1"/>
              </a:solidFill>
            </a:endParaRPr>
          </a:p>
          <a:p>
            <a:pPr algn="ctr"/>
            <a:endParaRPr kumimoji="1" lang="en-US" altLang="ja-JP" sz="1050">
              <a:solidFill>
                <a:schemeClr val="tx1"/>
              </a:solidFill>
            </a:endParaRPr>
          </a:p>
          <a:p>
            <a:pPr algn="ctr"/>
            <a:r>
              <a:rPr lang="ja-JP" altLang="en-US" sz="1400">
                <a:solidFill>
                  <a:schemeClr val="tx1"/>
                </a:solidFill>
              </a:rPr>
              <a:t>「</a:t>
            </a:r>
            <a:r>
              <a:rPr lang="en-US" altLang="ja-JP" sz="1400">
                <a:solidFill>
                  <a:schemeClr val="tx1"/>
                </a:solidFill>
              </a:rPr>
              <a:t>@Configration</a:t>
            </a:r>
            <a:r>
              <a:rPr lang="ja-JP" altLang="en-US" sz="1400">
                <a:solidFill>
                  <a:schemeClr val="tx1"/>
                </a:solidFill>
              </a:rPr>
              <a:t>」を付与することが多いため</a:t>
            </a:r>
            <a:endParaRPr lang="en-US" altLang="ja-JP" sz="1400">
              <a:solidFill>
                <a:schemeClr val="tx1"/>
              </a:solidFill>
            </a:endParaRPr>
          </a:p>
          <a:p>
            <a:pPr algn="ctr"/>
            <a:r>
              <a:rPr kumimoji="1" lang="en-US" altLang="ja-JP" sz="1400" err="1">
                <a:solidFill>
                  <a:schemeClr val="tx1"/>
                </a:solidFill>
              </a:rPr>
              <a:t>JavaConfig</a:t>
            </a:r>
            <a:r>
              <a:rPr kumimoji="1" lang="ja-JP" altLang="en-US" sz="1400">
                <a:solidFill>
                  <a:schemeClr val="tx1"/>
                </a:solidFill>
              </a:rPr>
              <a:t>と呼ばれる</a:t>
            </a:r>
            <a:endParaRPr kumimoji="1" lang="en-US" altLang="ja-JP" sz="1400">
              <a:solidFill>
                <a:schemeClr val="tx1"/>
              </a:solidFill>
            </a:endParaRPr>
          </a:p>
        </p:txBody>
      </p:sp>
      <p:sp>
        <p:nvSpPr>
          <p:cNvPr id="9" name="吹き出し: 角を丸めた四角形 8">
            <a:extLst>
              <a:ext uri="{FF2B5EF4-FFF2-40B4-BE49-F238E27FC236}">
                <a16:creationId xmlns:a16="http://schemas.microsoft.com/office/drawing/2014/main" id="{5400AF4E-DCAC-5BC7-DDF9-3D56C3A14212}"/>
              </a:ext>
            </a:extLst>
          </p:cNvPr>
          <p:cNvSpPr/>
          <p:nvPr/>
        </p:nvSpPr>
        <p:spPr>
          <a:xfrm>
            <a:off x="6000219" y="4443972"/>
            <a:ext cx="3381607" cy="1037982"/>
          </a:xfrm>
          <a:prstGeom prst="wedgeRoundRectCallout">
            <a:avLst>
              <a:gd name="adj1" fmla="val -22790"/>
              <a:gd name="adj2" fmla="val -75763"/>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b="1">
                <a:solidFill>
                  <a:schemeClr val="tx1"/>
                </a:solidFill>
              </a:rPr>
              <a:t>XML</a:t>
            </a:r>
            <a:r>
              <a:rPr kumimoji="1" lang="ja-JP" altLang="en-US" sz="1400" b="1">
                <a:solidFill>
                  <a:schemeClr val="tx1"/>
                </a:solidFill>
              </a:rPr>
              <a:t>という記法で記述する</a:t>
            </a:r>
            <a:endParaRPr kumimoji="1" lang="en-US" altLang="ja-JP" sz="1400" b="1">
              <a:solidFill>
                <a:schemeClr val="tx1"/>
              </a:solidFill>
            </a:endParaRPr>
          </a:p>
          <a:p>
            <a:pPr algn="ctr"/>
            <a:endParaRPr lang="en-US" altLang="ja-JP" sz="1000">
              <a:solidFill>
                <a:schemeClr val="tx1"/>
              </a:solidFill>
            </a:endParaRPr>
          </a:p>
          <a:p>
            <a:pPr algn="ctr"/>
            <a:r>
              <a:rPr kumimoji="1" lang="en-US" altLang="ja-JP" sz="1400" err="1">
                <a:solidFill>
                  <a:schemeClr val="tx1"/>
                </a:solidFill>
              </a:rPr>
              <a:t>JavaConfig</a:t>
            </a:r>
            <a:r>
              <a:rPr kumimoji="1" lang="ja-JP" altLang="en-US" sz="1400">
                <a:solidFill>
                  <a:schemeClr val="tx1"/>
                </a:solidFill>
              </a:rPr>
              <a:t>のほうが直感的で柔軟なため</a:t>
            </a:r>
            <a:endParaRPr kumimoji="1" lang="en-US" altLang="ja-JP" sz="1400">
              <a:solidFill>
                <a:schemeClr val="tx1"/>
              </a:solidFill>
            </a:endParaRPr>
          </a:p>
          <a:p>
            <a:pPr algn="ctr"/>
            <a:r>
              <a:rPr lang="ja-JP" altLang="en-US" sz="1400">
                <a:solidFill>
                  <a:schemeClr val="tx1"/>
                </a:solidFill>
              </a:rPr>
              <a:t>現在では、</a:t>
            </a:r>
            <a:r>
              <a:rPr kumimoji="1" lang="ja-JP" altLang="en-US" sz="1400">
                <a:solidFill>
                  <a:schemeClr val="tx1"/>
                </a:solidFill>
              </a:rPr>
              <a:t>あまり使われない</a:t>
            </a:r>
            <a:endParaRPr kumimoji="1" lang="en-US" altLang="ja-JP" sz="1400">
              <a:solidFill>
                <a:schemeClr val="tx1"/>
              </a:solidFill>
            </a:endParaRPr>
          </a:p>
        </p:txBody>
      </p:sp>
      <p:sp>
        <p:nvSpPr>
          <p:cNvPr id="10" name="コンテンツ プレースホルダー 2">
            <a:extLst>
              <a:ext uri="{FF2B5EF4-FFF2-40B4-BE49-F238E27FC236}">
                <a16:creationId xmlns:a16="http://schemas.microsoft.com/office/drawing/2014/main" id="{74897889-C7AC-ECB7-074B-F514372C16C7}"/>
              </a:ext>
            </a:extLst>
          </p:cNvPr>
          <p:cNvSpPr txBox="1">
            <a:spLocks/>
          </p:cNvSpPr>
          <p:nvPr/>
        </p:nvSpPr>
        <p:spPr>
          <a:xfrm>
            <a:off x="370800" y="5788176"/>
            <a:ext cx="11448000" cy="396000"/>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豆知識：</a:t>
            </a:r>
            <a:r>
              <a:rPr lang="en-US" altLang="ja-JP"/>
              <a:t>DI</a:t>
            </a:r>
            <a:r>
              <a:rPr lang="ja-JP" altLang="en-US"/>
              <a:t>コンテナに登録される部品は</a:t>
            </a:r>
            <a:r>
              <a:rPr lang="en-US" altLang="ja-JP"/>
              <a:t>Bean</a:t>
            </a:r>
            <a:r>
              <a:rPr lang="ja-JP" altLang="en-US"/>
              <a:t>といい、</a:t>
            </a:r>
            <a:r>
              <a:rPr lang="en-US" altLang="ja-JP"/>
              <a:t>Java</a:t>
            </a:r>
            <a:r>
              <a:rPr lang="ja-JP" altLang="en-US"/>
              <a:t>（</a:t>
            </a:r>
            <a:r>
              <a:rPr lang="en-US" altLang="ja-JP"/>
              <a:t>=</a:t>
            </a:r>
            <a:r>
              <a:rPr lang="ja-JP" altLang="en-US"/>
              <a:t>コーヒー）のコーヒー豆（</a:t>
            </a:r>
            <a:r>
              <a:rPr lang="en-US" altLang="ja-JP"/>
              <a:t>=Bean</a:t>
            </a:r>
            <a:r>
              <a:rPr lang="ja-JP" altLang="en-US"/>
              <a:t>）に由来する</a:t>
            </a:r>
          </a:p>
        </p:txBody>
      </p:sp>
      <p:cxnSp>
        <p:nvCxnSpPr>
          <p:cNvPr id="11" name="直線矢印コネクタ 10">
            <a:extLst>
              <a:ext uri="{FF2B5EF4-FFF2-40B4-BE49-F238E27FC236}">
                <a16:creationId xmlns:a16="http://schemas.microsoft.com/office/drawing/2014/main" id="{3D40BFDA-E415-CFDE-E99D-38A6DFF917AC}"/>
              </a:ext>
            </a:extLst>
          </p:cNvPr>
          <p:cNvCxnSpPr>
            <a:cxnSpLocks/>
          </p:cNvCxnSpPr>
          <p:nvPr/>
        </p:nvCxnSpPr>
        <p:spPr>
          <a:xfrm flipH="1" flipV="1">
            <a:off x="976744" y="4000053"/>
            <a:ext cx="554814" cy="1664094"/>
          </a:xfrm>
          <a:prstGeom prst="straightConnector1">
            <a:avLst/>
          </a:prstGeom>
          <a:ln w="19050">
            <a:solidFill>
              <a:srgbClr val="FF0000"/>
            </a:solidFill>
            <a:prstDash val="dash"/>
            <a:tailEnd type="triangle"/>
          </a:ln>
          <a:effectLst/>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3573959D-0754-B386-3D01-E79B962819A3}"/>
              </a:ext>
            </a:extLst>
          </p:cNvPr>
          <p:cNvSpPr/>
          <p:nvPr/>
        </p:nvSpPr>
        <p:spPr>
          <a:xfrm>
            <a:off x="406170" y="3099674"/>
            <a:ext cx="1197332" cy="269249"/>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 name="正方形/長方形 12">
            <a:extLst>
              <a:ext uri="{FF2B5EF4-FFF2-40B4-BE49-F238E27FC236}">
                <a16:creationId xmlns:a16="http://schemas.microsoft.com/office/drawing/2014/main" id="{F7C40172-6CB2-6E6E-4E6D-17D8A830417D}"/>
              </a:ext>
            </a:extLst>
          </p:cNvPr>
          <p:cNvSpPr/>
          <p:nvPr/>
        </p:nvSpPr>
        <p:spPr>
          <a:xfrm>
            <a:off x="704356" y="3741309"/>
            <a:ext cx="554814" cy="269249"/>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Tree>
    <p:extLst>
      <p:ext uri="{BB962C8B-B14F-4D97-AF65-F5344CB8AC3E}">
        <p14:creationId xmlns:p14="http://schemas.microsoft.com/office/powerpoint/2010/main" val="31368982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17D619-347A-CBE4-A4DE-0D6582F4D053}"/>
              </a:ext>
            </a:extLst>
          </p:cNvPr>
          <p:cNvSpPr>
            <a:spLocks noGrp="1"/>
          </p:cNvSpPr>
          <p:nvPr>
            <p:ph type="title"/>
          </p:nvPr>
        </p:nvSpPr>
        <p:spPr/>
        <p:txBody>
          <a:bodyPr/>
          <a:lstStyle/>
          <a:p>
            <a:r>
              <a:rPr kumimoji="1" lang="en-US" altLang="ja-JP"/>
              <a:t>Spring Boot</a:t>
            </a:r>
            <a:endParaRPr kumimoji="1" lang="ja-JP" altLang="en-US"/>
          </a:p>
        </p:txBody>
      </p:sp>
      <p:sp>
        <p:nvSpPr>
          <p:cNvPr id="3" name="コンテンツ プレースホルダー 2">
            <a:extLst>
              <a:ext uri="{FF2B5EF4-FFF2-40B4-BE49-F238E27FC236}">
                <a16:creationId xmlns:a16="http://schemas.microsoft.com/office/drawing/2014/main" id="{BD8409E7-ACB1-6921-D3F3-433306E0A8E4}"/>
              </a:ext>
            </a:extLst>
          </p:cNvPr>
          <p:cNvSpPr>
            <a:spLocks noGrp="1"/>
          </p:cNvSpPr>
          <p:nvPr>
            <p:ph sz="quarter" idx="10"/>
          </p:nvPr>
        </p:nvSpPr>
        <p:spPr/>
        <p:txBody>
          <a:bodyPr/>
          <a:lstStyle/>
          <a:p>
            <a:r>
              <a:rPr lang="en-US" altLang="ja-JP" b="0" i="0">
                <a:effectLst/>
                <a:latin typeface="+mj-ea"/>
                <a:ea typeface="+mj-ea"/>
              </a:rPr>
              <a:t>2014</a:t>
            </a:r>
            <a:r>
              <a:rPr lang="ja-JP" altLang="en-US" b="0" i="0">
                <a:effectLst/>
                <a:latin typeface="+mj-ea"/>
                <a:ea typeface="+mj-ea"/>
              </a:rPr>
              <a:t>年に登場</a:t>
            </a:r>
            <a:endParaRPr lang="en-US" altLang="ja-JP">
              <a:latin typeface="+mj-ea"/>
              <a:ea typeface="+mj-ea"/>
            </a:endParaRPr>
          </a:p>
          <a:p>
            <a:r>
              <a:rPr lang="en-US" altLang="ja-JP" sz="1800">
                <a:solidFill>
                  <a:schemeClr val="tx1"/>
                </a:solidFill>
              </a:rPr>
              <a:t>Spring</a:t>
            </a:r>
            <a:r>
              <a:rPr lang="ja-JP" altLang="en-US" sz="1800">
                <a:solidFill>
                  <a:schemeClr val="tx1"/>
                </a:solidFill>
              </a:rPr>
              <a:t>フレームワークでのアプリケーション開発を簡単にするフレームワーク</a:t>
            </a:r>
            <a:endParaRPr kumimoji="1" lang="ja-JP" altLang="en-US" sz="1800">
              <a:solidFill>
                <a:schemeClr val="tx1"/>
              </a:solidFill>
            </a:endParaRPr>
          </a:p>
          <a:p>
            <a:endParaRPr lang="en-US" altLang="ja-JP">
              <a:latin typeface="+mj-ea"/>
              <a:ea typeface="+mj-ea"/>
            </a:endParaRPr>
          </a:p>
          <a:p>
            <a:r>
              <a:rPr lang="ja-JP" altLang="en-US">
                <a:latin typeface="+mj-ea"/>
                <a:ea typeface="+mj-ea"/>
              </a:rPr>
              <a:t>主要な機能に、</a:t>
            </a:r>
            <a:endParaRPr lang="en-US" altLang="ja-JP">
              <a:latin typeface="+mj-ea"/>
              <a:ea typeface="+mj-ea"/>
            </a:endParaRPr>
          </a:p>
          <a:p>
            <a:r>
              <a:rPr lang="ja-JP" altLang="en-US">
                <a:latin typeface="+mj-ea"/>
                <a:ea typeface="+mj-ea"/>
              </a:rPr>
              <a:t>「オートコンフィグレーション」 「</a:t>
            </a:r>
            <a:r>
              <a:rPr lang="en-US" altLang="ja-JP">
                <a:latin typeface="+mj-ea"/>
                <a:ea typeface="+mj-ea"/>
              </a:rPr>
              <a:t>Starters</a:t>
            </a:r>
            <a:r>
              <a:rPr lang="ja-JP" altLang="en-US">
                <a:latin typeface="+mj-ea"/>
                <a:ea typeface="+mj-ea"/>
              </a:rPr>
              <a:t>」 「組込み</a:t>
            </a:r>
            <a:r>
              <a:rPr lang="en-US" altLang="ja-JP" err="1">
                <a:latin typeface="+mj-ea"/>
                <a:ea typeface="+mj-ea"/>
              </a:rPr>
              <a:t>WebAP</a:t>
            </a:r>
            <a:r>
              <a:rPr lang="ja-JP" altLang="en-US">
                <a:latin typeface="+mj-ea"/>
                <a:ea typeface="+mj-ea"/>
              </a:rPr>
              <a:t>サーバ」があり、</a:t>
            </a:r>
            <a:endParaRPr lang="en-US" altLang="ja-JP">
              <a:latin typeface="+mj-ea"/>
              <a:ea typeface="+mj-ea"/>
            </a:endParaRPr>
          </a:p>
          <a:p>
            <a:r>
              <a:rPr lang="ja-JP" altLang="en-US">
                <a:latin typeface="+mj-ea"/>
                <a:ea typeface="+mj-ea"/>
              </a:rPr>
              <a:t>これらによって「</a:t>
            </a:r>
            <a:r>
              <a:rPr lang="ja-JP" altLang="en-US">
                <a:solidFill>
                  <a:schemeClr val="tx1"/>
                </a:solidFill>
              </a:rPr>
              <a:t>アプリケーション開発を簡単にする」を実現している</a:t>
            </a:r>
            <a:endParaRPr lang="en-US" altLang="ja-JP">
              <a:latin typeface="+mj-ea"/>
              <a:ea typeface="+mj-ea"/>
            </a:endParaRPr>
          </a:p>
          <a:p>
            <a:endParaRPr kumimoji="1" lang="ja-JP" altLang="en-US"/>
          </a:p>
        </p:txBody>
      </p:sp>
      <p:pic>
        <p:nvPicPr>
          <p:cNvPr id="4" name="Picture 2" descr="Spring Bootとは？ | 株式会社リーディングソフト">
            <a:extLst>
              <a:ext uri="{FF2B5EF4-FFF2-40B4-BE49-F238E27FC236}">
                <a16:creationId xmlns:a16="http://schemas.microsoft.com/office/drawing/2014/main" id="{8AC0E9EF-85B3-F779-E89A-B4C64FE7C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6013" y="1336781"/>
            <a:ext cx="3572082" cy="1875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98901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5514A2-ADAC-E7E2-0726-4037E533F59A}"/>
              </a:ext>
            </a:extLst>
          </p:cNvPr>
          <p:cNvSpPr>
            <a:spLocks noGrp="1"/>
          </p:cNvSpPr>
          <p:nvPr>
            <p:ph type="title"/>
          </p:nvPr>
        </p:nvSpPr>
        <p:spPr/>
        <p:txBody>
          <a:bodyPr/>
          <a:lstStyle/>
          <a:p>
            <a:r>
              <a:rPr kumimoji="1" lang="en-US" altLang="ja-JP"/>
              <a:t>Spring Boot</a:t>
            </a:r>
            <a:r>
              <a:rPr kumimoji="1" lang="ja-JP" altLang="en-US"/>
              <a:t>：オートコンフィグレーション</a:t>
            </a:r>
          </a:p>
        </p:txBody>
      </p:sp>
      <p:sp>
        <p:nvSpPr>
          <p:cNvPr id="3" name="コンテンツ プレースホルダー 2">
            <a:extLst>
              <a:ext uri="{FF2B5EF4-FFF2-40B4-BE49-F238E27FC236}">
                <a16:creationId xmlns:a16="http://schemas.microsoft.com/office/drawing/2014/main" id="{496FB30A-B92F-9B87-90BD-651E68448280}"/>
              </a:ext>
            </a:extLst>
          </p:cNvPr>
          <p:cNvSpPr>
            <a:spLocks noGrp="1"/>
          </p:cNvSpPr>
          <p:nvPr>
            <p:ph sz="quarter" idx="10"/>
          </p:nvPr>
        </p:nvSpPr>
        <p:spPr>
          <a:xfrm>
            <a:off x="371474" y="1038386"/>
            <a:ext cx="11448000" cy="1130383"/>
          </a:xfrm>
        </p:spPr>
        <p:txBody>
          <a:bodyPr/>
          <a:lstStyle/>
          <a:p>
            <a:r>
              <a:rPr lang="ja-JP" altLang="en-US"/>
              <a:t>■ </a:t>
            </a:r>
            <a:r>
              <a:rPr lang="en-US" altLang="ja-JP"/>
              <a:t>Spring Boot</a:t>
            </a:r>
            <a:r>
              <a:rPr lang="ja-JP" altLang="en-US"/>
              <a:t>を使用しない場合</a:t>
            </a:r>
            <a:endParaRPr lang="en-US" altLang="ja-JP"/>
          </a:p>
          <a:p>
            <a:pPr algn="l" defTabSz="288000"/>
            <a:r>
              <a:rPr kumimoji="1" lang="ja-JP" altLang="en-US" b="1">
                <a:latin typeface="+mn-ea"/>
              </a:rPr>
              <a:t>　　開発者が</a:t>
            </a:r>
            <a:r>
              <a:rPr kumimoji="1" lang="en-US" altLang="ja-JP" b="1" err="1">
                <a:latin typeface="+mn-ea"/>
              </a:rPr>
              <a:t>JavaConfig</a:t>
            </a:r>
            <a:r>
              <a:rPr kumimoji="1" lang="ja-JP" altLang="en-US" b="1">
                <a:latin typeface="+mn-ea"/>
              </a:rPr>
              <a:t>を作成</a:t>
            </a:r>
            <a:r>
              <a:rPr lang="ja-JP" altLang="en-US" b="1"/>
              <a:t>する必要がある</a:t>
            </a:r>
            <a:endParaRPr kumimoji="1" lang="en-US" altLang="ja-JP" b="1">
              <a:latin typeface="+mn-ea"/>
            </a:endParaRPr>
          </a:p>
          <a:p>
            <a:r>
              <a:rPr kumimoji="1" lang="ja-JP" altLang="en-US">
                <a:latin typeface="+mn-ea"/>
              </a:rPr>
              <a:t>　　</a:t>
            </a:r>
            <a:r>
              <a:rPr kumimoji="1" lang="en-US" altLang="ja-JP" err="1">
                <a:latin typeface="+mn-ea"/>
              </a:rPr>
              <a:t>JavaConfig</a:t>
            </a:r>
            <a:r>
              <a:rPr kumimoji="1" lang="ja-JP" altLang="en-US">
                <a:latin typeface="+mn-ea"/>
              </a:rPr>
              <a:t>：</a:t>
            </a:r>
            <a:r>
              <a:rPr kumimoji="1" lang="en-US" altLang="ja-JP"/>
              <a:t>DI</a:t>
            </a:r>
            <a:r>
              <a:rPr kumimoji="1" lang="ja-JP" altLang="en-US"/>
              <a:t>コンテナに登録する部品の設定を行うファイル</a:t>
            </a:r>
            <a:endParaRPr lang="en-US" altLang="ja-JP"/>
          </a:p>
          <a:p>
            <a:endParaRPr kumimoji="1" lang="ja-JP" altLang="en-US"/>
          </a:p>
        </p:txBody>
      </p:sp>
      <p:pic>
        <p:nvPicPr>
          <p:cNvPr id="4" name="図 3">
            <a:extLst>
              <a:ext uri="{FF2B5EF4-FFF2-40B4-BE49-F238E27FC236}">
                <a16:creationId xmlns:a16="http://schemas.microsoft.com/office/drawing/2014/main" id="{7F190738-BAAC-B00A-1EA8-EF0711A08F97}"/>
              </a:ext>
            </a:extLst>
          </p:cNvPr>
          <p:cNvPicPr>
            <a:picLocks noChangeAspect="1"/>
          </p:cNvPicPr>
          <p:nvPr/>
        </p:nvPicPr>
        <p:blipFill>
          <a:blip r:embed="rId2"/>
          <a:stretch>
            <a:fillRect/>
          </a:stretch>
        </p:blipFill>
        <p:spPr>
          <a:xfrm>
            <a:off x="795028" y="2445137"/>
            <a:ext cx="5192308" cy="3645795"/>
          </a:xfrm>
          <a:prstGeom prst="rect">
            <a:avLst/>
          </a:prstGeom>
        </p:spPr>
      </p:pic>
      <p:sp>
        <p:nvSpPr>
          <p:cNvPr id="5" name="正方形/長方形 4">
            <a:extLst>
              <a:ext uri="{FF2B5EF4-FFF2-40B4-BE49-F238E27FC236}">
                <a16:creationId xmlns:a16="http://schemas.microsoft.com/office/drawing/2014/main" id="{347198E9-001D-61BA-C8DB-FF5E1115BF5A}"/>
              </a:ext>
            </a:extLst>
          </p:cNvPr>
          <p:cNvSpPr/>
          <p:nvPr/>
        </p:nvSpPr>
        <p:spPr>
          <a:xfrm>
            <a:off x="699233" y="2102753"/>
            <a:ext cx="3619230" cy="415971"/>
          </a:xfrm>
          <a:prstGeom prst="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accent1"/>
                </a:solidFill>
                <a:latin typeface="+mj-ea"/>
                <a:ea typeface="+mj-ea"/>
              </a:rPr>
              <a:t>データベースと連携する部品の</a:t>
            </a:r>
            <a:r>
              <a:rPr lang="en-US" altLang="ja-JP" sz="1400" err="1">
                <a:solidFill>
                  <a:schemeClr val="accent1"/>
                </a:solidFill>
                <a:latin typeface="+mj-ea"/>
                <a:ea typeface="+mj-ea"/>
              </a:rPr>
              <a:t>JavaConfig</a:t>
            </a:r>
            <a:r>
              <a:rPr lang="ja-JP" altLang="en-US" sz="1400">
                <a:solidFill>
                  <a:schemeClr val="accent1"/>
                </a:solidFill>
                <a:latin typeface="+mj-ea"/>
                <a:ea typeface="+mj-ea"/>
              </a:rPr>
              <a:t>の例</a:t>
            </a:r>
          </a:p>
        </p:txBody>
      </p:sp>
      <p:pic>
        <p:nvPicPr>
          <p:cNvPr id="6" name="図 5">
            <a:extLst>
              <a:ext uri="{FF2B5EF4-FFF2-40B4-BE49-F238E27FC236}">
                <a16:creationId xmlns:a16="http://schemas.microsoft.com/office/drawing/2014/main" id="{96E08D79-688C-B22E-F868-3A832E9A5222}"/>
              </a:ext>
            </a:extLst>
          </p:cNvPr>
          <p:cNvPicPr>
            <a:picLocks noChangeAspect="1"/>
          </p:cNvPicPr>
          <p:nvPr/>
        </p:nvPicPr>
        <p:blipFill>
          <a:blip r:embed="rId3"/>
          <a:stretch>
            <a:fillRect/>
          </a:stretch>
        </p:blipFill>
        <p:spPr>
          <a:xfrm>
            <a:off x="6856507" y="2476355"/>
            <a:ext cx="3831607" cy="4123000"/>
          </a:xfrm>
          <a:prstGeom prst="rect">
            <a:avLst/>
          </a:prstGeom>
        </p:spPr>
      </p:pic>
      <p:sp>
        <p:nvSpPr>
          <p:cNvPr id="7" name="正方形/長方形 6">
            <a:extLst>
              <a:ext uri="{FF2B5EF4-FFF2-40B4-BE49-F238E27FC236}">
                <a16:creationId xmlns:a16="http://schemas.microsoft.com/office/drawing/2014/main" id="{C7A309D4-EBB4-BA46-56EF-0ADEE90CBECC}"/>
              </a:ext>
            </a:extLst>
          </p:cNvPr>
          <p:cNvSpPr/>
          <p:nvPr/>
        </p:nvSpPr>
        <p:spPr>
          <a:xfrm>
            <a:off x="6760713" y="2102753"/>
            <a:ext cx="3673667" cy="415970"/>
          </a:xfrm>
          <a:prstGeom prst="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a:solidFill>
                  <a:schemeClr val="accent1"/>
                </a:solidFill>
                <a:latin typeface="+mj-ea"/>
                <a:ea typeface="+mj-ea"/>
              </a:rPr>
              <a:t>Spring MVC</a:t>
            </a:r>
            <a:r>
              <a:rPr lang="ja-JP" altLang="en-US" sz="1400">
                <a:solidFill>
                  <a:schemeClr val="accent1"/>
                </a:solidFill>
                <a:latin typeface="+mj-ea"/>
                <a:ea typeface="+mj-ea"/>
              </a:rPr>
              <a:t>を構成する部品の</a:t>
            </a:r>
            <a:r>
              <a:rPr lang="en-US" altLang="ja-JP" sz="1400" err="1">
                <a:solidFill>
                  <a:schemeClr val="accent1"/>
                </a:solidFill>
                <a:latin typeface="+mj-ea"/>
                <a:ea typeface="+mj-ea"/>
              </a:rPr>
              <a:t>JavaConfig</a:t>
            </a:r>
            <a:r>
              <a:rPr lang="ja-JP" altLang="en-US" sz="1400">
                <a:solidFill>
                  <a:schemeClr val="accent1"/>
                </a:solidFill>
                <a:latin typeface="+mj-ea"/>
                <a:ea typeface="+mj-ea"/>
              </a:rPr>
              <a:t>の例</a:t>
            </a:r>
          </a:p>
        </p:txBody>
      </p:sp>
    </p:spTree>
    <p:extLst>
      <p:ext uri="{BB962C8B-B14F-4D97-AF65-F5344CB8AC3E}">
        <p14:creationId xmlns:p14="http://schemas.microsoft.com/office/powerpoint/2010/main" val="2188114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683470-DF29-63D9-4CF3-D682EBFA20BB}"/>
              </a:ext>
            </a:extLst>
          </p:cNvPr>
          <p:cNvSpPr>
            <a:spLocks noGrp="1"/>
          </p:cNvSpPr>
          <p:nvPr>
            <p:ph type="title"/>
          </p:nvPr>
        </p:nvSpPr>
        <p:spPr/>
        <p:txBody>
          <a:bodyPr/>
          <a:lstStyle/>
          <a:p>
            <a:r>
              <a:rPr kumimoji="1" lang="en-US" altLang="ja-JP"/>
              <a:t>Spring Boot</a:t>
            </a:r>
            <a:r>
              <a:rPr kumimoji="1" lang="ja-JP" altLang="en-US"/>
              <a:t>：オートコンフィグレーション</a:t>
            </a:r>
          </a:p>
        </p:txBody>
      </p:sp>
      <p:sp>
        <p:nvSpPr>
          <p:cNvPr id="3" name="コンテンツ プレースホルダー 2">
            <a:extLst>
              <a:ext uri="{FF2B5EF4-FFF2-40B4-BE49-F238E27FC236}">
                <a16:creationId xmlns:a16="http://schemas.microsoft.com/office/drawing/2014/main" id="{988D2EB4-7042-025F-FB3C-5EB1DCAE29B0}"/>
              </a:ext>
            </a:extLst>
          </p:cNvPr>
          <p:cNvSpPr>
            <a:spLocks noGrp="1"/>
          </p:cNvSpPr>
          <p:nvPr>
            <p:ph sz="quarter" idx="10"/>
          </p:nvPr>
        </p:nvSpPr>
        <p:spPr/>
        <p:txBody>
          <a:bodyPr/>
          <a:lstStyle/>
          <a:p>
            <a:r>
              <a:rPr lang="ja-JP" altLang="en-US"/>
              <a:t>■ </a:t>
            </a:r>
            <a:r>
              <a:rPr lang="en-US" altLang="ja-JP"/>
              <a:t>Spring Boot</a:t>
            </a:r>
            <a:r>
              <a:rPr lang="ja-JP" altLang="en-US"/>
              <a:t>を使用する場合</a:t>
            </a:r>
            <a:endParaRPr lang="en-US" altLang="ja-JP"/>
          </a:p>
          <a:p>
            <a:r>
              <a:rPr lang="ja-JP" altLang="en-US"/>
              <a:t>　　</a:t>
            </a:r>
            <a:r>
              <a:rPr lang="ja-JP" altLang="en-US" b="1"/>
              <a:t>開発者は</a:t>
            </a:r>
            <a:r>
              <a:rPr lang="en-US" altLang="ja-JP" b="1" err="1"/>
              <a:t>JavaConfig</a:t>
            </a:r>
            <a:r>
              <a:rPr lang="ja-JP" altLang="en-US" b="1"/>
              <a:t>を作成しなくていい</a:t>
            </a:r>
            <a:endParaRPr lang="en-US" altLang="ja-JP" b="1"/>
          </a:p>
          <a:p>
            <a:r>
              <a:rPr lang="ja-JP" altLang="en-US" b="1"/>
              <a:t>　　</a:t>
            </a:r>
            <a:r>
              <a:rPr lang="ja-JP" altLang="en-US"/>
              <a:t>標準設定の部品が自動的に</a:t>
            </a:r>
            <a:r>
              <a:rPr lang="en-US" altLang="ja-JP"/>
              <a:t>DI</a:t>
            </a:r>
            <a:r>
              <a:rPr lang="ja-JP" altLang="en-US"/>
              <a:t>コンテナに登録される</a:t>
            </a:r>
            <a:endParaRPr lang="en-US" altLang="ja-JP"/>
          </a:p>
          <a:p>
            <a:endParaRPr kumimoji="1" lang="ja-JP" altLang="en-US"/>
          </a:p>
        </p:txBody>
      </p:sp>
      <p:pic>
        <p:nvPicPr>
          <p:cNvPr id="9" name="図 8">
            <a:extLst>
              <a:ext uri="{FF2B5EF4-FFF2-40B4-BE49-F238E27FC236}">
                <a16:creationId xmlns:a16="http://schemas.microsoft.com/office/drawing/2014/main" id="{6624177A-AA18-7FB0-9A4F-BDC206E8648F}"/>
              </a:ext>
            </a:extLst>
          </p:cNvPr>
          <p:cNvPicPr>
            <a:picLocks noChangeAspect="1"/>
          </p:cNvPicPr>
          <p:nvPr/>
        </p:nvPicPr>
        <p:blipFill>
          <a:blip r:embed="rId2"/>
          <a:stretch>
            <a:fillRect/>
          </a:stretch>
        </p:blipFill>
        <p:spPr>
          <a:xfrm>
            <a:off x="795028" y="2433231"/>
            <a:ext cx="5192308" cy="3645795"/>
          </a:xfrm>
          <a:prstGeom prst="rect">
            <a:avLst/>
          </a:prstGeom>
        </p:spPr>
      </p:pic>
      <p:sp>
        <p:nvSpPr>
          <p:cNvPr id="10" name="正方形/長方形 9">
            <a:extLst>
              <a:ext uri="{FF2B5EF4-FFF2-40B4-BE49-F238E27FC236}">
                <a16:creationId xmlns:a16="http://schemas.microsoft.com/office/drawing/2014/main" id="{3D6B5C52-BA80-87D7-259B-E61BF073959C}"/>
              </a:ext>
            </a:extLst>
          </p:cNvPr>
          <p:cNvSpPr/>
          <p:nvPr/>
        </p:nvSpPr>
        <p:spPr>
          <a:xfrm>
            <a:off x="699233" y="2102753"/>
            <a:ext cx="3619230" cy="415971"/>
          </a:xfrm>
          <a:prstGeom prst="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400">
                <a:solidFill>
                  <a:schemeClr val="accent1"/>
                </a:solidFill>
                <a:latin typeface="+mj-ea"/>
                <a:ea typeface="+mj-ea"/>
              </a:rPr>
              <a:t>データベースと連携する部品の</a:t>
            </a:r>
            <a:r>
              <a:rPr lang="en-US" altLang="ja-JP" sz="1400" err="1">
                <a:solidFill>
                  <a:schemeClr val="accent1"/>
                </a:solidFill>
                <a:latin typeface="+mj-ea"/>
                <a:ea typeface="+mj-ea"/>
              </a:rPr>
              <a:t>JavaConfig</a:t>
            </a:r>
            <a:r>
              <a:rPr lang="ja-JP" altLang="en-US" sz="1400">
                <a:solidFill>
                  <a:schemeClr val="accent1"/>
                </a:solidFill>
                <a:latin typeface="+mj-ea"/>
                <a:ea typeface="+mj-ea"/>
              </a:rPr>
              <a:t>の例</a:t>
            </a:r>
          </a:p>
        </p:txBody>
      </p:sp>
      <p:pic>
        <p:nvPicPr>
          <p:cNvPr id="11" name="図 10">
            <a:extLst>
              <a:ext uri="{FF2B5EF4-FFF2-40B4-BE49-F238E27FC236}">
                <a16:creationId xmlns:a16="http://schemas.microsoft.com/office/drawing/2014/main" id="{4F4950C6-D77B-7C5C-4802-4511A4BE29A1}"/>
              </a:ext>
            </a:extLst>
          </p:cNvPr>
          <p:cNvPicPr>
            <a:picLocks noChangeAspect="1"/>
          </p:cNvPicPr>
          <p:nvPr/>
        </p:nvPicPr>
        <p:blipFill>
          <a:blip r:embed="rId3"/>
          <a:stretch>
            <a:fillRect/>
          </a:stretch>
        </p:blipFill>
        <p:spPr>
          <a:xfrm>
            <a:off x="6685910" y="2510475"/>
            <a:ext cx="3831607" cy="4123000"/>
          </a:xfrm>
          <a:prstGeom prst="rect">
            <a:avLst/>
          </a:prstGeom>
        </p:spPr>
      </p:pic>
      <p:sp>
        <p:nvSpPr>
          <p:cNvPr id="12" name="正方形/長方形 11">
            <a:extLst>
              <a:ext uri="{FF2B5EF4-FFF2-40B4-BE49-F238E27FC236}">
                <a16:creationId xmlns:a16="http://schemas.microsoft.com/office/drawing/2014/main" id="{37FA321E-A9C7-B004-BA0F-36EE3957E2C0}"/>
              </a:ext>
            </a:extLst>
          </p:cNvPr>
          <p:cNvSpPr/>
          <p:nvPr/>
        </p:nvSpPr>
        <p:spPr>
          <a:xfrm>
            <a:off x="6760713" y="2102753"/>
            <a:ext cx="3673667" cy="415970"/>
          </a:xfrm>
          <a:prstGeom prst="rect">
            <a:avLst/>
          </a:prstGeom>
          <a:solidFill>
            <a:schemeClr val="accent5"/>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a:solidFill>
                  <a:schemeClr val="accent1"/>
                </a:solidFill>
                <a:latin typeface="+mj-ea"/>
                <a:ea typeface="+mj-ea"/>
              </a:rPr>
              <a:t>Spring MVC</a:t>
            </a:r>
            <a:r>
              <a:rPr lang="ja-JP" altLang="en-US" sz="1400">
                <a:solidFill>
                  <a:schemeClr val="accent1"/>
                </a:solidFill>
                <a:latin typeface="+mj-ea"/>
                <a:ea typeface="+mj-ea"/>
              </a:rPr>
              <a:t>を構成する部品の</a:t>
            </a:r>
            <a:r>
              <a:rPr lang="en-US" altLang="ja-JP" sz="1400" err="1">
                <a:solidFill>
                  <a:schemeClr val="accent1"/>
                </a:solidFill>
                <a:latin typeface="+mj-ea"/>
                <a:ea typeface="+mj-ea"/>
              </a:rPr>
              <a:t>JavaConfig</a:t>
            </a:r>
            <a:r>
              <a:rPr lang="ja-JP" altLang="en-US" sz="1400">
                <a:solidFill>
                  <a:schemeClr val="accent1"/>
                </a:solidFill>
                <a:latin typeface="+mj-ea"/>
                <a:ea typeface="+mj-ea"/>
              </a:rPr>
              <a:t>の例</a:t>
            </a:r>
          </a:p>
        </p:txBody>
      </p:sp>
      <p:sp>
        <p:nvSpPr>
          <p:cNvPr id="8" name="乗算記号 7">
            <a:extLst>
              <a:ext uri="{FF2B5EF4-FFF2-40B4-BE49-F238E27FC236}">
                <a16:creationId xmlns:a16="http://schemas.microsoft.com/office/drawing/2014/main" id="{8191F516-D62D-C6D5-D442-025A33E7C7E5}"/>
              </a:ext>
            </a:extLst>
          </p:cNvPr>
          <p:cNvSpPr/>
          <p:nvPr/>
        </p:nvSpPr>
        <p:spPr>
          <a:xfrm>
            <a:off x="3481995" y="1491088"/>
            <a:ext cx="5192309" cy="4665333"/>
          </a:xfrm>
          <a:prstGeom prst="mathMultiply">
            <a:avLst>
              <a:gd name="adj1" fmla="val 10726"/>
            </a:avLst>
          </a:prstGeom>
          <a:solidFill>
            <a:srgbClr val="FF0000"/>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Tree>
    <p:extLst>
      <p:ext uri="{BB962C8B-B14F-4D97-AF65-F5344CB8AC3E}">
        <p14:creationId xmlns:p14="http://schemas.microsoft.com/office/powerpoint/2010/main" val="11568621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DC9106-CEE8-BC7D-E03A-DF4A9BE4A28F}"/>
              </a:ext>
            </a:extLst>
          </p:cNvPr>
          <p:cNvSpPr>
            <a:spLocks noGrp="1"/>
          </p:cNvSpPr>
          <p:nvPr>
            <p:ph type="title"/>
          </p:nvPr>
        </p:nvSpPr>
        <p:spPr/>
        <p:txBody>
          <a:bodyPr/>
          <a:lstStyle/>
          <a:p>
            <a:r>
              <a:rPr kumimoji="1" lang="en-US" altLang="ja-JP"/>
              <a:t>Spring Boot</a:t>
            </a:r>
            <a:r>
              <a:rPr kumimoji="1" lang="ja-JP" altLang="en-US"/>
              <a:t>：オートコンフィグレーション</a:t>
            </a:r>
          </a:p>
        </p:txBody>
      </p:sp>
      <p:sp>
        <p:nvSpPr>
          <p:cNvPr id="3" name="コンテンツ プレースホルダー 2">
            <a:extLst>
              <a:ext uri="{FF2B5EF4-FFF2-40B4-BE49-F238E27FC236}">
                <a16:creationId xmlns:a16="http://schemas.microsoft.com/office/drawing/2014/main" id="{C0B0EF00-8260-6310-2EC6-444C3C4A7163}"/>
              </a:ext>
            </a:extLst>
          </p:cNvPr>
          <p:cNvSpPr>
            <a:spLocks noGrp="1"/>
          </p:cNvSpPr>
          <p:nvPr>
            <p:ph sz="quarter" idx="10"/>
          </p:nvPr>
        </p:nvSpPr>
        <p:spPr>
          <a:xfrm>
            <a:off x="371474" y="1038386"/>
            <a:ext cx="11448000" cy="1106937"/>
          </a:xfrm>
        </p:spPr>
        <p:txBody>
          <a:bodyPr/>
          <a:lstStyle/>
          <a:p>
            <a:r>
              <a:rPr lang="en-US" altLang="ja-JP"/>
              <a:t>Spring Boot</a:t>
            </a:r>
            <a:r>
              <a:rPr lang="ja-JP" altLang="en-US"/>
              <a:t>を利用すると開発者が</a:t>
            </a:r>
            <a:r>
              <a:rPr lang="en-US" altLang="ja-JP" err="1"/>
              <a:t>JavaConfig</a:t>
            </a:r>
            <a:r>
              <a:rPr lang="ja-JP" altLang="en-US"/>
              <a:t>を作成しなくてよいのは、</a:t>
            </a:r>
            <a:endParaRPr lang="en-US" altLang="ja-JP"/>
          </a:p>
          <a:p>
            <a:r>
              <a:rPr kumimoji="1" lang="en-US" altLang="ja-JP" b="1">
                <a:latin typeface="+mn-ea"/>
              </a:rPr>
              <a:t>Spring Boot</a:t>
            </a:r>
            <a:r>
              <a:rPr kumimoji="1" lang="ja-JP" altLang="en-US" b="1">
                <a:latin typeface="+mn-ea"/>
              </a:rPr>
              <a:t>が特殊な</a:t>
            </a:r>
            <a:r>
              <a:rPr kumimoji="1" lang="en-US" altLang="ja-JP" b="1" err="1">
                <a:latin typeface="+mn-ea"/>
              </a:rPr>
              <a:t>JavaConfig</a:t>
            </a:r>
            <a:r>
              <a:rPr kumimoji="1" lang="ja-JP" altLang="en-US" b="1">
                <a:latin typeface="+mn-ea"/>
              </a:rPr>
              <a:t>を提供してくれるから</a:t>
            </a:r>
            <a:endParaRPr kumimoji="1" lang="en-US" altLang="ja-JP" b="1">
              <a:latin typeface="+mn-ea"/>
            </a:endParaRPr>
          </a:p>
          <a:p>
            <a:r>
              <a:rPr lang="ja-JP" altLang="en-US"/>
              <a:t>オートコンフィグレーション：</a:t>
            </a:r>
            <a:r>
              <a:rPr lang="en-US" altLang="ja-JP"/>
              <a:t>Spring Boot</a:t>
            </a:r>
            <a:r>
              <a:rPr lang="ja-JP" altLang="en-US"/>
              <a:t>が提供する特殊</a:t>
            </a:r>
            <a:r>
              <a:rPr lang="en-US" altLang="ja-JP" err="1"/>
              <a:t>JavaConfig</a:t>
            </a:r>
            <a:r>
              <a:rPr lang="ja-JP" altLang="en-US"/>
              <a:t>が動き、</a:t>
            </a:r>
            <a:r>
              <a:rPr lang="en-US" altLang="ja-JP"/>
              <a:t>DI</a:t>
            </a:r>
            <a:r>
              <a:rPr lang="ja-JP" altLang="en-US"/>
              <a:t>コンテナに自動的に部品を登録する</a:t>
            </a:r>
            <a:endParaRPr lang="en-US" altLang="ja-JP">
              <a:latin typeface="+mj-ea"/>
              <a:ea typeface="+mj-ea"/>
            </a:endParaRPr>
          </a:p>
          <a:p>
            <a:endParaRPr kumimoji="1" lang="ja-JP" altLang="en-US"/>
          </a:p>
        </p:txBody>
      </p:sp>
      <p:pic>
        <p:nvPicPr>
          <p:cNvPr id="4" name="図 3">
            <a:extLst>
              <a:ext uri="{FF2B5EF4-FFF2-40B4-BE49-F238E27FC236}">
                <a16:creationId xmlns:a16="http://schemas.microsoft.com/office/drawing/2014/main" id="{BE3800A8-0671-61B5-F131-7495BB6AB80F}"/>
              </a:ext>
            </a:extLst>
          </p:cNvPr>
          <p:cNvPicPr>
            <a:picLocks noChangeAspect="1"/>
          </p:cNvPicPr>
          <p:nvPr/>
        </p:nvPicPr>
        <p:blipFill>
          <a:blip r:embed="rId2"/>
          <a:stretch>
            <a:fillRect/>
          </a:stretch>
        </p:blipFill>
        <p:spPr>
          <a:xfrm>
            <a:off x="360663" y="2559983"/>
            <a:ext cx="11458137" cy="2756676"/>
          </a:xfrm>
          <a:prstGeom prst="rect">
            <a:avLst/>
          </a:prstGeom>
        </p:spPr>
      </p:pic>
      <p:sp>
        <p:nvSpPr>
          <p:cNvPr id="5" name="吹き出し: 角を丸めた四角形 4">
            <a:extLst>
              <a:ext uri="{FF2B5EF4-FFF2-40B4-BE49-F238E27FC236}">
                <a16:creationId xmlns:a16="http://schemas.microsoft.com/office/drawing/2014/main" id="{C19F0DD4-7F76-C64F-C563-8C357E902FD1}"/>
              </a:ext>
            </a:extLst>
          </p:cNvPr>
          <p:cNvSpPr/>
          <p:nvPr/>
        </p:nvSpPr>
        <p:spPr>
          <a:xfrm>
            <a:off x="5733436" y="2245953"/>
            <a:ext cx="3880827" cy="628060"/>
          </a:xfrm>
          <a:prstGeom prst="wedgeRoundRectCallout">
            <a:avLst>
              <a:gd name="adj1" fmla="val -60118"/>
              <a:gd name="adj2" fmla="val 28761"/>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600">
                <a:solidFill>
                  <a:schemeClr val="tx1"/>
                </a:solidFill>
                <a:latin typeface="+mj-ea"/>
                <a:ea typeface="+mj-ea"/>
              </a:rPr>
              <a:t>データベース連携について、</a:t>
            </a:r>
            <a:endParaRPr kumimoji="1" lang="en-US" altLang="ja-JP" sz="1600">
              <a:solidFill>
                <a:schemeClr val="tx1"/>
              </a:solidFill>
              <a:latin typeface="+mj-ea"/>
              <a:ea typeface="+mj-ea"/>
            </a:endParaRPr>
          </a:p>
          <a:p>
            <a:pPr algn="ctr"/>
            <a:r>
              <a:rPr kumimoji="1" lang="en-US" altLang="ja-JP" sz="1600">
                <a:solidFill>
                  <a:schemeClr val="tx1"/>
                </a:solidFill>
                <a:latin typeface="+mj-ea"/>
                <a:ea typeface="+mj-ea"/>
              </a:rPr>
              <a:t>Spring Boot</a:t>
            </a:r>
            <a:r>
              <a:rPr kumimoji="1" lang="ja-JP" altLang="en-US" sz="1600">
                <a:solidFill>
                  <a:schemeClr val="tx1"/>
                </a:solidFill>
                <a:latin typeface="+mj-ea"/>
                <a:ea typeface="+mj-ea"/>
              </a:rPr>
              <a:t>が提供す</a:t>
            </a:r>
            <a:r>
              <a:rPr lang="ja-JP" altLang="en-US" sz="1600">
                <a:solidFill>
                  <a:schemeClr val="tx1"/>
                </a:solidFill>
                <a:latin typeface="+mj-ea"/>
                <a:ea typeface="+mj-ea"/>
              </a:rPr>
              <a:t>る</a:t>
            </a:r>
            <a:r>
              <a:rPr kumimoji="1" lang="en-US" altLang="ja-JP" sz="1600" err="1">
                <a:solidFill>
                  <a:schemeClr val="tx1"/>
                </a:solidFill>
                <a:latin typeface="+mj-ea"/>
                <a:ea typeface="+mj-ea"/>
              </a:rPr>
              <a:t>JavaConfig</a:t>
            </a:r>
            <a:endParaRPr kumimoji="1" lang="ja-JP" altLang="en-US" sz="1600" err="1">
              <a:solidFill>
                <a:schemeClr val="tx1"/>
              </a:solidFill>
              <a:latin typeface="+mj-ea"/>
              <a:ea typeface="+mj-ea"/>
            </a:endParaRPr>
          </a:p>
        </p:txBody>
      </p:sp>
      <p:sp>
        <p:nvSpPr>
          <p:cNvPr id="6" name="吹き出し: 角を丸めた四角形 5">
            <a:extLst>
              <a:ext uri="{FF2B5EF4-FFF2-40B4-BE49-F238E27FC236}">
                <a16:creationId xmlns:a16="http://schemas.microsoft.com/office/drawing/2014/main" id="{FC52A979-A32F-35CE-AC9A-17A0CC2AE803}"/>
              </a:ext>
            </a:extLst>
          </p:cNvPr>
          <p:cNvSpPr/>
          <p:nvPr/>
        </p:nvSpPr>
        <p:spPr>
          <a:xfrm>
            <a:off x="3422469" y="4263857"/>
            <a:ext cx="8332312" cy="1555758"/>
          </a:xfrm>
          <a:prstGeom prst="wedgeRoundRectCallout">
            <a:avLst>
              <a:gd name="adj1" fmla="val -15232"/>
              <a:gd name="adj2" fmla="val -92029"/>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b="1" err="1">
                <a:solidFill>
                  <a:schemeClr val="tx1"/>
                </a:solidFill>
                <a:latin typeface="+mj-ea"/>
                <a:ea typeface="+mj-ea"/>
              </a:rPr>
              <a:t>ConditionalOnMissin</a:t>
            </a:r>
            <a:r>
              <a:rPr lang="en-US" altLang="ja-JP" sz="1600" b="1" err="1">
                <a:solidFill>
                  <a:schemeClr val="tx1"/>
                </a:solidFill>
                <a:latin typeface="+mj-ea"/>
                <a:ea typeface="+mj-ea"/>
              </a:rPr>
              <a:t>g</a:t>
            </a:r>
            <a:r>
              <a:rPr kumimoji="1" lang="en-US" altLang="ja-JP" sz="1600" b="1" err="1">
                <a:solidFill>
                  <a:schemeClr val="tx1"/>
                </a:solidFill>
                <a:latin typeface="+mj-ea"/>
                <a:ea typeface="+mj-ea"/>
              </a:rPr>
              <a:t>Bean</a:t>
            </a:r>
            <a:r>
              <a:rPr lang="ja-JP" altLang="en-US" sz="1600" b="1">
                <a:solidFill>
                  <a:schemeClr val="tx1"/>
                </a:solidFill>
                <a:latin typeface="+mj-ea"/>
                <a:ea typeface="+mj-ea"/>
              </a:rPr>
              <a:t>：指定したクラスの部品が</a:t>
            </a:r>
            <a:r>
              <a:rPr lang="en-US" altLang="ja-JP" sz="1600" b="1">
                <a:solidFill>
                  <a:schemeClr val="tx1"/>
                </a:solidFill>
                <a:latin typeface="+mj-ea"/>
                <a:ea typeface="+mj-ea"/>
              </a:rPr>
              <a:t>DI</a:t>
            </a:r>
            <a:r>
              <a:rPr lang="ja-JP" altLang="en-US" sz="1600" b="1">
                <a:solidFill>
                  <a:schemeClr val="tx1"/>
                </a:solidFill>
                <a:latin typeface="+mj-ea"/>
                <a:ea typeface="+mj-ea"/>
              </a:rPr>
              <a:t>コンテナに登録されていない（</a:t>
            </a:r>
            <a:r>
              <a:rPr lang="en-US" altLang="ja-JP" sz="1600" b="1">
                <a:solidFill>
                  <a:schemeClr val="tx1"/>
                </a:solidFill>
                <a:latin typeface="+mj-ea"/>
                <a:ea typeface="+mj-ea"/>
              </a:rPr>
              <a:t>=</a:t>
            </a:r>
            <a:r>
              <a:rPr lang="en-US" altLang="ja-JP" sz="1600" b="1" err="1">
                <a:solidFill>
                  <a:schemeClr val="tx1"/>
                </a:solidFill>
                <a:latin typeface="+mj-ea"/>
                <a:ea typeface="+mj-ea"/>
              </a:rPr>
              <a:t>OnMissingBean</a:t>
            </a:r>
            <a:r>
              <a:rPr lang="ja-JP" altLang="en-US" sz="1600" b="1">
                <a:solidFill>
                  <a:schemeClr val="tx1"/>
                </a:solidFill>
                <a:latin typeface="+mj-ea"/>
                <a:ea typeface="+mj-ea"/>
              </a:rPr>
              <a:t>）場合（</a:t>
            </a:r>
            <a:r>
              <a:rPr lang="en-US" altLang="ja-JP" sz="1600" b="1">
                <a:solidFill>
                  <a:schemeClr val="tx1"/>
                </a:solidFill>
                <a:latin typeface="+mj-ea"/>
                <a:ea typeface="+mj-ea"/>
              </a:rPr>
              <a:t>=Conditional</a:t>
            </a:r>
            <a:r>
              <a:rPr lang="ja-JP" altLang="en-US" sz="1600" b="1">
                <a:solidFill>
                  <a:schemeClr val="tx1"/>
                </a:solidFill>
                <a:latin typeface="+mj-ea"/>
                <a:ea typeface="+mj-ea"/>
              </a:rPr>
              <a:t>）に実行するクラス</a:t>
            </a:r>
            <a:endParaRPr kumimoji="1" lang="en-US" altLang="ja-JP" sz="1600" b="1">
              <a:solidFill>
                <a:schemeClr val="tx1"/>
              </a:solidFill>
              <a:latin typeface="+mj-ea"/>
              <a:ea typeface="+mj-ea"/>
            </a:endParaRPr>
          </a:p>
          <a:p>
            <a:pPr algn="ctr"/>
            <a:r>
              <a:rPr lang="ja-JP" altLang="en-US" sz="1600">
                <a:solidFill>
                  <a:schemeClr val="tx1"/>
                </a:solidFill>
                <a:latin typeface="+mj-ea"/>
                <a:ea typeface="+mj-ea"/>
              </a:rPr>
              <a:t>⇩</a:t>
            </a:r>
            <a:endParaRPr lang="en-US" altLang="ja-JP" sz="1600">
              <a:solidFill>
                <a:schemeClr val="tx1"/>
              </a:solidFill>
              <a:latin typeface="+mj-ea"/>
              <a:ea typeface="+mj-ea"/>
            </a:endParaRPr>
          </a:p>
          <a:p>
            <a:pPr algn="ctr"/>
            <a:r>
              <a:rPr kumimoji="1" lang="ja-JP" altLang="en-US" sz="1600">
                <a:solidFill>
                  <a:schemeClr val="tx1"/>
                </a:solidFill>
                <a:latin typeface="+mj-ea"/>
                <a:ea typeface="+mj-ea"/>
              </a:rPr>
              <a:t>データベース連携を行う</a:t>
            </a:r>
            <a:r>
              <a:rPr kumimoji="1" lang="en-US" altLang="ja-JP" sz="1600" err="1">
                <a:solidFill>
                  <a:schemeClr val="tx1"/>
                </a:solidFill>
                <a:latin typeface="+mj-ea"/>
                <a:ea typeface="+mj-ea"/>
              </a:rPr>
              <a:t>AbstractJdbcConfiguration</a:t>
            </a:r>
            <a:r>
              <a:rPr lang="ja-JP" altLang="en-US" sz="1600">
                <a:solidFill>
                  <a:schemeClr val="tx1"/>
                </a:solidFill>
                <a:latin typeface="+mj-ea"/>
                <a:ea typeface="+mj-ea"/>
              </a:rPr>
              <a:t>の</a:t>
            </a:r>
            <a:r>
              <a:rPr lang="en-US" altLang="ja-JP" sz="1600" err="1">
                <a:solidFill>
                  <a:schemeClr val="tx1"/>
                </a:solidFill>
                <a:latin typeface="+mj-ea"/>
                <a:ea typeface="+mj-ea"/>
              </a:rPr>
              <a:t>JavaConfig</a:t>
            </a:r>
            <a:r>
              <a:rPr lang="ja-JP" altLang="en-US" sz="1600">
                <a:solidFill>
                  <a:schemeClr val="tx1"/>
                </a:solidFill>
                <a:latin typeface="+mj-ea"/>
                <a:ea typeface="+mj-ea"/>
              </a:rPr>
              <a:t>（または</a:t>
            </a:r>
            <a:r>
              <a:rPr lang="en-US" altLang="ja-JP" sz="1600">
                <a:solidFill>
                  <a:schemeClr val="tx1"/>
                </a:solidFill>
                <a:latin typeface="+mj-ea"/>
                <a:ea typeface="+mj-ea"/>
              </a:rPr>
              <a:t>XML</a:t>
            </a:r>
            <a:r>
              <a:rPr lang="ja-JP" altLang="en-US" sz="1600">
                <a:solidFill>
                  <a:schemeClr val="tx1"/>
                </a:solidFill>
                <a:latin typeface="+mj-ea"/>
                <a:ea typeface="+mj-ea"/>
              </a:rPr>
              <a:t>）を</a:t>
            </a:r>
            <a:endParaRPr lang="en-US" altLang="ja-JP" sz="1600">
              <a:solidFill>
                <a:schemeClr val="tx1"/>
              </a:solidFill>
              <a:latin typeface="+mj-ea"/>
              <a:ea typeface="+mj-ea"/>
            </a:endParaRPr>
          </a:p>
          <a:p>
            <a:pPr algn="ctr"/>
            <a:r>
              <a:rPr kumimoji="1" lang="ja-JP" altLang="en-US" sz="1600">
                <a:solidFill>
                  <a:schemeClr val="tx1"/>
                </a:solidFill>
                <a:latin typeface="+mj-ea"/>
                <a:ea typeface="+mj-ea"/>
              </a:rPr>
              <a:t>開発者が</a:t>
            </a:r>
            <a:r>
              <a:rPr lang="ja-JP" altLang="en-US" sz="1600">
                <a:solidFill>
                  <a:schemeClr val="tx1"/>
                </a:solidFill>
                <a:latin typeface="+mj-ea"/>
                <a:ea typeface="+mj-ea"/>
              </a:rPr>
              <a:t>作成していなければ、この</a:t>
            </a:r>
            <a:r>
              <a:rPr lang="en-US" altLang="ja-JP" sz="1600" err="1">
                <a:solidFill>
                  <a:schemeClr val="tx1"/>
                </a:solidFill>
                <a:latin typeface="+mj-ea"/>
                <a:ea typeface="+mj-ea"/>
              </a:rPr>
              <a:t>JavaConfig</a:t>
            </a:r>
            <a:r>
              <a:rPr lang="ja-JP" altLang="en-US" sz="1600">
                <a:solidFill>
                  <a:schemeClr val="tx1"/>
                </a:solidFill>
                <a:latin typeface="+mj-ea"/>
                <a:ea typeface="+mj-ea"/>
              </a:rPr>
              <a:t>が適用される</a:t>
            </a:r>
            <a:endParaRPr lang="en-US" altLang="ja-JP" sz="1600">
              <a:solidFill>
                <a:schemeClr val="tx1"/>
              </a:solidFill>
              <a:latin typeface="+mj-ea"/>
              <a:ea typeface="+mj-ea"/>
            </a:endParaRPr>
          </a:p>
        </p:txBody>
      </p:sp>
      <p:sp>
        <p:nvSpPr>
          <p:cNvPr id="7" name="正方形/長方形 6">
            <a:extLst>
              <a:ext uri="{FF2B5EF4-FFF2-40B4-BE49-F238E27FC236}">
                <a16:creationId xmlns:a16="http://schemas.microsoft.com/office/drawing/2014/main" id="{77F6E10C-733F-E649-37A5-9D3643429447}"/>
              </a:ext>
            </a:extLst>
          </p:cNvPr>
          <p:cNvSpPr/>
          <p:nvPr/>
        </p:nvSpPr>
        <p:spPr>
          <a:xfrm>
            <a:off x="4043083" y="3203952"/>
            <a:ext cx="7775717" cy="219720"/>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Tree>
    <p:extLst>
      <p:ext uri="{BB962C8B-B14F-4D97-AF65-F5344CB8AC3E}">
        <p14:creationId xmlns:p14="http://schemas.microsoft.com/office/powerpoint/2010/main" val="16474851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057A7C-334C-2037-360B-530B5941DAC7}"/>
              </a:ext>
            </a:extLst>
          </p:cNvPr>
          <p:cNvSpPr>
            <a:spLocks noGrp="1"/>
          </p:cNvSpPr>
          <p:nvPr>
            <p:ph type="title"/>
          </p:nvPr>
        </p:nvSpPr>
        <p:spPr/>
        <p:txBody>
          <a:bodyPr/>
          <a:lstStyle/>
          <a:p>
            <a:r>
              <a:rPr kumimoji="1" lang="en-US" altLang="ja-JP"/>
              <a:t>Spring Boot</a:t>
            </a:r>
            <a:r>
              <a:rPr kumimoji="1" lang="ja-JP" altLang="en-US"/>
              <a:t>：</a:t>
            </a:r>
            <a:r>
              <a:rPr kumimoji="1" lang="en-US" altLang="ja-JP"/>
              <a:t>Starters</a:t>
            </a:r>
            <a:endParaRPr kumimoji="1" lang="ja-JP" altLang="en-US"/>
          </a:p>
        </p:txBody>
      </p:sp>
      <p:sp>
        <p:nvSpPr>
          <p:cNvPr id="3" name="コンテンツ プレースホルダー 2">
            <a:extLst>
              <a:ext uri="{FF2B5EF4-FFF2-40B4-BE49-F238E27FC236}">
                <a16:creationId xmlns:a16="http://schemas.microsoft.com/office/drawing/2014/main" id="{02C00BD2-8CE7-ADC4-615D-6660F40961C9}"/>
              </a:ext>
            </a:extLst>
          </p:cNvPr>
          <p:cNvSpPr>
            <a:spLocks noGrp="1"/>
          </p:cNvSpPr>
          <p:nvPr>
            <p:ph sz="quarter" idx="10"/>
          </p:nvPr>
        </p:nvSpPr>
        <p:spPr>
          <a:xfrm>
            <a:off x="371474" y="1038386"/>
            <a:ext cx="11448000" cy="356660"/>
          </a:xfrm>
        </p:spPr>
        <p:txBody>
          <a:bodyPr/>
          <a:lstStyle/>
          <a:p>
            <a:r>
              <a:rPr kumimoji="1" lang="ja-JP" altLang="en-US">
                <a:latin typeface="+mn-ea"/>
              </a:rPr>
              <a:t>ライブラリ</a:t>
            </a:r>
            <a:r>
              <a:rPr lang="ja-JP" altLang="en-US">
                <a:latin typeface="+mn-ea"/>
              </a:rPr>
              <a:t>を利用するための</a:t>
            </a:r>
            <a:r>
              <a:rPr kumimoji="1" lang="ja-JP" altLang="en-US">
                <a:latin typeface="+mn-ea"/>
              </a:rPr>
              <a:t>設定を簡単かつ迅速に行えるようにする</a:t>
            </a:r>
          </a:p>
          <a:p>
            <a:endParaRPr kumimoji="1" lang="ja-JP" altLang="en-US"/>
          </a:p>
        </p:txBody>
      </p:sp>
      <p:sp>
        <p:nvSpPr>
          <p:cNvPr id="4" name="コンテンツ プレースホルダー 2">
            <a:extLst>
              <a:ext uri="{FF2B5EF4-FFF2-40B4-BE49-F238E27FC236}">
                <a16:creationId xmlns:a16="http://schemas.microsoft.com/office/drawing/2014/main" id="{FF395AB2-C448-6E49-3503-5E0AF3F2C9CD}"/>
              </a:ext>
            </a:extLst>
          </p:cNvPr>
          <p:cNvSpPr txBox="1">
            <a:spLocks/>
          </p:cNvSpPr>
          <p:nvPr/>
        </p:nvSpPr>
        <p:spPr>
          <a:xfrm>
            <a:off x="335529" y="1445930"/>
            <a:ext cx="5543748" cy="4990040"/>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 </a:t>
            </a:r>
            <a:r>
              <a:rPr lang="en-US" altLang="ja-JP"/>
              <a:t>Spring Boot </a:t>
            </a:r>
            <a:r>
              <a:rPr lang="ja-JP" altLang="en-US"/>
              <a:t>未使用</a:t>
            </a:r>
            <a:endParaRPr lang="en-US" altLang="ja-JP"/>
          </a:p>
          <a:p>
            <a:r>
              <a:rPr lang="ja-JP" altLang="en-US"/>
              <a:t>    使用するライブラリを</a:t>
            </a:r>
            <a:r>
              <a:rPr lang="en-US" altLang="ja-JP"/>
              <a:t>1</a:t>
            </a:r>
            <a:r>
              <a:rPr lang="ja-JP" altLang="en-US"/>
              <a:t>つずつ記述</a:t>
            </a:r>
            <a:endParaRPr lang="en-US" altLang="ja-JP"/>
          </a:p>
        </p:txBody>
      </p:sp>
      <p:sp>
        <p:nvSpPr>
          <p:cNvPr id="5" name="コンテンツ プレースホルダー 2">
            <a:extLst>
              <a:ext uri="{FF2B5EF4-FFF2-40B4-BE49-F238E27FC236}">
                <a16:creationId xmlns:a16="http://schemas.microsoft.com/office/drawing/2014/main" id="{63CC4DB8-C642-D9A5-E512-631A7F745B5C}"/>
              </a:ext>
            </a:extLst>
          </p:cNvPr>
          <p:cNvSpPr txBox="1">
            <a:spLocks/>
          </p:cNvSpPr>
          <p:nvPr/>
        </p:nvSpPr>
        <p:spPr>
          <a:xfrm>
            <a:off x="5992938" y="1416300"/>
            <a:ext cx="5863533" cy="5196814"/>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 </a:t>
            </a:r>
            <a:r>
              <a:rPr lang="en-US" altLang="ja-JP"/>
              <a:t>Spring Boot </a:t>
            </a:r>
            <a:r>
              <a:rPr lang="ja-JP" altLang="en-US"/>
              <a:t>使用</a:t>
            </a:r>
            <a:endParaRPr lang="en-US" altLang="ja-JP"/>
          </a:p>
          <a:p>
            <a:r>
              <a:rPr lang="en-US" altLang="ja-JP"/>
              <a:t>    Starters</a:t>
            </a:r>
            <a:r>
              <a:rPr lang="ja-JP" altLang="en-US"/>
              <a:t>を記載する</a:t>
            </a:r>
            <a:endParaRPr lang="en-US" altLang="ja-JP"/>
          </a:p>
          <a:p>
            <a:pPr marL="645750" lvl="1" indent="-285750"/>
            <a:r>
              <a:rPr lang="en-US" altLang="ja-JP">
                <a:latin typeface="+mj-ea"/>
                <a:ea typeface="+mj-ea"/>
              </a:rPr>
              <a:t>Starters</a:t>
            </a:r>
            <a:r>
              <a:rPr lang="ja-JP" altLang="en-US">
                <a:latin typeface="+mj-ea"/>
                <a:ea typeface="+mj-ea"/>
              </a:rPr>
              <a:t>：用途ごとに必要なライブラリを、バージョン相性を事前に解決してまとめたもの</a:t>
            </a:r>
            <a:endParaRPr lang="en-US" altLang="ja-JP">
              <a:latin typeface="+mj-ea"/>
              <a:ea typeface="+mj-ea"/>
            </a:endParaRPr>
          </a:p>
          <a:p>
            <a:pPr marL="645750" lvl="1" indent="-285750"/>
            <a:r>
              <a:rPr lang="en-US" altLang="ja-JP"/>
              <a:t>Spring Boot</a:t>
            </a:r>
            <a:r>
              <a:rPr lang="ja-JP" altLang="en-US"/>
              <a:t>のバージョンを最初に指定すると、各ライブラリはそのバージョンに適したバージョンが選択される</a:t>
            </a:r>
            <a:endParaRPr lang="en-US" altLang="ja-JP"/>
          </a:p>
          <a:p>
            <a:pPr marL="645750" lvl="1" indent="-285750"/>
            <a:endParaRPr lang="en-US" altLang="ja-JP"/>
          </a:p>
          <a:p>
            <a:pPr marL="645750" lvl="1" indent="-285750"/>
            <a:endParaRPr lang="en-US" altLang="ja-JP"/>
          </a:p>
          <a:p>
            <a:pPr marL="645750" lvl="1" indent="-285750"/>
            <a:endParaRPr lang="en-US" altLang="ja-JP"/>
          </a:p>
          <a:p>
            <a:pPr marL="645750" lvl="1" indent="-285750"/>
            <a:endParaRPr lang="en-US" altLang="ja-JP"/>
          </a:p>
          <a:p>
            <a:pPr lvl="1" indent="0">
              <a:buNone/>
            </a:pPr>
            <a:endParaRPr lang="en-US" altLang="ja-JP" sz="2800" b="1"/>
          </a:p>
          <a:p>
            <a:pPr marL="645750" lvl="1" indent="-285750"/>
            <a:r>
              <a:rPr lang="ja-JP" altLang="en-US"/>
              <a:t>オートコンフィグレーションは、</a:t>
            </a:r>
            <a:r>
              <a:rPr lang="en-US" altLang="ja-JP"/>
              <a:t>Starters</a:t>
            </a:r>
            <a:r>
              <a:rPr lang="ja-JP" altLang="en-US"/>
              <a:t>の内容をもとに適用する</a:t>
            </a:r>
            <a:r>
              <a:rPr lang="en-US" altLang="ja-JP" err="1"/>
              <a:t>JavaConfig</a:t>
            </a:r>
            <a:r>
              <a:rPr lang="ja-JP" altLang="en-US"/>
              <a:t>の決定を行っている</a:t>
            </a:r>
            <a:endParaRPr lang="en-US" altLang="ja-JP"/>
          </a:p>
          <a:p>
            <a:pPr marL="645750" lvl="1" indent="-285750"/>
            <a:r>
              <a:rPr lang="ja-JP" altLang="en-US"/>
              <a:t>「</a:t>
            </a:r>
            <a:r>
              <a:rPr lang="en-US" altLang="ja-JP"/>
              <a:t>spring-boot-starter-web</a:t>
            </a:r>
            <a:r>
              <a:rPr lang="ja-JP" altLang="en-US"/>
              <a:t>」を記述すると次スライドの</a:t>
            </a:r>
            <a:r>
              <a:rPr lang="ja-JP" altLang="en-US" b="1"/>
              <a:t>組込み</a:t>
            </a:r>
            <a:r>
              <a:rPr lang="en-US" altLang="ja-JP" b="1" err="1"/>
              <a:t>WebAP</a:t>
            </a:r>
            <a:r>
              <a:rPr lang="ja-JP" altLang="en-US" b="1"/>
              <a:t>サーバが有効</a:t>
            </a:r>
            <a:r>
              <a:rPr lang="ja-JP" altLang="en-US"/>
              <a:t>となり、アプリケーションが</a:t>
            </a:r>
            <a:r>
              <a:rPr lang="en-US" altLang="ja-JP"/>
              <a:t>Web</a:t>
            </a:r>
            <a:r>
              <a:rPr lang="ja-JP" altLang="en-US"/>
              <a:t>アプリケーションとして起動するようになる</a:t>
            </a:r>
            <a:endParaRPr lang="en-US" altLang="ja-JP"/>
          </a:p>
        </p:txBody>
      </p:sp>
      <p:pic>
        <p:nvPicPr>
          <p:cNvPr id="6" name="図 5">
            <a:extLst>
              <a:ext uri="{FF2B5EF4-FFF2-40B4-BE49-F238E27FC236}">
                <a16:creationId xmlns:a16="http://schemas.microsoft.com/office/drawing/2014/main" id="{E9F5EFCE-FC17-95E9-5E79-288EF3FADAC6}"/>
              </a:ext>
            </a:extLst>
          </p:cNvPr>
          <p:cNvPicPr>
            <a:picLocks noChangeAspect="1"/>
          </p:cNvPicPr>
          <p:nvPr/>
        </p:nvPicPr>
        <p:blipFill>
          <a:blip r:embed="rId2"/>
          <a:stretch>
            <a:fillRect/>
          </a:stretch>
        </p:blipFill>
        <p:spPr>
          <a:xfrm>
            <a:off x="6881485" y="4192356"/>
            <a:ext cx="3724926" cy="796810"/>
          </a:xfrm>
          <a:prstGeom prst="rect">
            <a:avLst/>
          </a:prstGeom>
        </p:spPr>
      </p:pic>
      <p:cxnSp>
        <p:nvCxnSpPr>
          <p:cNvPr id="7" name="直線矢印コネクタ 6">
            <a:extLst>
              <a:ext uri="{FF2B5EF4-FFF2-40B4-BE49-F238E27FC236}">
                <a16:creationId xmlns:a16="http://schemas.microsoft.com/office/drawing/2014/main" id="{D90D07A0-DBEF-6C14-C0FB-DEE221313AAC}"/>
              </a:ext>
            </a:extLst>
          </p:cNvPr>
          <p:cNvCxnSpPr/>
          <p:nvPr/>
        </p:nvCxnSpPr>
        <p:spPr>
          <a:xfrm>
            <a:off x="5152171" y="4103592"/>
            <a:ext cx="1141423" cy="0"/>
          </a:xfrm>
          <a:prstGeom prst="straightConnector1">
            <a:avLst/>
          </a:prstGeom>
          <a:ln w="762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D0648C44-ADC7-2626-C548-1CE6B3655327}"/>
              </a:ext>
            </a:extLst>
          </p:cNvPr>
          <p:cNvSpPr txBox="1"/>
          <p:nvPr/>
        </p:nvSpPr>
        <p:spPr>
          <a:xfrm>
            <a:off x="5180400" y="3281989"/>
            <a:ext cx="914400" cy="518380"/>
          </a:xfrm>
          <a:prstGeom prst="rect">
            <a:avLst/>
          </a:prstGeom>
          <a:noFill/>
        </p:spPr>
        <p:txBody>
          <a:bodyPr wrap="none" lIns="0" rIns="0" rtlCol="0">
            <a:noAutofit/>
          </a:bodyPr>
          <a:lstStyle/>
          <a:p>
            <a:pPr algn="l" defTabSz="288000"/>
            <a:r>
              <a:rPr lang="en-US" altLang="ja-JP" sz="2000">
                <a:latin typeface="+mn-ea"/>
              </a:rPr>
              <a:t>Starters</a:t>
            </a:r>
          </a:p>
          <a:p>
            <a:pPr algn="l" defTabSz="288000"/>
            <a:r>
              <a:rPr lang="ja-JP" altLang="en-US" sz="2000">
                <a:latin typeface="+mn-ea"/>
              </a:rPr>
              <a:t>を使用</a:t>
            </a:r>
            <a:endParaRPr kumimoji="1" lang="ja-JP" altLang="en-US" sz="2000">
              <a:latin typeface="+mn-ea"/>
            </a:endParaRPr>
          </a:p>
        </p:txBody>
      </p:sp>
      <p:pic>
        <p:nvPicPr>
          <p:cNvPr id="9" name="図 8">
            <a:extLst>
              <a:ext uri="{FF2B5EF4-FFF2-40B4-BE49-F238E27FC236}">
                <a16:creationId xmlns:a16="http://schemas.microsoft.com/office/drawing/2014/main" id="{70E47BB0-3BE4-0759-8909-2AEE737D2750}"/>
              </a:ext>
            </a:extLst>
          </p:cNvPr>
          <p:cNvPicPr>
            <a:picLocks noChangeAspect="1"/>
          </p:cNvPicPr>
          <p:nvPr/>
        </p:nvPicPr>
        <p:blipFill>
          <a:blip r:embed="rId3"/>
          <a:stretch>
            <a:fillRect/>
          </a:stretch>
        </p:blipFill>
        <p:spPr>
          <a:xfrm>
            <a:off x="6881485" y="3281989"/>
            <a:ext cx="3367103" cy="889113"/>
          </a:xfrm>
          <a:prstGeom prst="rect">
            <a:avLst/>
          </a:prstGeom>
        </p:spPr>
      </p:pic>
      <p:pic>
        <p:nvPicPr>
          <p:cNvPr id="10" name="図 9">
            <a:extLst>
              <a:ext uri="{FF2B5EF4-FFF2-40B4-BE49-F238E27FC236}">
                <a16:creationId xmlns:a16="http://schemas.microsoft.com/office/drawing/2014/main" id="{73C56225-E75F-E495-4B85-72A7D876F3A4}"/>
              </a:ext>
            </a:extLst>
          </p:cNvPr>
          <p:cNvPicPr>
            <a:picLocks noChangeAspect="1"/>
          </p:cNvPicPr>
          <p:nvPr/>
        </p:nvPicPr>
        <p:blipFill>
          <a:blip r:embed="rId4"/>
          <a:stretch>
            <a:fillRect/>
          </a:stretch>
        </p:blipFill>
        <p:spPr>
          <a:xfrm>
            <a:off x="1343449" y="2139639"/>
            <a:ext cx="3596726" cy="4216851"/>
          </a:xfrm>
          <a:prstGeom prst="rect">
            <a:avLst/>
          </a:prstGeom>
        </p:spPr>
      </p:pic>
      <p:sp>
        <p:nvSpPr>
          <p:cNvPr id="11" name="吹き出し: 角を丸めた四角形 10">
            <a:extLst>
              <a:ext uri="{FF2B5EF4-FFF2-40B4-BE49-F238E27FC236}">
                <a16:creationId xmlns:a16="http://schemas.microsoft.com/office/drawing/2014/main" id="{F0425E15-6A1F-1BC8-FD1F-D7B3446BA375}"/>
              </a:ext>
            </a:extLst>
          </p:cNvPr>
          <p:cNvSpPr/>
          <p:nvPr/>
        </p:nvSpPr>
        <p:spPr>
          <a:xfrm>
            <a:off x="519296" y="2809084"/>
            <a:ext cx="1259958" cy="314341"/>
          </a:xfrm>
          <a:prstGeom prst="wedgeRoundRectCallout">
            <a:avLst>
              <a:gd name="adj1" fmla="val 68406"/>
              <a:gd name="adj2" fmla="val 23420"/>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ライブラリ名</a:t>
            </a:r>
          </a:p>
        </p:txBody>
      </p:sp>
      <p:sp>
        <p:nvSpPr>
          <p:cNvPr id="12" name="吹き出し: 角を丸めた四角形 11">
            <a:extLst>
              <a:ext uri="{FF2B5EF4-FFF2-40B4-BE49-F238E27FC236}">
                <a16:creationId xmlns:a16="http://schemas.microsoft.com/office/drawing/2014/main" id="{4038AD2E-8D30-AF83-75A0-3210686C6B1A}"/>
              </a:ext>
            </a:extLst>
          </p:cNvPr>
          <p:cNvSpPr/>
          <p:nvPr/>
        </p:nvSpPr>
        <p:spPr>
          <a:xfrm>
            <a:off x="519296" y="3255333"/>
            <a:ext cx="1259958" cy="314341"/>
          </a:xfrm>
          <a:prstGeom prst="wedgeRoundRectCallout">
            <a:avLst>
              <a:gd name="adj1" fmla="val 65403"/>
              <a:gd name="adj2" fmla="val -40778"/>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バージョン</a:t>
            </a:r>
          </a:p>
        </p:txBody>
      </p:sp>
      <p:sp>
        <p:nvSpPr>
          <p:cNvPr id="13" name="吹き出し: 角を丸めた四角形 12">
            <a:extLst>
              <a:ext uri="{FF2B5EF4-FFF2-40B4-BE49-F238E27FC236}">
                <a16:creationId xmlns:a16="http://schemas.microsoft.com/office/drawing/2014/main" id="{1BE48B40-26B4-F619-A943-084D716AB415}"/>
              </a:ext>
            </a:extLst>
          </p:cNvPr>
          <p:cNvSpPr/>
          <p:nvPr/>
        </p:nvSpPr>
        <p:spPr>
          <a:xfrm>
            <a:off x="530642" y="5882375"/>
            <a:ext cx="1259958" cy="314341"/>
          </a:xfrm>
          <a:prstGeom prst="wedgeRoundRectCallout">
            <a:avLst>
              <a:gd name="adj1" fmla="val 59897"/>
              <a:gd name="adj2" fmla="val 59530"/>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さらに下に続く</a:t>
            </a:r>
          </a:p>
        </p:txBody>
      </p:sp>
      <p:sp>
        <p:nvSpPr>
          <p:cNvPr id="14" name="吹き出し: 角を丸めた四角形 13">
            <a:extLst>
              <a:ext uri="{FF2B5EF4-FFF2-40B4-BE49-F238E27FC236}">
                <a16:creationId xmlns:a16="http://schemas.microsoft.com/office/drawing/2014/main" id="{578C5C47-E04A-CD67-AEF1-503861CB3294}"/>
              </a:ext>
            </a:extLst>
          </p:cNvPr>
          <p:cNvSpPr/>
          <p:nvPr/>
        </p:nvSpPr>
        <p:spPr>
          <a:xfrm>
            <a:off x="9209537" y="3673274"/>
            <a:ext cx="1932778" cy="314341"/>
          </a:xfrm>
          <a:prstGeom prst="wedgeRoundRectCallout">
            <a:avLst>
              <a:gd name="adj1" fmla="val -75188"/>
              <a:gd name="adj2" fmla="val -21211"/>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err="1">
                <a:solidFill>
                  <a:schemeClr val="tx1"/>
                </a:solidFill>
              </a:rPr>
              <a:t>SpringBoot</a:t>
            </a:r>
            <a:r>
              <a:rPr kumimoji="1" lang="ja-JP" altLang="en-US" sz="1400">
                <a:solidFill>
                  <a:schemeClr val="tx1"/>
                </a:solidFill>
              </a:rPr>
              <a:t>のバージョン</a:t>
            </a:r>
          </a:p>
        </p:txBody>
      </p:sp>
      <p:sp>
        <p:nvSpPr>
          <p:cNvPr id="15" name="吹き出し: 角を丸めた四角形 14">
            <a:extLst>
              <a:ext uri="{FF2B5EF4-FFF2-40B4-BE49-F238E27FC236}">
                <a16:creationId xmlns:a16="http://schemas.microsoft.com/office/drawing/2014/main" id="{1A9EF946-801D-140D-BACC-E33FE483759B}"/>
              </a:ext>
            </a:extLst>
          </p:cNvPr>
          <p:cNvSpPr/>
          <p:nvPr/>
        </p:nvSpPr>
        <p:spPr>
          <a:xfrm>
            <a:off x="9909273" y="4136460"/>
            <a:ext cx="2065310" cy="747898"/>
          </a:xfrm>
          <a:prstGeom prst="wedgeRoundRectCallout">
            <a:avLst>
              <a:gd name="adj1" fmla="val -57155"/>
              <a:gd name="adj2" fmla="val -10775"/>
              <a:gd name="adj3" fmla="val 16667"/>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左の画像</a:t>
            </a:r>
            <a:r>
              <a:rPr lang="ja-JP" altLang="en-US" sz="1400">
                <a:solidFill>
                  <a:schemeClr val="tx1"/>
                </a:solidFill>
              </a:rPr>
              <a:t>に記載されている</a:t>
            </a:r>
            <a:endParaRPr lang="en-US" altLang="ja-JP" sz="1400">
              <a:solidFill>
                <a:schemeClr val="tx1"/>
              </a:solidFill>
            </a:endParaRPr>
          </a:p>
          <a:p>
            <a:pPr algn="ctr"/>
            <a:r>
              <a:rPr kumimoji="1" lang="ja-JP" altLang="en-US" sz="1400">
                <a:solidFill>
                  <a:schemeClr val="tx1"/>
                </a:solidFill>
              </a:rPr>
              <a:t>ライブラリがまとまっている</a:t>
            </a:r>
            <a:endParaRPr kumimoji="1" lang="en-US" altLang="ja-JP" sz="1400">
              <a:solidFill>
                <a:schemeClr val="tx1"/>
              </a:solidFill>
            </a:endParaRPr>
          </a:p>
          <a:p>
            <a:pPr algn="ctr"/>
            <a:r>
              <a:rPr lang="ja-JP" altLang="en-US" sz="1400">
                <a:solidFill>
                  <a:schemeClr val="tx1"/>
                </a:solidFill>
              </a:rPr>
              <a:t>バージョン指定不要</a:t>
            </a:r>
            <a:endParaRPr kumimoji="1" lang="ja-JP" altLang="en-US" sz="1400">
              <a:solidFill>
                <a:schemeClr val="tx1"/>
              </a:solidFill>
            </a:endParaRPr>
          </a:p>
        </p:txBody>
      </p:sp>
    </p:spTree>
    <p:extLst>
      <p:ext uri="{BB962C8B-B14F-4D97-AF65-F5344CB8AC3E}">
        <p14:creationId xmlns:p14="http://schemas.microsoft.com/office/powerpoint/2010/main" val="4049179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B8D0CD-05A2-F2E4-69B7-1640977D3449}"/>
              </a:ext>
            </a:extLst>
          </p:cNvPr>
          <p:cNvSpPr>
            <a:spLocks noGrp="1"/>
          </p:cNvSpPr>
          <p:nvPr>
            <p:ph type="title"/>
          </p:nvPr>
        </p:nvSpPr>
        <p:spPr/>
        <p:txBody>
          <a:bodyPr/>
          <a:lstStyle/>
          <a:p>
            <a:r>
              <a:rPr kumimoji="1" lang="en-US" altLang="ja-JP"/>
              <a:t>Spring Boot</a:t>
            </a:r>
            <a:r>
              <a:rPr kumimoji="1" lang="ja-JP" altLang="en-US"/>
              <a:t>：組込み</a:t>
            </a:r>
            <a:r>
              <a:rPr kumimoji="1" lang="en-US" altLang="ja-JP" err="1"/>
              <a:t>WebAP</a:t>
            </a:r>
            <a:r>
              <a:rPr kumimoji="1" lang="ja-JP" altLang="en-US"/>
              <a:t>サーバ</a:t>
            </a:r>
          </a:p>
        </p:txBody>
      </p:sp>
      <p:sp>
        <p:nvSpPr>
          <p:cNvPr id="3" name="コンテンツ プレースホルダー 2">
            <a:extLst>
              <a:ext uri="{FF2B5EF4-FFF2-40B4-BE49-F238E27FC236}">
                <a16:creationId xmlns:a16="http://schemas.microsoft.com/office/drawing/2014/main" id="{B2722907-5B2F-E8C1-03BE-2B6ACCFBCEB8}"/>
              </a:ext>
            </a:extLst>
          </p:cNvPr>
          <p:cNvSpPr>
            <a:spLocks noGrp="1"/>
          </p:cNvSpPr>
          <p:nvPr>
            <p:ph sz="quarter" idx="10"/>
          </p:nvPr>
        </p:nvSpPr>
        <p:spPr>
          <a:xfrm>
            <a:off x="371474" y="1038386"/>
            <a:ext cx="11448000" cy="730800"/>
          </a:xfrm>
        </p:spPr>
        <p:txBody>
          <a:bodyPr/>
          <a:lstStyle/>
          <a:p>
            <a:r>
              <a:rPr lang="en-US" altLang="ja-JP"/>
              <a:t>Web</a:t>
            </a:r>
            <a:r>
              <a:rPr lang="ja-JP" altLang="en-US"/>
              <a:t>アプリケーションの実行環境（</a:t>
            </a:r>
            <a:r>
              <a:rPr lang="en-US" altLang="ja-JP" err="1"/>
              <a:t>WebAP</a:t>
            </a:r>
            <a:r>
              <a:rPr lang="ja-JP" altLang="en-US"/>
              <a:t>サーバ）のインストール、設定、アプリケーションファイルの配置を不要にする</a:t>
            </a:r>
            <a:endParaRPr lang="en-US" altLang="ja-JP"/>
          </a:p>
          <a:p>
            <a:r>
              <a:rPr kumimoji="1" lang="en-US" altLang="ja-JP" err="1"/>
              <a:t>WebAP</a:t>
            </a:r>
            <a:r>
              <a:rPr lang="ja-JP" altLang="en-US"/>
              <a:t>（</a:t>
            </a:r>
            <a:r>
              <a:rPr lang="en-US" altLang="ja-JP"/>
              <a:t>=Web</a:t>
            </a:r>
            <a:r>
              <a:rPr lang="ja-JP" altLang="en-US"/>
              <a:t>アプリケーション）</a:t>
            </a:r>
            <a:r>
              <a:rPr kumimoji="1" lang="ja-JP" altLang="en-US"/>
              <a:t>サーバの役割：</a:t>
            </a:r>
            <a:r>
              <a:rPr kumimoji="1" lang="en-US" altLang="ja-JP"/>
              <a:t>HTTP</a:t>
            </a:r>
            <a:r>
              <a:rPr kumimoji="1" lang="ja-JP" altLang="en-US"/>
              <a:t>リクエストの受取およびレスポンスの実施</a:t>
            </a:r>
          </a:p>
          <a:p>
            <a:endParaRPr kumimoji="1" lang="ja-JP" altLang="en-US"/>
          </a:p>
        </p:txBody>
      </p:sp>
      <p:sp>
        <p:nvSpPr>
          <p:cNvPr id="4" name="コンテンツ プレースホルダー 2">
            <a:extLst>
              <a:ext uri="{FF2B5EF4-FFF2-40B4-BE49-F238E27FC236}">
                <a16:creationId xmlns:a16="http://schemas.microsoft.com/office/drawing/2014/main" id="{13996090-2ECE-FA81-7507-F5A8DFB3F438}"/>
              </a:ext>
            </a:extLst>
          </p:cNvPr>
          <p:cNvSpPr txBox="1">
            <a:spLocks/>
          </p:cNvSpPr>
          <p:nvPr/>
        </p:nvSpPr>
        <p:spPr>
          <a:xfrm>
            <a:off x="379074" y="1946779"/>
            <a:ext cx="5415732" cy="4542921"/>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 </a:t>
            </a:r>
            <a:r>
              <a:rPr lang="en-US" altLang="ja-JP"/>
              <a:t>Spring Boot </a:t>
            </a:r>
            <a:r>
              <a:rPr lang="ja-JP" altLang="en-US"/>
              <a:t>未使用</a:t>
            </a:r>
            <a:endParaRPr lang="en-US" altLang="ja-JP"/>
          </a:p>
          <a:p>
            <a:pPr marL="285750" indent="-285750">
              <a:buFont typeface="Arial" panose="020B0604020202020204" pitchFamily="34" charset="0"/>
              <a:buChar char="•"/>
            </a:pPr>
            <a:r>
              <a:rPr lang="en-US" altLang="ja-JP" err="1"/>
              <a:t>WebAP</a:t>
            </a:r>
            <a:r>
              <a:rPr lang="ja-JP" altLang="en-US"/>
              <a:t>サーバの役割を果たすソフトウェア（</a:t>
            </a:r>
            <a:r>
              <a:rPr lang="en-US" altLang="ja-JP"/>
              <a:t>Apache Tomcat</a:t>
            </a:r>
            <a:r>
              <a:rPr lang="ja-JP" altLang="en-US"/>
              <a:t>など）のインストールが必要</a:t>
            </a:r>
            <a:endParaRPr lang="en-US" altLang="ja-JP"/>
          </a:p>
          <a:p>
            <a:pPr marL="285750" indent="-285750">
              <a:buFont typeface="Arial" panose="020B0604020202020204" pitchFamily="34" charset="0"/>
              <a:buChar char="•"/>
            </a:pPr>
            <a:r>
              <a:rPr lang="en-US" altLang="ja-JP" err="1"/>
              <a:t>WebAP</a:t>
            </a:r>
            <a:r>
              <a:rPr lang="ja-JP" altLang="en-US"/>
              <a:t>サーバの設定と管理が必要</a:t>
            </a:r>
            <a:endParaRPr lang="en-US" altLang="ja-JP"/>
          </a:p>
          <a:p>
            <a:endParaRPr lang="en-US" altLang="ja-JP"/>
          </a:p>
          <a:p>
            <a:pPr marL="285750" indent="-285750">
              <a:buFont typeface="Arial" panose="020B0604020202020204" pitchFamily="34" charset="0"/>
              <a:buChar char="•"/>
            </a:pPr>
            <a:endParaRPr lang="en-US" altLang="ja-JP"/>
          </a:p>
          <a:p>
            <a:pPr marL="285750" indent="-285750">
              <a:buFont typeface="Arial" panose="020B0604020202020204" pitchFamily="34" charset="0"/>
              <a:buChar char="•"/>
            </a:pPr>
            <a:endParaRPr lang="en-US" altLang="ja-JP"/>
          </a:p>
          <a:p>
            <a:endParaRPr lang="en-US" altLang="ja-JP"/>
          </a:p>
          <a:p>
            <a:endParaRPr lang="en-US" altLang="ja-JP"/>
          </a:p>
          <a:p>
            <a:pPr marL="285750" indent="-285750">
              <a:buFont typeface="Arial" panose="020B0604020202020204" pitchFamily="34" charset="0"/>
              <a:buChar char="•"/>
            </a:pPr>
            <a:r>
              <a:rPr lang="ja-JP" altLang="en-US"/>
              <a:t>作成したアプリケーションファイルを</a:t>
            </a:r>
            <a:r>
              <a:rPr lang="en-US" altLang="ja-JP"/>
              <a:t>WAR</a:t>
            </a:r>
            <a:r>
              <a:rPr lang="ja-JP" altLang="en-US"/>
              <a:t>という形式にして</a:t>
            </a:r>
            <a:r>
              <a:rPr lang="en-US" altLang="ja-JP" err="1"/>
              <a:t>WebAP</a:t>
            </a:r>
            <a:r>
              <a:rPr lang="ja-JP" altLang="en-US"/>
              <a:t>サーバに配置しなければならない</a:t>
            </a:r>
            <a:endParaRPr lang="en-US" altLang="ja-JP"/>
          </a:p>
        </p:txBody>
      </p:sp>
      <p:pic>
        <p:nvPicPr>
          <p:cNvPr id="5" name="Picture 4" descr="Apache Tomcat Logo Png Clipart 5197904 Pinclipart | Images and Photos ...">
            <a:extLst>
              <a:ext uri="{FF2B5EF4-FFF2-40B4-BE49-F238E27FC236}">
                <a16:creationId xmlns:a16="http://schemas.microsoft.com/office/drawing/2014/main" id="{73551FB4-FDB0-76AA-69F7-E7D293950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634" y="3206583"/>
            <a:ext cx="1377631" cy="1377631"/>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a:extLst>
              <a:ext uri="{FF2B5EF4-FFF2-40B4-BE49-F238E27FC236}">
                <a16:creationId xmlns:a16="http://schemas.microsoft.com/office/drawing/2014/main" id="{DCF1696C-CAC8-4EA1-B342-19301FA26F3A}"/>
              </a:ext>
            </a:extLst>
          </p:cNvPr>
          <p:cNvPicPr>
            <a:picLocks noChangeAspect="1"/>
          </p:cNvPicPr>
          <p:nvPr/>
        </p:nvPicPr>
        <p:blipFill>
          <a:blip r:embed="rId3"/>
          <a:stretch>
            <a:fillRect/>
          </a:stretch>
        </p:blipFill>
        <p:spPr>
          <a:xfrm>
            <a:off x="2044265" y="3393667"/>
            <a:ext cx="3240201" cy="1044868"/>
          </a:xfrm>
          <a:prstGeom prst="rect">
            <a:avLst/>
          </a:prstGeom>
        </p:spPr>
      </p:pic>
      <p:sp>
        <p:nvSpPr>
          <p:cNvPr id="7" name="コンテンツ プレースホルダー 2">
            <a:extLst>
              <a:ext uri="{FF2B5EF4-FFF2-40B4-BE49-F238E27FC236}">
                <a16:creationId xmlns:a16="http://schemas.microsoft.com/office/drawing/2014/main" id="{5F945A5D-D46D-8A0B-D92D-9EB3BF8B7EA6}"/>
              </a:ext>
            </a:extLst>
          </p:cNvPr>
          <p:cNvSpPr txBox="1">
            <a:spLocks/>
          </p:cNvSpPr>
          <p:nvPr/>
        </p:nvSpPr>
        <p:spPr>
          <a:xfrm>
            <a:off x="5899537" y="1949739"/>
            <a:ext cx="5962808" cy="4542921"/>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 </a:t>
            </a:r>
            <a:r>
              <a:rPr lang="en-US" altLang="ja-JP"/>
              <a:t>Spring Boot </a:t>
            </a:r>
            <a:r>
              <a:rPr lang="ja-JP" altLang="en-US"/>
              <a:t>使用</a:t>
            </a:r>
            <a:endParaRPr lang="en-US" altLang="ja-JP"/>
          </a:p>
          <a:p>
            <a:pPr marL="285750" indent="-285750">
              <a:buFont typeface="Arial" panose="020B0604020202020204" pitchFamily="34" charset="0"/>
              <a:buChar char="•"/>
            </a:pPr>
            <a:r>
              <a:rPr lang="en-US" altLang="ja-JP"/>
              <a:t>Spring Boot</a:t>
            </a:r>
            <a:r>
              <a:rPr lang="ja-JP" altLang="en-US"/>
              <a:t>内に</a:t>
            </a:r>
            <a:r>
              <a:rPr lang="en-US" altLang="ja-JP" err="1"/>
              <a:t>WebAP</a:t>
            </a:r>
            <a:r>
              <a:rPr lang="ja-JP" altLang="en-US"/>
              <a:t>サーバを組み込むことで</a:t>
            </a:r>
            <a:r>
              <a:rPr lang="en-US" altLang="ja-JP" err="1"/>
              <a:t>WebAP</a:t>
            </a:r>
            <a:r>
              <a:rPr lang="ja-JP" altLang="en-US"/>
              <a:t>サーバの役割を果たすソフトウェアのインストールが不要</a:t>
            </a:r>
            <a:endParaRPr lang="en-US" altLang="ja-JP"/>
          </a:p>
          <a:p>
            <a:pPr marL="285750" indent="-285750">
              <a:buFont typeface="Arial" panose="020B0604020202020204" pitchFamily="34" charset="0"/>
              <a:buChar char="•"/>
            </a:pPr>
            <a:r>
              <a:rPr lang="ja-JP" altLang="en-US"/>
              <a:t>デフォルトの設定を変更したい場合以外は</a:t>
            </a:r>
            <a:r>
              <a:rPr lang="en-US" altLang="ja-JP" err="1"/>
              <a:t>WebAP</a:t>
            </a:r>
            <a:r>
              <a:rPr lang="ja-JP" altLang="en-US"/>
              <a:t>サーバの設定が不要</a:t>
            </a:r>
            <a:endParaRPr lang="en-US" altLang="ja-JP"/>
          </a:p>
          <a:p>
            <a:pPr marL="285750" indent="-285750">
              <a:buFont typeface="Arial" panose="020B0604020202020204" pitchFamily="34" charset="0"/>
              <a:buChar char="•"/>
            </a:pPr>
            <a:endParaRPr lang="en-US" altLang="ja-JP"/>
          </a:p>
          <a:p>
            <a:pPr marL="285750" indent="-285750">
              <a:buFont typeface="Arial" panose="020B0604020202020204" pitchFamily="34" charset="0"/>
              <a:buChar char="•"/>
            </a:pPr>
            <a:endParaRPr lang="en-US" altLang="ja-JP"/>
          </a:p>
          <a:p>
            <a:pPr marL="285750" indent="-285750">
              <a:buFont typeface="Arial" panose="020B0604020202020204" pitchFamily="34" charset="0"/>
              <a:buChar char="•"/>
            </a:pPr>
            <a:endParaRPr lang="en-US" altLang="ja-JP"/>
          </a:p>
          <a:p>
            <a:pPr marL="285750" indent="-285750">
              <a:buFont typeface="Arial" panose="020B0604020202020204" pitchFamily="34" charset="0"/>
              <a:buChar char="•"/>
            </a:pPr>
            <a:endParaRPr lang="en-US" altLang="ja-JP"/>
          </a:p>
          <a:p>
            <a:pPr marL="285750" indent="-285750">
              <a:buFont typeface="Arial" panose="020B0604020202020204" pitchFamily="34" charset="0"/>
              <a:buChar char="•"/>
            </a:pPr>
            <a:r>
              <a:rPr lang="ja-JP" altLang="en-US"/>
              <a:t>アプリケーションを起動時は、組み込まれたアプリケーションと</a:t>
            </a:r>
            <a:r>
              <a:rPr lang="en-US" altLang="ja-JP" err="1"/>
              <a:t>WebAP</a:t>
            </a:r>
            <a:r>
              <a:rPr lang="ja-JP" altLang="en-US"/>
              <a:t>サーバが一体となって起動する</a:t>
            </a:r>
            <a:endParaRPr lang="en-US" altLang="ja-JP"/>
          </a:p>
        </p:txBody>
      </p:sp>
      <p:sp>
        <p:nvSpPr>
          <p:cNvPr id="8" name="正方形/長方形 7">
            <a:extLst>
              <a:ext uri="{FF2B5EF4-FFF2-40B4-BE49-F238E27FC236}">
                <a16:creationId xmlns:a16="http://schemas.microsoft.com/office/drawing/2014/main" id="{3B54A11F-1C02-4DA6-F586-159DE59DA81B}"/>
              </a:ext>
            </a:extLst>
          </p:cNvPr>
          <p:cNvSpPr/>
          <p:nvPr/>
        </p:nvSpPr>
        <p:spPr>
          <a:xfrm>
            <a:off x="7158446" y="5506346"/>
            <a:ext cx="3448594" cy="956734"/>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400">
                <a:solidFill>
                  <a:schemeClr val="tx1"/>
                </a:solidFill>
              </a:rPr>
              <a:t>Web</a:t>
            </a:r>
            <a:r>
              <a:rPr kumimoji="1" lang="ja-JP" altLang="en-US" sz="1400">
                <a:solidFill>
                  <a:schemeClr val="tx1"/>
                </a:solidFill>
              </a:rPr>
              <a:t>アプリケーション</a:t>
            </a:r>
            <a:endParaRPr kumimoji="1" lang="en-US" altLang="ja-JP" sz="1400">
              <a:solidFill>
                <a:schemeClr val="tx1"/>
              </a:solidFill>
            </a:endParaRPr>
          </a:p>
          <a:p>
            <a:pPr algn="ctr"/>
            <a:r>
              <a:rPr kumimoji="1" lang="ja-JP" altLang="en-US" sz="1400">
                <a:solidFill>
                  <a:schemeClr val="tx1"/>
                </a:solidFill>
              </a:rPr>
              <a:t>（</a:t>
            </a:r>
            <a:r>
              <a:rPr kumimoji="1" lang="en-US" altLang="ja-JP" sz="1400" err="1">
                <a:solidFill>
                  <a:schemeClr val="tx1"/>
                </a:solidFill>
              </a:rPr>
              <a:t>SpringBoot</a:t>
            </a:r>
            <a:r>
              <a:rPr kumimoji="1" lang="ja-JP" altLang="en-US" sz="1400">
                <a:solidFill>
                  <a:schemeClr val="tx1"/>
                </a:solidFill>
              </a:rPr>
              <a:t>アプリケーション）</a:t>
            </a:r>
            <a:endParaRPr kumimoji="1" lang="en-US" altLang="ja-JP" sz="1400">
              <a:solidFill>
                <a:schemeClr val="tx1"/>
              </a:solidFill>
            </a:endParaRPr>
          </a:p>
          <a:p>
            <a:pPr algn="ctr"/>
            <a:endParaRPr kumimoji="1" lang="en-US" altLang="ja-JP" sz="1400">
              <a:solidFill>
                <a:schemeClr val="tx1"/>
              </a:solidFill>
            </a:endParaRPr>
          </a:p>
          <a:p>
            <a:pPr algn="ctr"/>
            <a:endParaRPr kumimoji="1" lang="ja-JP" altLang="en-US" sz="1400">
              <a:solidFill>
                <a:schemeClr val="tx1"/>
              </a:solidFill>
            </a:endParaRPr>
          </a:p>
        </p:txBody>
      </p:sp>
      <p:sp>
        <p:nvSpPr>
          <p:cNvPr id="9" name="正方形/長方形 8">
            <a:extLst>
              <a:ext uri="{FF2B5EF4-FFF2-40B4-BE49-F238E27FC236}">
                <a16:creationId xmlns:a16="http://schemas.microsoft.com/office/drawing/2014/main" id="{E1B2371C-5AAE-CC0B-71A2-DFF480D06CD7}"/>
              </a:ext>
            </a:extLst>
          </p:cNvPr>
          <p:cNvSpPr/>
          <p:nvPr/>
        </p:nvSpPr>
        <p:spPr>
          <a:xfrm>
            <a:off x="7597035" y="6047775"/>
            <a:ext cx="2571417" cy="330199"/>
          </a:xfrm>
          <a:prstGeom prst="rect">
            <a:avLst/>
          </a:prstGeom>
          <a:solidFill>
            <a:schemeClr val="accent3"/>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bg1"/>
                </a:solidFill>
              </a:rPr>
              <a:t>組込み</a:t>
            </a:r>
            <a:r>
              <a:rPr kumimoji="1" lang="en-US" altLang="ja-JP" sz="1400" err="1">
                <a:solidFill>
                  <a:schemeClr val="bg1"/>
                </a:solidFill>
              </a:rPr>
              <a:t>WebAP</a:t>
            </a:r>
            <a:r>
              <a:rPr kumimoji="1" lang="ja-JP" altLang="en-US" sz="1400">
                <a:solidFill>
                  <a:schemeClr val="bg1"/>
                </a:solidFill>
              </a:rPr>
              <a:t>サーバ（</a:t>
            </a:r>
            <a:r>
              <a:rPr kumimoji="1" lang="en-US" altLang="ja-JP" sz="1400">
                <a:solidFill>
                  <a:schemeClr val="bg1"/>
                </a:solidFill>
              </a:rPr>
              <a:t>Tomcat</a:t>
            </a:r>
            <a:r>
              <a:rPr kumimoji="1" lang="ja-JP" altLang="en-US" sz="1400">
                <a:solidFill>
                  <a:schemeClr val="bg1"/>
                </a:solidFill>
              </a:rPr>
              <a:t>）</a:t>
            </a:r>
            <a:endParaRPr lang="en-US" altLang="ja-JP" sz="1400">
              <a:solidFill>
                <a:schemeClr val="tx1"/>
              </a:solidFill>
            </a:endParaRPr>
          </a:p>
        </p:txBody>
      </p:sp>
      <p:sp>
        <p:nvSpPr>
          <p:cNvPr id="10" name="正方形/長方形 9">
            <a:extLst>
              <a:ext uri="{FF2B5EF4-FFF2-40B4-BE49-F238E27FC236}">
                <a16:creationId xmlns:a16="http://schemas.microsoft.com/office/drawing/2014/main" id="{206E37E6-8754-C0B3-7DF3-C785BCFAE45E}"/>
              </a:ext>
            </a:extLst>
          </p:cNvPr>
          <p:cNvSpPr/>
          <p:nvPr/>
        </p:nvSpPr>
        <p:spPr>
          <a:xfrm>
            <a:off x="1091608" y="5506346"/>
            <a:ext cx="3240201" cy="626535"/>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a:solidFill>
                  <a:schemeClr val="tx1"/>
                </a:solidFill>
              </a:rPr>
              <a:t>Web</a:t>
            </a:r>
            <a:r>
              <a:rPr kumimoji="1" lang="ja-JP" altLang="en-US" sz="1400">
                <a:solidFill>
                  <a:schemeClr val="tx1"/>
                </a:solidFill>
              </a:rPr>
              <a:t>アプリケーション（</a:t>
            </a:r>
            <a:r>
              <a:rPr kumimoji="1" lang="en-US" altLang="ja-JP" sz="1400">
                <a:solidFill>
                  <a:schemeClr val="tx1"/>
                </a:solidFill>
              </a:rPr>
              <a:t>WAR</a:t>
            </a:r>
            <a:r>
              <a:rPr kumimoji="1" lang="ja-JP" altLang="en-US" sz="1400">
                <a:solidFill>
                  <a:schemeClr val="tx1"/>
                </a:solidFill>
              </a:rPr>
              <a:t>形式）</a:t>
            </a:r>
            <a:endParaRPr kumimoji="1" lang="en-US" altLang="ja-JP" sz="1400">
              <a:solidFill>
                <a:schemeClr val="tx1"/>
              </a:solidFill>
            </a:endParaRPr>
          </a:p>
        </p:txBody>
      </p:sp>
      <p:sp>
        <p:nvSpPr>
          <p:cNvPr id="11" name="正方形/長方形 10">
            <a:extLst>
              <a:ext uri="{FF2B5EF4-FFF2-40B4-BE49-F238E27FC236}">
                <a16:creationId xmlns:a16="http://schemas.microsoft.com/office/drawing/2014/main" id="{711B3B7A-B23E-12FC-396C-FBAD29F95ABA}"/>
              </a:ext>
            </a:extLst>
          </p:cNvPr>
          <p:cNvSpPr/>
          <p:nvPr/>
        </p:nvSpPr>
        <p:spPr>
          <a:xfrm>
            <a:off x="1091608" y="6132881"/>
            <a:ext cx="3240201" cy="330199"/>
          </a:xfrm>
          <a:prstGeom prst="rect">
            <a:avLst/>
          </a:prstGeom>
          <a:solidFill>
            <a:schemeClr val="accent3"/>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err="1">
                <a:solidFill>
                  <a:schemeClr val="bg1"/>
                </a:solidFill>
              </a:rPr>
              <a:t>WebAP</a:t>
            </a:r>
            <a:r>
              <a:rPr kumimoji="1" lang="ja-JP" altLang="en-US" sz="1400">
                <a:solidFill>
                  <a:schemeClr val="bg1"/>
                </a:solidFill>
              </a:rPr>
              <a:t>サーバ（</a:t>
            </a:r>
            <a:r>
              <a:rPr kumimoji="1" lang="en-US" altLang="ja-JP" sz="1400">
                <a:solidFill>
                  <a:schemeClr val="bg1"/>
                </a:solidFill>
              </a:rPr>
              <a:t>Tomcat</a:t>
            </a:r>
            <a:r>
              <a:rPr kumimoji="1" lang="ja-JP" altLang="en-US" sz="1400">
                <a:solidFill>
                  <a:schemeClr val="bg1"/>
                </a:solidFill>
              </a:rPr>
              <a:t>）</a:t>
            </a:r>
            <a:endParaRPr lang="en-US" altLang="ja-JP" sz="1400">
              <a:solidFill>
                <a:schemeClr val="tx1"/>
              </a:solidFill>
            </a:endParaRPr>
          </a:p>
        </p:txBody>
      </p:sp>
    </p:spTree>
    <p:extLst>
      <p:ext uri="{BB962C8B-B14F-4D97-AF65-F5344CB8AC3E}">
        <p14:creationId xmlns:p14="http://schemas.microsoft.com/office/powerpoint/2010/main" val="11460085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766F3C-90EA-AAFA-D3B6-640A1A738BFE}"/>
              </a:ext>
            </a:extLst>
          </p:cNvPr>
          <p:cNvSpPr>
            <a:spLocks noGrp="1"/>
          </p:cNvSpPr>
          <p:nvPr>
            <p:ph type="title"/>
          </p:nvPr>
        </p:nvSpPr>
        <p:spPr/>
        <p:txBody>
          <a:bodyPr/>
          <a:lstStyle/>
          <a:p>
            <a:r>
              <a:rPr kumimoji="1" lang="ja-JP" altLang="en-US"/>
              <a:t>おすすめ書籍：</a:t>
            </a:r>
            <a:r>
              <a:rPr kumimoji="1" lang="en-US" altLang="ja-JP"/>
              <a:t>『</a:t>
            </a:r>
            <a:r>
              <a:rPr kumimoji="1" lang="ja-JP" altLang="en-US"/>
              <a:t>プロになるための</a:t>
            </a:r>
            <a:r>
              <a:rPr kumimoji="1" lang="en-US" altLang="ja-JP"/>
              <a:t>Spring</a:t>
            </a:r>
            <a:r>
              <a:rPr kumimoji="1" lang="ja-JP" altLang="en-US"/>
              <a:t>入門</a:t>
            </a:r>
            <a:r>
              <a:rPr kumimoji="1" lang="en-US" altLang="ja-JP"/>
              <a:t>』</a:t>
            </a:r>
            <a:endParaRPr kumimoji="1" lang="ja-JP" altLang="en-US"/>
          </a:p>
        </p:txBody>
      </p:sp>
      <p:sp>
        <p:nvSpPr>
          <p:cNvPr id="3" name="コンテンツ プレースホルダー 2">
            <a:extLst>
              <a:ext uri="{FF2B5EF4-FFF2-40B4-BE49-F238E27FC236}">
                <a16:creationId xmlns:a16="http://schemas.microsoft.com/office/drawing/2014/main" id="{DC0BE4C3-97CE-F9E8-C2F1-A2901C5797BA}"/>
              </a:ext>
            </a:extLst>
          </p:cNvPr>
          <p:cNvSpPr>
            <a:spLocks noGrp="1"/>
          </p:cNvSpPr>
          <p:nvPr>
            <p:ph sz="quarter" idx="10"/>
          </p:nvPr>
        </p:nvSpPr>
        <p:spPr>
          <a:xfrm>
            <a:off x="371474" y="1038386"/>
            <a:ext cx="7834680" cy="5196814"/>
          </a:xfrm>
        </p:spPr>
        <p:txBody>
          <a:bodyPr/>
          <a:lstStyle/>
          <a:p>
            <a:pPr marL="285750" indent="-285750">
              <a:buFont typeface="Arial" panose="020B0604020202020204" pitchFamily="34" charset="0"/>
              <a:buChar char="•"/>
            </a:pPr>
            <a:r>
              <a:rPr kumimoji="1" lang="en-US" altLang="ja-JP"/>
              <a:t>Spring</a:t>
            </a:r>
            <a:r>
              <a:rPr kumimoji="1" lang="ja-JP" altLang="en-US"/>
              <a:t>の基本的な機能が体系的に分かる</a:t>
            </a:r>
            <a:endParaRPr kumimoji="1" lang="en-US" altLang="ja-JP"/>
          </a:p>
          <a:p>
            <a:pPr marL="645750" lvl="1" indent="-285750"/>
            <a:r>
              <a:rPr lang="en-US" altLang="ja-JP"/>
              <a:t>DI</a:t>
            </a:r>
            <a:r>
              <a:rPr lang="ja-JP" altLang="en-US"/>
              <a:t>コンテナ</a:t>
            </a:r>
            <a:endParaRPr lang="en-US" altLang="ja-JP"/>
          </a:p>
          <a:p>
            <a:pPr marL="645750" lvl="1" indent="-285750"/>
            <a:r>
              <a:rPr lang="ja-JP" altLang="en-US"/>
              <a:t>プロファイルによる環境の切り替え</a:t>
            </a:r>
            <a:endParaRPr lang="en-US" altLang="ja-JP"/>
          </a:p>
          <a:p>
            <a:pPr marL="645750" lvl="1" indent="-285750"/>
            <a:r>
              <a:rPr lang="ja-JP" altLang="en-US"/>
              <a:t>トランザクション</a:t>
            </a:r>
            <a:endParaRPr lang="en-US" altLang="ja-JP"/>
          </a:p>
          <a:p>
            <a:pPr marL="645750" lvl="1" indent="-285750"/>
            <a:r>
              <a:rPr lang="ja-JP" altLang="en-US"/>
              <a:t>セキュリティ</a:t>
            </a:r>
            <a:endParaRPr lang="en-US" altLang="ja-JP"/>
          </a:p>
          <a:p>
            <a:pPr marL="645750" lvl="1" indent="-285750"/>
            <a:r>
              <a:rPr lang="ja-JP" altLang="en-US"/>
              <a:t>セッション</a:t>
            </a:r>
            <a:endParaRPr lang="en-US" altLang="ja-JP"/>
          </a:p>
          <a:p>
            <a:pPr marL="645750" lvl="1" indent="-285750"/>
            <a:r>
              <a:rPr lang="ja-JP" altLang="en-US"/>
              <a:t>テスト</a:t>
            </a:r>
            <a:endParaRPr lang="en-US" altLang="ja-JP"/>
          </a:p>
          <a:p>
            <a:pPr lvl="1" indent="0">
              <a:buNone/>
            </a:pPr>
            <a:r>
              <a:rPr lang="en-US" altLang="ja-JP"/>
              <a:t>	</a:t>
            </a:r>
            <a:r>
              <a:rPr lang="ja-JP" altLang="en-US"/>
              <a:t>など</a:t>
            </a:r>
            <a:endParaRPr lang="en-US" altLang="ja-JP"/>
          </a:p>
          <a:p>
            <a:pPr marL="645750" lvl="1" indent="-285750"/>
            <a:endParaRPr kumimoji="1" lang="en-US" altLang="ja-JP"/>
          </a:p>
          <a:p>
            <a:pPr marL="285750" indent="-285750">
              <a:buFont typeface="Arial" panose="020B0604020202020204" pitchFamily="34" charset="0"/>
              <a:buChar char="•"/>
            </a:pPr>
            <a:r>
              <a:rPr lang="ja-JP" altLang="en-US"/>
              <a:t>生成</a:t>
            </a:r>
            <a:r>
              <a:rPr lang="en-US" altLang="ja-JP"/>
              <a:t>AI</a:t>
            </a:r>
            <a:r>
              <a:rPr lang="ja-JP" altLang="en-US"/>
              <a:t>に指示するがままに作ることで</a:t>
            </a:r>
            <a:r>
              <a:rPr lang="en-US" altLang="ja-JP"/>
              <a:t>Spring</a:t>
            </a:r>
            <a:r>
              <a:rPr lang="ja-JP" altLang="en-US"/>
              <a:t>フレームワークの</a:t>
            </a:r>
            <a:br>
              <a:rPr lang="en-US" altLang="ja-JP"/>
            </a:br>
            <a:r>
              <a:rPr lang="ja-JP" altLang="en-US"/>
              <a:t>全体像が把握できずモヤモヤするひとにおすすめ</a:t>
            </a:r>
            <a:endParaRPr lang="en-US" altLang="ja-JP"/>
          </a:p>
          <a:p>
            <a:endParaRPr kumimoji="1" lang="ja-JP" altLang="en-US"/>
          </a:p>
        </p:txBody>
      </p:sp>
      <p:pic>
        <p:nvPicPr>
          <p:cNvPr id="4" name="Picture 2">
            <a:extLst>
              <a:ext uri="{FF2B5EF4-FFF2-40B4-BE49-F238E27FC236}">
                <a16:creationId xmlns:a16="http://schemas.microsoft.com/office/drawing/2014/main" id="{EE258A9E-C1BF-2359-E20F-6AA67F369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7994" y="1092953"/>
            <a:ext cx="2940393" cy="3672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6002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599651"/>
      </p:ext>
    </p:extLst>
  </p:cSld>
  <p:clrMapOvr>
    <a:masterClrMapping/>
  </p:clrMapOvr>
</p:sld>
</file>

<file path=ppt/theme/theme1.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3F44459B-CBCD-47B9-9550-79E07347BFD8}"/>
    </a:ext>
  </a:extLst>
</a:theme>
</file>

<file path=ppt/theme/theme2.xml><?xml version="1.0" encoding="utf-8"?>
<a:theme xmlns:a="http://schemas.openxmlformats.org/drawingml/2006/main" name="中扉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BB946400-0B85-4517-AE8C-BC2B39F5FF1D}"/>
    </a:ext>
  </a:extLst>
</a:theme>
</file>

<file path=ppt/theme/theme3.xml><?xml version="1.0" encoding="utf-8"?>
<a:theme xmlns:a="http://schemas.openxmlformats.org/drawingml/2006/main" name="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B7EFED-FF62-4F58-A91E-0D2C1D8AB2B6}"/>
    </a:ext>
  </a:extLst>
</a:theme>
</file>

<file path=ppt/theme/theme4.xml><?xml version="1.0" encoding="utf-8"?>
<a:theme xmlns:a="http://schemas.openxmlformats.org/drawingml/2006/main" name="裏表紙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437B1A96-D058-465A-A684-571135173188}"/>
    </a:ext>
  </a:extLst>
</a:theme>
</file>

<file path=ppt/theme/theme5.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C1217F-E6D8-4E50-B83A-0BB2972E93DC}"/>
    </a:ext>
  </a:extLst>
</a:theme>
</file>

<file path=ppt/theme/theme6.xml><?xml version="1.0" encoding="utf-8"?>
<a:theme xmlns:a="http://schemas.openxmlformats.org/drawingml/2006/main" name="中扉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44E08450-A390-4868-995D-17470C6AE04A}"/>
    </a:ext>
  </a:extLst>
</a:theme>
</file>

<file path=ppt/theme/theme7.xml><?xml version="1.0" encoding="utf-8"?>
<a:theme xmlns:a="http://schemas.openxmlformats.org/drawingml/2006/main" name="コンテンツ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7BD9F778-FFE0-471C-8AAB-02E2D4BD00E4}"/>
    </a:ext>
  </a:extLst>
</a:theme>
</file>

<file path=ppt/theme/theme8.xml><?xml version="1.0" encoding="utf-8"?>
<a:theme xmlns:a="http://schemas.openxmlformats.org/drawingml/2006/main" name="裏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B7DFDDD6-85F3-411E-B605-4F06EFC691BE}"/>
    </a:ext>
  </a:extLst>
</a:theme>
</file>

<file path=ppt/theme/theme9.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B57F87D80BC18745B0A2F78E3C2CA320" ma:contentTypeVersion="3" ma:contentTypeDescription="新しいドキュメントを作成します。" ma:contentTypeScope="" ma:versionID="219b608f28962122c458bdba41ff8225">
  <xsd:schema xmlns:xsd="http://www.w3.org/2001/XMLSchema" xmlns:xs="http://www.w3.org/2001/XMLSchema" xmlns:p="http://schemas.microsoft.com/office/2006/metadata/properties" xmlns:ns2="11d8c85d-1826-47fa-a5d0-9526e53fc34b" targetNamespace="http://schemas.microsoft.com/office/2006/metadata/properties" ma:root="true" ma:fieldsID="7ea3c1caea18927db56b37cdd8f3f590" ns2:_="">
    <xsd:import namespace="11d8c85d-1826-47fa-a5d0-9526e53fc34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d8c85d-1826-47fa-a5d0-9526e53fc3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48F579-53B8-4B8C-9F58-0D818877B6AD}">
  <ds:schemaRefs>
    <ds:schemaRef ds:uri="http://schemas.microsoft.com/sharepoint/v3/contenttype/forms"/>
  </ds:schemaRefs>
</ds:datastoreItem>
</file>

<file path=customXml/itemProps2.xml><?xml version="1.0" encoding="utf-8"?>
<ds:datastoreItem xmlns:ds="http://schemas.openxmlformats.org/officeDocument/2006/customXml" ds:itemID="{C1852003-DBB9-4E68-A215-DD373A1D1BF4}">
  <ds:schemaRefs>
    <ds:schemaRef ds:uri="76c3601a-363f-43d4-a036-3992c2f72613"/>
    <ds:schemaRef ds:uri="e78bdc00-a74b-48b7-906b-ce2f11e16a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A275FB-ABDA-4995-92AC-2DB992CC93EB}">
  <ds:schemaRefs>
    <ds:schemaRef ds:uri="11d8c85d-1826-47fa-a5d0-9526e53fc34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【DBC】単体試験</Template>
  <Application>Microsoft Office PowerPoint</Application>
  <PresentationFormat>Widescreen</PresentationFormat>
  <Slides>45</Slides>
  <Notes>2</Notes>
  <HiddenSlides>0</HiddenSlides>
  <ScaleCrop>false</ScaleCrop>
  <HeadingPairs>
    <vt:vector size="4" baseType="variant">
      <vt:variant>
        <vt:lpstr>Theme</vt:lpstr>
      </vt:variant>
      <vt:variant>
        <vt:i4>8</vt:i4>
      </vt:variant>
      <vt:variant>
        <vt:lpstr>Slide Titles</vt:lpstr>
      </vt:variant>
      <vt:variant>
        <vt:i4>45</vt:i4>
      </vt:variant>
    </vt:vector>
  </HeadingPairs>
  <TitlesOfParts>
    <vt:vector size="53" baseType="lpstr">
      <vt:lpstr>表紙_Light</vt:lpstr>
      <vt:lpstr>中扉_Light</vt:lpstr>
      <vt:lpstr>コンテンツ_Light</vt:lpstr>
      <vt:lpstr>裏表紙_Light</vt:lpstr>
      <vt:lpstr>表紙_Dark</vt:lpstr>
      <vt:lpstr>中扉_Dark</vt:lpstr>
      <vt:lpstr>コンテンツ_Dark</vt:lpstr>
      <vt:lpstr>裏表紙_Dark</vt:lpstr>
      <vt:lpstr>PowerPoint Presentation</vt:lpstr>
      <vt:lpstr>講義の目的</vt:lpstr>
      <vt:lpstr>目次</vt:lpstr>
      <vt:lpstr>目次</vt:lpstr>
      <vt:lpstr>Webアプリケーションとは</vt:lpstr>
      <vt:lpstr>Webアプリケーションの種類</vt:lpstr>
      <vt:lpstr>アプリケーションとは</vt:lpstr>
      <vt:lpstr>Web画面アプリケーション</vt:lpstr>
      <vt:lpstr>Web画面アプリケーション</vt:lpstr>
      <vt:lpstr>Web画面アプリケーション</vt:lpstr>
      <vt:lpstr>ブラウザからのリクエスト種類</vt:lpstr>
      <vt:lpstr>ブラウザからのリクエスト種類</vt:lpstr>
      <vt:lpstr>目次</vt:lpstr>
      <vt:lpstr>データベースとは</vt:lpstr>
      <vt:lpstr>リレーショナルデータベース</vt:lpstr>
      <vt:lpstr>リレーショナルデータベース</vt:lpstr>
      <vt:lpstr>データベースの役割</vt:lpstr>
      <vt:lpstr>2.1.テーブル</vt:lpstr>
      <vt:lpstr>2.2.データ型</vt:lpstr>
      <vt:lpstr>2.2.データ型</vt:lpstr>
      <vt:lpstr>2.3.リレーション</vt:lpstr>
      <vt:lpstr>2.4.データを結合して取得（Join）</vt:lpstr>
      <vt:lpstr>目次</vt:lpstr>
      <vt:lpstr>Webアプリケーションを作成するためのプログラミング言語</vt:lpstr>
      <vt:lpstr>Java</vt:lpstr>
      <vt:lpstr>Java言語の構成要素</vt:lpstr>
      <vt:lpstr>Webアプリケーションを構成するクラス</vt:lpstr>
      <vt:lpstr>Nレイヤーアーキテクチャ</vt:lpstr>
      <vt:lpstr>View と Controller と Service と Repository</vt:lpstr>
      <vt:lpstr>Nレイヤーアーキテクチャ</vt:lpstr>
      <vt:lpstr>Webアプリケーション フレームワーク</vt:lpstr>
      <vt:lpstr>Java向けWebアプリケーションフレームワーク</vt:lpstr>
      <vt:lpstr>Springフレームワーク</vt:lpstr>
      <vt:lpstr>Springフレームワーク：DIコンテナとは</vt:lpstr>
      <vt:lpstr>DIコンテナ：DIコンテナが部品を注入する</vt:lpstr>
      <vt:lpstr>DIコンテナ：DIコンテナによる部品と注入対象になるための目印</vt:lpstr>
      <vt:lpstr>Springフレームワークにおける部品の設定</vt:lpstr>
      <vt:lpstr>Spring Boot</vt:lpstr>
      <vt:lpstr>Spring Boot：オートコンフィグレーション</vt:lpstr>
      <vt:lpstr>Spring Boot：オートコンフィグレーション</vt:lpstr>
      <vt:lpstr>Spring Boot：オートコンフィグレーション</vt:lpstr>
      <vt:lpstr>Spring Boot：Starters</vt:lpstr>
      <vt:lpstr>Spring Boot：組込みWebAPサーバ</vt:lpstr>
      <vt:lpstr>おすすめ書籍：『プロになるためのSpring入門』</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PSD 栗山 映里/Kuriyama, Eri (NTT DATA)</dc:creator>
  <cp:revision>1</cp:revision>
  <dcterms:created xsi:type="dcterms:W3CDTF">2025-03-11T01:08:01Z</dcterms:created>
  <dcterms:modified xsi:type="dcterms:W3CDTF">2026-06-02T02:27:24Z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0x010100B57F87D80BC18745B0A2F78E3C2CA320</vt:lpwstr>
  </property>
  <property fmtid="{D5CDD505-2E9C-101B-9397-08002B2CF9AE}" pid="3" name="MediaServiceImageTags">
    <vt:lpwstr/>
  </property>
</Properties>
</file>