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8" r:id="rId3"/>
    <p:sldId id="257" r:id="rId4"/>
    <p:sldId id="279" r:id="rId5"/>
    <p:sldId id="280" r:id="rId6"/>
    <p:sldId id="274" r:id="rId7"/>
    <p:sldId id="277" r:id="rId8"/>
    <p:sldId id="275" r:id="rId9"/>
    <p:sldId id="276" r:id="rId10"/>
    <p:sldId id="273" r:id="rId11"/>
    <p:sldId id="272" r:id="rId12"/>
    <p:sldId id="262" r:id="rId13"/>
    <p:sldId id="258" r:id="rId14"/>
    <p:sldId id="260" r:id="rId15"/>
    <p:sldId id="263" r:id="rId16"/>
    <p:sldId id="288" r:id="rId17"/>
    <p:sldId id="264" r:id="rId18"/>
    <p:sldId id="265" r:id="rId19"/>
    <p:sldId id="261" r:id="rId20"/>
    <p:sldId id="289" r:id="rId21"/>
    <p:sldId id="266" r:id="rId22"/>
    <p:sldId id="267" r:id="rId23"/>
    <p:sldId id="270" r:id="rId24"/>
    <p:sldId id="271" r:id="rId25"/>
    <p:sldId id="281" r:id="rId26"/>
    <p:sldId id="282" r:id="rId27"/>
    <p:sldId id="286" r:id="rId28"/>
    <p:sldId id="287" r:id="rId29"/>
    <p:sldId id="296" r:id="rId30"/>
    <p:sldId id="291" r:id="rId31"/>
    <p:sldId id="292" r:id="rId32"/>
    <p:sldId id="421" r:id="rId33"/>
    <p:sldId id="424" r:id="rId34"/>
    <p:sldId id="427" r:id="rId35"/>
    <p:sldId id="283" r:id="rId36"/>
    <p:sldId id="284" r:id="rId37"/>
    <p:sldId id="293" r:id="rId38"/>
    <p:sldId id="416" r:id="rId39"/>
    <p:sldId id="417" r:id="rId40"/>
    <p:sldId id="294" r:id="rId41"/>
    <p:sldId id="298" r:id="rId42"/>
    <p:sldId id="285" r:id="rId43"/>
    <p:sldId id="299" r:id="rId44"/>
    <p:sldId id="406" r:id="rId45"/>
    <p:sldId id="304" r:id="rId46"/>
    <p:sldId id="420" r:id="rId47"/>
    <p:sldId id="419" r:id="rId48"/>
    <p:sldId id="300" r:id="rId49"/>
    <p:sldId id="305" r:id="rId50"/>
    <p:sldId id="306" r:id="rId51"/>
    <p:sldId id="301" r:id="rId52"/>
    <p:sldId id="407" r:id="rId53"/>
    <p:sldId id="318" r:id="rId54"/>
    <p:sldId id="319" r:id="rId55"/>
    <p:sldId id="320" r:id="rId56"/>
    <p:sldId id="321" r:id="rId57"/>
    <p:sldId id="324" r:id="rId58"/>
    <p:sldId id="325" r:id="rId59"/>
    <p:sldId id="326" r:id="rId60"/>
    <p:sldId id="327" r:id="rId61"/>
    <p:sldId id="322" r:id="rId62"/>
    <p:sldId id="328" r:id="rId63"/>
    <p:sldId id="323" r:id="rId64"/>
    <p:sldId id="329" r:id="rId65"/>
    <p:sldId id="330" r:id="rId66"/>
    <p:sldId id="332" r:id="rId67"/>
    <p:sldId id="331" r:id="rId68"/>
    <p:sldId id="333" r:id="rId69"/>
    <p:sldId id="334" r:id="rId70"/>
    <p:sldId id="335" r:id="rId71"/>
    <p:sldId id="340" r:id="rId72"/>
    <p:sldId id="336" r:id="rId73"/>
    <p:sldId id="341" r:id="rId74"/>
    <p:sldId id="342" r:id="rId75"/>
    <p:sldId id="344" r:id="rId76"/>
    <p:sldId id="337" r:id="rId77"/>
    <p:sldId id="343" r:id="rId78"/>
    <p:sldId id="345" r:id="rId79"/>
    <p:sldId id="346" r:id="rId80"/>
    <p:sldId id="347" r:id="rId81"/>
    <p:sldId id="338" r:id="rId82"/>
    <p:sldId id="348" r:id="rId83"/>
    <p:sldId id="339" r:id="rId84"/>
    <p:sldId id="349" r:id="rId85"/>
    <p:sldId id="350" r:id="rId86"/>
    <p:sldId id="351" r:id="rId87"/>
    <p:sldId id="362" r:id="rId88"/>
    <p:sldId id="352" r:id="rId89"/>
    <p:sldId id="353" r:id="rId90"/>
    <p:sldId id="354" r:id="rId91"/>
    <p:sldId id="361" r:id="rId92"/>
    <p:sldId id="363" r:id="rId93"/>
    <p:sldId id="364" r:id="rId94"/>
    <p:sldId id="365" r:id="rId95"/>
    <p:sldId id="355" r:id="rId96"/>
    <p:sldId id="356" r:id="rId97"/>
    <p:sldId id="430" r:id="rId98"/>
    <p:sldId id="358" r:id="rId99"/>
    <p:sldId id="429" r:id="rId100"/>
    <p:sldId id="359" r:id="rId101"/>
    <p:sldId id="360" r:id="rId102"/>
    <p:sldId id="367" r:id="rId103"/>
    <p:sldId id="369" r:id="rId104"/>
    <p:sldId id="370" r:id="rId105"/>
    <p:sldId id="371" r:id="rId106"/>
    <p:sldId id="372" r:id="rId107"/>
    <p:sldId id="373" r:id="rId108"/>
    <p:sldId id="368" r:id="rId109"/>
    <p:sldId id="374" r:id="rId110"/>
    <p:sldId id="379" r:id="rId111"/>
    <p:sldId id="375" r:id="rId112"/>
    <p:sldId id="378" r:id="rId113"/>
    <p:sldId id="376" r:id="rId114"/>
    <p:sldId id="380" r:id="rId115"/>
    <p:sldId id="385" r:id="rId116"/>
    <p:sldId id="377" r:id="rId117"/>
    <p:sldId id="381" r:id="rId118"/>
    <p:sldId id="382" r:id="rId119"/>
    <p:sldId id="383" r:id="rId120"/>
    <p:sldId id="384" r:id="rId121"/>
    <p:sldId id="432" r:id="rId122"/>
    <p:sldId id="431" r:id="rId123"/>
    <p:sldId id="387" r:id="rId124"/>
    <p:sldId id="388" r:id="rId125"/>
    <p:sldId id="392" r:id="rId126"/>
    <p:sldId id="389" r:id="rId127"/>
    <p:sldId id="390" r:id="rId128"/>
    <p:sldId id="391" r:id="rId129"/>
    <p:sldId id="393" r:id="rId130"/>
    <p:sldId id="394" r:id="rId131"/>
    <p:sldId id="399" r:id="rId132"/>
    <p:sldId id="400" r:id="rId133"/>
    <p:sldId id="422" r:id="rId134"/>
    <p:sldId id="425" r:id="rId135"/>
    <p:sldId id="426" r:id="rId136"/>
    <p:sldId id="405" r:id="rId137"/>
    <p:sldId id="403" r:id="rId138"/>
    <p:sldId id="402" r:id="rId139"/>
    <p:sldId id="404" r:id="rId140"/>
    <p:sldId id="415" r:id="rId141"/>
    <p:sldId id="408" r:id="rId142"/>
    <p:sldId id="409" r:id="rId143"/>
    <p:sldId id="410" r:id="rId144"/>
    <p:sldId id="411" r:id="rId145"/>
    <p:sldId id="412" r:id="rId146"/>
    <p:sldId id="428" r:id="rId14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FF"/>
    <a:srgbClr val="FF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184" autoAdjust="0"/>
  </p:normalViewPr>
  <p:slideViewPr>
    <p:cSldViewPr snapToGrid="0">
      <p:cViewPr varScale="1">
        <p:scale>
          <a:sx n="82" d="100"/>
          <a:sy n="82" d="100"/>
        </p:scale>
        <p:origin x="61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viewProps" Target="viewProps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slide" Target="slides/slide133.xml"/><Relationship Id="rId139" Type="http://schemas.openxmlformats.org/officeDocument/2006/relationships/slide" Target="slides/slide13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50" Type="http://schemas.openxmlformats.org/officeDocument/2006/relationships/theme" Target="theme/theme1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45" Type="http://schemas.openxmlformats.org/officeDocument/2006/relationships/slide" Target="slides/slide14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tableStyles" Target="tableStyles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E8C1E49-346C-23D8-8560-72E1840BF5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6B602E3-228C-2BD9-A4C5-A3CA399484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C94A90A-48D4-5A83-7537-AE7545FEA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D8970-2F0F-4F19-9427-F451CC43E670}" type="datetimeFigureOut">
              <a:rPr kumimoji="1" lang="ja-JP" altLang="en-US" smtClean="0"/>
              <a:t>2026/6/30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854A6B8-A08D-BB57-9549-DC61339B8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010FA59-B3BB-BFDC-98A2-61BFD1169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0312E-B8B2-48F7-BA77-29A3FEEF63D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388120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FE6D8E3-26EE-118E-9F01-2354E7B1C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99FAF00-C30E-AC48-AD8C-1520D38157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0C1A78B-306C-F4E0-AFFD-F86F85846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D8970-2F0F-4F19-9427-F451CC43E670}" type="datetimeFigureOut">
              <a:rPr kumimoji="1" lang="ja-JP" altLang="en-US" smtClean="0"/>
              <a:t>2026/6/30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404FADB-C4B2-5297-412E-F763080FA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24A420A-0B67-2FC1-765A-7C7671CEF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0312E-B8B2-48F7-BA77-29A3FEEF63D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101929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9AA2B21-5C32-7391-32B0-CDA2E99373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377F08E-678B-9895-A1DC-8E7F367695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09FB856-373A-DF4F-486F-B8D3DF0D9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D8970-2F0F-4F19-9427-F451CC43E670}" type="datetimeFigureOut">
              <a:rPr kumimoji="1" lang="ja-JP" altLang="en-US" smtClean="0"/>
              <a:t>2026/6/30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3EC8611-F66D-2660-7746-47DEEA9CF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0AC3523-374E-3B78-A9F7-CB1BCDF05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0312E-B8B2-48F7-BA77-29A3FEEF63D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816472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16E15CC-FF8E-C43A-5ADA-2FF84F740A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CA0C7B0-0641-9489-1771-7C25E7589E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2133B8E-9FFC-95BA-4F0D-92C5EB3964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2DD395-0BE1-9E19-F071-CD2F84A76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D8970-2F0F-4F19-9427-F451CC43E670}" type="datetimeFigureOut">
              <a:rPr kumimoji="1" lang="ja-JP" altLang="en-US" smtClean="0"/>
              <a:t>2026/6/30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31E29AC-A59D-D3CC-80F5-F82AACAE7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92F3034-B5E6-E929-B219-941B16312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0312E-B8B2-48F7-BA77-29A3FEEF63D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63708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38C0822-E99B-6C87-83FB-B301EFE213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A83C52-E56F-5A87-7DB6-2362582C83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1706B4C-A784-5ED1-95CD-10803B2244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5CFF41AD-C93C-0701-0FEC-FE88154D88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E3BD4639-25F2-E9EE-4E29-03466DC202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460E593D-F2C5-489F-B6C2-73472FB39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D8970-2F0F-4F19-9427-F451CC43E670}" type="datetimeFigureOut">
              <a:rPr kumimoji="1" lang="ja-JP" altLang="en-US" smtClean="0"/>
              <a:t>2026/6/30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A0D39A68-4176-4762-1218-F009AA2A7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8CF0B064-4AC2-2E72-8EE3-3F2515E91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0312E-B8B2-48F7-BA77-29A3FEEF63D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050968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628D697-16AF-FD50-AD48-2EC81FBE0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74A24745-F7D6-A3EB-CEED-505CA2FA8B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D8970-2F0F-4F19-9427-F451CC43E670}" type="datetimeFigureOut">
              <a:rPr kumimoji="1" lang="ja-JP" altLang="en-US" smtClean="0"/>
              <a:t>2026/6/30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9891CBCB-E1AE-A582-AC73-7200D1CFE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27A1FC8B-5CF6-1B21-DBA2-3CFC1FC0D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0312E-B8B2-48F7-BA77-29A3FEEF63D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799472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0ED32F64-C55A-6995-0588-D5A4DC7A6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D8970-2F0F-4F19-9427-F451CC43E670}" type="datetimeFigureOut">
              <a:rPr kumimoji="1" lang="ja-JP" altLang="en-US" smtClean="0"/>
              <a:t>2026/6/30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84A8A7DE-10AF-1FC4-9307-39D53AFF6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A175DB3-3284-4CE1-0290-0BFC754AF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0312E-B8B2-48F7-BA77-29A3FEEF63D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446067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24206D7-B721-4845-8025-2538BBB937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2FB10DA-0FB7-03E5-3D45-9ABB034CCD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B7D0BEA-615B-752E-04A1-5801ACC1FE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99651DB-C5A2-C839-602D-2BDFA13F6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D8970-2F0F-4F19-9427-F451CC43E670}" type="datetimeFigureOut">
              <a:rPr kumimoji="1" lang="ja-JP" altLang="en-US" smtClean="0"/>
              <a:t>2026/6/30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47CED17-D624-0D14-042E-3F96277E6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3330C02-C502-1B5A-9E40-389691DC8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0312E-B8B2-48F7-BA77-29A3FEEF63D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990651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A32D607-568F-B665-8DDF-C08CBDBB1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B697B728-ECE8-83BE-EE11-41DEC0BDD0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4D0615F-8F57-C602-9651-72711C4C88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7673B73-531D-D10C-499E-191142659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D8970-2F0F-4F19-9427-F451CC43E670}" type="datetimeFigureOut">
              <a:rPr kumimoji="1" lang="ja-JP" altLang="en-US" smtClean="0"/>
              <a:t>2026/6/30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0B9634D-A4E8-A802-89B1-A0934FE52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51A9026-387D-0391-B028-0DF5CCEE5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0312E-B8B2-48F7-BA77-29A3FEEF63D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841523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AC01306-49CD-70E6-680C-00550373E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485331F-E233-64A8-15EE-BC4D77C325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E7FFDF2-13CB-5964-375C-3057729A0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D8970-2F0F-4F19-9427-F451CC43E670}" type="datetimeFigureOut">
              <a:rPr kumimoji="1" lang="ja-JP" altLang="en-US" smtClean="0"/>
              <a:t>2026/6/30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F7BD9C0-DEDA-F267-3B68-67FB583B4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292F14B-2F04-7C2E-03BF-62EC681F4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0312E-B8B2-48F7-BA77-29A3FEEF63D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85492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A6C9F24C-8EC4-1154-04C1-867B4D5AFE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9FE5037-9BBC-11B2-2D92-AD204F4245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74115CA-881F-BC04-B164-3AE28CEDA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D8970-2F0F-4F19-9427-F451CC43E670}" type="datetimeFigureOut">
              <a:rPr kumimoji="1" lang="ja-JP" altLang="en-US" smtClean="0"/>
              <a:t>2026/6/30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BD7E462-66CF-A930-EA89-6A9CA5F11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FEEBBE5-D651-9F5C-40E1-2B391EBC4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0312E-B8B2-48F7-BA77-29A3FEEF63D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928242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2C04E636-CC23-7BF1-D59C-276CEFFBA1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6AA4370-DAF6-C5CA-8282-199BFF4B08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4F31E70-7DED-425B-5ACE-EB0441F44F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4D8970-2F0F-4F19-9427-F451CC43E670}" type="datetimeFigureOut">
              <a:rPr kumimoji="1" lang="ja-JP" altLang="en-US" smtClean="0"/>
              <a:t>2026/6/30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5036ADF-5EE9-DEB5-79A8-49538AD302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3BC7D65-6BE5-3335-F57D-D26562010E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00312E-B8B2-48F7-BA77-29A3FEEF63D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39981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G"/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G"/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G"/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G"/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JPG"/><Relationship Id="rId4" Type="http://schemas.openxmlformats.org/officeDocument/2006/relationships/image" Target="../media/image43.JPG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G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G"/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JPG"/><Relationship Id="rId4" Type="http://schemas.openxmlformats.org/officeDocument/2006/relationships/image" Target="../media/image43.JPG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G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G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G"/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JPG"/><Relationship Id="rId4" Type="http://schemas.openxmlformats.org/officeDocument/2006/relationships/image" Target="../media/image43.JPG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G"/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G"/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G"/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G"/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JPG"/><Relationship Id="rId4" Type="http://schemas.openxmlformats.org/officeDocument/2006/relationships/image" Target="../media/image43.JPG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G"/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G"/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G"/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G"/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G"/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G"/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G"/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G"/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G"/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G"/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G"/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2F64F72-E69C-A729-4AD8-945A2E35786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038F144-C19D-E19B-176C-BFAF1025332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068730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3B3AC8-7F53-B3EC-8C78-F629F06393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BC477E55-7668-9E39-6FCF-BD2A5593F13D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6583" y="2000888"/>
            <a:ext cx="756449" cy="756449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59471A06-E386-21B5-E957-807AA90C7A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9503" y="3232852"/>
            <a:ext cx="2359792" cy="1769844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E9E1F957-9CE1-927D-A7F6-C64CDE85C5E9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4546" y="2353754"/>
            <a:ext cx="756449" cy="756449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FFBB55A2-61A4-B7EE-4500-09AF8CB74244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1067" y="2520622"/>
            <a:ext cx="756449" cy="756449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DCB71749-4AE8-E6D8-798A-65D814D56419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1474" y="1577651"/>
            <a:ext cx="756449" cy="756449"/>
          </a:xfrm>
          <a:prstGeom prst="rect">
            <a:avLst/>
          </a:prstGeom>
        </p:spPr>
      </p:pic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0722C355-2014-0625-7116-F25FE279BF0F}"/>
              </a:ext>
            </a:extLst>
          </p:cNvPr>
          <p:cNvSpPr txBox="1"/>
          <p:nvPr/>
        </p:nvSpPr>
        <p:spPr>
          <a:xfrm>
            <a:off x="2233020" y="2593656"/>
            <a:ext cx="8835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ja-JP" sz="1200" dirty="0"/>
              <a:t>仕様書</a:t>
            </a:r>
            <a:r>
              <a:rPr lang="en-US" altLang="ja-JP" sz="1200" dirty="0"/>
              <a:t>_v1</a:t>
            </a:r>
            <a:endParaRPr kumimoji="1" lang="ja-JP" altLang="en-US" sz="1200" dirty="0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06B78697-051F-B7C3-0BFA-6A5584FF6498}"/>
              </a:ext>
            </a:extLst>
          </p:cNvPr>
          <p:cNvSpPr txBox="1"/>
          <p:nvPr/>
        </p:nvSpPr>
        <p:spPr>
          <a:xfrm>
            <a:off x="3060983" y="2937191"/>
            <a:ext cx="8835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ja-JP" sz="1200" dirty="0"/>
              <a:t>仕様書</a:t>
            </a:r>
            <a:r>
              <a:rPr lang="en-US" altLang="ja-JP" sz="1200" dirty="0"/>
              <a:t>_v2</a:t>
            </a:r>
            <a:endParaRPr kumimoji="1" lang="ja-JP" altLang="en-US" sz="1200" dirty="0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494F4B37-A73B-1A37-6735-88211127C46C}"/>
              </a:ext>
            </a:extLst>
          </p:cNvPr>
          <p:cNvSpPr txBox="1"/>
          <p:nvPr/>
        </p:nvSpPr>
        <p:spPr>
          <a:xfrm>
            <a:off x="4183324" y="3105346"/>
            <a:ext cx="87716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ja-JP" sz="1200" dirty="0"/>
              <a:t>仕様書</a:t>
            </a:r>
            <a:r>
              <a:rPr lang="en-US" altLang="ja-JP" sz="1200" dirty="0"/>
              <a:t>_…</a:t>
            </a:r>
            <a:endParaRPr kumimoji="1" lang="ja-JP" altLang="en-US" sz="1200" dirty="0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12BD2DF3-815B-E062-9E36-17EC2E205F88}"/>
              </a:ext>
            </a:extLst>
          </p:cNvPr>
          <p:cNvSpPr txBox="1"/>
          <p:nvPr/>
        </p:nvSpPr>
        <p:spPr>
          <a:xfrm>
            <a:off x="3727228" y="2167229"/>
            <a:ext cx="11849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ja-JP" sz="1200" dirty="0"/>
              <a:t>仕様書</a:t>
            </a:r>
            <a:r>
              <a:rPr lang="en-US" altLang="ja-JP" sz="1200" dirty="0"/>
              <a:t>_</a:t>
            </a:r>
            <a:r>
              <a:rPr lang="ja-JP" altLang="en-US" sz="1200" dirty="0"/>
              <a:t>最終版</a:t>
            </a:r>
            <a:endParaRPr kumimoji="1" lang="ja-JP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8244417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>
            <a:extLst>
              <a:ext uri="{FF2B5EF4-FFF2-40B4-BE49-F238E27FC236}">
                <a16:creationId xmlns:a16="http://schemas.microsoft.com/office/drawing/2014/main" id="{76C3C845-63E2-25D5-3260-3402A990F2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7250" y="2833688"/>
            <a:ext cx="2857500" cy="1190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12880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A0EDB1-BA91-83E2-B943-A8B013752F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206CFAF4-95BD-BC36-6F4C-A0D92B3E98A3}"/>
              </a:ext>
            </a:extLst>
          </p:cNvPr>
          <p:cNvSpPr/>
          <p:nvPr/>
        </p:nvSpPr>
        <p:spPr>
          <a:xfrm>
            <a:off x="979714" y="2453951"/>
            <a:ext cx="4133462" cy="1408922"/>
          </a:xfrm>
          <a:prstGeom prst="round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68010BA1-6CEC-B951-5C6A-80D85C4E50A7}"/>
              </a:ext>
            </a:extLst>
          </p:cNvPr>
          <p:cNvSpPr txBox="1"/>
          <p:nvPr/>
        </p:nvSpPr>
        <p:spPr>
          <a:xfrm>
            <a:off x="945244" y="2089688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ja-JP" b="1" dirty="0"/>
              <a:t>仕様書</a:t>
            </a:r>
            <a:endParaRPr kumimoji="1" lang="ja-JP" altLang="en-US" b="1" dirty="0"/>
          </a:p>
        </p:txBody>
      </p:sp>
      <p:cxnSp>
        <p:nvCxnSpPr>
          <p:cNvPr id="12" name="直線矢印コネクタ 11">
            <a:extLst>
              <a:ext uri="{FF2B5EF4-FFF2-40B4-BE49-F238E27FC236}">
                <a16:creationId xmlns:a16="http://schemas.microsoft.com/office/drawing/2014/main" id="{FCCE081E-61D4-6AC9-6C8E-02762764F880}"/>
              </a:ext>
            </a:extLst>
          </p:cNvPr>
          <p:cNvCxnSpPr>
            <a:cxnSpLocks/>
          </p:cNvCxnSpPr>
          <p:nvPr/>
        </p:nvCxnSpPr>
        <p:spPr>
          <a:xfrm flipV="1">
            <a:off x="2317229" y="3092912"/>
            <a:ext cx="360000" cy="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3DF9E1C8-CD3C-FED7-CDFF-728128CDD98E}"/>
              </a:ext>
            </a:extLst>
          </p:cNvPr>
          <p:cNvCxnSpPr>
            <a:cxnSpLocks/>
          </p:cNvCxnSpPr>
          <p:nvPr/>
        </p:nvCxnSpPr>
        <p:spPr>
          <a:xfrm flipV="1">
            <a:off x="3556410" y="3092912"/>
            <a:ext cx="360000" cy="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8" name="グループ化 27">
            <a:extLst>
              <a:ext uri="{FF2B5EF4-FFF2-40B4-BE49-F238E27FC236}">
                <a16:creationId xmlns:a16="http://schemas.microsoft.com/office/drawing/2014/main" id="{63F5A78E-4DA2-F082-4334-70B930985D4A}"/>
              </a:ext>
            </a:extLst>
          </p:cNvPr>
          <p:cNvGrpSpPr/>
          <p:nvPr/>
        </p:nvGrpSpPr>
        <p:grpSpPr>
          <a:xfrm>
            <a:off x="1456001" y="2694724"/>
            <a:ext cx="843275" cy="964330"/>
            <a:chOff x="1456001" y="2778396"/>
            <a:chExt cx="843275" cy="964330"/>
          </a:xfrm>
        </p:grpSpPr>
        <p:pic>
          <p:nvPicPr>
            <p:cNvPr id="4" name="図 3">
              <a:extLst>
                <a:ext uri="{FF2B5EF4-FFF2-40B4-BE49-F238E27FC236}">
                  <a16:creationId xmlns:a16="http://schemas.microsoft.com/office/drawing/2014/main" id="{6175C0D5-5A35-6A02-BC9B-55E08FF7632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56001" y="2778396"/>
              <a:ext cx="756449" cy="756449"/>
            </a:xfrm>
            <a:prstGeom prst="rect">
              <a:avLst/>
            </a:prstGeom>
          </p:spPr>
        </p:pic>
        <p:grpSp>
          <p:nvGrpSpPr>
            <p:cNvPr id="27" name="グループ化 26">
              <a:extLst>
                <a:ext uri="{FF2B5EF4-FFF2-40B4-BE49-F238E27FC236}">
                  <a16:creationId xmlns:a16="http://schemas.microsoft.com/office/drawing/2014/main" id="{B3D6D603-90D0-561E-B338-67C44356207C}"/>
                </a:ext>
              </a:extLst>
            </p:cNvPr>
            <p:cNvGrpSpPr/>
            <p:nvPr/>
          </p:nvGrpSpPr>
          <p:grpSpPr>
            <a:xfrm>
              <a:off x="1545787" y="3462036"/>
              <a:ext cx="753489" cy="280690"/>
              <a:chOff x="1545787" y="3462036"/>
              <a:chExt cx="753489" cy="280690"/>
            </a:xfrm>
          </p:grpSpPr>
          <p:sp>
            <p:nvSpPr>
              <p:cNvPr id="17" name="フローチャート: 書類 16">
                <a:extLst>
                  <a:ext uri="{FF2B5EF4-FFF2-40B4-BE49-F238E27FC236}">
                    <a16:creationId xmlns:a16="http://schemas.microsoft.com/office/drawing/2014/main" id="{5181CF98-32F0-209F-1388-0DA2C878B667}"/>
                  </a:ext>
                </a:extLst>
              </p:cNvPr>
              <p:cNvSpPr/>
              <p:nvPr/>
            </p:nvSpPr>
            <p:spPr>
              <a:xfrm rot="5400000" flipV="1">
                <a:off x="1782187" y="3225636"/>
                <a:ext cx="280690" cy="753489"/>
              </a:xfrm>
              <a:prstGeom prst="flowChartDocument">
                <a:avLst/>
              </a:prstGeom>
              <a:solidFill>
                <a:schemeClr val="bg1"/>
              </a:solidFill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dirty="0"/>
              </a:p>
            </p:txBody>
          </p:sp>
          <p:sp>
            <p:nvSpPr>
              <p:cNvPr id="18" name="テキスト ボックス 17">
                <a:extLst>
                  <a:ext uri="{FF2B5EF4-FFF2-40B4-BE49-F238E27FC236}">
                    <a16:creationId xmlns:a16="http://schemas.microsoft.com/office/drawing/2014/main" id="{5E346611-2F14-D31A-5469-0688C5DECAA1}"/>
                  </a:ext>
                </a:extLst>
              </p:cNvPr>
              <p:cNvSpPr txBox="1"/>
              <p:nvPr/>
            </p:nvSpPr>
            <p:spPr>
              <a:xfrm>
                <a:off x="1545787" y="3500392"/>
                <a:ext cx="276620" cy="2039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sz="1100" b="1" dirty="0"/>
                  <a:t>V1</a:t>
                </a:r>
                <a:endParaRPr kumimoji="1" lang="ja-JP" altLang="en-US" sz="1100" b="1" dirty="0"/>
              </a:p>
            </p:txBody>
          </p:sp>
        </p:grpSp>
      </p:grpSp>
      <p:sp>
        <p:nvSpPr>
          <p:cNvPr id="26" name="吹き出し: 線 25">
            <a:extLst>
              <a:ext uri="{FF2B5EF4-FFF2-40B4-BE49-F238E27FC236}">
                <a16:creationId xmlns:a16="http://schemas.microsoft.com/office/drawing/2014/main" id="{A0640CC0-0392-BF88-905A-33E093B33D7F}"/>
              </a:ext>
            </a:extLst>
          </p:cNvPr>
          <p:cNvSpPr/>
          <p:nvPr/>
        </p:nvSpPr>
        <p:spPr>
          <a:xfrm>
            <a:off x="5646828" y="2363517"/>
            <a:ext cx="1464906" cy="631609"/>
          </a:xfrm>
          <a:prstGeom prst="borderCallout1">
            <a:avLst>
              <a:gd name="adj1" fmla="val 46818"/>
              <a:gd name="adj2" fmla="val -8333"/>
              <a:gd name="adj3" fmla="val 120089"/>
              <a:gd name="adj4" fmla="val -70642"/>
            </a:avLst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最終版</a:t>
            </a:r>
          </a:p>
        </p:txBody>
      </p:sp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AC1409EF-F5D8-B91B-0EDB-78810CBC93FD}"/>
              </a:ext>
            </a:extLst>
          </p:cNvPr>
          <p:cNvGrpSpPr/>
          <p:nvPr/>
        </p:nvGrpSpPr>
        <p:grpSpPr>
          <a:xfrm>
            <a:off x="2695182" y="2685086"/>
            <a:ext cx="843275" cy="983606"/>
            <a:chOff x="1456001" y="2778396"/>
            <a:chExt cx="843275" cy="983606"/>
          </a:xfrm>
        </p:grpSpPr>
        <p:pic>
          <p:nvPicPr>
            <p:cNvPr id="30" name="図 29">
              <a:extLst>
                <a:ext uri="{FF2B5EF4-FFF2-40B4-BE49-F238E27FC236}">
                  <a16:creationId xmlns:a16="http://schemas.microsoft.com/office/drawing/2014/main" id="{AFC111F5-A332-8761-0875-BA2C87D5904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56001" y="2778396"/>
              <a:ext cx="756449" cy="756449"/>
            </a:xfrm>
            <a:prstGeom prst="rect">
              <a:avLst/>
            </a:prstGeom>
          </p:spPr>
        </p:pic>
        <p:grpSp>
          <p:nvGrpSpPr>
            <p:cNvPr id="31" name="グループ化 30">
              <a:extLst>
                <a:ext uri="{FF2B5EF4-FFF2-40B4-BE49-F238E27FC236}">
                  <a16:creationId xmlns:a16="http://schemas.microsoft.com/office/drawing/2014/main" id="{A0B6D03F-8AD9-02FB-BF92-CE7AB2905DEB}"/>
                </a:ext>
              </a:extLst>
            </p:cNvPr>
            <p:cNvGrpSpPr/>
            <p:nvPr/>
          </p:nvGrpSpPr>
          <p:grpSpPr>
            <a:xfrm>
              <a:off x="1545787" y="3462036"/>
              <a:ext cx="753489" cy="299966"/>
              <a:chOff x="1545787" y="3462036"/>
              <a:chExt cx="753489" cy="299966"/>
            </a:xfrm>
          </p:grpSpPr>
          <p:sp>
            <p:nvSpPr>
              <p:cNvPr id="32" name="フローチャート: 書類 31">
                <a:extLst>
                  <a:ext uri="{FF2B5EF4-FFF2-40B4-BE49-F238E27FC236}">
                    <a16:creationId xmlns:a16="http://schemas.microsoft.com/office/drawing/2014/main" id="{76F71627-10B1-2322-C5DD-377D735FD575}"/>
                  </a:ext>
                </a:extLst>
              </p:cNvPr>
              <p:cNvSpPr/>
              <p:nvPr/>
            </p:nvSpPr>
            <p:spPr>
              <a:xfrm rot="5400000" flipV="1">
                <a:off x="1782187" y="3225636"/>
                <a:ext cx="280690" cy="753489"/>
              </a:xfrm>
              <a:prstGeom prst="flowChartDocument">
                <a:avLst/>
              </a:prstGeom>
              <a:solidFill>
                <a:schemeClr val="bg1"/>
              </a:solidFill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dirty="0"/>
              </a:p>
            </p:txBody>
          </p:sp>
          <p:sp>
            <p:nvSpPr>
              <p:cNvPr id="33" name="テキスト ボックス 32">
                <a:extLst>
                  <a:ext uri="{FF2B5EF4-FFF2-40B4-BE49-F238E27FC236}">
                    <a16:creationId xmlns:a16="http://schemas.microsoft.com/office/drawing/2014/main" id="{8FC96312-6E60-89C6-AB70-DB156304E132}"/>
                  </a:ext>
                </a:extLst>
              </p:cNvPr>
              <p:cNvSpPr txBox="1"/>
              <p:nvPr/>
            </p:nvSpPr>
            <p:spPr>
              <a:xfrm>
                <a:off x="1545787" y="3500392"/>
                <a:ext cx="360996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sz="1100" b="1" dirty="0"/>
                  <a:t>V2</a:t>
                </a:r>
                <a:endParaRPr kumimoji="1" lang="ja-JP" altLang="en-US" sz="1100" b="1" dirty="0"/>
              </a:p>
            </p:txBody>
          </p:sp>
        </p:grpSp>
      </p:grpSp>
      <p:grpSp>
        <p:nvGrpSpPr>
          <p:cNvPr id="34" name="グループ化 33">
            <a:extLst>
              <a:ext uri="{FF2B5EF4-FFF2-40B4-BE49-F238E27FC236}">
                <a16:creationId xmlns:a16="http://schemas.microsoft.com/office/drawing/2014/main" id="{39F312E6-342F-3C94-BFEE-EDE2520F22D0}"/>
              </a:ext>
            </a:extLst>
          </p:cNvPr>
          <p:cNvGrpSpPr/>
          <p:nvPr/>
        </p:nvGrpSpPr>
        <p:grpSpPr>
          <a:xfrm>
            <a:off x="3934364" y="2685086"/>
            <a:ext cx="843275" cy="983606"/>
            <a:chOff x="1456001" y="2778396"/>
            <a:chExt cx="843275" cy="983606"/>
          </a:xfrm>
        </p:grpSpPr>
        <p:pic>
          <p:nvPicPr>
            <p:cNvPr id="35" name="図 34">
              <a:extLst>
                <a:ext uri="{FF2B5EF4-FFF2-40B4-BE49-F238E27FC236}">
                  <a16:creationId xmlns:a16="http://schemas.microsoft.com/office/drawing/2014/main" id="{0CADB9E6-5CF4-B14E-D298-CFBAEFAC8FD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56001" y="2778396"/>
              <a:ext cx="756449" cy="756449"/>
            </a:xfrm>
            <a:prstGeom prst="rect">
              <a:avLst/>
            </a:prstGeom>
          </p:spPr>
        </p:pic>
        <p:grpSp>
          <p:nvGrpSpPr>
            <p:cNvPr id="36" name="グループ化 35">
              <a:extLst>
                <a:ext uri="{FF2B5EF4-FFF2-40B4-BE49-F238E27FC236}">
                  <a16:creationId xmlns:a16="http://schemas.microsoft.com/office/drawing/2014/main" id="{EC8B446D-8C25-80EE-C89B-0F08B3F5B50D}"/>
                </a:ext>
              </a:extLst>
            </p:cNvPr>
            <p:cNvGrpSpPr/>
            <p:nvPr/>
          </p:nvGrpSpPr>
          <p:grpSpPr>
            <a:xfrm>
              <a:off x="1545787" y="3462036"/>
              <a:ext cx="753489" cy="299966"/>
              <a:chOff x="1545787" y="3462036"/>
              <a:chExt cx="753489" cy="299966"/>
            </a:xfrm>
          </p:grpSpPr>
          <p:sp>
            <p:nvSpPr>
              <p:cNvPr id="37" name="フローチャート: 書類 36">
                <a:extLst>
                  <a:ext uri="{FF2B5EF4-FFF2-40B4-BE49-F238E27FC236}">
                    <a16:creationId xmlns:a16="http://schemas.microsoft.com/office/drawing/2014/main" id="{17652807-C517-7F09-D16A-B0A7A31C366A}"/>
                  </a:ext>
                </a:extLst>
              </p:cNvPr>
              <p:cNvSpPr/>
              <p:nvPr/>
            </p:nvSpPr>
            <p:spPr>
              <a:xfrm rot="5400000" flipV="1">
                <a:off x="1782187" y="3225636"/>
                <a:ext cx="280690" cy="753489"/>
              </a:xfrm>
              <a:prstGeom prst="flowChartDocument">
                <a:avLst/>
              </a:prstGeom>
              <a:solidFill>
                <a:schemeClr val="bg1"/>
              </a:solidFill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dirty="0"/>
              </a:p>
            </p:txBody>
          </p:sp>
          <p:sp>
            <p:nvSpPr>
              <p:cNvPr id="38" name="テキスト ボックス 37">
                <a:extLst>
                  <a:ext uri="{FF2B5EF4-FFF2-40B4-BE49-F238E27FC236}">
                    <a16:creationId xmlns:a16="http://schemas.microsoft.com/office/drawing/2014/main" id="{C9CDCD93-3D15-6C8B-88CA-D1ABAA0D8E71}"/>
                  </a:ext>
                </a:extLst>
              </p:cNvPr>
              <p:cNvSpPr txBox="1"/>
              <p:nvPr/>
            </p:nvSpPr>
            <p:spPr>
              <a:xfrm>
                <a:off x="1545787" y="3500392"/>
                <a:ext cx="704039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sz="1100" b="1" dirty="0"/>
                  <a:t>V</a:t>
                </a:r>
                <a:r>
                  <a:rPr kumimoji="1" lang="ja-JP" altLang="en-US" sz="1100" b="1" dirty="0"/>
                  <a:t>・・・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6384606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DD33B4-F237-7ADF-1955-C5809F4DF3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033465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7A6E4B-D34F-9558-DD3D-691C814EC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顔のシルエット | 無料のAi・PNG白黒シルエットイラスト">
            <a:extLst>
              <a:ext uri="{FF2B5EF4-FFF2-40B4-BE49-F238E27FC236}">
                <a16:creationId xmlns:a16="http://schemas.microsoft.com/office/drawing/2014/main" id="{D41AE714-5CC7-2426-82D4-69D5DD4AF9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1884" y="3991947"/>
            <a:ext cx="1178385" cy="11090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デスクトップ型パソコン・サーバのシルエット02 | 無料のAi・PNG ...">
            <a:extLst>
              <a:ext uri="{FF2B5EF4-FFF2-40B4-BE49-F238E27FC236}">
                <a16:creationId xmlns:a16="http://schemas.microsoft.com/office/drawing/2014/main" id="{951A8F52-7B7A-CDDA-249A-92E530B993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7518" y="2201381"/>
            <a:ext cx="1066532" cy="9508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顔のシルエット | 無料のAi・PNG白黒シルエットイラスト">
            <a:extLst>
              <a:ext uri="{FF2B5EF4-FFF2-40B4-BE49-F238E27FC236}">
                <a16:creationId xmlns:a16="http://schemas.microsoft.com/office/drawing/2014/main" id="{AD461FC0-9EFE-CC82-BA6D-FF8343E9BD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3402" y="3991947"/>
            <a:ext cx="1178385" cy="11090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5810DA68-7A5D-8C21-6180-D33ABB27BF73}"/>
              </a:ext>
            </a:extLst>
          </p:cNvPr>
          <p:cNvGrpSpPr/>
          <p:nvPr/>
        </p:nvGrpSpPr>
        <p:grpSpPr>
          <a:xfrm>
            <a:off x="3341787" y="3496842"/>
            <a:ext cx="828997" cy="926341"/>
            <a:chOff x="3341787" y="3496842"/>
            <a:chExt cx="828997" cy="926341"/>
          </a:xfrm>
        </p:grpSpPr>
        <p:cxnSp>
          <p:nvCxnSpPr>
            <p:cNvPr id="8" name="直線矢印コネクタ 7">
              <a:extLst>
                <a:ext uri="{FF2B5EF4-FFF2-40B4-BE49-F238E27FC236}">
                  <a16:creationId xmlns:a16="http://schemas.microsoft.com/office/drawing/2014/main" id="{CD8ACAEA-117B-5B3E-D520-CCA18C8B99A0}"/>
                </a:ext>
              </a:extLst>
            </p:cNvPr>
            <p:cNvCxnSpPr/>
            <p:nvPr/>
          </p:nvCxnSpPr>
          <p:spPr>
            <a:xfrm flipV="1">
              <a:off x="3341787" y="3496842"/>
              <a:ext cx="828997" cy="664611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線矢印コネクタ 8">
              <a:extLst>
                <a:ext uri="{FF2B5EF4-FFF2-40B4-BE49-F238E27FC236}">
                  <a16:creationId xmlns:a16="http://schemas.microsoft.com/office/drawing/2014/main" id="{D27594ED-81D5-AECB-6433-EEA5FAC6E6FE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3341787" y="3758572"/>
              <a:ext cx="828997" cy="664611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グループ化 12">
            <a:extLst>
              <a:ext uri="{FF2B5EF4-FFF2-40B4-BE49-F238E27FC236}">
                <a16:creationId xmlns:a16="http://schemas.microsoft.com/office/drawing/2014/main" id="{7498E612-0918-931A-16D9-A645DBB77331}"/>
              </a:ext>
            </a:extLst>
          </p:cNvPr>
          <p:cNvGrpSpPr/>
          <p:nvPr/>
        </p:nvGrpSpPr>
        <p:grpSpPr>
          <a:xfrm flipV="1">
            <a:off x="7153217" y="3496842"/>
            <a:ext cx="828997" cy="926341"/>
            <a:chOff x="3341787" y="3496842"/>
            <a:chExt cx="828997" cy="926341"/>
          </a:xfrm>
        </p:grpSpPr>
        <p:cxnSp>
          <p:nvCxnSpPr>
            <p:cNvPr id="14" name="直線矢印コネクタ 13">
              <a:extLst>
                <a:ext uri="{FF2B5EF4-FFF2-40B4-BE49-F238E27FC236}">
                  <a16:creationId xmlns:a16="http://schemas.microsoft.com/office/drawing/2014/main" id="{013C4CE9-63B0-EFB7-7982-F03C8B1A4345}"/>
                </a:ext>
              </a:extLst>
            </p:cNvPr>
            <p:cNvCxnSpPr/>
            <p:nvPr/>
          </p:nvCxnSpPr>
          <p:spPr>
            <a:xfrm flipV="1">
              <a:off x="3341787" y="3496842"/>
              <a:ext cx="828997" cy="664611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線矢印コネクタ 14">
              <a:extLst>
                <a:ext uri="{FF2B5EF4-FFF2-40B4-BE49-F238E27FC236}">
                  <a16:creationId xmlns:a16="http://schemas.microsoft.com/office/drawing/2014/main" id="{16DA9C5B-8FC0-1E97-B7C6-B7445E57E3AD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3341787" y="3758572"/>
              <a:ext cx="828997" cy="664611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グループ化 15">
            <a:extLst>
              <a:ext uri="{FF2B5EF4-FFF2-40B4-BE49-F238E27FC236}">
                <a16:creationId xmlns:a16="http://schemas.microsoft.com/office/drawing/2014/main" id="{43E9089A-A473-49F3-F8FF-C7E0B527D169}"/>
              </a:ext>
            </a:extLst>
          </p:cNvPr>
          <p:cNvGrpSpPr/>
          <p:nvPr/>
        </p:nvGrpSpPr>
        <p:grpSpPr>
          <a:xfrm>
            <a:off x="4494330" y="1912776"/>
            <a:ext cx="2272978" cy="1707502"/>
            <a:chOff x="4494330" y="1912776"/>
            <a:chExt cx="2272978" cy="1707502"/>
          </a:xfrm>
        </p:grpSpPr>
        <p:pic>
          <p:nvPicPr>
            <p:cNvPr id="17" name="図 16">
              <a:extLst>
                <a:ext uri="{FF2B5EF4-FFF2-40B4-BE49-F238E27FC236}">
                  <a16:creationId xmlns:a16="http://schemas.microsoft.com/office/drawing/2014/main" id="{BF20F755-46F2-BDFF-0BA6-FB305902BBC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26819" y="2488842"/>
              <a:ext cx="1008000" cy="1008000"/>
            </a:xfrm>
            <a:prstGeom prst="rect">
              <a:avLst/>
            </a:prstGeom>
          </p:spPr>
        </p:pic>
        <p:sp>
          <p:nvSpPr>
            <p:cNvPr id="19" name="四角形: 角を丸くする 18">
              <a:extLst>
                <a:ext uri="{FF2B5EF4-FFF2-40B4-BE49-F238E27FC236}">
                  <a16:creationId xmlns:a16="http://schemas.microsoft.com/office/drawing/2014/main" id="{6E021068-454D-D7A7-AE2C-CCD625C39CAF}"/>
                </a:ext>
              </a:extLst>
            </p:cNvPr>
            <p:cNvSpPr/>
            <p:nvPr/>
          </p:nvSpPr>
          <p:spPr>
            <a:xfrm>
              <a:off x="4494330" y="1912776"/>
              <a:ext cx="2272978" cy="1707502"/>
            </a:xfrm>
            <a:prstGeom prst="round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ja-JP" altLang="en-US" b="1" dirty="0">
                  <a:solidFill>
                    <a:schemeClr val="tx1"/>
                  </a:solidFill>
                </a:rPr>
                <a:t>リポジトリ</a:t>
              </a:r>
              <a:endParaRPr kumimoji="1" lang="ja-JP" altLang="en-US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212860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DFA4EB-1937-8BB7-3BFC-8583DDB0A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顔のシルエット | 無料のAi・PNG白黒シルエットイラスト">
            <a:extLst>
              <a:ext uri="{FF2B5EF4-FFF2-40B4-BE49-F238E27FC236}">
                <a16:creationId xmlns:a16="http://schemas.microsoft.com/office/drawing/2014/main" id="{8045AF82-E393-A598-79A9-6BD75E912F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1884" y="3991947"/>
            <a:ext cx="1178385" cy="11090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デスクトップ型パソコン・サーバのシルエット02 | 無料のAi・PNG ...">
            <a:extLst>
              <a:ext uri="{FF2B5EF4-FFF2-40B4-BE49-F238E27FC236}">
                <a16:creationId xmlns:a16="http://schemas.microsoft.com/office/drawing/2014/main" id="{A6CAF1B5-2841-F427-3653-1D05F08059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7518" y="2201381"/>
            <a:ext cx="1066532" cy="9508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顔のシルエット | 無料のAi・PNG白黒シルエットイラスト">
            <a:extLst>
              <a:ext uri="{FF2B5EF4-FFF2-40B4-BE49-F238E27FC236}">
                <a16:creationId xmlns:a16="http://schemas.microsoft.com/office/drawing/2014/main" id="{CB115048-653A-1EF0-241F-53D7EA4FC4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3402" y="3991947"/>
            <a:ext cx="1178385" cy="11090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389F36B9-F56A-3A22-FFD5-ACD43F68613F}"/>
              </a:ext>
            </a:extLst>
          </p:cNvPr>
          <p:cNvGrpSpPr/>
          <p:nvPr/>
        </p:nvGrpSpPr>
        <p:grpSpPr>
          <a:xfrm>
            <a:off x="3341787" y="3496842"/>
            <a:ext cx="828997" cy="926341"/>
            <a:chOff x="3341787" y="3496842"/>
            <a:chExt cx="828997" cy="926341"/>
          </a:xfrm>
        </p:grpSpPr>
        <p:cxnSp>
          <p:nvCxnSpPr>
            <p:cNvPr id="8" name="直線矢印コネクタ 7">
              <a:extLst>
                <a:ext uri="{FF2B5EF4-FFF2-40B4-BE49-F238E27FC236}">
                  <a16:creationId xmlns:a16="http://schemas.microsoft.com/office/drawing/2014/main" id="{38F60766-228F-B356-1E77-F3ADCA23F20A}"/>
                </a:ext>
              </a:extLst>
            </p:cNvPr>
            <p:cNvCxnSpPr/>
            <p:nvPr/>
          </p:nvCxnSpPr>
          <p:spPr>
            <a:xfrm flipV="1">
              <a:off x="3341787" y="3496842"/>
              <a:ext cx="828997" cy="664611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線矢印コネクタ 8">
              <a:extLst>
                <a:ext uri="{FF2B5EF4-FFF2-40B4-BE49-F238E27FC236}">
                  <a16:creationId xmlns:a16="http://schemas.microsoft.com/office/drawing/2014/main" id="{DAA1D066-284D-44FF-3AC2-182679597C8F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3341787" y="3758572"/>
              <a:ext cx="828997" cy="664611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グループ化 12">
            <a:extLst>
              <a:ext uri="{FF2B5EF4-FFF2-40B4-BE49-F238E27FC236}">
                <a16:creationId xmlns:a16="http://schemas.microsoft.com/office/drawing/2014/main" id="{6830991E-F2D8-0842-CAFB-E72CC55DFD29}"/>
              </a:ext>
            </a:extLst>
          </p:cNvPr>
          <p:cNvGrpSpPr/>
          <p:nvPr/>
        </p:nvGrpSpPr>
        <p:grpSpPr>
          <a:xfrm flipV="1">
            <a:off x="7153217" y="3496842"/>
            <a:ext cx="828997" cy="926341"/>
            <a:chOff x="3341787" y="3496842"/>
            <a:chExt cx="828997" cy="926341"/>
          </a:xfrm>
        </p:grpSpPr>
        <p:cxnSp>
          <p:nvCxnSpPr>
            <p:cNvPr id="14" name="直線矢印コネクタ 13">
              <a:extLst>
                <a:ext uri="{FF2B5EF4-FFF2-40B4-BE49-F238E27FC236}">
                  <a16:creationId xmlns:a16="http://schemas.microsoft.com/office/drawing/2014/main" id="{E9D022F2-B9A0-DAE9-0F82-46C6E53DFFBD}"/>
                </a:ext>
              </a:extLst>
            </p:cNvPr>
            <p:cNvCxnSpPr/>
            <p:nvPr/>
          </p:nvCxnSpPr>
          <p:spPr>
            <a:xfrm flipV="1">
              <a:off x="3341787" y="3496842"/>
              <a:ext cx="828997" cy="664611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線矢印コネクタ 14">
              <a:extLst>
                <a:ext uri="{FF2B5EF4-FFF2-40B4-BE49-F238E27FC236}">
                  <a16:creationId xmlns:a16="http://schemas.microsoft.com/office/drawing/2014/main" id="{347D9DFD-EF7E-A5C7-E61B-4261D2D8AA53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3341787" y="3758572"/>
              <a:ext cx="828997" cy="664611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グループ化 18">
            <a:extLst>
              <a:ext uri="{FF2B5EF4-FFF2-40B4-BE49-F238E27FC236}">
                <a16:creationId xmlns:a16="http://schemas.microsoft.com/office/drawing/2014/main" id="{51812B50-C613-D78C-771B-4DAD4652A8D3}"/>
              </a:ext>
            </a:extLst>
          </p:cNvPr>
          <p:cNvGrpSpPr/>
          <p:nvPr/>
        </p:nvGrpSpPr>
        <p:grpSpPr>
          <a:xfrm>
            <a:off x="4494330" y="1912776"/>
            <a:ext cx="2272978" cy="1707502"/>
            <a:chOff x="4494330" y="1912776"/>
            <a:chExt cx="2272978" cy="1707502"/>
          </a:xfrm>
        </p:grpSpPr>
        <p:pic>
          <p:nvPicPr>
            <p:cNvPr id="20" name="図 19">
              <a:extLst>
                <a:ext uri="{FF2B5EF4-FFF2-40B4-BE49-F238E27FC236}">
                  <a16:creationId xmlns:a16="http://schemas.microsoft.com/office/drawing/2014/main" id="{2F8F6CC4-FD6F-8A63-18DE-7CC6E80CB70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26819" y="2488842"/>
              <a:ext cx="1008000" cy="1008000"/>
            </a:xfrm>
            <a:prstGeom prst="rect">
              <a:avLst/>
            </a:prstGeom>
          </p:spPr>
        </p:pic>
        <p:sp>
          <p:nvSpPr>
            <p:cNvPr id="22" name="四角形: 角を丸くする 21">
              <a:extLst>
                <a:ext uri="{FF2B5EF4-FFF2-40B4-BE49-F238E27FC236}">
                  <a16:creationId xmlns:a16="http://schemas.microsoft.com/office/drawing/2014/main" id="{1E5BE2E2-2A15-0E1F-519B-EE2510F95C6B}"/>
                </a:ext>
              </a:extLst>
            </p:cNvPr>
            <p:cNvSpPr/>
            <p:nvPr/>
          </p:nvSpPr>
          <p:spPr>
            <a:xfrm>
              <a:off x="4494330" y="1912776"/>
              <a:ext cx="2272978" cy="1707502"/>
            </a:xfrm>
            <a:prstGeom prst="round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kumimoji="1" lang="ja-JP" altLang="en-US" b="1" dirty="0">
                  <a:solidFill>
                    <a:schemeClr val="tx1"/>
                  </a:solidFill>
                </a:rPr>
                <a:t>リポジトリ</a:t>
              </a:r>
            </a:p>
          </p:txBody>
        </p:sp>
      </p:grpSp>
      <p:grpSp>
        <p:nvGrpSpPr>
          <p:cNvPr id="23" name="グループ化 22">
            <a:extLst>
              <a:ext uri="{FF2B5EF4-FFF2-40B4-BE49-F238E27FC236}">
                <a16:creationId xmlns:a16="http://schemas.microsoft.com/office/drawing/2014/main" id="{A412211B-2602-3E11-D4D0-AA839C0C2570}"/>
              </a:ext>
            </a:extLst>
          </p:cNvPr>
          <p:cNvGrpSpPr/>
          <p:nvPr/>
        </p:nvGrpSpPr>
        <p:grpSpPr>
          <a:xfrm>
            <a:off x="1616105" y="5101015"/>
            <a:ext cx="2272978" cy="1707502"/>
            <a:chOff x="4494330" y="1912776"/>
            <a:chExt cx="2272978" cy="1707502"/>
          </a:xfrm>
        </p:grpSpPr>
        <p:pic>
          <p:nvPicPr>
            <p:cNvPr id="24" name="図 23">
              <a:extLst>
                <a:ext uri="{FF2B5EF4-FFF2-40B4-BE49-F238E27FC236}">
                  <a16:creationId xmlns:a16="http://schemas.microsoft.com/office/drawing/2014/main" id="{C1527471-4A83-DE04-5D1E-D7CCFFD6F89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26819" y="2488842"/>
              <a:ext cx="1008000" cy="1008000"/>
            </a:xfrm>
            <a:prstGeom prst="rect">
              <a:avLst/>
            </a:prstGeom>
          </p:spPr>
        </p:pic>
        <p:sp>
          <p:nvSpPr>
            <p:cNvPr id="26" name="四角形: 角を丸くする 25">
              <a:extLst>
                <a:ext uri="{FF2B5EF4-FFF2-40B4-BE49-F238E27FC236}">
                  <a16:creationId xmlns:a16="http://schemas.microsoft.com/office/drawing/2014/main" id="{1C9E4B79-BE39-666E-AEC7-1036E9058486}"/>
                </a:ext>
              </a:extLst>
            </p:cNvPr>
            <p:cNvSpPr/>
            <p:nvPr/>
          </p:nvSpPr>
          <p:spPr>
            <a:xfrm>
              <a:off x="4494330" y="1912776"/>
              <a:ext cx="2272978" cy="1707502"/>
            </a:xfrm>
            <a:prstGeom prst="round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ja-JP" altLang="en-US" b="1" dirty="0">
                  <a:solidFill>
                    <a:schemeClr val="tx1"/>
                  </a:solidFill>
                </a:rPr>
                <a:t>リポジトリ</a:t>
              </a:r>
              <a:endParaRPr kumimoji="1" lang="ja-JP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6760F33E-A6B5-BC17-454C-8BB9D91D0D73}"/>
              </a:ext>
            </a:extLst>
          </p:cNvPr>
          <p:cNvGrpSpPr/>
          <p:nvPr/>
        </p:nvGrpSpPr>
        <p:grpSpPr>
          <a:xfrm>
            <a:off x="7584587" y="5101015"/>
            <a:ext cx="2272978" cy="1707502"/>
            <a:chOff x="4494330" y="1912776"/>
            <a:chExt cx="2272978" cy="1707502"/>
          </a:xfrm>
        </p:grpSpPr>
        <p:pic>
          <p:nvPicPr>
            <p:cNvPr id="28" name="図 27">
              <a:extLst>
                <a:ext uri="{FF2B5EF4-FFF2-40B4-BE49-F238E27FC236}">
                  <a16:creationId xmlns:a16="http://schemas.microsoft.com/office/drawing/2014/main" id="{C3212736-D05A-7211-839E-D49C499DDEA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26819" y="2488842"/>
              <a:ext cx="1008000" cy="1008000"/>
            </a:xfrm>
            <a:prstGeom prst="rect">
              <a:avLst/>
            </a:prstGeom>
          </p:spPr>
        </p:pic>
        <p:sp>
          <p:nvSpPr>
            <p:cNvPr id="30" name="四角形: 角を丸くする 29">
              <a:extLst>
                <a:ext uri="{FF2B5EF4-FFF2-40B4-BE49-F238E27FC236}">
                  <a16:creationId xmlns:a16="http://schemas.microsoft.com/office/drawing/2014/main" id="{C4F2A461-A5A7-D191-87A7-83EECDD0765B}"/>
                </a:ext>
              </a:extLst>
            </p:cNvPr>
            <p:cNvSpPr/>
            <p:nvPr/>
          </p:nvSpPr>
          <p:spPr>
            <a:xfrm>
              <a:off x="4494330" y="1912776"/>
              <a:ext cx="2272978" cy="1707502"/>
            </a:xfrm>
            <a:prstGeom prst="round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ja-JP" altLang="en-US" b="1" dirty="0">
                  <a:solidFill>
                    <a:schemeClr val="tx1"/>
                  </a:solidFill>
                </a:rPr>
                <a:t>リポジトリ</a:t>
              </a:r>
              <a:endParaRPr kumimoji="1" lang="ja-JP" altLang="en-US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330672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2CF571-7B7A-6AE7-C741-EBE08968F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B964AE69-D814-5707-A3D6-A47DB7677AC6}"/>
              </a:ext>
            </a:extLst>
          </p:cNvPr>
          <p:cNvSpPr txBox="1"/>
          <p:nvPr/>
        </p:nvSpPr>
        <p:spPr>
          <a:xfrm>
            <a:off x="1920412" y="2192694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b="1" dirty="0"/>
              <a:t>中央集中型</a:t>
            </a:r>
            <a:endParaRPr kumimoji="1" lang="ja-JP" altLang="en-US" b="1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EC0A959-A4F8-2F4F-795C-3AA09013805D}"/>
              </a:ext>
            </a:extLst>
          </p:cNvPr>
          <p:cNvSpPr txBox="1"/>
          <p:nvPr/>
        </p:nvSpPr>
        <p:spPr>
          <a:xfrm>
            <a:off x="8605961" y="2192694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b="1" dirty="0"/>
              <a:t>分散型</a:t>
            </a:r>
            <a:endParaRPr kumimoji="1" lang="ja-JP" altLang="en-US" b="1" dirty="0"/>
          </a:p>
        </p:txBody>
      </p:sp>
      <p:pic>
        <p:nvPicPr>
          <p:cNvPr id="16" name="図 15">
            <a:extLst>
              <a:ext uri="{FF2B5EF4-FFF2-40B4-BE49-F238E27FC236}">
                <a16:creationId xmlns:a16="http://schemas.microsoft.com/office/drawing/2014/main" id="{A6314BF5-D09E-FD4D-F67E-9B9F2900F1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188" y="3356786"/>
            <a:ext cx="4185276" cy="1878375"/>
          </a:xfrm>
          <a:prstGeom prst="rect">
            <a:avLst/>
          </a:prstGeom>
        </p:spPr>
      </p:pic>
      <p:pic>
        <p:nvPicPr>
          <p:cNvPr id="17" name="図 16">
            <a:extLst>
              <a:ext uri="{FF2B5EF4-FFF2-40B4-BE49-F238E27FC236}">
                <a16:creationId xmlns:a16="http://schemas.microsoft.com/office/drawing/2014/main" id="{151711FE-B427-49CF-D725-A0CE66989E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8520" y="2797107"/>
            <a:ext cx="5032043" cy="2997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09457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2DDF4-F2BA-0DB5-48A8-37CEEAD075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715486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E1921E-B6AE-672A-D265-D754DAAB6A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24170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C848E8-BBDE-133C-55FD-CF031BC92C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グループ化 44">
            <a:extLst>
              <a:ext uri="{FF2B5EF4-FFF2-40B4-BE49-F238E27FC236}">
                <a16:creationId xmlns:a16="http://schemas.microsoft.com/office/drawing/2014/main" id="{6D966593-13C4-A82D-9203-C800B5DC55CB}"/>
              </a:ext>
            </a:extLst>
          </p:cNvPr>
          <p:cNvGrpSpPr/>
          <p:nvPr/>
        </p:nvGrpSpPr>
        <p:grpSpPr>
          <a:xfrm>
            <a:off x="2849214" y="168491"/>
            <a:ext cx="4680000" cy="1080000"/>
            <a:chOff x="2849214" y="288233"/>
            <a:chExt cx="4680000" cy="1080000"/>
          </a:xfrm>
        </p:grpSpPr>
        <p:sp>
          <p:nvSpPr>
            <p:cNvPr id="4" name="四角形: 角を丸くする 3">
              <a:extLst>
                <a:ext uri="{FF2B5EF4-FFF2-40B4-BE49-F238E27FC236}">
                  <a16:creationId xmlns:a16="http://schemas.microsoft.com/office/drawing/2014/main" id="{7E31A682-DD55-49EB-8BD5-6AE614651D3A}"/>
                </a:ext>
              </a:extLst>
            </p:cNvPr>
            <p:cNvSpPr/>
            <p:nvPr/>
          </p:nvSpPr>
          <p:spPr>
            <a:xfrm>
              <a:off x="2849214" y="288233"/>
              <a:ext cx="4680000" cy="1080000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lvl="4"/>
              <a:r>
                <a:rPr kumimoji="1" lang="ja-JP" altLang="en-US" b="1" dirty="0"/>
                <a:t>ワーキングツリー</a:t>
              </a:r>
            </a:p>
          </p:txBody>
        </p:sp>
        <p:pic>
          <p:nvPicPr>
            <p:cNvPr id="6" name="図 5">
              <a:extLst>
                <a:ext uri="{FF2B5EF4-FFF2-40B4-BE49-F238E27FC236}">
                  <a16:creationId xmlns:a16="http://schemas.microsoft.com/office/drawing/2014/main" id="{104827A8-234F-A1B9-5518-78344CD1BA9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86365" y="288233"/>
              <a:ext cx="1080000" cy="1080000"/>
            </a:xfrm>
            <a:prstGeom prst="rect">
              <a:avLst/>
            </a:prstGeom>
          </p:spPr>
        </p:pic>
      </p:grpSp>
      <p:sp>
        <p:nvSpPr>
          <p:cNvPr id="27" name="四角形: 角を丸くする 26">
            <a:extLst>
              <a:ext uri="{FF2B5EF4-FFF2-40B4-BE49-F238E27FC236}">
                <a16:creationId xmlns:a16="http://schemas.microsoft.com/office/drawing/2014/main" id="{7B7B67A5-35B8-D52D-870B-8EE0C0DE39BC}"/>
              </a:ext>
            </a:extLst>
          </p:cNvPr>
          <p:cNvSpPr/>
          <p:nvPr/>
        </p:nvSpPr>
        <p:spPr>
          <a:xfrm>
            <a:off x="2849214" y="3809486"/>
            <a:ext cx="4680000" cy="108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4"/>
            <a:r>
              <a:rPr lang="ja-JP" altLang="en-US" b="1" dirty="0"/>
              <a:t>ローカルリポジトリ</a:t>
            </a:r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972BFA98-2B6E-2E34-7098-A5852F08E3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3365" y="3845486"/>
            <a:ext cx="1008000" cy="1008000"/>
          </a:xfrm>
          <a:prstGeom prst="rect">
            <a:avLst/>
          </a:prstGeom>
        </p:spPr>
      </p:pic>
      <p:sp>
        <p:nvSpPr>
          <p:cNvPr id="26" name="四角形: 角を丸くする 25">
            <a:extLst>
              <a:ext uri="{FF2B5EF4-FFF2-40B4-BE49-F238E27FC236}">
                <a16:creationId xmlns:a16="http://schemas.microsoft.com/office/drawing/2014/main" id="{53BCC381-1FA9-F551-4F3F-AE52F3F969CF}"/>
              </a:ext>
            </a:extLst>
          </p:cNvPr>
          <p:cNvSpPr/>
          <p:nvPr/>
        </p:nvSpPr>
        <p:spPr>
          <a:xfrm>
            <a:off x="2849214" y="5620069"/>
            <a:ext cx="4680000" cy="1080000"/>
          </a:xfrm>
          <a:prstGeom prst="roundRect">
            <a:avLst/>
          </a:prstGeom>
          <a:solidFill>
            <a:srgbClr val="FFCCFF"/>
          </a:solidFill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4"/>
            <a:r>
              <a:rPr lang="ja-JP" altLang="en-US" b="1" dirty="0"/>
              <a:t>リモートリポジトリ</a:t>
            </a:r>
          </a:p>
        </p:txBody>
      </p:sp>
      <p:grpSp>
        <p:nvGrpSpPr>
          <p:cNvPr id="44" name="グループ化 43">
            <a:extLst>
              <a:ext uri="{FF2B5EF4-FFF2-40B4-BE49-F238E27FC236}">
                <a16:creationId xmlns:a16="http://schemas.microsoft.com/office/drawing/2014/main" id="{241BFA92-7F42-C342-B13A-879CBF336C1C}"/>
              </a:ext>
            </a:extLst>
          </p:cNvPr>
          <p:cNvGrpSpPr/>
          <p:nvPr/>
        </p:nvGrpSpPr>
        <p:grpSpPr>
          <a:xfrm>
            <a:off x="2849214" y="1978100"/>
            <a:ext cx="4680000" cy="1080000"/>
            <a:chOff x="2849214" y="1976205"/>
            <a:chExt cx="4680000" cy="1080000"/>
          </a:xfrm>
        </p:grpSpPr>
        <p:sp>
          <p:nvSpPr>
            <p:cNvPr id="22" name="四角形: 角を丸くする 21">
              <a:extLst>
                <a:ext uri="{FF2B5EF4-FFF2-40B4-BE49-F238E27FC236}">
                  <a16:creationId xmlns:a16="http://schemas.microsoft.com/office/drawing/2014/main" id="{6960821B-C01C-1959-D15B-082115FAEC61}"/>
                </a:ext>
              </a:extLst>
            </p:cNvPr>
            <p:cNvSpPr/>
            <p:nvPr/>
          </p:nvSpPr>
          <p:spPr>
            <a:xfrm>
              <a:off x="2849214" y="1976205"/>
              <a:ext cx="4680000" cy="1080000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lvl="4"/>
              <a:r>
                <a:rPr lang="ja-JP" altLang="en-US" b="1" dirty="0"/>
                <a:t>ステージングエリア</a:t>
              </a:r>
            </a:p>
          </p:txBody>
        </p:sp>
        <p:grpSp>
          <p:nvGrpSpPr>
            <p:cNvPr id="41" name="グループ化 40">
              <a:extLst>
                <a:ext uri="{FF2B5EF4-FFF2-40B4-BE49-F238E27FC236}">
                  <a16:creationId xmlns:a16="http://schemas.microsoft.com/office/drawing/2014/main" id="{352AFF58-CBCF-22BD-C899-6A6CA6A9A62C}"/>
                </a:ext>
              </a:extLst>
            </p:cNvPr>
            <p:cNvGrpSpPr/>
            <p:nvPr/>
          </p:nvGrpSpPr>
          <p:grpSpPr>
            <a:xfrm>
              <a:off x="3086365" y="2297869"/>
              <a:ext cx="1080000" cy="534507"/>
              <a:chOff x="3084470" y="2297869"/>
              <a:chExt cx="1080000" cy="534507"/>
            </a:xfrm>
          </p:grpSpPr>
          <p:sp>
            <p:nvSpPr>
              <p:cNvPr id="16" name="フローチャート: 手作業 15">
                <a:extLst>
                  <a:ext uri="{FF2B5EF4-FFF2-40B4-BE49-F238E27FC236}">
                    <a16:creationId xmlns:a16="http://schemas.microsoft.com/office/drawing/2014/main" id="{EB9ADF27-FAA7-E86D-05B2-27E1D95B50B2}"/>
                  </a:ext>
                </a:extLst>
              </p:cNvPr>
              <p:cNvSpPr/>
              <p:nvPr/>
            </p:nvSpPr>
            <p:spPr>
              <a:xfrm flipV="1">
                <a:off x="3102470" y="2297869"/>
                <a:ext cx="1044000" cy="341295"/>
              </a:xfrm>
              <a:prstGeom prst="flowChartManualOperation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38100">
                <a:solidFill>
                  <a:srgbClr val="00B0F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ja-JP" altLang="en-US" dirty="0">
                  <a:solidFill>
                    <a:schemeClr val="dk1"/>
                  </a:solidFill>
                </a:endParaRPr>
              </a:p>
            </p:txBody>
          </p:sp>
          <p:sp>
            <p:nvSpPr>
              <p:cNvPr id="15" name="四角形: 角を丸くする 14">
                <a:extLst>
                  <a:ext uri="{FF2B5EF4-FFF2-40B4-BE49-F238E27FC236}">
                    <a16:creationId xmlns:a16="http://schemas.microsoft.com/office/drawing/2014/main" id="{1EDE99A0-C775-8EAD-6AB9-3352CFC46616}"/>
                  </a:ext>
                </a:extLst>
              </p:cNvPr>
              <p:cNvSpPr/>
              <p:nvPr/>
            </p:nvSpPr>
            <p:spPr>
              <a:xfrm>
                <a:off x="3084470" y="2644288"/>
                <a:ext cx="1080000" cy="188088"/>
              </a:xfrm>
              <a:prstGeom prst="round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38100">
                <a:solidFill>
                  <a:srgbClr val="00B0F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dirty="0"/>
              </a:p>
            </p:txBody>
          </p:sp>
        </p:grpSp>
      </p:grpSp>
      <p:grpSp>
        <p:nvGrpSpPr>
          <p:cNvPr id="51" name="グループ化 50">
            <a:extLst>
              <a:ext uri="{FF2B5EF4-FFF2-40B4-BE49-F238E27FC236}">
                <a16:creationId xmlns:a16="http://schemas.microsoft.com/office/drawing/2014/main" id="{8D73FD9A-34C2-727C-61D9-D5D268A72D37}"/>
              </a:ext>
            </a:extLst>
          </p:cNvPr>
          <p:cNvGrpSpPr/>
          <p:nvPr/>
        </p:nvGrpSpPr>
        <p:grpSpPr>
          <a:xfrm>
            <a:off x="5189214" y="1331158"/>
            <a:ext cx="1099431" cy="540000"/>
            <a:chOff x="925286" y="1153886"/>
            <a:chExt cx="1099431" cy="540000"/>
          </a:xfrm>
        </p:grpSpPr>
        <p:cxnSp>
          <p:nvCxnSpPr>
            <p:cNvPr id="49" name="直線矢印コネクタ 48">
              <a:extLst>
                <a:ext uri="{FF2B5EF4-FFF2-40B4-BE49-F238E27FC236}">
                  <a16:creationId xmlns:a16="http://schemas.microsoft.com/office/drawing/2014/main" id="{70D2EB4C-E690-5ACA-D33B-556CC9AEBDE3}"/>
                </a:ext>
              </a:extLst>
            </p:cNvPr>
            <p:cNvCxnSpPr>
              <a:cxnSpLocks/>
            </p:cNvCxnSpPr>
            <p:nvPr/>
          </p:nvCxnSpPr>
          <p:spPr>
            <a:xfrm>
              <a:off x="925286" y="1153886"/>
              <a:ext cx="0" cy="54000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0" name="テキスト ボックス 49">
              <a:extLst>
                <a:ext uri="{FF2B5EF4-FFF2-40B4-BE49-F238E27FC236}">
                  <a16:creationId xmlns:a16="http://schemas.microsoft.com/office/drawing/2014/main" id="{C6FFCE5C-1AE9-A94E-F2AA-33808A0383BB}"/>
                </a:ext>
              </a:extLst>
            </p:cNvPr>
            <p:cNvSpPr txBox="1"/>
            <p:nvPr/>
          </p:nvSpPr>
          <p:spPr>
            <a:xfrm>
              <a:off x="944717" y="1275220"/>
              <a:ext cx="1080000" cy="3600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b="1" dirty="0"/>
                <a:t>ステージ</a:t>
              </a:r>
            </a:p>
          </p:txBody>
        </p:sp>
      </p:grpSp>
      <p:grpSp>
        <p:nvGrpSpPr>
          <p:cNvPr id="52" name="グループ化 51">
            <a:extLst>
              <a:ext uri="{FF2B5EF4-FFF2-40B4-BE49-F238E27FC236}">
                <a16:creationId xmlns:a16="http://schemas.microsoft.com/office/drawing/2014/main" id="{AE394B0D-F5C1-516A-C20E-ABE6D86A51CE}"/>
              </a:ext>
            </a:extLst>
          </p:cNvPr>
          <p:cNvGrpSpPr/>
          <p:nvPr/>
        </p:nvGrpSpPr>
        <p:grpSpPr>
          <a:xfrm>
            <a:off x="5189214" y="3165042"/>
            <a:ext cx="1127427" cy="540000"/>
            <a:chOff x="925286" y="1153886"/>
            <a:chExt cx="1127427" cy="540000"/>
          </a:xfrm>
        </p:grpSpPr>
        <p:cxnSp>
          <p:nvCxnSpPr>
            <p:cNvPr id="53" name="直線矢印コネクタ 52">
              <a:extLst>
                <a:ext uri="{FF2B5EF4-FFF2-40B4-BE49-F238E27FC236}">
                  <a16:creationId xmlns:a16="http://schemas.microsoft.com/office/drawing/2014/main" id="{BFFDAC02-07A8-691F-C201-7844C2B708A3}"/>
                </a:ext>
              </a:extLst>
            </p:cNvPr>
            <p:cNvCxnSpPr>
              <a:cxnSpLocks/>
            </p:cNvCxnSpPr>
            <p:nvPr/>
          </p:nvCxnSpPr>
          <p:spPr>
            <a:xfrm>
              <a:off x="925286" y="1153886"/>
              <a:ext cx="0" cy="54000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4" name="テキスト ボックス 53">
              <a:extLst>
                <a:ext uri="{FF2B5EF4-FFF2-40B4-BE49-F238E27FC236}">
                  <a16:creationId xmlns:a16="http://schemas.microsoft.com/office/drawing/2014/main" id="{DA98C0E2-C58C-D1C6-2A11-4394D86E4785}"/>
                </a:ext>
              </a:extLst>
            </p:cNvPr>
            <p:cNvSpPr txBox="1"/>
            <p:nvPr/>
          </p:nvSpPr>
          <p:spPr>
            <a:xfrm>
              <a:off x="944717" y="1264334"/>
              <a:ext cx="11079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b="1" dirty="0"/>
                <a:t>コミット</a:t>
              </a:r>
            </a:p>
          </p:txBody>
        </p:sp>
      </p:grpSp>
      <p:grpSp>
        <p:nvGrpSpPr>
          <p:cNvPr id="55" name="グループ化 54">
            <a:extLst>
              <a:ext uri="{FF2B5EF4-FFF2-40B4-BE49-F238E27FC236}">
                <a16:creationId xmlns:a16="http://schemas.microsoft.com/office/drawing/2014/main" id="{B3BCAFB3-C544-52B3-E153-00A4F95BA7F5}"/>
              </a:ext>
            </a:extLst>
          </p:cNvPr>
          <p:cNvGrpSpPr/>
          <p:nvPr/>
        </p:nvGrpSpPr>
        <p:grpSpPr>
          <a:xfrm>
            <a:off x="4419820" y="4969407"/>
            <a:ext cx="1127427" cy="540000"/>
            <a:chOff x="925286" y="1153886"/>
            <a:chExt cx="1127427" cy="540000"/>
          </a:xfrm>
        </p:grpSpPr>
        <p:cxnSp>
          <p:nvCxnSpPr>
            <p:cNvPr id="56" name="直線矢印コネクタ 55">
              <a:extLst>
                <a:ext uri="{FF2B5EF4-FFF2-40B4-BE49-F238E27FC236}">
                  <a16:creationId xmlns:a16="http://schemas.microsoft.com/office/drawing/2014/main" id="{DE5CA77C-F7A0-28BF-BDA8-979E3F3DA965}"/>
                </a:ext>
              </a:extLst>
            </p:cNvPr>
            <p:cNvCxnSpPr>
              <a:cxnSpLocks/>
            </p:cNvCxnSpPr>
            <p:nvPr/>
          </p:nvCxnSpPr>
          <p:spPr>
            <a:xfrm>
              <a:off x="925286" y="1153886"/>
              <a:ext cx="0" cy="54000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7" name="テキスト ボックス 56">
              <a:extLst>
                <a:ext uri="{FF2B5EF4-FFF2-40B4-BE49-F238E27FC236}">
                  <a16:creationId xmlns:a16="http://schemas.microsoft.com/office/drawing/2014/main" id="{ACB01365-492C-16DA-810D-57D1ECAF1416}"/>
                </a:ext>
              </a:extLst>
            </p:cNvPr>
            <p:cNvSpPr txBox="1"/>
            <p:nvPr/>
          </p:nvSpPr>
          <p:spPr>
            <a:xfrm>
              <a:off x="944717" y="1275220"/>
              <a:ext cx="11079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b="1" dirty="0"/>
                <a:t>プッシュ</a:t>
              </a:r>
            </a:p>
          </p:txBody>
        </p:sp>
      </p:grpSp>
      <p:pic>
        <p:nvPicPr>
          <p:cNvPr id="61" name="図 60">
            <a:extLst>
              <a:ext uri="{FF2B5EF4-FFF2-40B4-BE49-F238E27FC236}">
                <a16:creationId xmlns:a16="http://schemas.microsoft.com/office/drawing/2014/main" id="{4C20C321-A104-452C-14F6-66A6B90FFD46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3916" y="1983778"/>
            <a:ext cx="756449" cy="756449"/>
          </a:xfrm>
          <a:prstGeom prst="rect">
            <a:avLst/>
          </a:prstGeom>
        </p:spPr>
      </p:pic>
      <p:pic>
        <p:nvPicPr>
          <p:cNvPr id="5" name="Picture 4" descr="デスクトップ型パソコン・サーバのシルエット02 | 無料のAi・PNG ...">
            <a:extLst>
              <a:ext uri="{FF2B5EF4-FFF2-40B4-BE49-F238E27FC236}">
                <a16:creationId xmlns:a16="http://schemas.microsoft.com/office/drawing/2014/main" id="{BD68CEA1-13DC-0A0A-B09D-F770000AD3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0218" y="5814271"/>
            <a:ext cx="775708" cy="6915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顔のシルエット | 無料のAi・PNG白黒シルエットイラスト">
            <a:extLst>
              <a:ext uri="{FF2B5EF4-FFF2-40B4-BE49-F238E27FC236}">
                <a16:creationId xmlns:a16="http://schemas.microsoft.com/office/drawing/2014/main" id="{0E18E603-98DB-0A28-DC84-69153E42AB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0662" y="4003688"/>
            <a:ext cx="734820" cy="6915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顔のシルエット | 無料のAi・PNG白黒シルエットイラスト">
            <a:extLst>
              <a:ext uri="{FF2B5EF4-FFF2-40B4-BE49-F238E27FC236}">
                <a16:creationId xmlns:a16="http://schemas.microsoft.com/office/drawing/2014/main" id="{60525653-9DED-EBC0-A021-E8CA336B5D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0662" y="2124613"/>
            <a:ext cx="734820" cy="6915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顔のシルエット | 無料のAi・PNG白黒シルエットイラスト">
            <a:extLst>
              <a:ext uri="{FF2B5EF4-FFF2-40B4-BE49-F238E27FC236}">
                <a16:creationId xmlns:a16="http://schemas.microsoft.com/office/drawing/2014/main" id="{82F27B95-159C-C379-7608-648FAA3F5E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0662" y="362693"/>
            <a:ext cx="734820" cy="6915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630E0EC0-3D5E-8E8C-AC43-0467FB2B4D98}"/>
              </a:ext>
            </a:extLst>
          </p:cNvPr>
          <p:cNvGrpSpPr/>
          <p:nvPr/>
        </p:nvGrpSpPr>
        <p:grpSpPr>
          <a:xfrm>
            <a:off x="5678245" y="4969407"/>
            <a:ext cx="665762" cy="540000"/>
            <a:chOff x="925286" y="1153886"/>
            <a:chExt cx="665762" cy="540000"/>
          </a:xfrm>
        </p:grpSpPr>
        <p:cxnSp>
          <p:nvCxnSpPr>
            <p:cNvPr id="13" name="直線矢印コネクタ 12">
              <a:extLst>
                <a:ext uri="{FF2B5EF4-FFF2-40B4-BE49-F238E27FC236}">
                  <a16:creationId xmlns:a16="http://schemas.microsoft.com/office/drawing/2014/main" id="{AE6597DD-3837-37EF-D601-902CC5E11E8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5286" y="1153886"/>
              <a:ext cx="0" cy="54000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7" name="テキスト ボックス 16">
              <a:extLst>
                <a:ext uri="{FF2B5EF4-FFF2-40B4-BE49-F238E27FC236}">
                  <a16:creationId xmlns:a16="http://schemas.microsoft.com/office/drawing/2014/main" id="{C3D947B2-1419-C9E6-897B-D7A172F4778C}"/>
                </a:ext>
              </a:extLst>
            </p:cNvPr>
            <p:cNvSpPr txBox="1"/>
            <p:nvPr/>
          </p:nvSpPr>
          <p:spPr>
            <a:xfrm>
              <a:off x="944717" y="1275220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b="1" dirty="0"/>
                <a:t>プル</a:t>
              </a:r>
            </a:p>
          </p:txBody>
        </p:sp>
      </p:grpSp>
      <p:pic>
        <p:nvPicPr>
          <p:cNvPr id="18" name="図 17">
            <a:extLst>
              <a:ext uri="{FF2B5EF4-FFF2-40B4-BE49-F238E27FC236}">
                <a16:creationId xmlns:a16="http://schemas.microsoft.com/office/drawing/2014/main" id="{11E05709-C179-0977-21C3-5DD3DB79CF6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4365" y="5655672"/>
            <a:ext cx="1008000" cy="1008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18403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932B7D-BF1D-76E8-64C0-C3B761D7D8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F65A66CD-6ED4-673E-12A4-284EF36BB8E9}"/>
              </a:ext>
            </a:extLst>
          </p:cNvPr>
          <p:cNvSpPr/>
          <p:nvPr/>
        </p:nvSpPr>
        <p:spPr>
          <a:xfrm>
            <a:off x="2849212" y="168489"/>
            <a:ext cx="7200000" cy="324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kumimoji="1" lang="ja-JP" altLang="en-US" b="1" dirty="0"/>
              <a:t>ワーキングツリー</a:t>
            </a:r>
          </a:p>
        </p:txBody>
      </p:sp>
      <p:grpSp>
        <p:nvGrpSpPr>
          <p:cNvPr id="87" name="グループ化 86">
            <a:extLst>
              <a:ext uri="{FF2B5EF4-FFF2-40B4-BE49-F238E27FC236}">
                <a16:creationId xmlns:a16="http://schemas.microsoft.com/office/drawing/2014/main" id="{AE9DBD22-CBF0-54B8-5485-C4F9EEE38A89}"/>
              </a:ext>
            </a:extLst>
          </p:cNvPr>
          <p:cNvGrpSpPr/>
          <p:nvPr/>
        </p:nvGrpSpPr>
        <p:grpSpPr>
          <a:xfrm>
            <a:off x="3890816" y="484187"/>
            <a:ext cx="5116793" cy="3070884"/>
            <a:chOff x="3717737" y="560389"/>
            <a:chExt cx="5116793" cy="3070884"/>
          </a:xfrm>
        </p:grpSpPr>
        <p:pic>
          <p:nvPicPr>
            <p:cNvPr id="68" name="図 67">
              <a:extLst>
                <a:ext uri="{FF2B5EF4-FFF2-40B4-BE49-F238E27FC236}">
                  <a16:creationId xmlns:a16="http://schemas.microsoft.com/office/drawing/2014/main" id="{982DFC93-0F6B-23D1-5A80-7CCA60D00CD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17737" y="560389"/>
              <a:ext cx="1080000" cy="1080000"/>
            </a:xfrm>
            <a:prstGeom prst="rect">
              <a:avLst/>
            </a:prstGeom>
          </p:spPr>
        </p:pic>
        <p:sp>
          <p:nvSpPr>
            <p:cNvPr id="75" name="テキスト ボックス 74">
              <a:extLst>
                <a:ext uri="{FF2B5EF4-FFF2-40B4-BE49-F238E27FC236}">
                  <a16:creationId xmlns:a16="http://schemas.microsoft.com/office/drawing/2014/main" id="{FC12D646-C9D3-538A-E29A-FDB700C29183}"/>
                </a:ext>
              </a:extLst>
            </p:cNvPr>
            <p:cNvSpPr txBox="1"/>
            <p:nvPr/>
          </p:nvSpPr>
          <p:spPr>
            <a:xfrm>
              <a:off x="4680858" y="939519"/>
              <a:ext cx="24929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b="1" dirty="0"/>
                <a:t>プロジェクトフォルダ</a:t>
              </a:r>
            </a:p>
          </p:txBody>
        </p:sp>
        <p:pic>
          <p:nvPicPr>
            <p:cNvPr id="80" name="図 79">
              <a:extLst>
                <a:ext uri="{FF2B5EF4-FFF2-40B4-BE49-F238E27FC236}">
                  <a16:creationId xmlns:a16="http://schemas.microsoft.com/office/drawing/2014/main" id="{12AC01CF-CF43-79F1-E1DC-20E5627A191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26031" y="2191273"/>
              <a:ext cx="1440000" cy="1440000"/>
            </a:xfrm>
            <a:prstGeom prst="rect">
              <a:avLst/>
            </a:prstGeom>
          </p:spPr>
        </p:pic>
        <p:pic>
          <p:nvPicPr>
            <p:cNvPr id="81" name="図 80">
              <a:extLst>
                <a:ext uri="{FF2B5EF4-FFF2-40B4-BE49-F238E27FC236}">
                  <a16:creationId xmlns:a16="http://schemas.microsoft.com/office/drawing/2014/main" id="{4BEE6AB6-1E0A-2180-544F-6DBC88F1F6A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88031" y="1318102"/>
              <a:ext cx="1116000" cy="1116000"/>
            </a:xfrm>
            <a:prstGeom prst="rect">
              <a:avLst/>
            </a:prstGeom>
          </p:spPr>
        </p:pic>
        <p:cxnSp>
          <p:nvCxnSpPr>
            <p:cNvPr id="82" name="コネクタ: カギ線 81">
              <a:extLst>
                <a:ext uri="{FF2B5EF4-FFF2-40B4-BE49-F238E27FC236}">
                  <a16:creationId xmlns:a16="http://schemas.microsoft.com/office/drawing/2014/main" id="{1CC4563A-C092-8704-EF9F-EE3909563099}"/>
                </a:ext>
              </a:extLst>
            </p:cNvPr>
            <p:cNvCxnSpPr>
              <a:cxnSpLocks/>
            </p:cNvCxnSpPr>
            <p:nvPr/>
          </p:nvCxnSpPr>
          <p:spPr>
            <a:xfrm>
              <a:off x="4255476" y="1455232"/>
              <a:ext cx="1408521" cy="504000"/>
            </a:xfrm>
            <a:prstGeom prst="bentConnector3">
              <a:avLst>
                <a:gd name="adj1" fmla="val -235"/>
              </a:avLst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3" name="コネクタ: カギ線 82">
              <a:extLst>
                <a:ext uri="{FF2B5EF4-FFF2-40B4-BE49-F238E27FC236}">
                  <a16:creationId xmlns:a16="http://schemas.microsoft.com/office/drawing/2014/main" id="{399D1376-8D20-9930-6B85-66F354BF596E}"/>
                </a:ext>
              </a:extLst>
            </p:cNvPr>
            <p:cNvCxnSpPr>
              <a:cxnSpLocks/>
            </p:cNvCxnSpPr>
            <p:nvPr/>
          </p:nvCxnSpPr>
          <p:spPr>
            <a:xfrm>
              <a:off x="4257736" y="1483791"/>
              <a:ext cx="1440000" cy="1476000"/>
            </a:xfrm>
            <a:prstGeom prst="bentConnector3">
              <a:avLst>
                <a:gd name="adj1" fmla="val -235"/>
              </a:avLst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4" name="テキスト ボックス 83">
              <a:extLst>
                <a:ext uri="{FF2B5EF4-FFF2-40B4-BE49-F238E27FC236}">
                  <a16:creationId xmlns:a16="http://schemas.microsoft.com/office/drawing/2014/main" id="{5F1090A0-B74E-2471-E129-CB99252B8122}"/>
                </a:ext>
              </a:extLst>
            </p:cNvPr>
            <p:cNvSpPr txBox="1"/>
            <p:nvPr/>
          </p:nvSpPr>
          <p:spPr>
            <a:xfrm>
              <a:off x="6803205" y="1740129"/>
              <a:ext cx="15696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b="1" dirty="0"/>
                <a:t>画像ファイル</a:t>
              </a:r>
            </a:p>
          </p:txBody>
        </p:sp>
        <p:sp>
          <p:nvSpPr>
            <p:cNvPr id="85" name="テキスト ボックス 84">
              <a:extLst>
                <a:ext uri="{FF2B5EF4-FFF2-40B4-BE49-F238E27FC236}">
                  <a16:creationId xmlns:a16="http://schemas.microsoft.com/office/drawing/2014/main" id="{00C9384C-7A04-1A6C-B63D-F142D095D41D}"/>
                </a:ext>
              </a:extLst>
            </p:cNvPr>
            <p:cNvSpPr txBox="1"/>
            <p:nvPr/>
          </p:nvSpPr>
          <p:spPr>
            <a:xfrm>
              <a:off x="6803205" y="2763655"/>
              <a:ext cx="20313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b="1" dirty="0"/>
                <a:t>テキスト</a:t>
              </a:r>
              <a:r>
                <a:rPr kumimoji="1" lang="ja-JP" altLang="en-US" b="1" dirty="0"/>
                <a:t>ファイル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874705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9EA8F-6FCE-7543-2F06-DBF373CB6C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54C87C0E-ABB4-1C56-ACA7-59FD3A03C302}"/>
              </a:ext>
            </a:extLst>
          </p:cNvPr>
          <p:cNvSpPr/>
          <p:nvPr/>
        </p:nvSpPr>
        <p:spPr>
          <a:xfrm>
            <a:off x="2849212" y="168489"/>
            <a:ext cx="7200000" cy="324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kumimoji="1" lang="ja-JP" altLang="en-US" b="1" dirty="0"/>
              <a:t>ワーキングツリー（変更前）</a:t>
            </a:r>
          </a:p>
        </p:txBody>
      </p:sp>
      <p:grpSp>
        <p:nvGrpSpPr>
          <p:cNvPr id="87" name="グループ化 86">
            <a:extLst>
              <a:ext uri="{FF2B5EF4-FFF2-40B4-BE49-F238E27FC236}">
                <a16:creationId xmlns:a16="http://schemas.microsoft.com/office/drawing/2014/main" id="{29EED1CB-6C43-9B61-AF76-D5E323BCBCB0}"/>
              </a:ext>
            </a:extLst>
          </p:cNvPr>
          <p:cNvGrpSpPr/>
          <p:nvPr/>
        </p:nvGrpSpPr>
        <p:grpSpPr>
          <a:xfrm>
            <a:off x="3890816" y="484187"/>
            <a:ext cx="5116793" cy="3070884"/>
            <a:chOff x="3717737" y="560389"/>
            <a:chExt cx="5116793" cy="3070884"/>
          </a:xfrm>
        </p:grpSpPr>
        <p:pic>
          <p:nvPicPr>
            <p:cNvPr id="68" name="図 67">
              <a:extLst>
                <a:ext uri="{FF2B5EF4-FFF2-40B4-BE49-F238E27FC236}">
                  <a16:creationId xmlns:a16="http://schemas.microsoft.com/office/drawing/2014/main" id="{D481E4C4-1F22-9185-E6D4-946168A87AE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17737" y="560389"/>
              <a:ext cx="1080000" cy="1080000"/>
            </a:xfrm>
            <a:prstGeom prst="rect">
              <a:avLst/>
            </a:prstGeom>
          </p:spPr>
        </p:pic>
        <p:sp>
          <p:nvSpPr>
            <p:cNvPr id="75" name="テキスト ボックス 74">
              <a:extLst>
                <a:ext uri="{FF2B5EF4-FFF2-40B4-BE49-F238E27FC236}">
                  <a16:creationId xmlns:a16="http://schemas.microsoft.com/office/drawing/2014/main" id="{67461121-FA5A-D3A0-D5D4-C6E289D60824}"/>
                </a:ext>
              </a:extLst>
            </p:cNvPr>
            <p:cNvSpPr txBox="1"/>
            <p:nvPr/>
          </p:nvSpPr>
          <p:spPr>
            <a:xfrm>
              <a:off x="4680858" y="939519"/>
              <a:ext cx="24929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b="1" dirty="0"/>
                <a:t>プロジェクトフォルダ</a:t>
              </a:r>
            </a:p>
          </p:txBody>
        </p:sp>
        <p:pic>
          <p:nvPicPr>
            <p:cNvPr id="80" name="図 79">
              <a:extLst>
                <a:ext uri="{FF2B5EF4-FFF2-40B4-BE49-F238E27FC236}">
                  <a16:creationId xmlns:a16="http://schemas.microsoft.com/office/drawing/2014/main" id="{2D0C00D1-AFD9-B65F-91F4-7F7E1EDED32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26031" y="2191273"/>
              <a:ext cx="1440000" cy="1440000"/>
            </a:xfrm>
            <a:prstGeom prst="rect">
              <a:avLst/>
            </a:prstGeom>
          </p:spPr>
        </p:pic>
        <p:pic>
          <p:nvPicPr>
            <p:cNvPr id="81" name="図 80">
              <a:extLst>
                <a:ext uri="{FF2B5EF4-FFF2-40B4-BE49-F238E27FC236}">
                  <a16:creationId xmlns:a16="http://schemas.microsoft.com/office/drawing/2014/main" id="{4FECDEF6-4693-1B41-F5FE-4BA38039126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88031" y="1318102"/>
              <a:ext cx="1116000" cy="1116000"/>
            </a:xfrm>
            <a:prstGeom prst="rect">
              <a:avLst/>
            </a:prstGeom>
          </p:spPr>
        </p:pic>
        <p:cxnSp>
          <p:nvCxnSpPr>
            <p:cNvPr id="82" name="コネクタ: カギ線 81">
              <a:extLst>
                <a:ext uri="{FF2B5EF4-FFF2-40B4-BE49-F238E27FC236}">
                  <a16:creationId xmlns:a16="http://schemas.microsoft.com/office/drawing/2014/main" id="{6D7ED15A-4CCB-1324-5402-765CEC237E44}"/>
                </a:ext>
              </a:extLst>
            </p:cNvPr>
            <p:cNvCxnSpPr>
              <a:cxnSpLocks/>
            </p:cNvCxnSpPr>
            <p:nvPr/>
          </p:nvCxnSpPr>
          <p:spPr>
            <a:xfrm>
              <a:off x="4255476" y="1455232"/>
              <a:ext cx="1408521" cy="504000"/>
            </a:xfrm>
            <a:prstGeom prst="bentConnector3">
              <a:avLst>
                <a:gd name="adj1" fmla="val -235"/>
              </a:avLst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3" name="コネクタ: カギ線 82">
              <a:extLst>
                <a:ext uri="{FF2B5EF4-FFF2-40B4-BE49-F238E27FC236}">
                  <a16:creationId xmlns:a16="http://schemas.microsoft.com/office/drawing/2014/main" id="{224FA7AC-6C43-CF0A-A1AC-331FEC75A182}"/>
                </a:ext>
              </a:extLst>
            </p:cNvPr>
            <p:cNvCxnSpPr>
              <a:cxnSpLocks/>
            </p:cNvCxnSpPr>
            <p:nvPr/>
          </p:nvCxnSpPr>
          <p:spPr>
            <a:xfrm>
              <a:off x="4257736" y="1483791"/>
              <a:ext cx="1440000" cy="1476000"/>
            </a:xfrm>
            <a:prstGeom prst="bentConnector3">
              <a:avLst>
                <a:gd name="adj1" fmla="val -235"/>
              </a:avLst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4" name="テキスト ボックス 83">
              <a:extLst>
                <a:ext uri="{FF2B5EF4-FFF2-40B4-BE49-F238E27FC236}">
                  <a16:creationId xmlns:a16="http://schemas.microsoft.com/office/drawing/2014/main" id="{09B83E75-F996-0902-AF73-69AAD0EE13CC}"/>
                </a:ext>
              </a:extLst>
            </p:cNvPr>
            <p:cNvSpPr txBox="1"/>
            <p:nvPr/>
          </p:nvSpPr>
          <p:spPr>
            <a:xfrm>
              <a:off x="6803205" y="1740129"/>
              <a:ext cx="15696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b="1" dirty="0"/>
                <a:t>画像ファイル</a:t>
              </a:r>
            </a:p>
          </p:txBody>
        </p:sp>
        <p:sp>
          <p:nvSpPr>
            <p:cNvPr id="85" name="テキスト ボックス 84">
              <a:extLst>
                <a:ext uri="{FF2B5EF4-FFF2-40B4-BE49-F238E27FC236}">
                  <a16:creationId xmlns:a16="http://schemas.microsoft.com/office/drawing/2014/main" id="{542948A7-2232-E010-CAD0-528AE4CE3716}"/>
                </a:ext>
              </a:extLst>
            </p:cNvPr>
            <p:cNvSpPr txBox="1"/>
            <p:nvPr/>
          </p:nvSpPr>
          <p:spPr>
            <a:xfrm>
              <a:off x="6803205" y="2763655"/>
              <a:ext cx="20313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b="1" dirty="0"/>
                <a:t>テキスト</a:t>
              </a:r>
              <a:r>
                <a:rPr kumimoji="1" lang="ja-JP" altLang="en-US" b="1" dirty="0"/>
                <a:t>ファイル</a:t>
              </a:r>
            </a:p>
          </p:txBody>
        </p:sp>
      </p:grpSp>
      <p:sp>
        <p:nvSpPr>
          <p:cNvPr id="86" name="矢印: 右 85">
            <a:extLst>
              <a:ext uri="{FF2B5EF4-FFF2-40B4-BE49-F238E27FC236}">
                <a16:creationId xmlns:a16="http://schemas.microsoft.com/office/drawing/2014/main" id="{FF074934-BB8C-0DB7-0400-A01B781F1915}"/>
              </a:ext>
            </a:extLst>
          </p:cNvPr>
          <p:cNvSpPr/>
          <p:nvPr/>
        </p:nvSpPr>
        <p:spPr>
          <a:xfrm rot="5400000">
            <a:off x="6215169" y="3733800"/>
            <a:ext cx="468086" cy="677228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8" name="テキスト ボックス 97">
            <a:extLst>
              <a:ext uri="{FF2B5EF4-FFF2-40B4-BE49-F238E27FC236}">
                <a16:creationId xmlns:a16="http://schemas.microsoft.com/office/drawing/2014/main" id="{27C80117-81A7-BC01-6221-2924A5CB9F4D}"/>
              </a:ext>
            </a:extLst>
          </p:cNvPr>
          <p:cNvSpPr txBox="1"/>
          <p:nvPr/>
        </p:nvSpPr>
        <p:spPr>
          <a:xfrm>
            <a:off x="6976284" y="3887728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b="1" dirty="0"/>
              <a:t>ファイルの修正</a:t>
            </a:r>
          </a:p>
        </p:txBody>
      </p:sp>
      <p:sp>
        <p:nvSpPr>
          <p:cNvPr id="100" name="四角形: 角を丸くする 99">
            <a:extLst>
              <a:ext uri="{FF2B5EF4-FFF2-40B4-BE49-F238E27FC236}">
                <a16:creationId xmlns:a16="http://schemas.microsoft.com/office/drawing/2014/main" id="{A882AAB6-113E-4BF9-E625-656A0DF88F67}"/>
              </a:ext>
            </a:extLst>
          </p:cNvPr>
          <p:cNvSpPr/>
          <p:nvPr/>
        </p:nvSpPr>
        <p:spPr>
          <a:xfrm>
            <a:off x="2849212" y="4639114"/>
            <a:ext cx="7200000" cy="324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kumimoji="1" lang="ja-JP" altLang="en-US" b="1" dirty="0"/>
              <a:t>ワーキングツリー（変更後）</a:t>
            </a:r>
          </a:p>
        </p:txBody>
      </p:sp>
      <p:grpSp>
        <p:nvGrpSpPr>
          <p:cNvPr id="101" name="グループ化 100">
            <a:extLst>
              <a:ext uri="{FF2B5EF4-FFF2-40B4-BE49-F238E27FC236}">
                <a16:creationId xmlns:a16="http://schemas.microsoft.com/office/drawing/2014/main" id="{3DFA9779-E6D2-5659-A8F0-1834EF7A439D}"/>
              </a:ext>
            </a:extLst>
          </p:cNvPr>
          <p:cNvGrpSpPr/>
          <p:nvPr/>
        </p:nvGrpSpPr>
        <p:grpSpPr>
          <a:xfrm>
            <a:off x="3890816" y="4954812"/>
            <a:ext cx="5116793" cy="3070884"/>
            <a:chOff x="3717737" y="560389"/>
            <a:chExt cx="5116793" cy="3070884"/>
          </a:xfrm>
        </p:grpSpPr>
        <p:pic>
          <p:nvPicPr>
            <p:cNvPr id="102" name="図 101">
              <a:extLst>
                <a:ext uri="{FF2B5EF4-FFF2-40B4-BE49-F238E27FC236}">
                  <a16:creationId xmlns:a16="http://schemas.microsoft.com/office/drawing/2014/main" id="{615D3C1F-3AF0-4EA0-DD67-6EBFAB3504C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17737" y="560389"/>
              <a:ext cx="1080000" cy="1080000"/>
            </a:xfrm>
            <a:prstGeom prst="rect">
              <a:avLst/>
            </a:prstGeom>
          </p:spPr>
        </p:pic>
        <p:sp>
          <p:nvSpPr>
            <p:cNvPr id="103" name="テキスト ボックス 102">
              <a:extLst>
                <a:ext uri="{FF2B5EF4-FFF2-40B4-BE49-F238E27FC236}">
                  <a16:creationId xmlns:a16="http://schemas.microsoft.com/office/drawing/2014/main" id="{EAC276E1-9245-1B89-466E-E17BBD58E6A2}"/>
                </a:ext>
              </a:extLst>
            </p:cNvPr>
            <p:cNvSpPr txBox="1"/>
            <p:nvPr/>
          </p:nvSpPr>
          <p:spPr>
            <a:xfrm>
              <a:off x="4680858" y="939519"/>
              <a:ext cx="24929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b="1" dirty="0"/>
                <a:t>プロジェクトフォルダ</a:t>
              </a:r>
            </a:p>
          </p:txBody>
        </p:sp>
        <p:pic>
          <p:nvPicPr>
            <p:cNvPr id="104" name="図 103">
              <a:extLst>
                <a:ext uri="{FF2B5EF4-FFF2-40B4-BE49-F238E27FC236}">
                  <a16:creationId xmlns:a16="http://schemas.microsoft.com/office/drawing/2014/main" id="{746FC17E-36EC-EEAF-8E4F-87E8FD64705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26031" y="2191273"/>
              <a:ext cx="1440000" cy="1440000"/>
            </a:xfrm>
            <a:prstGeom prst="rect">
              <a:avLst/>
            </a:prstGeom>
          </p:spPr>
        </p:pic>
        <p:pic>
          <p:nvPicPr>
            <p:cNvPr id="105" name="図 104">
              <a:extLst>
                <a:ext uri="{FF2B5EF4-FFF2-40B4-BE49-F238E27FC236}">
                  <a16:creationId xmlns:a16="http://schemas.microsoft.com/office/drawing/2014/main" id="{04E1D4A8-1513-FCEE-C450-6B05D2CC7E5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88031" y="1318102"/>
              <a:ext cx="1116000" cy="1116000"/>
            </a:xfrm>
            <a:prstGeom prst="rect">
              <a:avLst/>
            </a:prstGeom>
          </p:spPr>
        </p:pic>
        <p:cxnSp>
          <p:nvCxnSpPr>
            <p:cNvPr id="106" name="コネクタ: カギ線 105">
              <a:extLst>
                <a:ext uri="{FF2B5EF4-FFF2-40B4-BE49-F238E27FC236}">
                  <a16:creationId xmlns:a16="http://schemas.microsoft.com/office/drawing/2014/main" id="{130BE04F-8536-7420-50DA-BA94F9CC6514}"/>
                </a:ext>
              </a:extLst>
            </p:cNvPr>
            <p:cNvCxnSpPr>
              <a:cxnSpLocks/>
            </p:cNvCxnSpPr>
            <p:nvPr/>
          </p:nvCxnSpPr>
          <p:spPr>
            <a:xfrm>
              <a:off x="4255476" y="1455232"/>
              <a:ext cx="1408521" cy="504000"/>
            </a:xfrm>
            <a:prstGeom prst="bentConnector3">
              <a:avLst>
                <a:gd name="adj1" fmla="val -235"/>
              </a:avLst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7" name="コネクタ: カギ線 106">
              <a:extLst>
                <a:ext uri="{FF2B5EF4-FFF2-40B4-BE49-F238E27FC236}">
                  <a16:creationId xmlns:a16="http://schemas.microsoft.com/office/drawing/2014/main" id="{81F15262-FD38-4E16-4211-4D0610E168BF}"/>
                </a:ext>
              </a:extLst>
            </p:cNvPr>
            <p:cNvCxnSpPr>
              <a:cxnSpLocks/>
            </p:cNvCxnSpPr>
            <p:nvPr/>
          </p:nvCxnSpPr>
          <p:spPr>
            <a:xfrm>
              <a:off x="4257736" y="1483791"/>
              <a:ext cx="1440000" cy="1476000"/>
            </a:xfrm>
            <a:prstGeom prst="bentConnector3">
              <a:avLst>
                <a:gd name="adj1" fmla="val -235"/>
              </a:avLst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8" name="テキスト ボックス 107">
              <a:extLst>
                <a:ext uri="{FF2B5EF4-FFF2-40B4-BE49-F238E27FC236}">
                  <a16:creationId xmlns:a16="http://schemas.microsoft.com/office/drawing/2014/main" id="{8034933F-64B9-4708-E96A-E0E2EDF69D64}"/>
                </a:ext>
              </a:extLst>
            </p:cNvPr>
            <p:cNvSpPr txBox="1"/>
            <p:nvPr/>
          </p:nvSpPr>
          <p:spPr>
            <a:xfrm>
              <a:off x="6803205" y="1740129"/>
              <a:ext cx="15696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b="1" dirty="0"/>
                <a:t>画像ファイル</a:t>
              </a:r>
            </a:p>
          </p:txBody>
        </p:sp>
        <p:sp>
          <p:nvSpPr>
            <p:cNvPr id="109" name="テキスト ボックス 108">
              <a:extLst>
                <a:ext uri="{FF2B5EF4-FFF2-40B4-BE49-F238E27FC236}">
                  <a16:creationId xmlns:a16="http://schemas.microsoft.com/office/drawing/2014/main" id="{BEB74A4C-D5A1-891A-6C3D-773073444339}"/>
                </a:ext>
              </a:extLst>
            </p:cNvPr>
            <p:cNvSpPr txBox="1"/>
            <p:nvPr/>
          </p:nvSpPr>
          <p:spPr>
            <a:xfrm>
              <a:off x="6803205" y="2763655"/>
              <a:ext cx="20313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b="1" dirty="0"/>
                <a:t>テキスト</a:t>
              </a:r>
              <a:r>
                <a:rPr kumimoji="1" lang="ja-JP" altLang="en-US" b="1" dirty="0"/>
                <a:t>ファイル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891306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EFA152-3C86-B28B-91FE-C38DBF35A2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178969CD-002D-11A6-3E9D-400A8CB54E2B}"/>
              </a:ext>
            </a:extLst>
          </p:cNvPr>
          <p:cNvSpPr/>
          <p:nvPr/>
        </p:nvSpPr>
        <p:spPr>
          <a:xfrm>
            <a:off x="2849212" y="168489"/>
            <a:ext cx="7200000" cy="3240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ja-JP" altLang="en-US" b="1" dirty="0"/>
              <a:t>ステージングエリア</a:t>
            </a:r>
          </a:p>
        </p:txBody>
      </p:sp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0BACBE5F-FE88-92EF-BA61-2CCEE8D2F1BC}"/>
              </a:ext>
            </a:extLst>
          </p:cNvPr>
          <p:cNvGrpSpPr/>
          <p:nvPr/>
        </p:nvGrpSpPr>
        <p:grpSpPr>
          <a:xfrm>
            <a:off x="4272070" y="1145878"/>
            <a:ext cx="4354284" cy="1488464"/>
            <a:chOff x="5764251" y="1853450"/>
            <a:chExt cx="1080000" cy="534507"/>
          </a:xfrm>
        </p:grpSpPr>
        <p:sp>
          <p:nvSpPr>
            <p:cNvPr id="4" name="フローチャート: 手作業 3">
              <a:extLst>
                <a:ext uri="{FF2B5EF4-FFF2-40B4-BE49-F238E27FC236}">
                  <a16:creationId xmlns:a16="http://schemas.microsoft.com/office/drawing/2014/main" id="{95EA8513-7006-B7B8-266D-9D96BC6AED19}"/>
                </a:ext>
              </a:extLst>
            </p:cNvPr>
            <p:cNvSpPr/>
            <p:nvPr/>
          </p:nvSpPr>
          <p:spPr>
            <a:xfrm flipV="1">
              <a:off x="5782251" y="1853450"/>
              <a:ext cx="1044000" cy="341295"/>
            </a:xfrm>
            <a:prstGeom prst="flowChartManualOperation">
              <a:avLst/>
            </a:prstGeom>
            <a:solidFill>
              <a:schemeClr val="accent5">
                <a:lumMod val="40000"/>
                <a:lumOff val="60000"/>
              </a:schemeClr>
            </a:solidFill>
            <a:ln w="38100">
              <a:solidFill>
                <a:srgbClr val="00B0F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ja-JP" altLang="en-US" dirty="0">
                <a:solidFill>
                  <a:schemeClr val="dk1"/>
                </a:solidFill>
              </a:endParaRPr>
            </a:p>
          </p:txBody>
        </p:sp>
        <p:sp>
          <p:nvSpPr>
            <p:cNvPr id="5" name="四角形: 角を丸くする 4">
              <a:extLst>
                <a:ext uri="{FF2B5EF4-FFF2-40B4-BE49-F238E27FC236}">
                  <a16:creationId xmlns:a16="http://schemas.microsoft.com/office/drawing/2014/main" id="{86E367A4-B0E8-3379-9F6E-CD9A3BC3B397}"/>
                </a:ext>
              </a:extLst>
            </p:cNvPr>
            <p:cNvSpPr/>
            <p:nvPr/>
          </p:nvSpPr>
          <p:spPr>
            <a:xfrm>
              <a:off x="5764251" y="2199869"/>
              <a:ext cx="1080000" cy="188088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38100">
              <a:solidFill>
                <a:srgbClr val="00B0F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2129313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E42B19-1C70-3577-B12D-1B8C89E4A1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5E879318-B1C0-B68E-F939-A03EAC4431AA}"/>
              </a:ext>
            </a:extLst>
          </p:cNvPr>
          <p:cNvSpPr/>
          <p:nvPr/>
        </p:nvSpPr>
        <p:spPr>
          <a:xfrm>
            <a:off x="2849212" y="168489"/>
            <a:ext cx="7200000" cy="3240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ja-JP" altLang="en-US" b="1" dirty="0"/>
              <a:t>ステージングエリア（ステージ前）</a:t>
            </a:r>
          </a:p>
        </p:txBody>
      </p:sp>
      <p:sp>
        <p:nvSpPr>
          <p:cNvPr id="86" name="矢印: 右 85">
            <a:extLst>
              <a:ext uri="{FF2B5EF4-FFF2-40B4-BE49-F238E27FC236}">
                <a16:creationId xmlns:a16="http://schemas.microsoft.com/office/drawing/2014/main" id="{16592D1E-5327-3ACC-AE13-47C023986C5B}"/>
              </a:ext>
            </a:extLst>
          </p:cNvPr>
          <p:cNvSpPr/>
          <p:nvPr/>
        </p:nvSpPr>
        <p:spPr>
          <a:xfrm rot="5400000">
            <a:off x="6215169" y="3733800"/>
            <a:ext cx="468086" cy="677228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8" name="テキスト ボックス 97">
            <a:extLst>
              <a:ext uri="{FF2B5EF4-FFF2-40B4-BE49-F238E27FC236}">
                <a16:creationId xmlns:a16="http://schemas.microsoft.com/office/drawing/2014/main" id="{15132273-4805-B852-4EB9-0AD858068511}"/>
              </a:ext>
            </a:extLst>
          </p:cNvPr>
          <p:cNvSpPr txBox="1"/>
          <p:nvPr/>
        </p:nvSpPr>
        <p:spPr>
          <a:xfrm>
            <a:off x="6976284" y="388772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b="1" dirty="0"/>
              <a:t>ステージ</a:t>
            </a:r>
          </a:p>
        </p:txBody>
      </p:sp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A893AC52-D251-9333-CBD8-D1F8B21325E4}"/>
              </a:ext>
            </a:extLst>
          </p:cNvPr>
          <p:cNvGrpSpPr/>
          <p:nvPr/>
        </p:nvGrpSpPr>
        <p:grpSpPr>
          <a:xfrm>
            <a:off x="4272070" y="1145878"/>
            <a:ext cx="4354284" cy="1488464"/>
            <a:chOff x="5764251" y="1853450"/>
            <a:chExt cx="1080000" cy="534507"/>
          </a:xfrm>
        </p:grpSpPr>
        <p:sp>
          <p:nvSpPr>
            <p:cNvPr id="4" name="フローチャート: 手作業 3">
              <a:extLst>
                <a:ext uri="{FF2B5EF4-FFF2-40B4-BE49-F238E27FC236}">
                  <a16:creationId xmlns:a16="http://schemas.microsoft.com/office/drawing/2014/main" id="{FB4F4A9A-60C0-70A8-0FB3-878D81FB76E0}"/>
                </a:ext>
              </a:extLst>
            </p:cNvPr>
            <p:cNvSpPr/>
            <p:nvPr/>
          </p:nvSpPr>
          <p:spPr>
            <a:xfrm flipV="1">
              <a:off x="5782251" y="1853450"/>
              <a:ext cx="1044000" cy="341295"/>
            </a:xfrm>
            <a:prstGeom prst="flowChartManualOperation">
              <a:avLst/>
            </a:prstGeom>
            <a:solidFill>
              <a:schemeClr val="accent5">
                <a:lumMod val="40000"/>
                <a:lumOff val="60000"/>
              </a:schemeClr>
            </a:solidFill>
            <a:ln w="38100">
              <a:solidFill>
                <a:srgbClr val="00B0F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ja-JP" altLang="en-US" dirty="0">
                <a:solidFill>
                  <a:schemeClr val="dk1"/>
                </a:solidFill>
              </a:endParaRPr>
            </a:p>
          </p:txBody>
        </p:sp>
        <p:sp>
          <p:nvSpPr>
            <p:cNvPr id="5" name="四角形: 角を丸くする 4">
              <a:extLst>
                <a:ext uri="{FF2B5EF4-FFF2-40B4-BE49-F238E27FC236}">
                  <a16:creationId xmlns:a16="http://schemas.microsoft.com/office/drawing/2014/main" id="{DBBEF8FD-954C-1A2F-064B-93196A178884}"/>
                </a:ext>
              </a:extLst>
            </p:cNvPr>
            <p:cNvSpPr/>
            <p:nvPr/>
          </p:nvSpPr>
          <p:spPr>
            <a:xfrm>
              <a:off x="5764251" y="2199869"/>
              <a:ext cx="1080000" cy="188088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38100">
              <a:solidFill>
                <a:srgbClr val="00B0F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</p:grp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272FB705-45AE-A482-29FF-3485AE57AA4F}"/>
              </a:ext>
            </a:extLst>
          </p:cNvPr>
          <p:cNvSpPr/>
          <p:nvPr/>
        </p:nvSpPr>
        <p:spPr>
          <a:xfrm>
            <a:off x="2849212" y="4736299"/>
            <a:ext cx="7200000" cy="3240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ja-JP" altLang="en-US" b="1" dirty="0"/>
              <a:t>ステージングエリア（ステージ後）</a:t>
            </a:r>
          </a:p>
        </p:txBody>
      </p:sp>
      <p:grpSp>
        <p:nvGrpSpPr>
          <p:cNvPr id="7" name="グループ化 6">
            <a:extLst>
              <a:ext uri="{FF2B5EF4-FFF2-40B4-BE49-F238E27FC236}">
                <a16:creationId xmlns:a16="http://schemas.microsoft.com/office/drawing/2014/main" id="{F4A6A7E8-8D0F-33CC-F281-EC00957C10BD}"/>
              </a:ext>
            </a:extLst>
          </p:cNvPr>
          <p:cNvGrpSpPr/>
          <p:nvPr/>
        </p:nvGrpSpPr>
        <p:grpSpPr>
          <a:xfrm>
            <a:off x="4272070" y="5713688"/>
            <a:ext cx="4354284" cy="1488464"/>
            <a:chOff x="5764251" y="1853450"/>
            <a:chExt cx="1080000" cy="534507"/>
          </a:xfrm>
        </p:grpSpPr>
        <p:sp>
          <p:nvSpPr>
            <p:cNvPr id="8" name="フローチャート: 手作業 7">
              <a:extLst>
                <a:ext uri="{FF2B5EF4-FFF2-40B4-BE49-F238E27FC236}">
                  <a16:creationId xmlns:a16="http://schemas.microsoft.com/office/drawing/2014/main" id="{D5B25838-17AE-4A2B-E45F-97D43D6C08A5}"/>
                </a:ext>
              </a:extLst>
            </p:cNvPr>
            <p:cNvSpPr/>
            <p:nvPr/>
          </p:nvSpPr>
          <p:spPr>
            <a:xfrm flipV="1">
              <a:off x="5782251" y="1853450"/>
              <a:ext cx="1044000" cy="341295"/>
            </a:xfrm>
            <a:prstGeom prst="flowChartManualOperation">
              <a:avLst/>
            </a:prstGeom>
            <a:solidFill>
              <a:schemeClr val="accent5">
                <a:lumMod val="40000"/>
                <a:lumOff val="60000"/>
              </a:schemeClr>
            </a:solidFill>
            <a:ln w="38100">
              <a:solidFill>
                <a:srgbClr val="00B0F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ja-JP" altLang="en-US" dirty="0">
                <a:solidFill>
                  <a:schemeClr val="dk1"/>
                </a:solidFill>
              </a:endParaRPr>
            </a:p>
          </p:txBody>
        </p:sp>
        <p:sp>
          <p:nvSpPr>
            <p:cNvPr id="9" name="四角形: 角を丸くする 8">
              <a:extLst>
                <a:ext uri="{FF2B5EF4-FFF2-40B4-BE49-F238E27FC236}">
                  <a16:creationId xmlns:a16="http://schemas.microsoft.com/office/drawing/2014/main" id="{15481D97-CE29-8D72-E856-21D75F55FA9F}"/>
                </a:ext>
              </a:extLst>
            </p:cNvPr>
            <p:cNvSpPr/>
            <p:nvPr/>
          </p:nvSpPr>
          <p:spPr>
            <a:xfrm>
              <a:off x="5764251" y="2199869"/>
              <a:ext cx="1080000" cy="188088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38100">
              <a:solidFill>
                <a:srgbClr val="00B0F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</p:grpSp>
      <p:grpSp>
        <p:nvGrpSpPr>
          <p:cNvPr id="13" name="グループ化 12">
            <a:extLst>
              <a:ext uri="{FF2B5EF4-FFF2-40B4-BE49-F238E27FC236}">
                <a16:creationId xmlns:a16="http://schemas.microsoft.com/office/drawing/2014/main" id="{45E0AB6D-CFBE-09D7-52F2-D17CC2493D8F}"/>
              </a:ext>
            </a:extLst>
          </p:cNvPr>
          <p:cNvGrpSpPr/>
          <p:nvPr/>
        </p:nvGrpSpPr>
        <p:grpSpPr>
          <a:xfrm>
            <a:off x="7908910" y="3352394"/>
            <a:ext cx="3308499" cy="1440000"/>
            <a:chOff x="4860910" y="5474477"/>
            <a:chExt cx="3308499" cy="1440000"/>
          </a:xfrm>
        </p:grpSpPr>
        <p:pic>
          <p:nvPicPr>
            <p:cNvPr id="10" name="図 9">
              <a:extLst>
                <a:ext uri="{FF2B5EF4-FFF2-40B4-BE49-F238E27FC236}">
                  <a16:creationId xmlns:a16="http://schemas.microsoft.com/office/drawing/2014/main" id="{D2306D39-492B-728D-818A-C0F6A614F82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60910" y="5474477"/>
              <a:ext cx="1440000" cy="1440000"/>
            </a:xfrm>
            <a:prstGeom prst="rect">
              <a:avLst/>
            </a:prstGeom>
          </p:spPr>
        </p:pic>
        <p:sp>
          <p:nvSpPr>
            <p:cNvPr id="11" name="テキスト ボックス 10">
              <a:extLst>
                <a:ext uri="{FF2B5EF4-FFF2-40B4-BE49-F238E27FC236}">
                  <a16:creationId xmlns:a16="http://schemas.microsoft.com/office/drawing/2014/main" id="{23CF9734-D2A4-129B-3A67-2D18748BF74A}"/>
                </a:ext>
              </a:extLst>
            </p:cNvPr>
            <p:cNvSpPr txBox="1"/>
            <p:nvPr/>
          </p:nvSpPr>
          <p:spPr>
            <a:xfrm>
              <a:off x="6138084" y="6046859"/>
              <a:ext cx="20313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b="1" dirty="0"/>
                <a:t>テキスト</a:t>
              </a:r>
              <a:r>
                <a:rPr kumimoji="1" lang="ja-JP" altLang="en-US" b="1" dirty="0"/>
                <a:t>ファイル</a:t>
              </a:r>
            </a:p>
          </p:txBody>
        </p:sp>
      </p:grp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8B42BB13-8CDE-BCC1-CB73-BCF1B813938A}"/>
              </a:ext>
            </a:extLst>
          </p:cNvPr>
          <p:cNvSpPr/>
          <p:nvPr/>
        </p:nvSpPr>
        <p:spPr>
          <a:xfrm>
            <a:off x="5428131" y="5917196"/>
            <a:ext cx="2042160" cy="563880"/>
          </a:xfrm>
          <a:prstGeom prst="roundRect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>
                <a:solidFill>
                  <a:schemeClr val="accent2">
                    <a:lumMod val="75000"/>
                  </a:schemeClr>
                </a:solidFill>
              </a:rPr>
              <a:t>変更</a:t>
            </a:r>
            <a:r>
              <a:rPr lang="ja-JP" altLang="en-US" b="1" dirty="0">
                <a:solidFill>
                  <a:schemeClr val="accent2">
                    <a:lumMod val="75000"/>
                  </a:schemeClr>
                </a:solidFill>
              </a:rPr>
              <a:t>内容</a:t>
            </a:r>
            <a:endParaRPr kumimoji="1" lang="ja-JP" altLang="en-US" b="1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12241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E32797-C7B9-4888-3A5D-E2EC3413F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A836B60A-C5B4-5DB8-028B-A7DBC8133B49}"/>
              </a:ext>
            </a:extLst>
          </p:cNvPr>
          <p:cNvSpPr/>
          <p:nvPr/>
        </p:nvSpPr>
        <p:spPr>
          <a:xfrm>
            <a:off x="2849212" y="168489"/>
            <a:ext cx="7200000" cy="3240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ja-JP" altLang="en-US" b="1" dirty="0"/>
              <a:t>ステージングエリア（ステージ前）</a:t>
            </a:r>
          </a:p>
        </p:txBody>
      </p:sp>
      <p:sp>
        <p:nvSpPr>
          <p:cNvPr id="86" name="矢印: 右 85">
            <a:extLst>
              <a:ext uri="{FF2B5EF4-FFF2-40B4-BE49-F238E27FC236}">
                <a16:creationId xmlns:a16="http://schemas.microsoft.com/office/drawing/2014/main" id="{BF14EDB8-9E1F-A43A-471A-3DAC77BD284F}"/>
              </a:ext>
            </a:extLst>
          </p:cNvPr>
          <p:cNvSpPr/>
          <p:nvPr/>
        </p:nvSpPr>
        <p:spPr>
          <a:xfrm rot="5400000">
            <a:off x="6215169" y="3733800"/>
            <a:ext cx="468086" cy="677228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8" name="テキスト ボックス 97">
            <a:extLst>
              <a:ext uri="{FF2B5EF4-FFF2-40B4-BE49-F238E27FC236}">
                <a16:creationId xmlns:a16="http://schemas.microsoft.com/office/drawing/2014/main" id="{7EAEA6ED-20D3-2D85-AB7E-6113B36DBFF7}"/>
              </a:ext>
            </a:extLst>
          </p:cNvPr>
          <p:cNvSpPr txBox="1"/>
          <p:nvPr/>
        </p:nvSpPr>
        <p:spPr>
          <a:xfrm>
            <a:off x="6976284" y="388772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b="1" dirty="0"/>
              <a:t>ステージ</a:t>
            </a:r>
          </a:p>
        </p:txBody>
      </p:sp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D3F4CC07-C3A2-BDBF-EAA6-0878647421AF}"/>
              </a:ext>
            </a:extLst>
          </p:cNvPr>
          <p:cNvGrpSpPr/>
          <p:nvPr/>
        </p:nvGrpSpPr>
        <p:grpSpPr>
          <a:xfrm>
            <a:off x="4272070" y="1145878"/>
            <a:ext cx="4354284" cy="1488464"/>
            <a:chOff x="5764251" y="1853450"/>
            <a:chExt cx="1080000" cy="534507"/>
          </a:xfrm>
        </p:grpSpPr>
        <p:sp>
          <p:nvSpPr>
            <p:cNvPr id="4" name="フローチャート: 手作業 3">
              <a:extLst>
                <a:ext uri="{FF2B5EF4-FFF2-40B4-BE49-F238E27FC236}">
                  <a16:creationId xmlns:a16="http://schemas.microsoft.com/office/drawing/2014/main" id="{5CCCC2A2-3893-BABF-A9F3-D7CD9E7870DF}"/>
                </a:ext>
              </a:extLst>
            </p:cNvPr>
            <p:cNvSpPr/>
            <p:nvPr/>
          </p:nvSpPr>
          <p:spPr>
            <a:xfrm flipV="1">
              <a:off x="5782251" y="1853450"/>
              <a:ext cx="1044000" cy="341295"/>
            </a:xfrm>
            <a:prstGeom prst="flowChartManualOperation">
              <a:avLst/>
            </a:prstGeom>
            <a:solidFill>
              <a:schemeClr val="accent5">
                <a:lumMod val="40000"/>
                <a:lumOff val="60000"/>
              </a:schemeClr>
            </a:solidFill>
            <a:ln w="38100">
              <a:solidFill>
                <a:srgbClr val="00B0F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ja-JP" altLang="en-US" dirty="0">
                <a:solidFill>
                  <a:schemeClr val="dk1"/>
                </a:solidFill>
              </a:endParaRPr>
            </a:p>
          </p:txBody>
        </p:sp>
        <p:sp>
          <p:nvSpPr>
            <p:cNvPr id="5" name="四角形: 角を丸くする 4">
              <a:extLst>
                <a:ext uri="{FF2B5EF4-FFF2-40B4-BE49-F238E27FC236}">
                  <a16:creationId xmlns:a16="http://schemas.microsoft.com/office/drawing/2014/main" id="{38829AD5-33AC-259E-EF17-B5AAA7E8734A}"/>
                </a:ext>
              </a:extLst>
            </p:cNvPr>
            <p:cNvSpPr/>
            <p:nvPr/>
          </p:nvSpPr>
          <p:spPr>
            <a:xfrm>
              <a:off x="5764251" y="2199869"/>
              <a:ext cx="1080000" cy="188088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38100">
              <a:solidFill>
                <a:srgbClr val="00B0F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</p:grp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FCD29A06-BC61-0CAD-3F7E-590AAF214FFB}"/>
              </a:ext>
            </a:extLst>
          </p:cNvPr>
          <p:cNvSpPr/>
          <p:nvPr/>
        </p:nvSpPr>
        <p:spPr>
          <a:xfrm>
            <a:off x="2849212" y="4736299"/>
            <a:ext cx="7200000" cy="3240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ja-JP" altLang="en-US" b="1" dirty="0"/>
              <a:t>ステージングエリア（ステージ後）</a:t>
            </a:r>
          </a:p>
        </p:txBody>
      </p:sp>
      <p:grpSp>
        <p:nvGrpSpPr>
          <p:cNvPr id="7" name="グループ化 6">
            <a:extLst>
              <a:ext uri="{FF2B5EF4-FFF2-40B4-BE49-F238E27FC236}">
                <a16:creationId xmlns:a16="http://schemas.microsoft.com/office/drawing/2014/main" id="{F66F537D-864F-35FB-6F82-F4C8EED9A5CA}"/>
              </a:ext>
            </a:extLst>
          </p:cNvPr>
          <p:cNvGrpSpPr/>
          <p:nvPr/>
        </p:nvGrpSpPr>
        <p:grpSpPr>
          <a:xfrm>
            <a:off x="4272070" y="5713688"/>
            <a:ext cx="4354284" cy="1488464"/>
            <a:chOff x="5764251" y="1853450"/>
            <a:chExt cx="1080000" cy="534507"/>
          </a:xfrm>
        </p:grpSpPr>
        <p:sp>
          <p:nvSpPr>
            <p:cNvPr id="8" name="フローチャート: 手作業 7">
              <a:extLst>
                <a:ext uri="{FF2B5EF4-FFF2-40B4-BE49-F238E27FC236}">
                  <a16:creationId xmlns:a16="http://schemas.microsoft.com/office/drawing/2014/main" id="{783A2740-CC55-4257-909D-1E33BD1FDBCB}"/>
                </a:ext>
              </a:extLst>
            </p:cNvPr>
            <p:cNvSpPr/>
            <p:nvPr/>
          </p:nvSpPr>
          <p:spPr>
            <a:xfrm flipV="1">
              <a:off x="5782251" y="1853450"/>
              <a:ext cx="1044000" cy="341295"/>
            </a:xfrm>
            <a:prstGeom prst="flowChartManualOperation">
              <a:avLst/>
            </a:prstGeom>
            <a:solidFill>
              <a:schemeClr val="accent5">
                <a:lumMod val="40000"/>
                <a:lumOff val="60000"/>
              </a:schemeClr>
            </a:solidFill>
            <a:ln w="38100">
              <a:solidFill>
                <a:srgbClr val="00B0F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ja-JP" altLang="en-US" dirty="0">
                <a:solidFill>
                  <a:schemeClr val="dk1"/>
                </a:solidFill>
              </a:endParaRPr>
            </a:p>
          </p:txBody>
        </p:sp>
        <p:sp>
          <p:nvSpPr>
            <p:cNvPr id="9" name="四角形: 角を丸くする 8">
              <a:extLst>
                <a:ext uri="{FF2B5EF4-FFF2-40B4-BE49-F238E27FC236}">
                  <a16:creationId xmlns:a16="http://schemas.microsoft.com/office/drawing/2014/main" id="{C59D1E3D-3B89-D91A-E826-AC892082B805}"/>
                </a:ext>
              </a:extLst>
            </p:cNvPr>
            <p:cNvSpPr/>
            <p:nvPr/>
          </p:nvSpPr>
          <p:spPr>
            <a:xfrm>
              <a:off x="5764251" y="2199869"/>
              <a:ext cx="1080000" cy="188088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38100">
              <a:solidFill>
                <a:srgbClr val="00B0F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</p:grpSp>
      <p:grpSp>
        <p:nvGrpSpPr>
          <p:cNvPr id="13" name="グループ化 12">
            <a:extLst>
              <a:ext uri="{FF2B5EF4-FFF2-40B4-BE49-F238E27FC236}">
                <a16:creationId xmlns:a16="http://schemas.microsoft.com/office/drawing/2014/main" id="{13D58400-91F9-F5BD-B5C9-B0A4C8062DDA}"/>
              </a:ext>
            </a:extLst>
          </p:cNvPr>
          <p:cNvGrpSpPr/>
          <p:nvPr/>
        </p:nvGrpSpPr>
        <p:grpSpPr>
          <a:xfrm>
            <a:off x="7908910" y="3352394"/>
            <a:ext cx="3308499" cy="1440000"/>
            <a:chOff x="4860910" y="5474477"/>
            <a:chExt cx="3308499" cy="1440000"/>
          </a:xfrm>
        </p:grpSpPr>
        <p:pic>
          <p:nvPicPr>
            <p:cNvPr id="10" name="図 9">
              <a:extLst>
                <a:ext uri="{FF2B5EF4-FFF2-40B4-BE49-F238E27FC236}">
                  <a16:creationId xmlns:a16="http://schemas.microsoft.com/office/drawing/2014/main" id="{6CD407F7-0EE9-8914-8003-A911F7C1FE2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60910" y="5474477"/>
              <a:ext cx="1440000" cy="1440000"/>
            </a:xfrm>
            <a:prstGeom prst="rect">
              <a:avLst/>
            </a:prstGeom>
          </p:spPr>
        </p:pic>
        <p:sp>
          <p:nvSpPr>
            <p:cNvPr id="11" name="テキスト ボックス 10">
              <a:extLst>
                <a:ext uri="{FF2B5EF4-FFF2-40B4-BE49-F238E27FC236}">
                  <a16:creationId xmlns:a16="http://schemas.microsoft.com/office/drawing/2014/main" id="{F34F043D-D28F-E679-405B-F13401B2CBF5}"/>
                </a:ext>
              </a:extLst>
            </p:cNvPr>
            <p:cNvSpPr txBox="1"/>
            <p:nvPr/>
          </p:nvSpPr>
          <p:spPr>
            <a:xfrm>
              <a:off x="6138084" y="6046859"/>
              <a:ext cx="20313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b="1" dirty="0"/>
                <a:t>テキスト</a:t>
              </a:r>
              <a:r>
                <a:rPr kumimoji="1" lang="ja-JP" altLang="en-US" b="1" dirty="0"/>
                <a:t>ファイル</a:t>
              </a:r>
            </a:p>
          </p:txBody>
        </p:sp>
      </p:grp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027B4A0F-F3B7-0234-48FF-334D4C31F1D4}"/>
              </a:ext>
            </a:extLst>
          </p:cNvPr>
          <p:cNvSpPr/>
          <p:nvPr/>
        </p:nvSpPr>
        <p:spPr>
          <a:xfrm>
            <a:off x="5428131" y="5917196"/>
            <a:ext cx="2042160" cy="563880"/>
          </a:xfrm>
          <a:prstGeom prst="roundRect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>
                <a:solidFill>
                  <a:schemeClr val="accent2">
                    <a:lumMod val="75000"/>
                  </a:schemeClr>
                </a:solidFill>
              </a:rPr>
              <a:t>変更</a:t>
            </a:r>
            <a:r>
              <a:rPr lang="ja-JP" altLang="en-US" b="1" dirty="0">
                <a:solidFill>
                  <a:schemeClr val="accent2">
                    <a:lumMod val="75000"/>
                  </a:schemeClr>
                </a:solidFill>
              </a:rPr>
              <a:t>内容</a:t>
            </a:r>
            <a:endParaRPr kumimoji="1" lang="ja-JP" altLang="en-US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B1DE9B5F-C452-18B6-0D02-5FBF3E0BA138}"/>
              </a:ext>
            </a:extLst>
          </p:cNvPr>
          <p:cNvSpPr/>
          <p:nvPr/>
        </p:nvSpPr>
        <p:spPr>
          <a:xfrm>
            <a:off x="2849212" y="168489"/>
            <a:ext cx="7200000" cy="324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kumimoji="1" lang="ja-JP" altLang="en-US" b="1" dirty="0"/>
              <a:t>ワーキングツリー（変更後）</a:t>
            </a:r>
          </a:p>
        </p:txBody>
      </p:sp>
      <p:grpSp>
        <p:nvGrpSpPr>
          <p:cNvPr id="15" name="グループ化 14">
            <a:extLst>
              <a:ext uri="{FF2B5EF4-FFF2-40B4-BE49-F238E27FC236}">
                <a16:creationId xmlns:a16="http://schemas.microsoft.com/office/drawing/2014/main" id="{8944CEF9-CAA3-1A12-A17F-2376C3CD9087}"/>
              </a:ext>
            </a:extLst>
          </p:cNvPr>
          <p:cNvGrpSpPr/>
          <p:nvPr/>
        </p:nvGrpSpPr>
        <p:grpSpPr>
          <a:xfrm>
            <a:off x="3890816" y="484187"/>
            <a:ext cx="5116793" cy="3070884"/>
            <a:chOff x="3717737" y="560389"/>
            <a:chExt cx="5116793" cy="3070884"/>
          </a:xfrm>
        </p:grpSpPr>
        <p:pic>
          <p:nvPicPr>
            <p:cNvPr id="16" name="図 15">
              <a:extLst>
                <a:ext uri="{FF2B5EF4-FFF2-40B4-BE49-F238E27FC236}">
                  <a16:creationId xmlns:a16="http://schemas.microsoft.com/office/drawing/2014/main" id="{8BA20B5B-C108-D549-1DAF-3019F8AD2D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17737" y="560389"/>
              <a:ext cx="1080000" cy="1080000"/>
            </a:xfrm>
            <a:prstGeom prst="rect">
              <a:avLst/>
            </a:prstGeom>
          </p:spPr>
        </p:pic>
        <p:sp>
          <p:nvSpPr>
            <p:cNvPr id="17" name="テキスト ボックス 16">
              <a:extLst>
                <a:ext uri="{FF2B5EF4-FFF2-40B4-BE49-F238E27FC236}">
                  <a16:creationId xmlns:a16="http://schemas.microsoft.com/office/drawing/2014/main" id="{6649524C-99A4-77E1-13B4-00502F26A98D}"/>
                </a:ext>
              </a:extLst>
            </p:cNvPr>
            <p:cNvSpPr txBox="1"/>
            <p:nvPr/>
          </p:nvSpPr>
          <p:spPr>
            <a:xfrm>
              <a:off x="4680858" y="939519"/>
              <a:ext cx="24929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b="1" dirty="0"/>
                <a:t>プロジェクトフォルダ</a:t>
              </a:r>
            </a:p>
          </p:txBody>
        </p:sp>
        <p:pic>
          <p:nvPicPr>
            <p:cNvPr id="18" name="図 17">
              <a:extLst>
                <a:ext uri="{FF2B5EF4-FFF2-40B4-BE49-F238E27FC236}">
                  <a16:creationId xmlns:a16="http://schemas.microsoft.com/office/drawing/2014/main" id="{A2171406-C6E4-6D89-FD11-88B11BFEBAB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26031" y="2191273"/>
              <a:ext cx="1440000" cy="1440000"/>
            </a:xfrm>
            <a:prstGeom prst="rect">
              <a:avLst/>
            </a:prstGeom>
          </p:spPr>
        </p:pic>
        <p:pic>
          <p:nvPicPr>
            <p:cNvPr id="19" name="図 18">
              <a:extLst>
                <a:ext uri="{FF2B5EF4-FFF2-40B4-BE49-F238E27FC236}">
                  <a16:creationId xmlns:a16="http://schemas.microsoft.com/office/drawing/2014/main" id="{885314EE-CB09-90CD-B4EA-4AF10B20943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88031" y="1318102"/>
              <a:ext cx="1116000" cy="1116000"/>
            </a:xfrm>
            <a:prstGeom prst="rect">
              <a:avLst/>
            </a:prstGeom>
          </p:spPr>
        </p:pic>
        <p:cxnSp>
          <p:nvCxnSpPr>
            <p:cNvPr id="20" name="コネクタ: カギ線 19">
              <a:extLst>
                <a:ext uri="{FF2B5EF4-FFF2-40B4-BE49-F238E27FC236}">
                  <a16:creationId xmlns:a16="http://schemas.microsoft.com/office/drawing/2014/main" id="{C4A96BF0-DB4B-18C9-78C4-99EAE02646AC}"/>
                </a:ext>
              </a:extLst>
            </p:cNvPr>
            <p:cNvCxnSpPr>
              <a:cxnSpLocks/>
            </p:cNvCxnSpPr>
            <p:nvPr/>
          </p:nvCxnSpPr>
          <p:spPr>
            <a:xfrm>
              <a:off x="4255476" y="1455232"/>
              <a:ext cx="1408521" cy="504000"/>
            </a:xfrm>
            <a:prstGeom prst="bentConnector3">
              <a:avLst>
                <a:gd name="adj1" fmla="val -235"/>
              </a:avLst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コネクタ: カギ線 20">
              <a:extLst>
                <a:ext uri="{FF2B5EF4-FFF2-40B4-BE49-F238E27FC236}">
                  <a16:creationId xmlns:a16="http://schemas.microsoft.com/office/drawing/2014/main" id="{4FCC33F9-7D3C-F475-ED93-1BB647B985CF}"/>
                </a:ext>
              </a:extLst>
            </p:cNvPr>
            <p:cNvCxnSpPr>
              <a:cxnSpLocks/>
            </p:cNvCxnSpPr>
            <p:nvPr/>
          </p:nvCxnSpPr>
          <p:spPr>
            <a:xfrm>
              <a:off x="4257736" y="1483791"/>
              <a:ext cx="1440000" cy="1476000"/>
            </a:xfrm>
            <a:prstGeom prst="bentConnector3">
              <a:avLst>
                <a:gd name="adj1" fmla="val -235"/>
              </a:avLst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2" name="テキスト ボックス 21">
              <a:extLst>
                <a:ext uri="{FF2B5EF4-FFF2-40B4-BE49-F238E27FC236}">
                  <a16:creationId xmlns:a16="http://schemas.microsoft.com/office/drawing/2014/main" id="{76490422-0C2A-3EFC-F580-D718DFC63728}"/>
                </a:ext>
              </a:extLst>
            </p:cNvPr>
            <p:cNvSpPr txBox="1"/>
            <p:nvPr/>
          </p:nvSpPr>
          <p:spPr>
            <a:xfrm>
              <a:off x="6803205" y="1740129"/>
              <a:ext cx="15696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b="1" dirty="0"/>
                <a:t>画像ファイル</a:t>
              </a:r>
            </a:p>
          </p:txBody>
        </p:sp>
        <p:sp>
          <p:nvSpPr>
            <p:cNvPr id="23" name="テキスト ボックス 22">
              <a:extLst>
                <a:ext uri="{FF2B5EF4-FFF2-40B4-BE49-F238E27FC236}">
                  <a16:creationId xmlns:a16="http://schemas.microsoft.com/office/drawing/2014/main" id="{CC5F9D76-DF4E-41DF-E683-88E08EF63045}"/>
                </a:ext>
              </a:extLst>
            </p:cNvPr>
            <p:cNvSpPr txBox="1"/>
            <p:nvPr/>
          </p:nvSpPr>
          <p:spPr>
            <a:xfrm>
              <a:off x="6803205" y="2763655"/>
              <a:ext cx="20313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b="1" dirty="0"/>
                <a:t>テキスト</a:t>
              </a:r>
              <a:r>
                <a:rPr kumimoji="1" lang="ja-JP" altLang="en-US" b="1" dirty="0"/>
                <a:t>ファイル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0125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1B3069-FED1-EB5F-A52A-554E612594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矢印: 右 85">
            <a:extLst>
              <a:ext uri="{FF2B5EF4-FFF2-40B4-BE49-F238E27FC236}">
                <a16:creationId xmlns:a16="http://schemas.microsoft.com/office/drawing/2014/main" id="{31272275-6D7B-3088-9478-60ED8D8B913A}"/>
              </a:ext>
            </a:extLst>
          </p:cNvPr>
          <p:cNvSpPr/>
          <p:nvPr/>
        </p:nvSpPr>
        <p:spPr>
          <a:xfrm rot="5400000">
            <a:off x="6215169" y="3733800"/>
            <a:ext cx="468086" cy="677228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8" name="テキスト ボックス 97">
            <a:extLst>
              <a:ext uri="{FF2B5EF4-FFF2-40B4-BE49-F238E27FC236}">
                <a16:creationId xmlns:a16="http://schemas.microsoft.com/office/drawing/2014/main" id="{26AD6515-48A0-07E7-C0AC-04A6EB08AF4F}"/>
              </a:ext>
            </a:extLst>
          </p:cNvPr>
          <p:cNvSpPr txBox="1"/>
          <p:nvPr/>
        </p:nvSpPr>
        <p:spPr>
          <a:xfrm>
            <a:off x="6976284" y="388772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b="1" dirty="0"/>
              <a:t>ステージ</a:t>
            </a: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3C756BA0-2249-DDF0-C28C-672DA7A8CEA0}"/>
              </a:ext>
            </a:extLst>
          </p:cNvPr>
          <p:cNvSpPr/>
          <p:nvPr/>
        </p:nvSpPr>
        <p:spPr>
          <a:xfrm>
            <a:off x="2849212" y="4736299"/>
            <a:ext cx="7200000" cy="3240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ja-JP" altLang="en-US" b="1" dirty="0"/>
              <a:t>ステージングエリア（ステージ後）</a:t>
            </a:r>
          </a:p>
        </p:txBody>
      </p:sp>
      <p:grpSp>
        <p:nvGrpSpPr>
          <p:cNvPr id="7" name="グループ化 6">
            <a:extLst>
              <a:ext uri="{FF2B5EF4-FFF2-40B4-BE49-F238E27FC236}">
                <a16:creationId xmlns:a16="http://schemas.microsoft.com/office/drawing/2014/main" id="{1E8E8F3A-5ECA-2A23-A045-D953BA152B21}"/>
              </a:ext>
            </a:extLst>
          </p:cNvPr>
          <p:cNvGrpSpPr/>
          <p:nvPr/>
        </p:nvGrpSpPr>
        <p:grpSpPr>
          <a:xfrm>
            <a:off x="4272070" y="5713688"/>
            <a:ext cx="4354284" cy="1488464"/>
            <a:chOff x="5764251" y="1853450"/>
            <a:chExt cx="1080000" cy="534507"/>
          </a:xfrm>
        </p:grpSpPr>
        <p:sp>
          <p:nvSpPr>
            <p:cNvPr id="8" name="フローチャート: 手作業 7">
              <a:extLst>
                <a:ext uri="{FF2B5EF4-FFF2-40B4-BE49-F238E27FC236}">
                  <a16:creationId xmlns:a16="http://schemas.microsoft.com/office/drawing/2014/main" id="{E6AA96C3-FBC7-45CA-D228-43107691FA58}"/>
                </a:ext>
              </a:extLst>
            </p:cNvPr>
            <p:cNvSpPr/>
            <p:nvPr/>
          </p:nvSpPr>
          <p:spPr>
            <a:xfrm flipV="1">
              <a:off x="5782251" y="1853450"/>
              <a:ext cx="1044000" cy="341295"/>
            </a:xfrm>
            <a:prstGeom prst="flowChartManualOperation">
              <a:avLst/>
            </a:prstGeom>
            <a:solidFill>
              <a:schemeClr val="accent5">
                <a:lumMod val="40000"/>
                <a:lumOff val="60000"/>
              </a:schemeClr>
            </a:solidFill>
            <a:ln w="38100">
              <a:solidFill>
                <a:srgbClr val="00B0F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ja-JP" altLang="en-US" dirty="0">
                <a:solidFill>
                  <a:schemeClr val="dk1"/>
                </a:solidFill>
              </a:endParaRPr>
            </a:p>
          </p:txBody>
        </p:sp>
        <p:sp>
          <p:nvSpPr>
            <p:cNvPr id="9" name="四角形: 角を丸くする 8">
              <a:extLst>
                <a:ext uri="{FF2B5EF4-FFF2-40B4-BE49-F238E27FC236}">
                  <a16:creationId xmlns:a16="http://schemas.microsoft.com/office/drawing/2014/main" id="{AA0F9F9F-A67F-E90B-A619-906B1B1CD4B2}"/>
                </a:ext>
              </a:extLst>
            </p:cNvPr>
            <p:cNvSpPr/>
            <p:nvPr/>
          </p:nvSpPr>
          <p:spPr>
            <a:xfrm>
              <a:off x="5764251" y="2199869"/>
              <a:ext cx="1080000" cy="188088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38100">
              <a:solidFill>
                <a:srgbClr val="00B0F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</p:grpSp>
      <p:grpSp>
        <p:nvGrpSpPr>
          <p:cNvPr id="13" name="グループ化 12">
            <a:extLst>
              <a:ext uri="{FF2B5EF4-FFF2-40B4-BE49-F238E27FC236}">
                <a16:creationId xmlns:a16="http://schemas.microsoft.com/office/drawing/2014/main" id="{76306A08-C5D8-3599-1654-585AD9962620}"/>
              </a:ext>
            </a:extLst>
          </p:cNvPr>
          <p:cNvGrpSpPr/>
          <p:nvPr/>
        </p:nvGrpSpPr>
        <p:grpSpPr>
          <a:xfrm>
            <a:off x="7908910" y="3352394"/>
            <a:ext cx="3308499" cy="1440000"/>
            <a:chOff x="4860910" y="5474477"/>
            <a:chExt cx="3308499" cy="1440000"/>
          </a:xfrm>
        </p:grpSpPr>
        <p:pic>
          <p:nvPicPr>
            <p:cNvPr id="10" name="図 9">
              <a:extLst>
                <a:ext uri="{FF2B5EF4-FFF2-40B4-BE49-F238E27FC236}">
                  <a16:creationId xmlns:a16="http://schemas.microsoft.com/office/drawing/2014/main" id="{ED6E3F45-A63E-ADC9-3614-7B666765499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60910" y="5474477"/>
              <a:ext cx="1440000" cy="1440000"/>
            </a:xfrm>
            <a:prstGeom prst="rect">
              <a:avLst/>
            </a:prstGeom>
          </p:spPr>
        </p:pic>
        <p:sp>
          <p:nvSpPr>
            <p:cNvPr id="11" name="テキスト ボックス 10">
              <a:extLst>
                <a:ext uri="{FF2B5EF4-FFF2-40B4-BE49-F238E27FC236}">
                  <a16:creationId xmlns:a16="http://schemas.microsoft.com/office/drawing/2014/main" id="{75251A39-7F9B-CE1B-60B4-0A49D278EE9F}"/>
                </a:ext>
              </a:extLst>
            </p:cNvPr>
            <p:cNvSpPr txBox="1"/>
            <p:nvPr/>
          </p:nvSpPr>
          <p:spPr>
            <a:xfrm>
              <a:off x="6138084" y="6046859"/>
              <a:ext cx="20313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b="1" dirty="0"/>
                <a:t>テキスト</a:t>
              </a:r>
              <a:r>
                <a:rPr kumimoji="1" lang="ja-JP" altLang="en-US" b="1" dirty="0"/>
                <a:t>ファイル</a:t>
              </a:r>
            </a:p>
          </p:txBody>
        </p:sp>
      </p:grp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B5C2FA5C-8B21-AF75-3666-97FB8D520196}"/>
              </a:ext>
            </a:extLst>
          </p:cNvPr>
          <p:cNvSpPr/>
          <p:nvPr/>
        </p:nvSpPr>
        <p:spPr>
          <a:xfrm>
            <a:off x="2849212" y="158554"/>
            <a:ext cx="7200000" cy="324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kumimoji="1" lang="ja-JP" altLang="en-US" b="1" dirty="0"/>
              <a:t>ワーキングツリー（変更後）</a:t>
            </a:r>
          </a:p>
        </p:txBody>
      </p:sp>
      <p:grpSp>
        <p:nvGrpSpPr>
          <p:cNvPr id="14" name="グループ化 13">
            <a:extLst>
              <a:ext uri="{FF2B5EF4-FFF2-40B4-BE49-F238E27FC236}">
                <a16:creationId xmlns:a16="http://schemas.microsoft.com/office/drawing/2014/main" id="{0034437E-4344-AD58-D807-7A2085930B25}"/>
              </a:ext>
            </a:extLst>
          </p:cNvPr>
          <p:cNvGrpSpPr/>
          <p:nvPr/>
        </p:nvGrpSpPr>
        <p:grpSpPr>
          <a:xfrm>
            <a:off x="3890816" y="474252"/>
            <a:ext cx="5116793" cy="3070884"/>
            <a:chOff x="3717737" y="560389"/>
            <a:chExt cx="5116793" cy="3070884"/>
          </a:xfrm>
        </p:grpSpPr>
        <p:pic>
          <p:nvPicPr>
            <p:cNvPr id="18" name="図 17">
              <a:extLst>
                <a:ext uri="{FF2B5EF4-FFF2-40B4-BE49-F238E27FC236}">
                  <a16:creationId xmlns:a16="http://schemas.microsoft.com/office/drawing/2014/main" id="{8A24920D-0823-CFC0-853B-54BD735D709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17737" y="560389"/>
              <a:ext cx="1080000" cy="1080000"/>
            </a:xfrm>
            <a:prstGeom prst="rect">
              <a:avLst/>
            </a:prstGeom>
          </p:spPr>
        </p:pic>
        <p:sp>
          <p:nvSpPr>
            <p:cNvPr id="19" name="テキスト ボックス 18">
              <a:extLst>
                <a:ext uri="{FF2B5EF4-FFF2-40B4-BE49-F238E27FC236}">
                  <a16:creationId xmlns:a16="http://schemas.microsoft.com/office/drawing/2014/main" id="{A6526767-C815-096C-7680-37B89BC7D079}"/>
                </a:ext>
              </a:extLst>
            </p:cNvPr>
            <p:cNvSpPr txBox="1"/>
            <p:nvPr/>
          </p:nvSpPr>
          <p:spPr>
            <a:xfrm>
              <a:off x="4680858" y="939519"/>
              <a:ext cx="24929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b="1" dirty="0"/>
                <a:t>プロジェクトフォルダ</a:t>
              </a:r>
            </a:p>
          </p:txBody>
        </p:sp>
        <p:pic>
          <p:nvPicPr>
            <p:cNvPr id="20" name="図 19">
              <a:extLst>
                <a:ext uri="{FF2B5EF4-FFF2-40B4-BE49-F238E27FC236}">
                  <a16:creationId xmlns:a16="http://schemas.microsoft.com/office/drawing/2014/main" id="{712A8579-5DD1-6DF5-609C-6381863E91F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26031" y="2191273"/>
              <a:ext cx="1440000" cy="1440000"/>
            </a:xfrm>
            <a:prstGeom prst="rect">
              <a:avLst/>
            </a:prstGeom>
          </p:spPr>
        </p:pic>
        <p:pic>
          <p:nvPicPr>
            <p:cNvPr id="21" name="図 20">
              <a:extLst>
                <a:ext uri="{FF2B5EF4-FFF2-40B4-BE49-F238E27FC236}">
                  <a16:creationId xmlns:a16="http://schemas.microsoft.com/office/drawing/2014/main" id="{6620FC37-C4DC-32A8-8BEF-CF95EC57FAF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prstClr val="black"/>
                <a:schemeClr val="tx2">
                  <a:lumMod val="60000"/>
                  <a:lumOff val="40000"/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88031" y="1318102"/>
              <a:ext cx="1116000" cy="1116000"/>
            </a:xfrm>
            <a:prstGeom prst="rect">
              <a:avLst/>
            </a:prstGeom>
          </p:spPr>
        </p:pic>
        <p:cxnSp>
          <p:nvCxnSpPr>
            <p:cNvPr id="22" name="コネクタ: カギ線 21">
              <a:extLst>
                <a:ext uri="{FF2B5EF4-FFF2-40B4-BE49-F238E27FC236}">
                  <a16:creationId xmlns:a16="http://schemas.microsoft.com/office/drawing/2014/main" id="{D0A334F1-B295-02E0-8C57-1B649A79C186}"/>
                </a:ext>
              </a:extLst>
            </p:cNvPr>
            <p:cNvCxnSpPr>
              <a:cxnSpLocks/>
            </p:cNvCxnSpPr>
            <p:nvPr/>
          </p:nvCxnSpPr>
          <p:spPr>
            <a:xfrm>
              <a:off x="4255476" y="1455232"/>
              <a:ext cx="1408521" cy="504000"/>
            </a:xfrm>
            <a:prstGeom prst="bentConnector3">
              <a:avLst>
                <a:gd name="adj1" fmla="val -235"/>
              </a:avLst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コネクタ: カギ線 22">
              <a:extLst>
                <a:ext uri="{FF2B5EF4-FFF2-40B4-BE49-F238E27FC236}">
                  <a16:creationId xmlns:a16="http://schemas.microsoft.com/office/drawing/2014/main" id="{1BC3C927-8DE1-3B9D-8BBF-63823903CE7F}"/>
                </a:ext>
              </a:extLst>
            </p:cNvPr>
            <p:cNvCxnSpPr>
              <a:cxnSpLocks/>
            </p:cNvCxnSpPr>
            <p:nvPr/>
          </p:nvCxnSpPr>
          <p:spPr>
            <a:xfrm>
              <a:off x="4257736" y="1483791"/>
              <a:ext cx="1440000" cy="1476000"/>
            </a:xfrm>
            <a:prstGeom prst="bentConnector3">
              <a:avLst>
                <a:gd name="adj1" fmla="val -235"/>
              </a:avLst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4" name="テキスト ボックス 23">
              <a:extLst>
                <a:ext uri="{FF2B5EF4-FFF2-40B4-BE49-F238E27FC236}">
                  <a16:creationId xmlns:a16="http://schemas.microsoft.com/office/drawing/2014/main" id="{2EB95B21-B1E6-75E3-D905-F6A9BE4C73F7}"/>
                </a:ext>
              </a:extLst>
            </p:cNvPr>
            <p:cNvSpPr txBox="1"/>
            <p:nvPr/>
          </p:nvSpPr>
          <p:spPr>
            <a:xfrm>
              <a:off x="6803205" y="1740129"/>
              <a:ext cx="15696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b="1" dirty="0"/>
                <a:t>画像ファイル</a:t>
              </a:r>
            </a:p>
          </p:txBody>
        </p:sp>
        <p:sp>
          <p:nvSpPr>
            <p:cNvPr id="25" name="テキスト ボックス 24">
              <a:extLst>
                <a:ext uri="{FF2B5EF4-FFF2-40B4-BE49-F238E27FC236}">
                  <a16:creationId xmlns:a16="http://schemas.microsoft.com/office/drawing/2014/main" id="{5F3A3314-EC34-60EC-FF77-00D18C11BAA9}"/>
                </a:ext>
              </a:extLst>
            </p:cNvPr>
            <p:cNvSpPr txBox="1"/>
            <p:nvPr/>
          </p:nvSpPr>
          <p:spPr>
            <a:xfrm>
              <a:off x="6803205" y="2763655"/>
              <a:ext cx="20313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b="1" dirty="0"/>
                <a:t>テキスト</a:t>
              </a:r>
              <a:r>
                <a:rPr kumimoji="1" lang="ja-JP" altLang="en-US" b="1" dirty="0"/>
                <a:t>ファイル</a:t>
              </a:r>
            </a:p>
          </p:txBody>
        </p:sp>
      </p:grpSp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72484390-F0F3-A2DC-5859-443437B8CFAC}"/>
              </a:ext>
            </a:extLst>
          </p:cNvPr>
          <p:cNvSpPr/>
          <p:nvPr/>
        </p:nvSpPr>
        <p:spPr>
          <a:xfrm>
            <a:off x="5428131" y="5917196"/>
            <a:ext cx="2042160" cy="563880"/>
          </a:xfrm>
          <a:prstGeom prst="roundRect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>
                <a:solidFill>
                  <a:schemeClr val="accent2">
                    <a:lumMod val="75000"/>
                  </a:schemeClr>
                </a:solidFill>
              </a:rPr>
              <a:t>変更</a:t>
            </a:r>
            <a:r>
              <a:rPr lang="ja-JP" altLang="en-US" b="1" dirty="0">
                <a:solidFill>
                  <a:schemeClr val="accent2">
                    <a:lumMod val="75000"/>
                  </a:schemeClr>
                </a:solidFill>
              </a:rPr>
              <a:t>内容</a:t>
            </a:r>
            <a:endParaRPr kumimoji="1" lang="ja-JP" altLang="en-US" b="1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17979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7BF54C-F2B2-1177-ECCD-057297EF06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5A6D0073-E434-51B0-2E2E-B22785C3135F}"/>
              </a:ext>
            </a:extLst>
          </p:cNvPr>
          <p:cNvSpPr/>
          <p:nvPr/>
        </p:nvSpPr>
        <p:spPr>
          <a:xfrm>
            <a:off x="2849212" y="189000"/>
            <a:ext cx="7200000" cy="324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ja-JP" altLang="en-US" b="1" dirty="0"/>
              <a:t>ローカルリポジトリ</a:t>
            </a:r>
          </a:p>
        </p:txBody>
      </p:sp>
      <p:sp>
        <p:nvSpPr>
          <p:cNvPr id="19" name="吹き出し: 四角形 18">
            <a:extLst>
              <a:ext uri="{FF2B5EF4-FFF2-40B4-BE49-F238E27FC236}">
                <a16:creationId xmlns:a16="http://schemas.microsoft.com/office/drawing/2014/main" id="{45C01E93-4A81-239B-1E57-4B45E35EFA99}"/>
              </a:ext>
            </a:extLst>
          </p:cNvPr>
          <p:cNvSpPr/>
          <p:nvPr/>
        </p:nvSpPr>
        <p:spPr>
          <a:xfrm>
            <a:off x="5364910" y="1037571"/>
            <a:ext cx="3887947" cy="1104641"/>
          </a:xfrm>
          <a:prstGeom prst="wedgeRectCallout">
            <a:avLst>
              <a:gd name="adj1" fmla="val -51631"/>
              <a:gd name="adj2" fmla="val 86892"/>
            </a:avLst>
          </a:prstGeom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pic>
        <p:nvPicPr>
          <p:cNvPr id="20" name="図 19">
            <a:extLst>
              <a:ext uri="{FF2B5EF4-FFF2-40B4-BE49-F238E27FC236}">
                <a16:creationId xmlns:a16="http://schemas.microsoft.com/office/drawing/2014/main" id="{AC0776DA-F429-BC18-F1CD-6A39A15B9D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1855" y="2212907"/>
            <a:ext cx="1008000" cy="1008000"/>
          </a:xfrm>
          <a:prstGeom prst="rect">
            <a:avLst/>
          </a:prstGeom>
        </p:spPr>
      </p:pic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00F0FE32-31AB-8932-8E8A-C9E5A48B3402}"/>
              </a:ext>
            </a:extLst>
          </p:cNvPr>
          <p:cNvSpPr/>
          <p:nvPr/>
        </p:nvSpPr>
        <p:spPr>
          <a:xfrm>
            <a:off x="6287803" y="1307951"/>
            <a:ext cx="2042160" cy="563880"/>
          </a:xfrm>
          <a:prstGeom prst="roundRect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>
                <a:solidFill>
                  <a:schemeClr val="accent2">
                    <a:lumMod val="75000"/>
                  </a:schemeClr>
                </a:solidFill>
              </a:rPr>
              <a:t>変更</a:t>
            </a:r>
            <a:r>
              <a:rPr lang="ja-JP" altLang="en-US" b="1" dirty="0">
                <a:solidFill>
                  <a:schemeClr val="accent2">
                    <a:lumMod val="75000"/>
                  </a:schemeClr>
                </a:solidFill>
              </a:rPr>
              <a:t>履歴</a:t>
            </a:r>
            <a:endParaRPr kumimoji="1" lang="ja-JP" altLang="en-US" b="1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50663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169975-A3E4-B931-F58B-AD7F2C115D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5703E717-B4C8-9735-B1B0-B6D343897613}"/>
              </a:ext>
            </a:extLst>
          </p:cNvPr>
          <p:cNvSpPr/>
          <p:nvPr/>
        </p:nvSpPr>
        <p:spPr>
          <a:xfrm>
            <a:off x="2849212" y="4736299"/>
            <a:ext cx="7200000" cy="324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ja-JP" altLang="en-US" b="1" dirty="0"/>
              <a:t>ローカルリポジトリ（コミット後）</a:t>
            </a:r>
          </a:p>
        </p:txBody>
      </p:sp>
      <p:sp>
        <p:nvSpPr>
          <p:cNvPr id="16" name="吹き出し: 四角形 15">
            <a:extLst>
              <a:ext uri="{FF2B5EF4-FFF2-40B4-BE49-F238E27FC236}">
                <a16:creationId xmlns:a16="http://schemas.microsoft.com/office/drawing/2014/main" id="{18828A9B-7F59-B32A-8120-E3926CBE6058}"/>
              </a:ext>
            </a:extLst>
          </p:cNvPr>
          <p:cNvSpPr/>
          <p:nvPr/>
        </p:nvSpPr>
        <p:spPr>
          <a:xfrm>
            <a:off x="5364910" y="5584870"/>
            <a:ext cx="3887947" cy="1104641"/>
          </a:xfrm>
          <a:prstGeom prst="wedgeRectCallout">
            <a:avLst>
              <a:gd name="adj1" fmla="val -51631"/>
              <a:gd name="adj2" fmla="val 86892"/>
            </a:avLst>
          </a:prstGeom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86" name="矢印: 右 85">
            <a:extLst>
              <a:ext uri="{FF2B5EF4-FFF2-40B4-BE49-F238E27FC236}">
                <a16:creationId xmlns:a16="http://schemas.microsoft.com/office/drawing/2014/main" id="{4DD1C6C8-DF8E-A5E6-5DB5-0CFCE67651CE}"/>
              </a:ext>
            </a:extLst>
          </p:cNvPr>
          <p:cNvSpPr/>
          <p:nvPr/>
        </p:nvSpPr>
        <p:spPr>
          <a:xfrm rot="5400000">
            <a:off x="6215169" y="3733800"/>
            <a:ext cx="468086" cy="677228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8" name="テキスト ボックス 97">
            <a:extLst>
              <a:ext uri="{FF2B5EF4-FFF2-40B4-BE49-F238E27FC236}">
                <a16:creationId xmlns:a16="http://schemas.microsoft.com/office/drawing/2014/main" id="{106CE602-C7D9-F18A-DAB5-B6E6D188AFCF}"/>
              </a:ext>
            </a:extLst>
          </p:cNvPr>
          <p:cNvSpPr txBox="1"/>
          <p:nvPr/>
        </p:nvSpPr>
        <p:spPr>
          <a:xfrm>
            <a:off x="6976284" y="388772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b="1" dirty="0"/>
              <a:t>コミット</a:t>
            </a:r>
          </a:p>
        </p:txBody>
      </p:sp>
      <p:pic>
        <p:nvPicPr>
          <p:cNvPr id="13" name="図 12">
            <a:extLst>
              <a:ext uri="{FF2B5EF4-FFF2-40B4-BE49-F238E27FC236}">
                <a16:creationId xmlns:a16="http://schemas.microsoft.com/office/drawing/2014/main" id="{96246EA2-538D-EDCC-DBC9-80B7C17DE0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1855" y="6760206"/>
            <a:ext cx="1008000" cy="1008000"/>
          </a:xfrm>
          <a:prstGeom prst="rect">
            <a:avLst/>
          </a:prstGeom>
        </p:spPr>
      </p:pic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0998C2E3-E439-D537-798E-2F9C32C321FB}"/>
              </a:ext>
            </a:extLst>
          </p:cNvPr>
          <p:cNvSpPr/>
          <p:nvPr/>
        </p:nvSpPr>
        <p:spPr>
          <a:xfrm>
            <a:off x="6287803" y="5855250"/>
            <a:ext cx="2042160" cy="563880"/>
          </a:xfrm>
          <a:prstGeom prst="roundRect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>
                <a:solidFill>
                  <a:schemeClr val="accent2">
                    <a:lumMod val="75000"/>
                  </a:schemeClr>
                </a:solidFill>
              </a:rPr>
              <a:t>変更履歴</a:t>
            </a:r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7AB3C38C-23CB-3D6D-78E0-610DF8775EDE}"/>
              </a:ext>
            </a:extLst>
          </p:cNvPr>
          <p:cNvSpPr/>
          <p:nvPr/>
        </p:nvSpPr>
        <p:spPr>
          <a:xfrm>
            <a:off x="2849212" y="189699"/>
            <a:ext cx="7200000" cy="3240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ja-JP" altLang="en-US" b="1" dirty="0"/>
              <a:t>ステージングエリア（ステージ後）</a:t>
            </a:r>
          </a:p>
        </p:txBody>
      </p:sp>
      <p:grpSp>
        <p:nvGrpSpPr>
          <p:cNvPr id="17" name="グループ化 16">
            <a:extLst>
              <a:ext uri="{FF2B5EF4-FFF2-40B4-BE49-F238E27FC236}">
                <a16:creationId xmlns:a16="http://schemas.microsoft.com/office/drawing/2014/main" id="{9BC53769-3EB6-2518-DF3F-17DE2837DC68}"/>
              </a:ext>
            </a:extLst>
          </p:cNvPr>
          <p:cNvGrpSpPr/>
          <p:nvPr/>
        </p:nvGrpSpPr>
        <p:grpSpPr>
          <a:xfrm>
            <a:off x="4272070" y="1167088"/>
            <a:ext cx="4354284" cy="1488464"/>
            <a:chOff x="5764251" y="1853450"/>
            <a:chExt cx="1080000" cy="534507"/>
          </a:xfrm>
        </p:grpSpPr>
        <p:sp>
          <p:nvSpPr>
            <p:cNvPr id="21" name="フローチャート: 手作業 20">
              <a:extLst>
                <a:ext uri="{FF2B5EF4-FFF2-40B4-BE49-F238E27FC236}">
                  <a16:creationId xmlns:a16="http://schemas.microsoft.com/office/drawing/2014/main" id="{8804C603-A035-6A64-CC0F-4CE300922DF6}"/>
                </a:ext>
              </a:extLst>
            </p:cNvPr>
            <p:cNvSpPr/>
            <p:nvPr/>
          </p:nvSpPr>
          <p:spPr>
            <a:xfrm flipV="1">
              <a:off x="5782251" y="1853450"/>
              <a:ext cx="1044000" cy="341295"/>
            </a:xfrm>
            <a:prstGeom prst="flowChartManualOperation">
              <a:avLst/>
            </a:prstGeom>
            <a:solidFill>
              <a:schemeClr val="accent5">
                <a:lumMod val="40000"/>
                <a:lumOff val="60000"/>
              </a:schemeClr>
            </a:solidFill>
            <a:ln w="38100">
              <a:solidFill>
                <a:srgbClr val="00B0F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ja-JP" altLang="en-US" dirty="0">
                <a:solidFill>
                  <a:schemeClr val="dk1"/>
                </a:solidFill>
              </a:endParaRPr>
            </a:p>
          </p:txBody>
        </p:sp>
        <p:sp>
          <p:nvSpPr>
            <p:cNvPr id="22" name="四角形: 角を丸くする 21">
              <a:extLst>
                <a:ext uri="{FF2B5EF4-FFF2-40B4-BE49-F238E27FC236}">
                  <a16:creationId xmlns:a16="http://schemas.microsoft.com/office/drawing/2014/main" id="{ABD15A9E-A54C-465E-21C5-63D8E7CC2EC3}"/>
                </a:ext>
              </a:extLst>
            </p:cNvPr>
            <p:cNvSpPr/>
            <p:nvPr/>
          </p:nvSpPr>
          <p:spPr>
            <a:xfrm>
              <a:off x="5764251" y="2199869"/>
              <a:ext cx="1080000" cy="188088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38100">
              <a:solidFill>
                <a:srgbClr val="00B0F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</p:grpSp>
      <p:sp>
        <p:nvSpPr>
          <p:cNvPr id="23" name="四角形: 角を丸くする 22">
            <a:extLst>
              <a:ext uri="{FF2B5EF4-FFF2-40B4-BE49-F238E27FC236}">
                <a16:creationId xmlns:a16="http://schemas.microsoft.com/office/drawing/2014/main" id="{DBE0EC9A-7956-7755-F2D7-3DD4AB05C833}"/>
              </a:ext>
            </a:extLst>
          </p:cNvPr>
          <p:cNvSpPr/>
          <p:nvPr/>
        </p:nvSpPr>
        <p:spPr>
          <a:xfrm>
            <a:off x="5428131" y="1370596"/>
            <a:ext cx="2042160" cy="563880"/>
          </a:xfrm>
          <a:prstGeom prst="roundRect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>
                <a:solidFill>
                  <a:schemeClr val="accent2">
                    <a:lumMod val="75000"/>
                  </a:schemeClr>
                </a:solidFill>
              </a:rPr>
              <a:t>変更</a:t>
            </a:r>
            <a:r>
              <a:rPr lang="ja-JP" altLang="en-US" b="1" dirty="0">
                <a:solidFill>
                  <a:schemeClr val="accent2">
                    <a:lumMod val="75000"/>
                  </a:schemeClr>
                </a:solidFill>
              </a:rPr>
              <a:t>内容</a:t>
            </a:r>
            <a:endParaRPr kumimoji="1" lang="ja-JP" altLang="en-US" b="1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92892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85C264-F569-7689-27AB-5E1127C516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7DF4739F-9111-8DFE-998C-A578208B5EED}"/>
              </a:ext>
            </a:extLst>
          </p:cNvPr>
          <p:cNvSpPr/>
          <p:nvPr/>
        </p:nvSpPr>
        <p:spPr>
          <a:xfrm>
            <a:off x="2849212" y="4736299"/>
            <a:ext cx="7200000" cy="324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ja-JP" altLang="en-US" b="1" dirty="0"/>
              <a:t>ローカルリポジトリ（コミット後）</a:t>
            </a:r>
          </a:p>
        </p:txBody>
      </p:sp>
      <p:sp>
        <p:nvSpPr>
          <p:cNvPr id="16" name="吹き出し: 四角形 15">
            <a:extLst>
              <a:ext uri="{FF2B5EF4-FFF2-40B4-BE49-F238E27FC236}">
                <a16:creationId xmlns:a16="http://schemas.microsoft.com/office/drawing/2014/main" id="{397C8A13-5C45-E6BC-9188-4F99CE005F01}"/>
              </a:ext>
            </a:extLst>
          </p:cNvPr>
          <p:cNvSpPr/>
          <p:nvPr/>
        </p:nvSpPr>
        <p:spPr>
          <a:xfrm>
            <a:off x="5364910" y="5584870"/>
            <a:ext cx="3887947" cy="1104641"/>
          </a:xfrm>
          <a:prstGeom prst="wedgeRectCallout">
            <a:avLst>
              <a:gd name="adj1" fmla="val -51631"/>
              <a:gd name="adj2" fmla="val 86892"/>
            </a:avLst>
          </a:prstGeom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86" name="矢印: 右 85">
            <a:extLst>
              <a:ext uri="{FF2B5EF4-FFF2-40B4-BE49-F238E27FC236}">
                <a16:creationId xmlns:a16="http://schemas.microsoft.com/office/drawing/2014/main" id="{B92C4C9D-5127-BFDC-DE49-E72E26D8984B}"/>
              </a:ext>
            </a:extLst>
          </p:cNvPr>
          <p:cNvSpPr/>
          <p:nvPr/>
        </p:nvSpPr>
        <p:spPr>
          <a:xfrm rot="5400000">
            <a:off x="6215169" y="3733800"/>
            <a:ext cx="468086" cy="677228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8" name="テキスト ボックス 97">
            <a:extLst>
              <a:ext uri="{FF2B5EF4-FFF2-40B4-BE49-F238E27FC236}">
                <a16:creationId xmlns:a16="http://schemas.microsoft.com/office/drawing/2014/main" id="{3125EE80-6E7B-48B3-06A9-81D8C49C0C18}"/>
              </a:ext>
            </a:extLst>
          </p:cNvPr>
          <p:cNvSpPr txBox="1"/>
          <p:nvPr/>
        </p:nvSpPr>
        <p:spPr>
          <a:xfrm>
            <a:off x="6976284" y="388772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b="1" dirty="0"/>
              <a:t>コミット</a:t>
            </a:r>
          </a:p>
        </p:txBody>
      </p:sp>
      <p:pic>
        <p:nvPicPr>
          <p:cNvPr id="13" name="図 12">
            <a:extLst>
              <a:ext uri="{FF2B5EF4-FFF2-40B4-BE49-F238E27FC236}">
                <a16:creationId xmlns:a16="http://schemas.microsoft.com/office/drawing/2014/main" id="{2541FEC4-B583-4BC0-AB90-2E6ECD8638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1855" y="6760206"/>
            <a:ext cx="1008000" cy="1008000"/>
          </a:xfrm>
          <a:prstGeom prst="rect">
            <a:avLst/>
          </a:prstGeom>
        </p:spPr>
      </p:pic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6B0AA9F2-5529-9ACA-C46F-B3B74E25317E}"/>
              </a:ext>
            </a:extLst>
          </p:cNvPr>
          <p:cNvSpPr/>
          <p:nvPr/>
        </p:nvSpPr>
        <p:spPr>
          <a:xfrm>
            <a:off x="2849212" y="189000"/>
            <a:ext cx="7200000" cy="324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ja-JP" altLang="en-US" b="1" dirty="0"/>
              <a:t>ローカルリポジトリ（コミット前）</a:t>
            </a:r>
          </a:p>
        </p:txBody>
      </p:sp>
      <p:sp>
        <p:nvSpPr>
          <p:cNvPr id="19" name="吹き出し: 四角形 18">
            <a:extLst>
              <a:ext uri="{FF2B5EF4-FFF2-40B4-BE49-F238E27FC236}">
                <a16:creationId xmlns:a16="http://schemas.microsoft.com/office/drawing/2014/main" id="{2EF36AEA-9CE4-A698-9ED5-C25168D37F00}"/>
              </a:ext>
            </a:extLst>
          </p:cNvPr>
          <p:cNvSpPr/>
          <p:nvPr/>
        </p:nvSpPr>
        <p:spPr>
          <a:xfrm>
            <a:off x="5364910" y="1037571"/>
            <a:ext cx="3887947" cy="1104641"/>
          </a:xfrm>
          <a:prstGeom prst="wedgeRectCallout">
            <a:avLst>
              <a:gd name="adj1" fmla="val -51631"/>
              <a:gd name="adj2" fmla="val 86892"/>
            </a:avLst>
          </a:prstGeom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pic>
        <p:nvPicPr>
          <p:cNvPr id="20" name="図 19">
            <a:extLst>
              <a:ext uri="{FF2B5EF4-FFF2-40B4-BE49-F238E27FC236}">
                <a16:creationId xmlns:a16="http://schemas.microsoft.com/office/drawing/2014/main" id="{A1119E4C-6205-DC3F-9718-8194B887ED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1855" y="2212907"/>
            <a:ext cx="1008000" cy="1008000"/>
          </a:xfrm>
          <a:prstGeom prst="rect">
            <a:avLst/>
          </a:prstGeom>
        </p:spPr>
      </p:pic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1110D78D-9341-27C7-EC40-B4268B927F5A}"/>
              </a:ext>
            </a:extLst>
          </p:cNvPr>
          <p:cNvSpPr/>
          <p:nvPr/>
        </p:nvSpPr>
        <p:spPr>
          <a:xfrm>
            <a:off x="6287803" y="5855250"/>
            <a:ext cx="2042160" cy="563880"/>
          </a:xfrm>
          <a:prstGeom prst="roundRect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>
                <a:solidFill>
                  <a:schemeClr val="accent2">
                    <a:lumMod val="75000"/>
                  </a:schemeClr>
                </a:solidFill>
              </a:rPr>
              <a:t>変更履歴</a:t>
            </a:r>
          </a:p>
        </p:txBody>
      </p:sp>
    </p:spTree>
    <p:extLst>
      <p:ext uri="{BB962C8B-B14F-4D97-AF65-F5344CB8AC3E}">
        <p14:creationId xmlns:p14="http://schemas.microsoft.com/office/powerpoint/2010/main" val="34956033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FF64E0-DCBA-A10C-3DEF-D712CE5A9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A460C1F1-ED3C-9715-C975-41E255747B0A}"/>
              </a:ext>
            </a:extLst>
          </p:cNvPr>
          <p:cNvSpPr/>
          <p:nvPr/>
        </p:nvSpPr>
        <p:spPr>
          <a:xfrm>
            <a:off x="2849212" y="189000"/>
            <a:ext cx="7200000" cy="324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ja-JP" altLang="en-US" b="1" dirty="0"/>
              <a:t>ローカルリポジトリ</a:t>
            </a:r>
          </a:p>
        </p:txBody>
      </p:sp>
      <p:sp>
        <p:nvSpPr>
          <p:cNvPr id="19" name="吹き出し: 四角形 18">
            <a:extLst>
              <a:ext uri="{FF2B5EF4-FFF2-40B4-BE49-F238E27FC236}">
                <a16:creationId xmlns:a16="http://schemas.microsoft.com/office/drawing/2014/main" id="{E4CCD4BE-B4B4-92DB-0984-3D2844912B6B}"/>
              </a:ext>
            </a:extLst>
          </p:cNvPr>
          <p:cNvSpPr/>
          <p:nvPr/>
        </p:nvSpPr>
        <p:spPr>
          <a:xfrm>
            <a:off x="5364910" y="838200"/>
            <a:ext cx="3887947" cy="1691639"/>
          </a:xfrm>
          <a:prstGeom prst="wedgeRectCallout">
            <a:avLst>
              <a:gd name="adj1" fmla="val -52807"/>
              <a:gd name="adj2" fmla="val 66171"/>
            </a:avLst>
          </a:prstGeom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pic>
        <p:nvPicPr>
          <p:cNvPr id="20" name="図 19">
            <a:extLst>
              <a:ext uri="{FF2B5EF4-FFF2-40B4-BE49-F238E27FC236}">
                <a16:creationId xmlns:a16="http://schemas.microsoft.com/office/drawing/2014/main" id="{B129C5B2-2266-9C0B-97FD-317E4C4F65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5869" y="2408858"/>
            <a:ext cx="1008000" cy="1008000"/>
          </a:xfrm>
          <a:prstGeom prst="rect">
            <a:avLst/>
          </a:prstGeom>
        </p:spPr>
      </p:pic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BB7EF791-752D-C789-65B2-5014F5DE91D0}"/>
              </a:ext>
            </a:extLst>
          </p:cNvPr>
          <p:cNvSpPr/>
          <p:nvPr/>
        </p:nvSpPr>
        <p:spPr>
          <a:xfrm>
            <a:off x="6287803" y="1079351"/>
            <a:ext cx="2042160" cy="563880"/>
          </a:xfrm>
          <a:prstGeom prst="round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>
                <a:solidFill>
                  <a:srgbClr val="00B050"/>
                </a:solidFill>
              </a:rPr>
              <a:t>変更履歴</a:t>
            </a:r>
          </a:p>
        </p:txBody>
      </p:sp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77F57688-0D5E-B7B5-BE64-5214C448FB6B}"/>
              </a:ext>
            </a:extLst>
          </p:cNvPr>
          <p:cNvSpPr/>
          <p:nvPr/>
        </p:nvSpPr>
        <p:spPr>
          <a:xfrm>
            <a:off x="6287803" y="1774271"/>
            <a:ext cx="2042160" cy="563880"/>
          </a:xfrm>
          <a:prstGeom prst="roundRect">
            <a:avLst/>
          </a:prstGeom>
          <a:ln w="381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>
                <a:solidFill>
                  <a:schemeClr val="accent4">
                    <a:lumMod val="75000"/>
                  </a:schemeClr>
                </a:solidFill>
              </a:rPr>
              <a:t>変更履歴</a:t>
            </a:r>
          </a:p>
        </p:txBody>
      </p:sp>
    </p:spTree>
    <p:extLst>
      <p:ext uri="{BB962C8B-B14F-4D97-AF65-F5344CB8AC3E}">
        <p14:creationId xmlns:p14="http://schemas.microsoft.com/office/powerpoint/2010/main" val="19993920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0E0F32-64FE-CA19-CAE4-A4FE03E3E1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102C2E7E-F0D2-B0AA-114D-8332D35BD01C}"/>
              </a:ext>
            </a:extLst>
          </p:cNvPr>
          <p:cNvSpPr/>
          <p:nvPr/>
        </p:nvSpPr>
        <p:spPr>
          <a:xfrm>
            <a:off x="2849212" y="189000"/>
            <a:ext cx="7200000" cy="3240000"/>
          </a:xfrm>
          <a:prstGeom prst="roundRect">
            <a:avLst/>
          </a:prstGeom>
          <a:solidFill>
            <a:srgbClr val="FFCCFF"/>
          </a:solidFill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ja-JP" altLang="en-US" b="1" dirty="0"/>
              <a:t>リモートリポジトリ</a:t>
            </a:r>
          </a:p>
        </p:txBody>
      </p:sp>
      <p:sp>
        <p:nvSpPr>
          <p:cNvPr id="8" name="吹き出し: 四角形 7">
            <a:extLst>
              <a:ext uri="{FF2B5EF4-FFF2-40B4-BE49-F238E27FC236}">
                <a16:creationId xmlns:a16="http://schemas.microsoft.com/office/drawing/2014/main" id="{7B70CD6C-C0A2-E59F-5E06-88CF4D8C2250}"/>
              </a:ext>
            </a:extLst>
          </p:cNvPr>
          <p:cNvSpPr/>
          <p:nvPr/>
        </p:nvSpPr>
        <p:spPr>
          <a:xfrm>
            <a:off x="5364910" y="838200"/>
            <a:ext cx="3887947" cy="1691639"/>
          </a:xfrm>
          <a:prstGeom prst="wedgeRectCallout">
            <a:avLst>
              <a:gd name="adj1" fmla="val -52807"/>
              <a:gd name="adj2" fmla="val 66171"/>
            </a:avLst>
          </a:prstGeom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AA9ED4A9-CF5D-5B4D-BE13-2F0320E951AD}"/>
              </a:ext>
            </a:extLst>
          </p:cNvPr>
          <p:cNvSpPr/>
          <p:nvPr/>
        </p:nvSpPr>
        <p:spPr>
          <a:xfrm>
            <a:off x="6287803" y="1079351"/>
            <a:ext cx="2042160" cy="563880"/>
          </a:xfrm>
          <a:prstGeom prst="round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>
                <a:solidFill>
                  <a:srgbClr val="00B050"/>
                </a:solidFill>
              </a:rPr>
              <a:t>変更履歴</a:t>
            </a: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DBCB217B-119A-7215-E06D-99391B9A3D48}"/>
              </a:ext>
            </a:extLst>
          </p:cNvPr>
          <p:cNvSpPr/>
          <p:nvPr/>
        </p:nvSpPr>
        <p:spPr>
          <a:xfrm>
            <a:off x="6287803" y="1774271"/>
            <a:ext cx="2042160" cy="563880"/>
          </a:xfrm>
          <a:prstGeom prst="roundRect">
            <a:avLst/>
          </a:prstGeom>
          <a:ln w="381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>
                <a:solidFill>
                  <a:schemeClr val="accent4">
                    <a:lumMod val="75000"/>
                  </a:schemeClr>
                </a:solidFill>
              </a:rPr>
              <a:t>変更履歴</a:t>
            </a:r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B79D1735-95CE-53D8-21C4-EAFE29B4CC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8690" y="2410879"/>
            <a:ext cx="1008000" cy="1008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407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F8275F-89CA-A608-D720-7D05871625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05790355-C491-6BCB-1AF1-C036E4592FB0}"/>
              </a:ext>
            </a:extLst>
          </p:cNvPr>
          <p:cNvSpPr/>
          <p:nvPr/>
        </p:nvSpPr>
        <p:spPr>
          <a:xfrm>
            <a:off x="2849212" y="4736298"/>
            <a:ext cx="7200000" cy="3980981"/>
          </a:xfrm>
          <a:prstGeom prst="roundRect">
            <a:avLst/>
          </a:prstGeom>
          <a:solidFill>
            <a:srgbClr val="FFCCFF"/>
          </a:solidFill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ja-JP" altLang="en-US" b="1" dirty="0"/>
              <a:t>リモートリポジトリ（プッシュ後）</a:t>
            </a:r>
          </a:p>
        </p:txBody>
      </p:sp>
      <p:sp>
        <p:nvSpPr>
          <p:cNvPr id="86" name="矢印: 右 85">
            <a:extLst>
              <a:ext uri="{FF2B5EF4-FFF2-40B4-BE49-F238E27FC236}">
                <a16:creationId xmlns:a16="http://schemas.microsoft.com/office/drawing/2014/main" id="{F87D0DC1-A2F6-BB46-4F6C-07475B3ABED4}"/>
              </a:ext>
            </a:extLst>
          </p:cNvPr>
          <p:cNvSpPr/>
          <p:nvPr/>
        </p:nvSpPr>
        <p:spPr>
          <a:xfrm rot="5400000">
            <a:off x="6215169" y="3733800"/>
            <a:ext cx="468086" cy="677228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8" name="テキスト ボックス 97">
            <a:extLst>
              <a:ext uri="{FF2B5EF4-FFF2-40B4-BE49-F238E27FC236}">
                <a16:creationId xmlns:a16="http://schemas.microsoft.com/office/drawing/2014/main" id="{38A37C87-32BB-99FE-C815-74FFBE3ECB4D}"/>
              </a:ext>
            </a:extLst>
          </p:cNvPr>
          <p:cNvSpPr txBox="1"/>
          <p:nvPr/>
        </p:nvSpPr>
        <p:spPr>
          <a:xfrm>
            <a:off x="6976284" y="388772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b="1" dirty="0"/>
              <a:t>プッシュ</a:t>
            </a:r>
          </a:p>
        </p:txBody>
      </p:sp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79BF06C3-242E-A3F7-8BE0-AF18FC0EA369}"/>
              </a:ext>
            </a:extLst>
          </p:cNvPr>
          <p:cNvSpPr/>
          <p:nvPr/>
        </p:nvSpPr>
        <p:spPr>
          <a:xfrm>
            <a:off x="8084280" y="3790454"/>
            <a:ext cx="2042160" cy="563880"/>
          </a:xfrm>
          <a:prstGeom prst="roundRect">
            <a:avLst/>
          </a:prstGeom>
          <a:ln w="38100">
            <a:solidFill>
              <a:srgbClr val="00B0F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>
                <a:solidFill>
                  <a:srgbClr val="00B0F0"/>
                </a:solidFill>
              </a:rPr>
              <a:t>変更履歴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8A294784-95D2-4D1C-3C17-14C98F1D077B}"/>
              </a:ext>
            </a:extLst>
          </p:cNvPr>
          <p:cNvSpPr/>
          <p:nvPr/>
        </p:nvSpPr>
        <p:spPr>
          <a:xfrm>
            <a:off x="2833972" y="179539"/>
            <a:ext cx="7200000" cy="324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ja-JP" altLang="en-US" b="1" dirty="0"/>
              <a:t>ローカルリポジトリ（コミット後）</a:t>
            </a:r>
          </a:p>
        </p:txBody>
      </p:sp>
      <p:sp>
        <p:nvSpPr>
          <p:cNvPr id="11" name="吹き出し: 四角形 10">
            <a:extLst>
              <a:ext uri="{FF2B5EF4-FFF2-40B4-BE49-F238E27FC236}">
                <a16:creationId xmlns:a16="http://schemas.microsoft.com/office/drawing/2014/main" id="{DE4BF4AD-12FA-C03E-83A6-9F8C18822C69}"/>
              </a:ext>
            </a:extLst>
          </p:cNvPr>
          <p:cNvSpPr/>
          <p:nvPr/>
        </p:nvSpPr>
        <p:spPr>
          <a:xfrm>
            <a:off x="5349670" y="1028110"/>
            <a:ext cx="3887947" cy="1104641"/>
          </a:xfrm>
          <a:prstGeom prst="wedgeRectCallout">
            <a:avLst>
              <a:gd name="adj1" fmla="val -51631"/>
              <a:gd name="adj2" fmla="val 86892"/>
            </a:avLst>
          </a:prstGeom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FE52B36B-74CD-D2E0-564B-116B5FD998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6615" y="2203446"/>
            <a:ext cx="1008000" cy="1008000"/>
          </a:xfrm>
          <a:prstGeom prst="rect">
            <a:avLst/>
          </a:prstGeom>
        </p:spPr>
      </p:pic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BFDA74DD-57FD-523C-E8A7-D7390899FA7E}"/>
              </a:ext>
            </a:extLst>
          </p:cNvPr>
          <p:cNvSpPr/>
          <p:nvPr/>
        </p:nvSpPr>
        <p:spPr>
          <a:xfrm>
            <a:off x="6272563" y="1298490"/>
            <a:ext cx="2042160" cy="563880"/>
          </a:xfrm>
          <a:prstGeom prst="roundRect">
            <a:avLst/>
          </a:prstGeom>
          <a:ln w="38100">
            <a:solidFill>
              <a:srgbClr val="00B0F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>
                <a:solidFill>
                  <a:srgbClr val="00B0F0"/>
                </a:solidFill>
              </a:rPr>
              <a:t>変更履歴</a:t>
            </a:r>
          </a:p>
        </p:txBody>
      </p:sp>
      <p:sp>
        <p:nvSpPr>
          <p:cNvPr id="14" name="吹き出し: 四角形 13">
            <a:extLst>
              <a:ext uri="{FF2B5EF4-FFF2-40B4-BE49-F238E27FC236}">
                <a16:creationId xmlns:a16="http://schemas.microsoft.com/office/drawing/2014/main" id="{BFE1C366-B10F-2D38-9F9F-CEA852B2A35E}"/>
              </a:ext>
            </a:extLst>
          </p:cNvPr>
          <p:cNvSpPr/>
          <p:nvPr/>
        </p:nvSpPr>
        <p:spPr>
          <a:xfrm>
            <a:off x="5364910" y="5379720"/>
            <a:ext cx="3887947" cy="2286000"/>
          </a:xfrm>
          <a:prstGeom prst="wedgeRectCallout">
            <a:avLst>
              <a:gd name="adj1" fmla="val -52807"/>
              <a:gd name="adj2" fmla="val 66171"/>
            </a:avLst>
          </a:prstGeom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578D7A79-DCB0-86D4-74CD-123A95054530}"/>
              </a:ext>
            </a:extLst>
          </p:cNvPr>
          <p:cNvSpPr/>
          <p:nvPr/>
        </p:nvSpPr>
        <p:spPr>
          <a:xfrm>
            <a:off x="6290073" y="5524351"/>
            <a:ext cx="2042160" cy="563880"/>
          </a:xfrm>
          <a:prstGeom prst="round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>
                <a:solidFill>
                  <a:srgbClr val="00B050"/>
                </a:solidFill>
              </a:rPr>
              <a:t>変更履歴</a:t>
            </a: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0501E9A1-659F-ECD5-098D-7F60E193103B}"/>
              </a:ext>
            </a:extLst>
          </p:cNvPr>
          <p:cNvSpPr/>
          <p:nvPr/>
        </p:nvSpPr>
        <p:spPr>
          <a:xfrm>
            <a:off x="6290073" y="6219271"/>
            <a:ext cx="2042160" cy="563880"/>
          </a:xfrm>
          <a:prstGeom prst="roundRect">
            <a:avLst/>
          </a:prstGeom>
          <a:ln w="381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>
                <a:solidFill>
                  <a:schemeClr val="accent4">
                    <a:lumMod val="75000"/>
                  </a:schemeClr>
                </a:solidFill>
              </a:rPr>
              <a:t>変更履歴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ED357CA1-11AB-989F-DCE3-B8CCA38AB4B6}"/>
              </a:ext>
            </a:extLst>
          </p:cNvPr>
          <p:cNvSpPr/>
          <p:nvPr/>
        </p:nvSpPr>
        <p:spPr>
          <a:xfrm>
            <a:off x="6290073" y="6914191"/>
            <a:ext cx="2042160" cy="563880"/>
          </a:xfrm>
          <a:prstGeom prst="roundRect">
            <a:avLst/>
          </a:prstGeom>
          <a:ln w="38100">
            <a:solidFill>
              <a:srgbClr val="00B0F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>
                <a:solidFill>
                  <a:srgbClr val="00B0F0"/>
                </a:solidFill>
              </a:rPr>
              <a:t>変更履歴</a:t>
            </a:r>
          </a:p>
        </p:txBody>
      </p:sp>
      <p:pic>
        <p:nvPicPr>
          <p:cNvPr id="15" name="図 14">
            <a:extLst>
              <a:ext uri="{FF2B5EF4-FFF2-40B4-BE49-F238E27FC236}">
                <a16:creationId xmlns:a16="http://schemas.microsoft.com/office/drawing/2014/main" id="{5E79BD0B-6C2D-BED9-D3F3-B887E23E36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8690" y="7691148"/>
            <a:ext cx="1008000" cy="1008791"/>
          </a:xfrm>
          <a:prstGeom prst="rect">
            <a:avLst/>
          </a:prstGeom>
        </p:spPr>
      </p:pic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8229EA8A-CB2B-D28D-FE3D-3A97A2BCB9DB}"/>
              </a:ext>
            </a:extLst>
          </p:cNvPr>
          <p:cNvCxnSpPr>
            <a:cxnSpLocks/>
          </p:cNvCxnSpPr>
          <p:nvPr/>
        </p:nvCxnSpPr>
        <p:spPr>
          <a:xfrm>
            <a:off x="5498756" y="6864052"/>
            <a:ext cx="360817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17422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82E340-85E8-FB33-24B7-1F0B520495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146B6114-42A3-66E9-5A3C-CB58EC5151D2}"/>
              </a:ext>
            </a:extLst>
          </p:cNvPr>
          <p:cNvSpPr/>
          <p:nvPr/>
        </p:nvSpPr>
        <p:spPr>
          <a:xfrm>
            <a:off x="2833972" y="177884"/>
            <a:ext cx="7200000" cy="3980981"/>
          </a:xfrm>
          <a:prstGeom prst="roundRect">
            <a:avLst/>
          </a:prstGeom>
          <a:solidFill>
            <a:srgbClr val="FFCCFF"/>
          </a:solidFill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ja-JP" altLang="en-US" b="1" dirty="0"/>
              <a:t>リモートリポジトリ</a:t>
            </a:r>
          </a:p>
        </p:txBody>
      </p:sp>
      <p:sp>
        <p:nvSpPr>
          <p:cNvPr id="86" name="矢印: 右 85">
            <a:extLst>
              <a:ext uri="{FF2B5EF4-FFF2-40B4-BE49-F238E27FC236}">
                <a16:creationId xmlns:a16="http://schemas.microsoft.com/office/drawing/2014/main" id="{186AED3C-ABF1-25FE-0908-3492478F4B43}"/>
              </a:ext>
            </a:extLst>
          </p:cNvPr>
          <p:cNvSpPr/>
          <p:nvPr/>
        </p:nvSpPr>
        <p:spPr>
          <a:xfrm rot="5400000">
            <a:off x="6200571" y="4406894"/>
            <a:ext cx="468086" cy="677228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8" name="テキスト ボックス 97">
            <a:extLst>
              <a:ext uri="{FF2B5EF4-FFF2-40B4-BE49-F238E27FC236}">
                <a16:creationId xmlns:a16="http://schemas.microsoft.com/office/drawing/2014/main" id="{8E5938E4-9CB3-0E1E-699F-A579C2F0E6DF}"/>
              </a:ext>
            </a:extLst>
          </p:cNvPr>
          <p:cNvSpPr txBox="1"/>
          <p:nvPr/>
        </p:nvSpPr>
        <p:spPr>
          <a:xfrm>
            <a:off x="6961686" y="4560822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b="1" dirty="0"/>
              <a:t>プル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C094C39D-CAE7-1E56-BE36-33CE2CBA65DA}"/>
              </a:ext>
            </a:extLst>
          </p:cNvPr>
          <p:cNvSpPr/>
          <p:nvPr/>
        </p:nvSpPr>
        <p:spPr>
          <a:xfrm>
            <a:off x="2833972" y="5332110"/>
            <a:ext cx="7200000" cy="405497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ja-JP" altLang="en-US" b="1" dirty="0"/>
              <a:t>ローカルリポジトリ</a:t>
            </a:r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CC3B264A-6266-0D89-9553-404DCFCDEA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9315" y="8379084"/>
            <a:ext cx="1008000" cy="1008000"/>
          </a:xfrm>
          <a:prstGeom prst="rect">
            <a:avLst/>
          </a:prstGeom>
        </p:spPr>
      </p:pic>
      <p:sp>
        <p:nvSpPr>
          <p:cNvPr id="14" name="吹き出し: 四角形 13">
            <a:extLst>
              <a:ext uri="{FF2B5EF4-FFF2-40B4-BE49-F238E27FC236}">
                <a16:creationId xmlns:a16="http://schemas.microsoft.com/office/drawing/2014/main" id="{6D1DAFE4-66EA-F72B-320D-53DDB8E09F7A}"/>
              </a:ext>
            </a:extLst>
          </p:cNvPr>
          <p:cNvSpPr/>
          <p:nvPr/>
        </p:nvSpPr>
        <p:spPr>
          <a:xfrm>
            <a:off x="5349670" y="821306"/>
            <a:ext cx="3887947" cy="2286000"/>
          </a:xfrm>
          <a:prstGeom prst="wedgeRectCallout">
            <a:avLst>
              <a:gd name="adj1" fmla="val -52807"/>
              <a:gd name="adj2" fmla="val 66171"/>
            </a:avLst>
          </a:prstGeom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4" name="吹き出し: 四角形 3">
            <a:extLst>
              <a:ext uri="{FF2B5EF4-FFF2-40B4-BE49-F238E27FC236}">
                <a16:creationId xmlns:a16="http://schemas.microsoft.com/office/drawing/2014/main" id="{E1115A5C-009C-7C02-F078-842CAEC9E797}"/>
              </a:ext>
            </a:extLst>
          </p:cNvPr>
          <p:cNvSpPr/>
          <p:nvPr/>
        </p:nvSpPr>
        <p:spPr>
          <a:xfrm>
            <a:off x="5349670" y="6017111"/>
            <a:ext cx="3887947" cy="2286000"/>
          </a:xfrm>
          <a:prstGeom prst="wedgeRectCallout">
            <a:avLst>
              <a:gd name="adj1" fmla="val -52807"/>
              <a:gd name="adj2" fmla="val 66171"/>
            </a:avLst>
          </a:prstGeom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A307EF4A-EE66-52CA-5961-B783203EDCD6}"/>
              </a:ext>
            </a:extLst>
          </p:cNvPr>
          <p:cNvSpPr/>
          <p:nvPr/>
        </p:nvSpPr>
        <p:spPr>
          <a:xfrm>
            <a:off x="6290073" y="6210151"/>
            <a:ext cx="2042160" cy="563880"/>
          </a:xfrm>
          <a:prstGeom prst="round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>
                <a:solidFill>
                  <a:srgbClr val="00B050"/>
                </a:solidFill>
              </a:rPr>
              <a:t>変更履歴</a:t>
            </a:r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62C78391-D0A6-090E-FE7D-7CA075587C43}"/>
              </a:ext>
            </a:extLst>
          </p:cNvPr>
          <p:cNvSpPr/>
          <p:nvPr/>
        </p:nvSpPr>
        <p:spPr>
          <a:xfrm>
            <a:off x="6290073" y="6905071"/>
            <a:ext cx="2042160" cy="563880"/>
          </a:xfrm>
          <a:prstGeom prst="roundRect">
            <a:avLst/>
          </a:prstGeom>
          <a:ln w="381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>
                <a:solidFill>
                  <a:schemeClr val="accent4">
                    <a:lumMod val="75000"/>
                  </a:schemeClr>
                </a:solidFill>
              </a:rPr>
              <a:t>変更履歴</a:t>
            </a:r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59545944-119E-8D6D-6074-6BBB6E78E5C6}"/>
              </a:ext>
            </a:extLst>
          </p:cNvPr>
          <p:cNvSpPr/>
          <p:nvPr/>
        </p:nvSpPr>
        <p:spPr>
          <a:xfrm>
            <a:off x="6290073" y="7599991"/>
            <a:ext cx="2042160" cy="563880"/>
          </a:xfrm>
          <a:prstGeom prst="roundRect">
            <a:avLst/>
          </a:prstGeom>
          <a:ln w="38100">
            <a:solidFill>
              <a:srgbClr val="7030A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>
                <a:solidFill>
                  <a:srgbClr val="7030A0"/>
                </a:solidFill>
              </a:rPr>
              <a:t>変更履歴</a:t>
            </a:r>
          </a:p>
        </p:txBody>
      </p:sp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07223D01-DE13-8ABA-117C-C5C5964060AE}"/>
              </a:ext>
            </a:extLst>
          </p:cNvPr>
          <p:cNvSpPr/>
          <p:nvPr/>
        </p:nvSpPr>
        <p:spPr>
          <a:xfrm>
            <a:off x="6290073" y="965051"/>
            <a:ext cx="2042160" cy="563880"/>
          </a:xfrm>
          <a:prstGeom prst="round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>
                <a:solidFill>
                  <a:srgbClr val="00B050"/>
                </a:solidFill>
              </a:rPr>
              <a:t>変更履歴</a:t>
            </a:r>
          </a:p>
        </p:txBody>
      </p:sp>
      <p:sp>
        <p:nvSpPr>
          <p:cNvPr id="20" name="四角形: 角を丸くする 19">
            <a:extLst>
              <a:ext uri="{FF2B5EF4-FFF2-40B4-BE49-F238E27FC236}">
                <a16:creationId xmlns:a16="http://schemas.microsoft.com/office/drawing/2014/main" id="{7DEA2FF2-E966-CCB0-6AD0-FE0C20587293}"/>
              </a:ext>
            </a:extLst>
          </p:cNvPr>
          <p:cNvSpPr/>
          <p:nvPr/>
        </p:nvSpPr>
        <p:spPr>
          <a:xfrm>
            <a:off x="6290073" y="1659971"/>
            <a:ext cx="2042160" cy="563880"/>
          </a:xfrm>
          <a:prstGeom prst="roundRect">
            <a:avLst/>
          </a:prstGeom>
          <a:ln w="381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>
                <a:solidFill>
                  <a:schemeClr val="accent4">
                    <a:lumMod val="75000"/>
                  </a:schemeClr>
                </a:solidFill>
              </a:rPr>
              <a:t>変更履歴</a:t>
            </a:r>
          </a:p>
        </p:txBody>
      </p:sp>
      <p:sp>
        <p:nvSpPr>
          <p:cNvPr id="21" name="四角形: 角を丸くする 20">
            <a:extLst>
              <a:ext uri="{FF2B5EF4-FFF2-40B4-BE49-F238E27FC236}">
                <a16:creationId xmlns:a16="http://schemas.microsoft.com/office/drawing/2014/main" id="{90D3182A-F80C-2897-5F40-F58B7599FC88}"/>
              </a:ext>
            </a:extLst>
          </p:cNvPr>
          <p:cNvSpPr/>
          <p:nvPr/>
        </p:nvSpPr>
        <p:spPr>
          <a:xfrm>
            <a:off x="6290073" y="2354891"/>
            <a:ext cx="2042160" cy="563880"/>
          </a:xfrm>
          <a:prstGeom prst="roundRect">
            <a:avLst/>
          </a:prstGeom>
          <a:ln w="38100">
            <a:solidFill>
              <a:srgbClr val="7030A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>
                <a:solidFill>
                  <a:srgbClr val="7030A0"/>
                </a:solidFill>
              </a:rPr>
              <a:t>変更履歴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D4EB0F74-E5A8-D385-8139-498F318325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8690" y="3139931"/>
            <a:ext cx="1008000" cy="1008791"/>
          </a:xfrm>
          <a:prstGeom prst="rect">
            <a:avLst/>
          </a:prstGeom>
        </p:spPr>
      </p:pic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439CB7C3-1218-57F3-5EBD-4E24BFCCDA4A}"/>
              </a:ext>
            </a:extLst>
          </p:cNvPr>
          <p:cNvSpPr/>
          <p:nvPr/>
        </p:nvSpPr>
        <p:spPr>
          <a:xfrm>
            <a:off x="7796475" y="4463548"/>
            <a:ext cx="2042160" cy="563880"/>
          </a:xfrm>
          <a:prstGeom prst="roundRect">
            <a:avLst/>
          </a:prstGeom>
          <a:ln w="38100">
            <a:solidFill>
              <a:srgbClr val="7030A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>
                <a:solidFill>
                  <a:srgbClr val="7030A0"/>
                </a:solidFill>
              </a:rPr>
              <a:t>変更履歴</a:t>
            </a:r>
          </a:p>
        </p:txBody>
      </p:sp>
      <p:cxnSp>
        <p:nvCxnSpPr>
          <p:cNvPr id="22" name="直線コネクタ 21">
            <a:extLst>
              <a:ext uri="{FF2B5EF4-FFF2-40B4-BE49-F238E27FC236}">
                <a16:creationId xmlns:a16="http://schemas.microsoft.com/office/drawing/2014/main" id="{9590B9B9-BD48-F236-62D9-A2E210D22FFA}"/>
              </a:ext>
            </a:extLst>
          </p:cNvPr>
          <p:cNvCxnSpPr>
            <a:cxnSpLocks/>
          </p:cNvCxnSpPr>
          <p:nvPr/>
        </p:nvCxnSpPr>
        <p:spPr>
          <a:xfrm>
            <a:off x="5498756" y="7543678"/>
            <a:ext cx="360817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18828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CC1BAA-C278-6CF6-6B78-7B806AC15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D1960EE7-25F0-243B-2A87-39643BBCC9D5}"/>
              </a:ext>
            </a:extLst>
          </p:cNvPr>
          <p:cNvGrpSpPr/>
          <p:nvPr/>
        </p:nvGrpSpPr>
        <p:grpSpPr>
          <a:xfrm>
            <a:off x="2849214" y="3809486"/>
            <a:ext cx="4680000" cy="1080000"/>
            <a:chOff x="2849214" y="3397749"/>
            <a:chExt cx="4680000" cy="1080000"/>
          </a:xfrm>
        </p:grpSpPr>
        <p:sp>
          <p:nvSpPr>
            <p:cNvPr id="4" name="四角形: 角を丸くする 3">
              <a:extLst>
                <a:ext uri="{FF2B5EF4-FFF2-40B4-BE49-F238E27FC236}">
                  <a16:creationId xmlns:a16="http://schemas.microsoft.com/office/drawing/2014/main" id="{DE788118-A90F-3A74-DE84-F951C36CF753}"/>
                </a:ext>
              </a:extLst>
            </p:cNvPr>
            <p:cNvSpPr/>
            <p:nvPr/>
          </p:nvSpPr>
          <p:spPr>
            <a:xfrm>
              <a:off x="2849214" y="3397749"/>
              <a:ext cx="4680000" cy="1080000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lvl="4"/>
              <a:r>
                <a:rPr lang="ja-JP" altLang="en-US" b="1" dirty="0"/>
                <a:t>ローカルリポジトリ</a:t>
              </a:r>
            </a:p>
          </p:txBody>
        </p:sp>
        <p:pic>
          <p:nvPicPr>
            <p:cNvPr id="5" name="図 4">
              <a:extLst>
                <a:ext uri="{FF2B5EF4-FFF2-40B4-BE49-F238E27FC236}">
                  <a16:creationId xmlns:a16="http://schemas.microsoft.com/office/drawing/2014/main" id="{F0C894CF-29BB-E97B-E7E8-EC04B7C21DA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22365" y="3433749"/>
              <a:ext cx="1008000" cy="1008000"/>
            </a:xfrm>
            <a:prstGeom prst="rect">
              <a:avLst/>
            </a:prstGeom>
          </p:spPr>
        </p:pic>
      </p:grpSp>
      <p:pic>
        <p:nvPicPr>
          <p:cNvPr id="17" name="Picture 2" descr="顔のシルエット | 無料のAi・PNG白黒シルエットイラスト">
            <a:extLst>
              <a:ext uri="{FF2B5EF4-FFF2-40B4-BE49-F238E27FC236}">
                <a16:creationId xmlns:a16="http://schemas.microsoft.com/office/drawing/2014/main" id="{762F170C-0C86-43B0-BB9B-A687D092A4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3402" y="3991947"/>
            <a:ext cx="1178385" cy="11090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8" name="グループ化 17">
            <a:extLst>
              <a:ext uri="{FF2B5EF4-FFF2-40B4-BE49-F238E27FC236}">
                <a16:creationId xmlns:a16="http://schemas.microsoft.com/office/drawing/2014/main" id="{287FF660-B168-A24E-6572-852F32DD2566}"/>
              </a:ext>
            </a:extLst>
          </p:cNvPr>
          <p:cNvGrpSpPr/>
          <p:nvPr/>
        </p:nvGrpSpPr>
        <p:grpSpPr>
          <a:xfrm>
            <a:off x="1616105" y="5101015"/>
            <a:ext cx="2272978" cy="1707502"/>
            <a:chOff x="4494330" y="1912776"/>
            <a:chExt cx="2272978" cy="1707502"/>
          </a:xfrm>
        </p:grpSpPr>
        <p:pic>
          <p:nvPicPr>
            <p:cNvPr id="19" name="図 18">
              <a:extLst>
                <a:ext uri="{FF2B5EF4-FFF2-40B4-BE49-F238E27FC236}">
                  <a16:creationId xmlns:a16="http://schemas.microsoft.com/office/drawing/2014/main" id="{8D204D53-AEC6-D07C-1CC2-1608630536E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26819" y="2488842"/>
              <a:ext cx="1008000" cy="1008000"/>
            </a:xfrm>
            <a:prstGeom prst="rect">
              <a:avLst/>
            </a:prstGeom>
          </p:spPr>
        </p:pic>
        <p:sp>
          <p:nvSpPr>
            <p:cNvPr id="20" name="四角形: 角を丸くする 19">
              <a:extLst>
                <a:ext uri="{FF2B5EF4-FFF2-40B4-BE49-F238E27FC236}">
                  <a16:creationId xmlns:a16="http://schemas.microsoft.com/office/drawing/2014/main" id="{6F838A21-8A72-9E10-024E-9840FE6307AA}"/>
                </a:ext>
              </a:extLst>
            </p:cNvPr>
            <p:cNvSpPr/>
            <p:nvPr/>
          </p:nvSpPr>
          <p:spPr>
            <a:xfrm>
              <a:off x="4494330" y="1912776"/>
              <a:ext cx="2272978" cy="1707502"/>
            </a:xfrm>
            <a:prstGeom prst="round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ja-JP" altLang="en-US" b="1" dirty="0">
                  <a:solidFill>
                    <a:schemeClr val="tx1"/>
                  </a:solidFill>
                </a:rPr>
                <a:t>リポジトリ</a:t>
              </a:r>
              <a:endParaRPr kumimoji="1" lang="ja-JP" altLang="en-US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016465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82C918-07A6-148F-D509-C778927146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D6208FE0-32B6-33D1-18FC-757A397814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0816" y="204269"/>
            <a:ext cx="1080000" cy="1080000"/>
          </a:xfrm>
          <a:prstGeom prst="rect">
            <a:avLst/>
          </a:prstGeom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3807AFD-4DE2-2A10-C8FB-44F03D19B0D5}"/>
              </a:ext>
            </a:extLst>
          </p:cNvPr>
          <p:cNvSpPr txBox="1"/>
          <p:nvPr/>
        </p:nvSpPr>
        <p:spPr>
          <a:xfrm>
            <a:off x="4853937" y="583399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b="1" dirty="0"/>
              <a:t>現在のディレクトリ</a:t>
            </a:r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B1FAAAD4-FA04-5F72-3BBA-5E91DB9DD1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0816" y="2298652"/>
            <a:ext cx="1080000" cy="1080000"/>
          </a:xfrm>
          <a:prstGeom prst="rect">
            <a:avLst/>
          </a:prstGeom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8978E55E-D1F4-61EA-29F7-7FE7588AC8F0}"/>
              </a:ext>
            </a:extLst>
          </p:cNvPr>
          <p:cNvSpPr txBox="1"/>
          <p:nvPr/>
        </p:nvSpPr>
        <p:spPr>
          <a:xfrm>
            <a:off x="4853937" y="2677782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b="1" dirty="0"/>
              <a:t>現在のディレクトリ</a:t>
            </a:r>
          </a:p>
        </p:txBody>
      </p:sp>
      <p:cxnSp>
        <p:nvCxnSpPr>
          <p:cNvPr id="18" name="コネクタ: カギ線 17">
            <a:extLst>
              <a:ext uri="{FF2B5EF4-FFF2-40B4-BE49-F238E27FC236}">
                <a16:creationId xmlns:a16="http://schemas.microsoft.com/office/drawing/2014/main" id="{582C82A7-84A5-90A1-242F-296D5F02A17D}"/>
              </a:ext>
            </a:extLst>
          </p:cNvPr>
          <p:cNvCxnSpPr>
            <a:cxnSpLocks/>
          </p:cNvCxnSpPr>
          <p:nvPr/>
        </p:nvCxnSpPr>
        <p:spPr>
          <a:xfrm>
            <a:off x="4419224" y="3193495"/>
            <a:ext cx="1408521" cy="504000"/>
          </a:xfrm>
          <a:prstGeom prst="bentConnector3">
            <a:avLst>
              <a:gd name="adj1" fmla="val -235"/>
            </a:avLst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3" name="図 22">
            <a:extLst>
              <a:ext uri="{FF2B5EF4-FFF2-40B4-BE49-F238E27FC236}">
                <a16:creationId xmlns:a16="http://schemas.microsoft.com/office/drawing/2014/main" id="{25E9AD5A-0F78-CDAD-B26D-41699AF46F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4926" y="3080533"/>
            <a:ext cx="1080000" cy="1080000"/>
          </a:xfrm>
          <a:prstGeom prst="rect">
            <a:avLst/>
          </a:prstGeom>
        </p:spPr>
      </p:pic>
      <p:sp>
        <p:nvSpPr>
          <p:cNvPr id="24" name="四角形: 角を丸くする 23">
            <a:extLst>
              <a:ext uri="{FF2B5EF4-FFF2-40B4-BE49-F238E27FC236}">
                <a16:creationId xmlns:a16="http://schemas.microsoft.com/office/drawing/2014/main" id="{8D489AE9-8BB2-998A-48F5-5A707D1C350E}"/>
              </a:ext>
            </a:extLst>
          </p:cNvPr>
          <p:cNvSpPr/>
          <p:nvPr/>
        </p:nvSpPr>
        <p:spPr>
          <a:xfrm>
            <a:off x="4030824" y="3225677"/>
            <a:ext cx="8042988" cy="2454703"/>
          </a:xfrm>
          <a:prstGeom prst="roundRect">
            <a:avLst/>
          </a:prstGeom>
          <a:noFill/>
          <a:ln w="38100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ja-JP" altLang="en-US" b="1" dirty="0">
                <a:solidFill>
                  <a:srgbClr val="00B0F0"/>
                </a:solidFill>
              </a:rPr>
              <a:t>ローカルリポジトリ</a:t>
            </a:r>
            <a:endParaRPr kumimoji="1" lang="ja-JP" altLang="en-US" dirty="0"/>
          </a:p>
        </p:txBody>
      </p:sp>
      <p:sp>
        <p:nvSpPr>
          <p:cNvPr id="27" name="四角形: 角を丸くする 26">
            <a:extLst>
              <a:ext uri="{FF2B5EF4-FFF2-40B4-BE49-F238E27FC236}">
                <a16:creationId xmlns:a16="http://schemas.microsoft.com/office/drawing/2014/main" id="{FF3A030C-F3CC-8C47-B759-082500F8BD03}"/>
              </a:ext>
            </a:extLst>
          </p:cNvPr>
          <p:cNvSpPr/>
          <p:nvPr/>
        </p:nvSpPr>
        <p:spPr>
          <a:xfrm>
            <a:off x="4282751" y="4137966"/>
            <a:ext cx="5040000" cy="720000"/>
          </a:xfrm>
          <a:prstGeom prst="roundRect">
            <a:avLst/>
          </a:prstGeom>
          <a:noFill/>
          <a:ln w="38100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>
                <a:solidFill>
                  <a:srgbClr val="00B050"/>
                </a:solidFill>
              </a:rPr>
              <a:t>ワーキングツリー</a:t>
            </a:r>
          </a:p>
        </p:txBody>
      </p:sp>
      <p:cxnSp>
        <p:nvCxnSpPr>
          <p:cNvPr id="28" name="コネクタ: カギ線 27">
            <a:extLst>
              <a:ext uri="{FF2B5EF4-FFF2-40B4-BE49-F238E27FC236}">
                <a16:creationId xmlns:a16="http://schemas.microsoft.com/office/drawing/2014/main" id="{84A91EF5-DD81-C7F5-E06B-632EFDEA8FCA}"/>
              </a:ext>
            </a:extLst>
          </p:cNvPr>
          <p:cNvCxnSpPr>
            <a:cxnSpLocks/>
          </p:cNvCxnSpPr>
          <p:nvPr/>
        </p:nvCxnSpPr>
        <p:spPr>
          <a:xfrm>
            <a:off x="4414384" y="3197006"/>
            <a:ext cx="1408521" cy="1296000"/>
          </a:xfrm>
          <a:prstGeom prst="bentConnector3">
            <a:avLst>
              <a:gd name="adj1" fmla="val -235"/>
            </a:avLst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E0D644E9-E5A1-61E6-D4FC-14934CD4CBED}"/>
              </a:ext>
            </a:extLst>
          </p:cNvPr>
          <p:cNvSpPr txBox="1"/>
          <p:nvPr/>
        </p:nvSpPr>
        <p:spPr>
          <a:xfrm>
            <a:off x="6761672" y="3459726"/>
            <a:ext cx="5373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b="1" dirty="0"/>
              <a:t>.git</a:t>
            </a:r>
            <a:endParaRPr kumimoji="1" lang="ja-JP" altLang="en-US" b="1" dirty="0"/>
          </a:p>
        </p:txBody>
      </p:sp>
      <p:sp>
        <p:nvSpPr>
          <p:cNvPr id="35" name="四角形: 角を丸くする 34">
            <a:extLst>
              <a:ext uri="{FF2B5EF4-FFF2-40B4-BE49-F238E27FC236}">
                <a16:creationId xmlns:a16="http://schemas.microsoft.com/office/drawing/2014/main" id="{E0BD46DE-2E3D-528A-9DBC-6A77D9C3E0E5}"/>
              </a:ext>
            </a:extLst>
          </p:cNvPr>
          <p:cNvSpPr/>
          <p:nvPr/>
        </p:nvSpPr>
        <p:spPr>
          <a:xfrm>
            <a:off x="5833587" y="3310127"/>
            <a:ext cx="6090935" cy="720000"/>
          </a:xfrm>
          <a:prstGeom prst="roundRect">
            <a:avLst/>
          </a:prstGeom>
          <a:noFill/>
          <a:ln w="38100"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3"/>
            <a:r>
              <a:rPr lang="ja-JP" altLang="en-US" b="1" dirty="0">
                <a:solidFill>
                  <a:srgbClr val="FFC000"/>
                </a:solidFill>
              </a:rPr>
              <a:t>ステージング情報、コミット履歴など</a:t>
            </a:r>
          </a:p>
        </p:txBody>
      </p:sp>
      <p:sp>
        <p:nvSpPr>
          <p:cNvPr id="41" name="矢印: 右 40">
            <a:extLst>
              <a:ext uri="{FF2B5EF4-FFF2-40B4-BE49-F238E27FC236}">
                <a16:creationId xmlns:a16="http://schemas.microsoft.com/office/drawing/2014/main" id="{8A9EEEE1-1661-1FCC-1C04-B6A3031ADA99}"/>
              </a:ext>
            </a:extLst>
          </p:cNvPr>
          <p:cNvSpPr/>
          <p:nvPr/>
        </p:nvSpPr>
        <p:spPr>
          <a:xfrm rot="5400000">
            <a:off x="7818275" y="1450358"/>
            <a:ext cx="468086" cy="677228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44602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B517B7-392F-AF19-90F3-E6C20E61A0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矢印: 右 11">
            <a:extLst>
              <a:ext uri="{FF2B5EF4-FFF2-40B4-BE49-F238E27FC236}">
                <a16:creationId xmlns:a16="http://schemas.microsoft.com/office/drawing/2014/main" id="{475A0190-6ECA-B767-7BE3-B2C0968AF607}"/>
              </a:ext>
            </a:extLst>
          </p:cNvPr>
          <p:cNvSpPr/>
          <p:nvPr/>
        </p:nvSpPr>
        <p:spPr>
          <a:xfrm rot="5400000">
            <a:off x="6660883" y="3441542"/>
            <a:ext cx="468086" cy="677228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858A2D48-31BD-8451-C2E0-B044ADCEF8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0816" y="3847535"/>
            <a:ext cx="1080000" cy="1080000"/>
          </a:xfrm>
          <a:prstGeom prst="rect">
            <a:avLst/>
          </a:prstGeom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BC05DAF5-5502-93C6-81F3-3761D1C7B0D7}"/>
              </a:ext>
            </a:extLst>
          </p:cNvPr>
          <p:cNvSpPr txBox="1"/>
          <p:nvPr/>
        </p:nvSpPr>
        <p:spPr>
          <a:xfrm>
            <a:off x="4853937" y="4226665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b="1" dirty="0"/>
              <a:t>現在のディレクトリ</a:t>
            </a:r>
          </a:p>
        </p:txBody>
      </p:sp>
      <p:cxnSp>
        <p:nvCxnSpPr>
          <p:cNvPr id="18" name="コネクタ: カギ線 17">
            <a:extLst>
              <a:ext uri="{FF2B5EF4-FFF2-40B4-BE49-F238E27FC236}">
                <a16:creationId xmlns:a16="http://schemas.microsoft.com/office/drawing/2014/main" id="{3708E6CE-5B3D-3CA5-EC5B-A9409E744174}"/>
              </a:ext>
            </a:extLst>
          </p:cNvPr>
          <p:cNvCxnSpPr>
            <a:cxnSpLocks/>
          </p:cNvCxnSpPr>
          <p:nvPr/>
        </p:nvCxnSpPr>
        <p:spPr>
          <a:xfrm>
            <a:off x="4419224" y="4742378"/>
            <a:ext cx="1408521" cy="504000"/>
          </a:xfrm>
          <a:prstGeom prst="bentConnector3">
            <a:avLst>
              <a:gd name="adj1" fmla="val -235"/>
            </a:avLst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3" name="図 22">
            <a:extLst>
              <a:ext uri="{FF2B5EF4-FFF2-40B4-BE49-F238E27FC236}">
                <a16:creationId xmlns:a16="http://schemas.microsoft.com/office/drawing/2014/main" id="{614CA35A-EBDC-533F-E45D-D1A8BDBF94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4926" y="4629416"/>
            <a:ext cx="1080000" cy="1080000"/>
          </a:xfrm>
          <a:prstGeom prst="rect">
            <a:avLst/>
          </a:prstGeom>
        </p:spPr>
      </p:pic>
      <p:sp>
        <p:nvSpPr>
          <p:cNvPr id="24" name="四角形: 角を丸くする 23">
            <a:extLst>
              <a:ext uri="{FF2B5EF4-FFF2-40B4-BE49-F238E27FC236}">
                <a16:creationId xmlns:a16="http://schemas.microsoft.com/office/drawing/2014/main" id="{E0F72E2F-78D1-775C-C67E-0569560C0A65}"/>
              </a:ext>
            </a:extLst>
          </p:cNvPr>
          <p:cNvSpPr/>
          <p:nvPr/>
        </p:nvSpPr>
        <p:spPr>
          <a:xfrm>
            <a:off x="4030824" y="4802553"/>
            <a:ext cx="5467739" cy="2203365"/>
          </a:xfrm>
          <a:prstGeom prst="roundRect">
            <a:avLst/>
          </a:prstGeom>
          <a:noFill/>
          <a:ln w="38100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ja-JP" altLang="en-US" b="1" dirty="0">
                <a:solidFill>
                  <a:srgbClr val="00B0F0"/>
                </a:solidFill>
              </a:rPr>
              <a:t>ローカルリポジトリ</a:t>
            </a:r>
          </a:p>
        </p:txBody>
      </p:sp>
      <p:sp>
        <p:nvSpPr>
          <p:cNvPr id="27" name="四角形: 角を丸くする 26">
            <a:extLst>
              <a:ext uri="{FF2B5EF4-FFF2-40B4-BE49-F238E27FC236}">
                <a16:creationId xmlns:a16="http://schemas.microsoft.com/office/drawing/2014/main" id="{311D7DE6-6EB2-DC85-FEAE-D63994B459B1}"/>
              </a:ext>
            </a:extLst>
          </p:cNvPr>
          <p:cNvSpPr/>
          <p:nvPr/>
        </p:nvSpPr>
        <p:spPr>
          <a:xfrm>
            <a:off x="4282751" y="5686849"/>
            <a:ext cx="5040000" cy="720000"/>
          </a:xfrm>
          <a:prstGeom prst="roundRect">
            <a:avLst/>
          </a:prstGeom>
          <a:noFill/>
          <a:ln w="38100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 dirty="0">
              <a:solidFill>
                <a:srgbClr val="00B050"/>
              </a:solidFill>
            </a:endParaRPr>
          </a:p>
        </p:txBody>
      </p:sp>
      <p:cxnSp>
        <p:nvCxnSpPr>
          <p:cNvPr id="28" name="コネクタ: カギ線 27">
            <a:extLst>
              <a:ext uri="{FF2B5EF4-FFF2-40B4-BE49-F238E27FC236}">
                <a16:creationId xmlns:a16="http://schemas.microsoft.com/office/drawing/2014/main" id="{283EC7C2-45BE-A4D5-26AE-195498E13A7B}"/>
              </a:ext>
            </a:extLst>
          </p:cNvPr>
          <p:cNvCxnSpPr>
            <a:cxnSpLocks/>
          </p:cNvCxnSpPr>
          <p:nvPr/>
        </p:nvCxnSpPr>
        <p:spPr>
          <a:xfrm>
            <a:off x="4414384" y="4745889"/>
            <a:ext cx="1408521" cy="1296000"/>
          </a:xfrm>
          <a:prstGeom prst="bentConnector3">
            <a:avLst>
              <a:gd name="adj1" fmla="val -235"/>
            </a:avLst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" name="図 4">
            <a:extLst>
              <a:ext uri="{FF2B5EF4-FFF2-40B4-BE49-F238E27FC236}">
                <a16:creationId xmlns:a16="http://schemas.microsoft.com/office/drawing/2014/main" id="{C668754C-23A2-9991-E237-33F0083D05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0816" y="52034"/>
            <a:ext cx="1080000" cy="1080000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E0BE13FB-3B40-A2A5-8AC9-AFE2F89368A8}"/>
              </a:ext>
            </a:extLst>
          </p:cNvPr>
          <p:cNvSpPr txBox="1"/>
          <p:nvPr/>
        </p:nvSpPr>
        <p:spPr>
          <a:xfrm>
            <a:off x="4853937" y="431164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b="1" dirty="0"/>
              <a:t>現在のディレクトリ</a:t>
            </a:r>
          </a:p>
        </p:txBody>
      </p:sp>
      <p:cxnSp>
        <p:nvCxnSpPr>
          <p:cNvPr id="7" name="コネクタ: カギ線 6">
            <a:extLst>
              <a:ext uri="{FF2B5EF4-FFF2-40B4-BE49-F238E27FC236}">
                <a16:creationId xmlns:a16="http://schemas.microsoft.com/office/drawing/2014/main" id="{CF8B3338-B660-8479-84FF-3BF3F4FE80FD}"/>
              </a:ext>
            </a:extLst>
          </p:cNvPr>
          <p:cNvCxnSpPr>
            <a:cxnSpLocks/>
          </p:cNvCxnSpPr>
          <p:nvPr/>
        </p:nvCxnSpPr>
        <p:spPr>
          <a:xfrm>
            <a:off x="4419224" y="946877"/>
            <a:ext cx="1408521" cy="504000"/>
          </a:xfrm>
          <a:prstGeom prst="bentConnector3">
            <a:avLst>
              <a:gd name="adj1" fmla="val -235"/>
            </a:avLst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9" name="図 8">
            <a:extLst>
              <a:ext uri="{FF2B5EF4-FFF2-40B4-BE49-F238E27FC236}">
                <a16:creationId xmlns:a16="http://schemas.microsoft.com/office/drawing/2014/main" id="{F2E2D3A8-108F-8192-7E10-A7BBE84A0A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4926" y="833915"/>
            <a:ext cx="1080000" cy="1080000"/>
          </a:xfrm>
          <a:prstGeom prst="rect">
            <a:avLst/>
          </a:prstGeom>
        </p:spPr>
      </p:pic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DC4741B1-34C8-CDA2-431F-EF5C2E997010}"/>
              </a:ext>
            </a:extLst>
          </p:cNvPr>
          <p:cNvSpPr/>
          <p:nvPr/>
        </p:nvSpPr>
        <p:spPr>
          <a:xfrm>
            <a:off x="4030824" y="1007052"/>
            <a:ext cx="5467739" cy="2203365"/>
          </a:xfrm>
          <a:prstGeom prst="roundRect">
            <a:avLst/>
          </a:prstGeom>
          <a:noFill/>
          <a:ln w="38100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ja-JP" altLang="en-US" b="1" dirty="0">
                <a:solidFill>
                  <a:srgbClr val="00B0F0"/>
                </a:solidFill>
              </a:rPr>
              <a:t>ローカルリポジトリ</a:t>
            </a:r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6DEDE76D-048A-884B-6E0B-54C3FE117A04}"/>
              </a:ext>
            </a:extLst>
          </p:cNvPr>
          <p:cNvSpPr/>
          <p:nvPr/>
        </p:nvSpPr>
        <p:spPr>
          <a:xfrm>
            <a:off x="4282751" y="1891348"/>
            <a:ext cx="5040000" cy="720000"/>
          </a:xfrm>
          <a:prstGeom prst="roundRect">
            <a:avLst/>
          </a:prstGeom>
          <a:noFill/>
          <a:ln w="38100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 dirty="0">
              <a:solidFill>
                <a:srgbClr val="00B050"/>
              </a:solidFill>
            </a:endParaRPr>
          </a:p>
        </p:txBody>
      </p:sp>
      <p:cxnSp>
        <p:nvCxnSpPr>
          <p:cNvPr id="13" name="コネクタ: カギ線 12">
            <a:extLst>
              <a:ext uri="{FF2B5EF4-FFF2-40B4-BE49-F238E27FC236}">
                <a16:creationId xmlns:a16="http://schemas.microsoft.com/office/drawing/2014/main" id="{5BC9A3F7-F243-298C-033C-DDA3C2864CD9}"/>
              </a:ext>
            </a:extLst>
          </p:cNvPr>
          <p:cNvCxnSpPr>
            <a:cxnSpLocks/>
          </p:cNvCxnSpPr>
          <p:nvPr/>
        </p:nvCxnSpPr>
        <p:spPr>
          <a:xfrm>
            <a:off x="4414384" y="950388"/>
            <a:ext cx="1408521" cy="1296000"/>
          </a:xfrm>
          <a:prstGeom prst="bentConnector3">
            <a:avLst>
              <a:gd name="adj1" fmla="val -235"/>
            </a:avLst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D4C58CA9-F931-708E-12F8-7643C4A3D6BE}"/>
              </a:ext>
            </a:extLst>
          </p:cNvPr>
          <p:cNvSpPr txBox="1"/>
          <p:nvPr/>
        </p:nvSpPr>
        <p:spPr>
          <a:xfrm>
            <a:off x="6761672" y="1192382"/>
            <a:ext cx="5373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b="1" dirty="0"/>
              <a:t>.git</a:t>
            </a:r>
            <a:endParaRPr kumimoji="1" lang="ja-JP" altLang="en-US" b="1" dirty="0"/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0F8720C4-C7DE-B2FA-1DF2-686AB92C9253}"/>
              </a:ext>
            </a:extLst>
          </p:cNvPr>
          <p:cNvSpPr txBox="1"/>
          <p:nvPr/>
        </p:nvSpPr>
        <p:spPr>
          <a:xfrm>
            <a:off x="6761672" y="4989947"/>
            <a:ext cx="5373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b="1" dirty="0"/>
              <a:t>.git</a:t>
            </a:r>
            <a:endParaRPr kumimoji="1" lang="ja-JP" altLang="en-US" b="1" dirty="0"/>
          </a:p>
        </p:txBody>
      </p:sp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79B2EEAA-EEB6-311B-4964-B9A0C8F31CF4}"/>
              </a:ext>
            </a:extLst>
          </p:cNvPr>
          <p:cNvGrpSpPr/>
          <p:nvPr/>
        </p:nvGrpSpPr>
        <p:grpSpPr>
          <a:xfrm>
            <a:off x="5791689" y="5614730"/>
            <a:ext cx="1751021" cy="871225"/>
            <a:chOff x="7288481" y="5613979"/>
            <a:chExt cx="1751021" cy="871225"/>
          </a:xfrm>
        </p:grpSpPr>
        <p:pic>
          <p:nvPicPr>
            <p:cNvPr id="4" name="図 3">
              <a:extLst>
                <a:ext uri="{FF2B5EF4-FFF2-40B4-BE49-F238E27FC236}">
                  <a16:creationId xmlns:a16="http://schemas.microsoft.com/office/drawing/2014/main" id="{8E9C9E76-5FDA-359F-FFE9-B207CCBBEC4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88481" y="5613979"/>
              <a:ext cx="871225" cy="871225"/>
            </a:xfrm>
            <a:prstGeom prst="rect">
              <a:avLst/>
            </a:prstGeom>
          </p:spPr>
        </p:pic>
        <p:pic>
          <p:nvPicPr>
            <p:cNvPr id="8" name="図 7">
              <a:extLst>
                <a:ext uri="{FF2B5EF4-FFF2-40B4-BE49-F238E27FC236}">
                  <a16:creationId xmlns:a16="http://schemas.microsoft.com/office/drawing/2014/main" id="{9F83657C-D3CD-3087-4831-93AE181AA5A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68277" y="5613979"/>
              <a:ext cx="871225" cy="871225"/>
            </a:xfrm>
            <a:prstGeom prst="rect">
              <a:avLst/>
            </a:prstGeom>
          </p:spPr>
        </p:pic>
        <p:cxnSp>
          <p:nvCxnSpPr>
            <p:cNvPr id="19" name="直線矢印コネクタ 18">
              <a:extLst>
                <a:ext uri="{FF2B5EF4-FFF2-40B4-BE49-F238E27FC236}">
                  <a16:creationId xmlns:a16="http://schemas.microsoft.com/office/drawing/2014/main" id="{FECF7ACE-AFD0-5C3F-2A4C-F85EBD87294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83991" y="6049591"/>
              <a:ext cx="360000" cy="1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3097035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DBD472-C2FF-6515-1F0A-E326D66D0E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CF6BC256-F926-9A86-BEDA-2F4E5710F474}"/>
              </a:ext>
            </a:extLst>
          </p:cNvPr>
          <p:cNvSpPr/>
          <p:nvPr/>
        </p:nvSpPr>
        <p:spPr>
          <a:xfrm>
            <a:off x="5844664" y="3377801"/>
            <a:ext cx="5483735" cy="720000"/>
          </a:xfrm>
          <a:prstGeom prst="roundRect">
            <a:avLst/>
          </a:prstGeom>
          <a:noFill/>
          <a:ln w="38100"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2"/>
            <a:r>
              <a:rPr lang="ja-JP" altLang="en-US" b="1" dirty="0">
                <a:solidFill>
                  <a:srgbClr val="FFC000"/>
                </a:solidFill>
              </a:rPr>
              <a:t>ステージング情報、コミット履歴など</a:t>
            </a:r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48162DE6-BFCA-6DE5-49DB-F73D12216F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0816" y="2391958"/>
            <a:ext cx="1080000" cy="1080000"/>
          </a:xfrm>
          <a:prstGeom prst="rect">
            <a:avLst/>
          </a:prstGeom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20499307-C644-0612-974E-A9C34452FD6C}"/>
              </a:ext>
            </a:extLst>
          </p:cNvPr>
          <p:cNvSpPr txBox="1"/>
          <p:nvPr/>
        </p:nvSpPr>
        <p:spPr>
          <a:xfrm>
            <a:off x="4853937" y="2771088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b="1" dirty="0"/>
              <a:t>現在のディレクトリ</a:t>
            </a:r>
          </a:p>
        </p:txBody>
      </p:sp>
      <p:cxnSp>
        <p:nvCxnSpPr>
          <p:cNvPr id="18" name="コネクタ: カギ線 17">
            <a:extLst>
              <a:ext uri="{FF2B5EF4-FFF2-40B4-BE49-F238E27FC236}">
                <a16:creationId xmlns:a16="http://schemas.microsoft.com/office/drawing/2014/main" id="{4453DACD-759C-8097-984A-39F3DA4FFFA5}"/>
              </a:ext>
            </a:extLst>
          </p:cNvPr>
          <p:cNvCxnSpPr>
            <a:cxnSpLocks/>
          </p:cNvCxnSpPr>
          <p:nvPr/>
        </p:nvCxnSpPr>
        <p:spPr>
          <a:xfrm>
            <a:off x="4419224" y="3286801"/>
            <a:ext cx="1408521" cy="504000"/>
          </a:xfrm>
          <a:prstGeom prst="bentConnector3">
            <a:avLst>
              <a:gd name="adj1" fmla="val -235"/>
            </a:avLst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3" name="図 22">
            <a:extLst>
              <a:ext uri="{FF2B5EF4-FFF2-40B4-BE49-F238E27FC236}">
                <a16:creationId xmlns:a16="http://schemas.microsoft.com/office/drawing/2014/main" id="{08181574-FB49-0C4C-6118-99DD3247DD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4926" y="3173839"/>
            <a:ext cx="1080000" cy="1080000"/>
          </a:xfrm>
          <a:prstGeom prst="rect">
            <a:avLst/>
          </a:prstGeom>
        </p:spPr>
      </p:pic>
      <p:sp>
        <p:nvSpPr>
          <p:cNvPr id="27" name="四角形: 角を丸くする 26">
            <a:extLst>
              <a:ext uri="{FF2B5EF4-FFF2-40B4-BE49-F238E27FC236}">
                <a16:creationId xmlns:a16="http://schemas.microsoft.com/office/drawing/2014/main" id="{5BA05DF7-A939-F8A5-6D4C-B9D8326A0C45}"/>
              </a:ext>
            </a:extLst>
          </p:cNvPr>
          <p:cNvSpPr/>
          <p:nvPr/>
        </p:nvSpPr>
        <p:spPr>
          <a:xfrm>
            <a:off x="4282751" y="4651157"/>
            <a:ext cx="5040000" cy="720000"/>
          </a:xfrm>
          <a:prstGeom prst="roundRect">
            <a:avLst/>
          </a:prstGeom>
          <a:noFill/>
          <a:ln w="38100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4" algn="ctr"/>
            <a:r>
              <a:rPr kumimoji="1" lang="ja-JP" altLang="en-US" b="1" dirty="0">
                <a:solidFill>
                  <a:srgbClr val="00B050"/>
                </a:solidFill>
              </a:rPr>
              <a:t>ワーキングツリー</a:t>
            </a:r>
          </a:p>
        </p:txBody>
      </p:sp>
      <p:cxnSp>
        <p:nvCxnSpPr>
          <p:cNvPr id="28" name="コネクタ: カギ線 27">
            <a:extLst>
              <a:ext uri="{FF2B5EF4-FFF2-40B4-BE49-F238E27FC236}">
                <a16:creationId xmlns:a16="http://schemas.microsoft.com/office/drawing/2014/main" id="{8C1C7292-B9DC-6587-D601-27A6BEEA0B76}"/>
              </a:ext>
            </a:extLst>
          </p:cNvPr>
          <p:cNvCxnSpPr>
            <a:cxnSpLocks/>
          </p:cNvCxnSpPr>
          <p:nvPr/>
        </p:nvCxnSpPr>
        <p:spPr>
          <a:xfrm>
            <a:off x="4414384" y="3290312"/>
            <a:ext cx="1408521" cy="1692000"/>
          </a:xfrm>
          <a:prstGeom prst="bentConnector3">
            <a:avLst>
              <a:gd name="adj1" fmla="val -235"/>
            </a:avLst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8" name="図 7">
            <a:extLst>
              <a:ext uri="{FF2B5EF4-FFF2-40B4-BE49-F238E27FC236}">
                <a16:creationId xmlns:a16="http://schemas.microsoft.com/office/drawing/2014/main" id="{B48F111C-5883-5771-4075-AC5D041439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9313" y="4570584"/>
            <a:ext cx="871225" cy="871225"/>
          </a:xfrm>
          <a:prstGeom prst="rect">
            <a:avLst/>
          </a:prstGeom>
        </p:spPr>
      </p:pic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7C6E6382-38D5-090C-805B-E2661597414A}"/>
              </a:ext>
            </a:extLst>
          </p:cNvPr>
          <p:cNvSpPr txBox="1"/>
          <p:nvPr/>
        </p:nvSpPr>
        <p:spPr>
          <a:xfrm>
            <a:off x="7636437" y="4201252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b="1" dirty="0"/>
              <a:t>比較</a:t>
            </a:r>
          </a:p>
        </p:txBody>
      </p:sp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CF1A0BD4-FE79-5183-1181-72CC432722EC}"/>
              </a:ext>
            </a:extLst>
          </p:cNvPr>
          <p:cNvSpPr/>
          <p:nvPr/>
        </p:nvSpPr>
        <p:spPr>
          <a:xfrm>
            <a:off x="3890816" y="3238444"/>
            <a:ext cx="7771097" cy="2831052"/>
          </a:xfrm>
          <a:prstGeom prst="roundRect">
            <a:avLst/>
          </a:prstGeom>
          <a:noFill/>
          <a:ln w="38100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ja-JP" altLang="en-US" b="1" dirty="0">
                <a:solidFill>
                  <a:srgbClr val="00B0F0"/>
                </a:solidFill>
              </a:rPr>
              <a:t>ローカルリポジトリ</a:t>
            </a:r>
          </a:p>
        </p:txBody>
      </p:sp>
    </p:spTree>
    <p:extLst>
      <p:ext uri="{BB962C8B-B14F-4D97-AF65-F5344CB8AC3E}">
        <p14:creationId xmlns:p14="http://schemas.microsoft.com/office/powerpoint/2010/main" val="347885469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645BFD-8FE0-E0D8-50E7-9B3BDFDA70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11AFC6A1-9663-ACEB-9E7D-9B9678959F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0816" y="-38148"/>
            <a:ext cx="1080000" cy="1080000"/>
          </a:xfrm>
          <a:prstGeom prst="rect">
            <a:avLst/>
          </a:prstGeom>
        </p:spPr>
      </p:pic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21926AA5-538C-B90F-B725-919D958B50E7}"/>
              </a:ext>
            </a:extLst>
          </p:cNvPr>
          <p:cNvSpPr txBox="1"/>
          <p:nvPr/>
        </p:nvSpPr>
        <p:spPr>
          <a:xfrm>
            <a:off x="4853937" y="340982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b="1" dirty="0"/>
              <a:t>現在のディレクトリ</a:t>
            </a:r>
          </a:p>
        </p:txBody>
      </p:sp>
      <p:cxnSp>
        <p:nvCxnSpPr>
          <p:cNvPr id="20" name="コネクタ: カギ線 19">
            <a:extLst>
              <a:ext uri="{FF2B5EF4-FFF2-40B4-BE49-F238E27FC236}">
                <a16:creationId xmlns:a16="http://schemas.microsoft.com/office/drawing/2014/main" id="{FB8A0D47-D166-0167-3B80-09C99E55AEC2}"/>
              </a:ext>
            </a:extLst>
          </p:cNvPr>
          <p:cNvCxnSpPr>
            <a:cxnSpLocks/>
          </p:cNvCxnSpPr>
          <p:nvPr/>
        </p:nvCxnSpPr>
        <p:spPr>
          <a:xfrm>
            <a:off x="4419224" y="856695"/>
            <a:ext cx="1408521" cy="504000"/>
          </a:xfrm>
          <a:prstGeom prst="bentConnector3">
            <a:avLst>
              <a:gd name="adj1" fmla="val -235"/>
            </a:avLst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5" name="図 24">
            <a:extLst>
              <a:ext uri="{FF2B5EF4-FFF2-40B4-BE49-F238E27FC236}">
                <a16:creationId xmlns:a16="http://schemas.microsoft.com/office/drawing/2014/main" id="{37ACE35A-92CC-9B6C-44CC-F55711907D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4926" y="743733"/>
            <a:ext cx="1080000" cy="1080000"/>
          </a:xfrm>
          <a:prstGeom prst="rect">
            <a:avLst/>
          </a:prstGeom>
        </p:spPr>
      </p:pic>
      <p:sp>
        <p:nvSpPr>
          <p:cNvPr id="29" name="四角形: 角を丸くする 28">
            <a:extLst>
              <a:ext uri="{FF2B5EF4-FFF2-40B4-BE49-F238E27FC236}">
                <a16:creationId xmlns:a16="http://schemas.microsoft.com/office/drawing/2014/main" id="{958E087C-C091-9BBE-9C40-C57C3F63C848}"/>
              </a:ext>
            </a:extLst>
          </p:cNvPr>
          <p:cNvSpPr/>
          <p:nvPr/>
        </p:nvSpPr>
        <p:spPr>
          <a:xfrm>
            <a:off x="4030824" y="888878"/>
            <a:ext cx="8042988" cy="2304000"/>
          </a:xfrm>
          <a:prstGeom prst="roundRect">
            <a:avLst/>
          </a:prstGeom>
          <a:noFill/>
          <a:ln w="38100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ja-JP" altLang="en-US" b="1" dirty="0">
                <a:solidFill>
                  <a:srgbClr val="00B0F0"/>
                </a:solidFill>
              </a:rPr>
              <a:t>ローカルリポジトリ</a:t>
            </a: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DCAD73E9-77C6-9254-9692-6F27FF86121F}"/>
              </a:ext>
            </a:extLst>
          </p:cNvPr>
          <p:cNvSpPr/>
          <p:nvPr/>
        </p:nvSpPr>
        <p:spPr>
          <a:xfrm>
            <a:off x="4282751" y="1801166"/>
            <a:ext cx="5040000" cy="720000"/>
          </a:xfrm>
          <a:prstGeom prst="roundRect">
            <a:avLst/>
          </a:prstGeom>
          <a:noFill/>
          <a:ln w="38100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 dirty="0">
              <a:solidFill>
                <a:srgbClr val="00B050"/>
              </a:solidFill>
            </a:endParaRPr>
          </a:p>
        </p:txBody>
      </p:sp>
      <p:cxnSp>
        <p:nvCxnSpPr>
          <p:cNvPr id="34" name="コネクタ: カギ線 33">
            <a:extLst>
              <a:ext uri="{FF2B5EF4-FFF2-40B4-BE49-F238E27FC236}">
                <a16:creationId xmlns:a16="http://schemas.microsoft.com/office/drawing/2014/main" id="{CFA699CA-819B-8FD6-6400-7360F418C618}"/>
              </a:ext>
            </a:extLst>
          </p:cNvPr>
          <p:cNvCxnSpPr>
            <a:cxnSpLocks/>
          </p:cNvCxnSpPr>
          <p:nvPr/>
        </p:nvCxnSpPr>
        <p:spPr>
          <a:xfrm>
            <a:off x="4414384" y="860206"/>
            <a:ext cx="1408521" cy="1296000"/>
          </a:xfrm>
          <a:prstGeom prst="bentConnector3">
            <a:avLst>
              <a:gd name="adj1" fmla="val -235"/>
            </a:avLst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四角形: 角を丸くする 35">
            <a:extLst>
              <a:ext uri="{FF2B5EF4-FFF2-40B4-BE49-F238E27FC236}">
                <a16:creationId xmlns:a16="http://schemas.microsoft.com/office/drawing/2014/main" id="{ED23013D-1190-016C-557F-D386DCD2D2FA}"/>
              </a:ext>
            </a:extLst>
          </p:cNvPr>
          <p:cNvSpPr/>
          <p:nvPr/>
        </p:nvSpPr>
        <p:spPr>
          <a:xfrm>
            <a:off x="5833587" y="973327"/>
            <a:ext cx="6090935" cy="720000"/>
          </a:xfrm>
          <a:prstGeom prst="roundRect">
            <a:avLst/>
          </a:prstGeom>
          <a:noFill/>
          <a:ln w="38100"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3"/>
            <a:endParaRPr lang="ja-JP" altLang="en-US" b="1" dirty="0">
              <a:solidFill>
                <a:srgbClr val="FFC000"/>
              </a:solidFill>
            </a:endParaRPr>
          </a:p>
        </p:txBody>
      </p:sp>
      <p:grpSp>
        <p:nvGrpSpPr>
          <p:cNvPr id="39" name="グループ化 38">
            <a:extLst>
              <a:ext uri="{FF2B5EF4-FFF2-40B4-BE49-F238E27FC236}">
                <a16:creationId xmlns:a16="http://schemas.microsoft.com/office/drawing/2014/main" id="{9FC38039-66FE-4ED5-A334-1F0B393F7C7C}"/>
              </a:ext>
            </a:extLst>
          </p:cNvPr>
          <p:cNvGrpSpPr/>
          <p:nvPr/>
        </p:nvGrpSpPr>
        <p:grpSpPr>
          <a:xfrm>
            <a:off x="5791689" y="1733198"/>
            <a:ext cx="1751021" cy="871225"/>
            <a:chOff x="7288481" y="5613979"/>
            <a:chExt cx="1751021" cy="871225"/>
          </a:xfrm>
        </p:grpSpPr>
        <p:pic>
          <p:nvPicPr>
            <p:cNvPr id="40" name="図 39">
              <a:extLst>
                <a:ext uri="{FF2B5EF4-FFF2-40B4-BE49-F238E27FC236}">
                  <a16:creationId xmlns:a16="http://schemas.microsoft.com/office/drawing/2014/main" id="{CB48F157-58E1-41A8-A5A7-A46D3F6ADE2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88481" y="5613979"/>
              <a:ext cx="871225" cy="871225"/>
            </a:xfrm>
            <a:prstGeom prst="rect">
              <a:avLst/>
            </a:prstGeom>
          </p:spPr>
        </p:pic>
        <p:pic>
          <p:nvPicPr>
            <p:cNvPr id="41" name="図 40">
              <a:extLst>
                <a:ext uri="{FF2B5EF4-FFF2-40B4-BE49-F238E27FC236}">
                  <a16:creationId xmlns:a16="http://schemas.microsoft.com/office/drawing/2014/main" id="{F431D4F9-3ED5-D04C-DF56-EF42B4FDB10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68277" y="5613979"/>
              <a:ext cx="871225" cy="871225"/>
            </a:xfrm>
            <a:prstGeom prst="rect">
              <a:avLst/>
            </a:prstGeom>
          </p:spPr>
        </p:pic>
        <p:cxnSp>
          <p:nvCxnSpPr>
            <p:cNvPr id="42" name="直線矢印コネクタ 41">
              <a:extLst>
                <a:ext uri="{FF2B5EF4-FFF2-40B4-BE49-F238E27FC236}">
                  <a16:creationId xmlns:a16="http://schemas.microsoft.com/office/drawing/2014/main" id="{C9413C24-5B9E-C5BA-D09D-03B1E5E219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83991" y="6049591"/>
              <a:ext cx="360000" cy="1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43" name="図 42">
            <a:extLst>
              <a:ext uri="{FF2B5EF4-FFF2-40B4-BE49-F238E27FC236}">
                <a16:creationId xmlns:a16="http://schemas.microsoft.com/office/drawing/2014/main" id="{67DDE0DD-88C8-942A-E37C-E61E9B6DB7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0816" y="3772618"/>
            <a:ext cx="1080000" cy="1080000"/>
          </a:xfrm>
          <a:prstGeom prst="rect">
            <a:avLst/>
          </a:prstGeom>
        </p:spPr>
      </p:pic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82C387B7-5645-9695-33BA-42BE88808692}"/>
              </a:ext>
            </a:extLst>
          </p:cNvPr>
          <p:cNvSpPr txBox="1"/>
          <p:nvPr/>
        </p:nvSpPr>
        <p:spPr>
          <a:xfrm>
            <a:off x="4853937" y="4151748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b="1" dirty="0"/>
              <a:t>現在のディレクトリ</a:t>
            </a:r>
          </a:p>
        </p:txBody>
      </p:sp>
      <p:cxnSp>
        <p:nvCxnSpPr>
          <p:cNvPr id="45" name="コネクタ: カギ線 44">
            <a:extLst>
              <a:ext uri="{FF2B5EF4-FFF2-40B4-BE49-F238E27FC236}">
                <a16:creationId xmlns:a16="http://schemas.microsoft.com/office/drawing/2014/main" id="{4C2CCCC0-2B6C-E585-9FBF-1E0F8029C7EB}"/>
              </a:ext>
            </a:extLst>
          </p:cNvPr>
          <p:cNvCxnSpPr>
            <a:cxnSpLocks/>
          </p:cNvCxnSpPr>
          <p:nvPr/>
        </p:nvCxnSpPr>
        <p:spPr>
          <a:xfrm>
            <a:off x="4414384" y="4667461"/>
            <a:ext cx="1408521" cy="504000"/>
          </a:xfrm>
          <a:prstGeom prst="bentConnector3">
            <a:avLst>
              <a:gd name="adj1" fmla="val -235"/>
            </a:avLst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6" name="図 45">
            <a:extLst>
              <a:ext uri="{FF2B5EF4-FFF2-40B4-BE49-F238E27FC236}">
                <a16:creationId xmlns:a16="http://schemas.microsoft.com/office/drawing/2014/main" id="{EEBD0919-7E68-6B71-0973-A6F7A4C018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4926" y="4554499"/>
            <a:ext cx="1080000" cy="1080000"/>
          </a:xfrm>
          <a:prstGeom prst="rect">
            <a:avLst/>
          </a:prstGeom>
        </p:spPr>
      </p:pic>
      <p:sp>
        <p:nvSpPr>
          <p:cNvPr id="47" name="四角形: 角を丸くする 46">
            <a:extLst>
              <a:ext uri="{FF2B5EF4-FFF2-40B4-BE49-F238E27FC236}">
                <a16:creationId xmlns:a16="http://schemas.microsoft.com/office/drawing/2014/main" id="{4D454CDE-2E83-2424-88AA-00F0B05605AC}"/>
              </a:ext>
            </a:extLst>
          </p:cNvPr>
          <p:cNvSpPr/>
          <p:nvPr/>
        </p:nvSpPr>
        <p:spPr>
          <a:xfrm>
            <a:off x="4030824" y="4699644"/>
            <a:ext cx="8042988" cy="2304000"/>
          </a:xfrm>
          <a:prstGeom prst="roundRect">
            <a:avLst/>
          </a:prstGeom>
          <a:noFill/>
          <a:ln w="38100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ja-JP" altLang="en-US" b="1">
                <a:solidFill>
                  <a:srgbClr val="00B0F0"/>
                </a:solidFill>
              </a:rPr>
              <a:t>ローカルリポジトリ</a:t>
            </a:r>
          </a:p>
        </p:txBody>
      </p:sp>
      <p:sp>
        <p:nvSpPr>
          <p:cNvPr id="48" name="四角形: 角を丸くする 47">
            <a:extLst>
              <a:ext uri="{FF2B5EF4-FFF2-40B4-BE49-F238E27FC236}">
                <a16:creationId xmlns:a16="http://schemas.microsoft.com/office/drawing/2014/main" id="{335F66B5-92BB-89C2-ADA6-A707D92351DE}"/>
              </a:ext>
            </a:extLst>
          </p:cNvPr>
          <p:cNvSpPr/>
          <p:nvPr/>
        </p:nvSpPr>
        <p:spPr>
          <a:xfrm>
            <a:off x="4282751" y="5611932"/>
            <a:ext cx="5040000" cy="720000"/>
          </a:xfrm>
          <a:prstGeom prst="roundRect">
            <a:avLst/>
          </a:prstGeom>
          <a:noFill/>
          <a:ln w="38100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 dirty="0">
              <a:solidFill>
                <a:srgbClr val="00B050"/>
              </a:solidFill>
            </a:endParaRPr>
          </a:p>
        </p:txBody>
      </p:sp>
      <p:cxnSp>
        <p:nvCxnSpPr>
          <p:cNvPr id="49" name="コネクタ: カギ線 48">
            <a:extLst>
              <a:ext uri="{FF2B5EF4-FFF2-40B4-BE49-F238E27FC236}">
                <a16:creationId xmlns:a16="http://schemas.microsoft.com/office/drawing/2014/main" id="{DF63CD4C-C3F4-A799-E349-DB909B1AAF05}"/>
              </a:ext>
            </a:extLst>
          </p:cNvPr>
          <p:cNvCxnSpPr>
            <a:cxnSpLocks/>
          </p:cNvCxnSpPr>
          <p:nvPr/>
        </p:nvCxnSpPr>
        <p:spPr>
          <a:xfrm>
            <a:off x="4414384" y="4670972"/>
            <a:ext cx="1408521" cy="1296000"/>
          </a:xfrm>
          <a:prstGeom prst="bentConnector3">
            <a:avLst>
              <a:gd name="adj1" fmla="val -235"/>
            </a:avLst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" name="四角形: 角を丸くする 50">
            <a:extLst>
              <a:ext uri="{FF2B5EF4-FFF2-40B4-BE49-F238E27FC236}">
                <a16:creationId xmlns:a16="http://schemas.microsoft.com/office/drawing/2014/main" id="{70C1ECCC-602A-73DE-8E8D-AA84238988C5}"/>
              </a:ext>
            </a:extLst>
          </p:cNvPr>
          <p:cNvSpPr/>
          <p:nvPr/>
        </p:nvSpPr>
        <p:spPr>
          <a:xfrm>
            <a:off x="5833587" y="4784093"/>
            <a:ext cx="5748505" cy="720000"/>
          </a:xfrm>
          <a:prstGeom prst="roundRect">
            <a:avLst/>
          </a:prstGeom>
          <a:noFill/>
          <a:ln w="38100"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3"/>
            <a:endParaRPr lang="ja-JP" altLang="en-US" b="1" dirty="0">
              <a:solidFill>
                <a:srgbClr val="FFC000"/>
              </a:solidFill>
            </a:endParaRPr>
          </a:p>
        </p:txBody>
      </p:sp>
      <p:sp>
        <p:nvSpPr>
          <p:cNvPr id="60" name="四角形: 角を丸くする 59">
            <a:extLst>
              <a:ext uri="{FF2B5EF4-FFF2-40B4-BE49-F238E27FC236}">
                <a16:creationId xmlns:a16="http://schemas.microsoft.com/office/drawing/2014/main" id="{25F829FB-B368-8780-40F5-6D8990B0762E}"/>
              </a:ext>
            </a:extLst>
          </p:cNvPr>
          <p:cNvSpPr/>
          <p:nvPr/>
        </p:nvSpPr>
        <p:spPr>
          <a:xfrm>
            <a:off x="7075772" y="4882765"/>
            <a:ext cx="1800000" cy="504000"/>
          </a:xfrm>
          <a:prstGeom prst="roundRect">
            <a:avLst/>
          </a:prstGeom>
          <a:ln w="381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>
                <a:solidFill>
                  <a:schemeClr val="accent4">
                    <a:lumMod val="75000"/>
                  </a:schemeClr>
                </a:solidFill>
              </a:rPr>
              <a:t>変更内容</a:t>
            </a:r>
          </a:p>
        </p:txBody>
      </p:sp>
      <p:sp>
        <p:nvSpPr>
          <p:cNvPr id="6" name="矢印: 右 5">
            <a:extLst>
              <a:ext uri="{FF2B5EF4-FFF2-40B4-BE49-F238E27FC236}">
                <a16:creationId xmlns:a16="http://schemas.microsoft.com/office/drawing/2014/main" id="{4226FAF2-115C-58E8-C645-890643A28B01}"/>
              </a:ext>
            </a:extLst>
          </p:cNvPr>
          <p:cNvSpPr/>
          <p:nvPr/>
        </p:nvSpPr>
        <p:spPr>
          <a:xfrm rot="5400000">
            <a:off x="7818275" y="3374682"/>
            <a:ext cx="468086" cy="677228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527116D7-AD7F-D595-0FE4-7205DDDF2298}"/>
              </a:ext>
            </a:extLst>
          </p:cNvPr>
          <p:cNvGrpSpPr/>
          <p:nvPr/>
        </p:nvGrpSpPr>
        <p:grpSpPr>
          <a:xfrm>
            <a:off x="5794795" y="5533871"/>
            <a:ext cx="1751021" cy="871225"/>
            <a:chOff x="7288481" y="5613979"/>
            <a:chExt cx="1751021" cy="871225"/>
          </a:xfrm>
        </p:grpSpPr>
        <p:pic>
          <p:nvPicPr>
            <p:cNvPr id="4" name="図 3">
              <a:extLst>
                <a:ext uri="{FF2B5EF4-FFF2-40B4-BE49-F238E27FC236}">
                  <a16:creationId xmlns:a16="http://schemas.microsoft.com/office/drawing/2014/main" id="{4A442252-17C6-E044-029D-A553D72C35F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88481" y="5613979"/>
              <a:ext cx="871225" cy="871225"/>
            </a:xfrm>
            <a:prstGeom prst="rect">
              <a:avLst/>
            </a:prstGeom>
          </p:spPr>
        </p:pic>
        <p:pic>
          <p:nvPicPr>
            <p:cNvPr id="5" name="図 4">
              <a:extLst>
                <a:ext uri="{FF2B5EF4-FFF2-40B4-BE49-F238E27FC236}">
                  <a16:creationId xmlns:a16="http://schemas.microsoft.com/office/drawing/2014/main" id="{01CFD534-142B-81E6-78AB-914974AA641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68277" y="5613979"/>
              <a:ext cx="871225" cy="871225"/>
            </a:xfrm>
            <a:prstGeom prst="rect">
              <a:avLst/>
            </a:prstGeom>
          </p:spPr>
        </p:pic>
        <p:cxnSp>
          <p:nvCxnSpPr>
            <p:cNvPr id="7" name="直線矢印コネクタ 6">
              <a:extLst>
                <a:ext uri="{FF2B5EF4-FFF2-40B4-BE49-F238E27FC236}">
                  <a16:creationId xmlns:a16="http://schemas.microsoft.com/office/drawing/2014/main" id="{B2C9884D-81D8-62EB-D7ED-2DA7ED85963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83991" y="6049591"/>
              <a:ext cx="360000" cy="1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352554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591876-2BFC-32DF-AB25-E8AE148C3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C0A156F2-65FB-366E-70F2-61E92390E1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0816" y="-38148"/>
            <a:ext cx="1080000" cy="1080000"/>
          </a:xfrm>
          <a:prstGeom prst="rect">
            <a:avLst/>
          </a:prstGeom>
        </p:spPr>
      </p:pic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E0C903E1-796D-B1FA-9007-848D9D3A56CE}"/>
              </a:ext>
            </a:extLst>
          </p:cNvPr>
          <p:cNvSpPr txBox="1"/>
          <p:nvPr/>
        </p:nvSpPr>
        <p:spPr>
          <a:xfrm>
            <a:off x="4853937" y="340982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b="1" dirty="0"/>
              <a:t>現在のディレクトリ</a:t>
            </a:r>
          </a:p>
        </p:txBody>
      </p:sp>
      <p:cxnSp>
        <p:nvCxnSpPr>
          <p:cNvPr id="20" name="コネクタ: カギ線 19">
            <a:extLst>
              <a:ext uri="{FF2B5EF4-FFF2-40B4-BE49-F238E27FC236}">
                <a16:creationId xmlns:a16="http://schemas.microsoft.com/office/drawing/2014/main" id="{1EEB92A4-3BE0-EB73-AF4E-D0AB5D99ABE7}"/>
              </a:ext>
            </a:extLst>
          </p:cNvPr>
          <p:cNvCxnSpPr>
            <a:cxnSpLocks/>
          </p:cNvCxnSpPr>
          <p:nvPr/>
        </p:nvCxnSpPr>
        <p:spPr>
          <a:xfrm>
            <a:off x="4419224" y="856695"/>
            <a:ext cx="1408521" cy="504000"/>
          </a:xfrm>
          <a:prstGeom prst="bentConnector3">
            <a:avLst>
              <a:gd name="adj1" fmla="val -235"/>
            </a:avLst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5" name="図 24">
            <a:extLst>
              <a:ext uri="{FF2B5EF4-FFF2-40B4-BE49-F238E27FC236}">
                <a16:creationId xmlns:a16="http://schemas.microsoft.com/office/drawing/2014/main" id="{AB0E52F5-1AE4-8CF0-23BB-15AA811666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4926" y="743733"/>
            <a:ext cx="1080000" cy="1080000"/>
          </a:xfrm>
          <a:prstGeom prst="rect">
            <a:avLst/>
          </a:prstGeom>
        </p:spPr>
      </p:pic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9855422C-C74A-1A42-06DB-7DA2BCD47220}"/>
              </a:ext>
            </a:extLst>
          </p:cNvPr>
          <p:cNvSpPr/>
          <p:nvPr/>
        </p:nvSpPr>
        <p:spPr>
          <a:xfrm>
            <a:off x="4282751" y="1801166"/>
            <a:ext cx="5040000" cy="720000"/>
          </a:xfrm>
          <a:prstGeom prst="roundRect">
            <a:avLst/>
          </a:prstGeom>
          <a:noFill/>
          <a:ln w="38100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 dirty="0">
              <a:solidFill>
                <a:srgbClr val="00B050"/>
              </a:solidFill>
            </a:endParaRPr>
          </a:p>
        </p:txBody>
      </p:sp>
      <p:cxnSp>
        <p:nvCxnSpPr>
          <p:cNvPr id="34" name="コネクタ: カギ線 33">
            <a:extLst>
              <a:ext uri="{FF2B5EF4-FFF2-40B4-BE49-F238E27FC236}">
                <a16:creationId xmlns:a16="http://schemas.microsoft.com/office/drawing/2014/main" id="{B17CE71F-475B-3D59-EA50-63CE4718753A}"/>
              </a:ext>
            </a:extLst>
          </p:cNvPr>
          <p:cNvCxnSpPr>
            <a:cxnSpLocks/>
          </p:cNvCxnSpPr>
          <p:nvPr/>
        </p:nvCxnSpPr>
        <p:spPr>
          <a:xfrm>
            <a:off x="4414384" y="860206"/>
            <a:ext cx="1408521" cy="1296000"/>
          </a:xfrm>
          <a:prstGeom prst="bentConnector3">
            <a:avLst>
              <a:gd name="adj1" fmla="val -235"/>
            </a:avLst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四角形: 角を丸くする 35">
            <a:extLst>
              <a:ext uri="{FF2B5EF4-FFF2-40B4-BE49-F238E27FC236}">
                <a16:creationId xmlns:a16="http://schemas.microsoft.com/office/drawing/2014/main" id="{20712DC1-8039-B2E5-962B-BAF7000D86D9}"/>
              </a:ext>
            </a:extLst>
          </p:cNvPr>
          <p:cNvSpPr/>
          <p:nvPr/>
        </p:nvSpPr>
        <p:spPr>
          <a:xfrm>
            <a:off x="5833587" y="973327"/>
            <a:ext cx="6090935" cy="720000"/>
          </a:xfrm>
          <a:prstGeom prst="roundRect">
            <a:avLst/>
          </a:prstGeom>
          <a:noFill/>
          <a:ln w="38100"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3"/>
            <a:endParaRPr lang="ja-JP" altLang="en-US" b="1" dirty="0">
              <a:solidFill>
                <a:srgbClr val="FFC000"/>
              </a:solidFill>
            </a:endParaRPr>
          </a:p>
        </p:txBody>
      </p:sp>
      <p:pic>
        <p:nvPicPr>
          <p:cNvPr id="43" name="図 42">
            <a:extLst>
              <a:ext uri="{FF2B5EF4-FFF2-40B4-BE49-F238E27FC236}">
                <a16:creationId xmlns:a16="http://schemas.microsoft.com/office/drawing/2014/main" id="{6C9F4B8E-9EEC-3BA7-0EBA-C43C1F4C77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0816" y="3772618"/>
            <a:ext cx="1080000" cy="1080000"/>
          </a:xfrm>
          <a:prstGeom prst="rect">
            <a:avLst/>
          </a:prstGeom>
        </p:spPr>
      </p:pic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37E21E00-AFB6-4F15-A889-4A5927091E5C}"/>
              </a:ext>
            </a:extLst>
          </p:cNvPr>
          <p:cNvSpPr txBox="1"/>
          <p:nvPr/>
        </p:nvSpPr>
        <p:spPr>
          <a:xfrm>
            <a:off x="4853937" y="4151748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b="1" dirty="0"/>
              <a:t>現在のディレクトリ</a:t>
            </a:r>
          </a:p>
        </p:txBody>
      </p:sp>
      <p:cxnSp>
        <p:nvCxnSpPr>
          <p:cNvPr id="45" name="コネクタ: カギ線 44">
            <a:extLst>
              <a:ext uri="{FF2B5EF4-FFF2-40B4-BE49-F238E27FC236}">
                <a16:creationId xmlns:a16="http://schemas.microsoft.com/office/drawing/2014/main" id="{5764B3D9-96B3-78D2-52FA-3FBD2546EAD1}"/>
              </a:ext>
            </a:extLst>
          </p:cNvPr>
          <p:cNvCxnSpPr>
            <a:cxnSpLocks/>
          </p:cNvCxnSpPr>
          <p:nvPr/>
        </p:nvCxnSpPr>
        <p:spPr>
          <a:xfrm>
            <a:off x="4414384" y="4667461"/>
            <a:ext cx="1408521" cy="504000"/>
          </a:xfrm>
          <a:prstGeom prst="bentConnector3">
            <a:avLst>
              <a:gd name="adj1" fmla="val -235"/>
            </a:avLst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6" name="図 45">
            <a:extLst>
              <a:ext uri="{FF2B5EF4-FFF2-40B4-BE49-F238E27FC236}">
                <a16:creationId xmlns:a16="http://schemas.microsoft.com/office/drawing/2014/main" id="{2062A5EF-0275-A2AD-550E-7CCD983A13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4926" y="4554499"/>
            <a:ext cx="1080000" cy="1080000"/>
          </a:xfrm>
          <a:prstGeom prst="rect">
            <a:avLst/>
          </a:prstGeom>
        </p:spPr>
      </p:pic>
      <p:sp>
        <p:nvSpPr>
          <p:cNvPr id="48" name="四角形: 角を丸くする 47">
            <a:extLst>
              <a:ext uri="{FF2B5EF4-FFF2-40B4-BE49-F238E27FC236}">
                <a16:creationId xmlns:a16="http://schemas.microsoft.com/office/drawing/2014/main" id="{4D8BF8F8-65B0-43A4-8133-FD3C8325BE14}"/>
              </a:ext>
            </a:extLst>
          </p:cNvPr>
          <p:cNvSpPr/>
          <p:nvPr/>
        </p:nvSpPr>
        <p:spPr>
          <a:xfrm>
            <a:off x="4282751" y="5611932"/>
            <a:ext cx="5040000" cy="720000"/>
          </a:xfrm>
          <a:prstGeom prst="roundRect">
            <a:avLst/>
          </a:prstGeom>
          <a:noFill/>
          <a:ln w="38100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 dirty="0">
              <a:solidFill>
                <a:srgbClr val="00B050"/>
              </a:solidFill>
            </a:endParaRPr>
          </a:p>
        </p:txBody>
      </p:sp>
      <p:cxnSp>
        <p:nvCxnSpPr>
          <p:cNvPr id="49" name="コネクタ: カギ線 48">
            <a:extLst>
              <a:ext uri="{FF2B5EF4-FFF2-40B4-BE49-F238E27FC236}">
                <a16:creationId xmlns:a16="http://schemas.microsoft.com/office/drawing/2014/main" id="{FD05884F-A8A7-61D4-9929-18BC12ECF268}"/>
              </a:ext>
            </a:extLst>
          </p:cNvPr>
          <p:cNvCxnSpPr>
            <a:cxnSpLocks/>
          </p:cNvCxnSpPr>
          <p:nvPr/>
        </p:nvCxnSpPr>
        <p:spPr>
          <a:xfrm>
            <a:off x="4414384" y="4670972"/>
            <a:ext cx="1408521" cy="1296000"/>
          </a:xfrm>
          <a:prstGeom prst="bentConnector3">
            <a:avLst>
              <a:gd name="adj1" fmla="val -235"/>
            </a:avLst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" name="四角形: 角を丸くする 50">
            <a:extLst>
              <a:ext uri="{FF2B5EF4-FFF2-40B4-BE49-F238E27FC236}">
                <a16:creationId xmlns:a16="http://schemas.microsoft.com/office/drawing/2014/main" id="{EE7B905D-9789-6596-C3D3-D14AED937138}"/>
              </a:ext>
            </a:extLst>
          </p:cNvPr>
          <p:cNvSpPr/>
          <p:nvPr/>
        </p:nvSpPr>
        <p:spPr>
          <a:xfrm>
            <a:off x="5833587" y="4784093"/>
            <a:ext cx="5748505" cy="720000"/>
          </a:xfrm>
          <a:prstGeom prst="roundRect">
            <a:avLst/>
          </a:prstGeom>
          <a:noFill/>
          <a:ln w="38100"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3"/>
            <a:endParaRPr lang="ja-JP" altLang="en-US" b="1" dirty="0">
              <a:solidFill>
                <a:srgbClr val="FFC000"/>
              </a:solidFill>
            </a:endParaRPr>
          </a:p>
        </p:txBody>
      </p:sp>
      <p:sp>
        <p:nvSpPr>
          <p:cNvPr id="60" name="四角形: 角を丸くする 59">
            <a:extLst>
              <a:ext uri="{FF2B5EF4-FFF2-40B4-BE49-F238E27FC236}">
                <a16:creationId xmlns:a16="http://schemas.microsoft.com/office/drawing/2014/main" id="{C1BC62D7-3D9E-1515-0833-7EDABD3174EA}"/>
              </a:ext>
            </a:extLst>
          </p:cNvPr>
          <p:cNvSpPr/>
          <p:nvPr/>
        </p:nvSpPr>
        <p:spPr>
          <a:xfrm>
            <a:off x="7075772" y="4882765"/>
            <a:ext cx="1800000" cy="504000"/>
          </a:xfrm>
          <a:prstGeom prst="roundRect">
            <a:avLst/>
          </a:prstGeom>
          <a:ln w="381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>
                <a:solidFill>
                  <a:schemeClr val="accent4">
                    <a:lumMod val="75000"/>
                  </a:schemeClr>
                </a:solidFill>
              </a:rPr>
              <a:t>変更内容</a:t>
            </a:r>
          </a:p>
        </p:txBody>
      </p:sp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5E919CB3-8EAB-B622-F15B-F42641E896B4}"/>
              </a:ext>
            </a:extLst>
          </p:cNvPr>
          <p:cNvSpPr/>
          <p:nvPr/>
        </p:nvSpPr>
        <p:spPr>
          <a:xfrm>
            <a:off x="7075772" y="1095994"/>
            <a:ext cx="1800000" cy="504000"/>
          </a:xfrm>
          <a:prstGeom prst="roundRect">
            <a:avLst/>
          </a:prstGeom>
          <a:ln w="381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>
                <a:solidFill>
                  <a:schemeClr val="accent4">
                    <a:lumMod val="75000"/>
                  </a:schemeClr>
                </a:solidFill>
              </a:rPr>
              <a:t>変更内容</a:t>
            </a:r>
          </a:p>
        </p:txBody>
      </p:sp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5555A984-E3F5-7002-60BD-FC31C608824D}"/>
              </a:ext>
            </a:extLst>
          </p:cNvPr>
          <p:cNvSpPr/>
          <p:nvPr/>
        </p:nvSpPr>
        <p:spPr>
          <a:xfrm>
            <a:off x="9540775" y="4882765"/>
            <a:ext cx="1800000" cy="504000"/>
          </a:xfrm>
          <a:prstGeom prst="roundRect">
            <a:avLst/>
          </a:prstGeom>
          <a:ln w="381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>
                <a:solidFill>
                  <a:schemeClr val="accent4">
                    <a:lumMod val="75000"/>
                  </a:schemeClr>
                </a:solidFill>
              </a:rPr>
              <a:t>変更履歴</a:t>
            </a:r>
          </a:p>
        </p:txBody>
      </p:sp>
      <p:cxnSp>
        <p:nvCxnSpPr>
          <p:cNvPr id="4" name="直線矢印コネクタ 3">
            <a:extLst>
              <a:ext uri="{FF2B5EF4-FFF2-40B4-BE49-F238E27FC236}">
                <a16:creationId xmlns:a16="http://schemas.microsoft.com/office/drawing/2014/main" id="{4E3720D7-9ED3-7859-D668-5AE5ADA391D2}"/>
              </a:ext>
            </a:extLst>
          </p:cNvPr>
          <p:cNvCxnSpPr>
            <a:cxnSpLocks/>
          </p:cNvCxnSpPr>
          <p:nvPr/>
        </p:nvCxnSpPr>
        <p:spPr>
          <a:xfrm flipV="1">
            <a:off x="9032249" y="5158761"/>
            <a:ext cx="360000" cy="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8ABED6E2-CC4A-C977-1989-E89712F9F4ED}"/>
              </a:ext>
            </a:extLst>
          </p:cNvPr>
          <p:cNvSpPr/>
          <p:nvPr/>
        </p:nvSpPr>
        <p:spPr>
          <a:xfrm>
            <a:off x="4030824" y="888878"/>
            <a:ext cx="8042988" cy="2304000"/>
          </a:xfrm>
          <a:prstGeom prst="roundRect">
            <a:avLst/>
          </a:prstGeom>
          <a:noFill/>
          <a:ln w="38100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ja-JP" altLang="en-US" b="1" dirty="0">
                <a:solidFill>
                  <a:srgbClr val="00B0F0"/>
                </a:solidFill>
              </a:rPr>
              <a:t>ローカルリポジトリ</a:t>
            </a:r>
          </a:p>
        </p:txBody>
      </p:sp>
      <p:sp>
        <p:nvSpPr>
          <p:cNvPr id="9" name="矢印: 右 8">
            <a:extLst>
              <a:ext uri="{FF2B5EF4-FFF2-40B4-BE49-F238E27FC236}">
                <a16:creationId xmlns:a16="http://schemas.microsoft.com/office/drawing/2014/main" id="{08029C2E-C46A-9B6B-201F-68164E7BE556}"/>
              </a:ext>
            </a:extLst>
          </p:cNvPr>
          <p:cNvSpPr/>
          <p:nvPr/>
        </p:nvSpPr>
        <p:spPr>
          <a:xfrm rot="5400000">
            <a:off x="7818275" y="3374682"/>
            <a:ext cx="468086" cy="677228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06E2447B-D38E-8ECF-51C6-6FD9540454B4}"/>
              </a:ext>
            </a:extLst>
          </p:cNvPr>
          <p:cNvSpPr/>
          <p:nvPr/>
        </p:nvSpPr>
        <p:spPr>
          <a:xfrm>
            <a:off x="4030824" y="4699644"/>
            <a:ext cx="8042988" cy="2304000"/>
          </a:xfrm>
          <a:prstGeom prst="roundRect">
            <a:avLst/>
          </a:prstGeom>
          <a:noFill/>
          <a:ln w="38100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ja-JP" altLang="en-US" b="1">
                <a:solidFill>
                  <a:srgbClr val="00B0F0"/>
                </a:solidFill>
              </a:rPr>
              <a:t>ローカルリポジトリ</a:t>
            </a:r>
          </a:p>
        </p:txBody>
      </p:sp>
      <p:grpSp>
        <p:nvGrpSpPr>
          <p:cNvPr id="6" name="グループ化 5">
            <a:extLst>
              <a:ext uri="{FF2B5EF4-FFF2-40B4-BE49-F238E27FC236}">
                <a16:creationId xmlns:a16="http://schemas.microsoft.com/office/drawing/2014/main" id="{7C11FE86-A809-C524-0632-3E4485F300D9}"/>
              </a:ext>
            </a:extLst>
          </p:cNvPr>
          <p:cNvGrpSpPr/>
          <p:nvPr/>
        </p:nvGrpSpPr>
        <p:grpSpPr>
          <a:xfrm>
            <a:off x="5791689" y="1733198"/>
            <a:ext cx="1751021" cy="871225"/>
            <a:chOff x="7288481" y="5613979"/>
            <a:chExt cx="1751021" cy="871225"/>
          </a:xfrm>
        </p:grpSpPr>
        <p:pic>
          <p:nvPicPr>
            <p:cNvPr id="7" name="図 6">
              <a:extLst>
                <a:ext uri="{FF2B5EF4-FFF2-40B4-BE49-F238E27FC236}">
                  <a16:creationId xmlns:a16="http://schemas.microsoft.com/office/drawing/2014/main" id="{1E80F37F-3095-0BB1-EF01-FD44A290779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88481" y="5613979"/>
              <a:ext cx="871225" cy="871225"/>
            </a:xfrm>
            <a:prstGeom prst="rect">
              <a:avLst/>
            </a:prstGeom>
          </p:spPr>
        </p:pic>
        <p:pic>
          <p:nvPicPr>
            <p:cNvPr id="11" name="図 10">
              <a:extLst>
                <a:ext uri="{FF2B5EF4-FFF2-40B4-BE49-F238E27FC236}">
                  <a16:creationId xmlns:a16="http://schemas.microsoft.com/office/drawing/2014/main" id="{DF8893DE-2F47-3308-BDAB-9B680135F11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68277" y="5613979"/>
              <a:ext cx="871225" cy="871225"/>
            </a:xfrm>
            <a:prstGeom prst="rect">
              <a:avLst/>
            </a:prstGeom>
          </p:spPr>
        </p:pic>
        <p:cxnSp>
          <p:nvCxnSpPr>
            <p:cNvPr id="12" name="直線矢印コネクタ 11">
              <a:extLst>
                <a:ext uri="{FF2B5EF4-FFF2-40B4-BE49-F238E27FC236}">
                  <a16:creationId xmlns:a16="http://schemas.microsoft.com/office/drawing/2014/main" id="{1C41BF8E-2F9C-6103-8468-D9BAD326850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83991" y="6049591"/>
              <a:ext cx="360000" cy="1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3" name="グループ化 12">
            <a:extLst>
              <a:ext uri="{FF2B5EF4-FFF2-40B4-BE49-F238E27FC236}">
                <a16:creationId xmlns:a16="http://schemas.microsoft.com/office/drawing/2014/main" id="{98630871-36DC-4FDA-5AA3-31F92B164BE5}"/>
              </a:ext>
            </a:extLst>
          </p:cNvPr>
          <p:cNvGrpSpPr/>
          <p:nvPr/>
        </p:nvGrpSpPr>
        <p:grpSpPr>
          <a:xfrm>
            <a:off x="5794795" y="5533871"/>
            <a:ext cx="1751021" cy="871225"/>
            <a:chOff x="7288481" y="5613979"/>
            <a:chExt cx="1751021" cy="871225"/>
          </a:xfrm>
        </p:grpSpPr>
        <p:pic>
          <p:nvPicPr>
            <p:cNvPr id="14" name="図 13">
              <a:extLst>
                <a:ext uri="{FF2B5EF4-FFF2-40B4-BE49-F238E27FC236}">
                  <a16:creationId xmlns:a16="http://schemas.microsoft.com/office/drawing/2014/main" id="{01DAC588-EC8F-6037-9F97-3C6C7F3D325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88481" y="5613979"/>
              <a:ext cx="871225" cy="871225"/>
            </a:xfrm>
            <a:prstGeom prst="rect">
              <a:avLst/>
            </a:prstGeom>
          </p:spPr>
        </p:pic>
        <p:pic>
          <p:nvPicPr>
            <p:cNvPr id="15" name="図 14">
              <a:extLst>
                <a:ext uri="{FF2B5EF4-FFF2-40B4-BE49-F238E27FC236}">
                  <a16:creationId xmlns:a16="http://schemas.microsoft.com/office/drawing/2014/main" id="{02850B72-2F47-1D72-E9B9-44D84A27483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68277" y="5613979"/>
              <a:ext cx="871225" cy="871225"/>
            </a:xfrm>
            <a:prstGeom prst="rect">
              <a:avLst/>
            </a:prstGeom>
          </p:spPr>
        </p:pic>
        <p:cxnSp>
          <p:nvCxnSpPr>
            <p:cNvPr id="16" name="直線矢印コネクタ 15">
              <a:extLst>
                <a:ext uri="{FF2B5EF4-FFF2-40B4-BE49-F238E27FC236}">
                  <a16:creationId xmlns:a16="http://schemas.microsoft.com/office/drawing/2014/main" id="{30B83D73-5C89-2AC7-26F7-417E7D6A1AB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83991" y="6049591"/>
              <a:ext cx="360000" cy="1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2133756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F3E2ED-8060-012F-39B4-54C39E01D8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39241ECE-CE2B-147E-EDAC-8623A3233B49}"/>
              </a:ext>
            </a:extLst>
          </p:cNvPr>
          <p:cNvSpPr/>
          <p:nvPr/>
        </p:nvSpPr>
        <p:spPr>
          <a:xfrm>
            <a:off x="7075772" y="3179000"/>
            <a:ext cx="1800000" cy="504000"/>
          </a:xfrm>
          <a:prstGeom prst="round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>
                <a:solidFill>
                  <a:srgbClr val="00B050"/>
                </a:solidFill>
              </a:rPr>
              <a:t>変更履歴</a:t>
            </a:r>
          </a:p>
        </p:txBody>
      </p:sp>
      <p:pic>
        <p:nvPicPr>
          <p:cNvPr id="16" name="図 15">
            <a:extLst>
              <a:ext uri="{FF2B5EF4-FFF2-40B4-BE49-F238E27FC236}">
                <a16:creationId xmlns:a16="http://schemas.microsoft.com/office/drawing/2014/main" id="{CD6B5C48-EC2E-81DD-5BEC-7E95F1E47D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0816" y="1289494"/>
            <a:ext cx="1080000" cy="1080000"/>
          </a:xfrm>
          <a:prstGeom prst="rect">
            <a:avLst/>
          </a:prstGeom>
        </p:spPr>
      </p:pic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D78D3202-09EC-793A-002D-BC582B3BB91F}"/>
              </a:ext>
            </a:extLst>
          </p:cNvPr>
          <p:cNvSpPr txBox="1"/>
          <p:nvPr/>
        </p:nvSpPr>
        <p:spPr>
          <a:xfrm>
            <a:off x="4853937" y="1668624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b="1" dirty="0"/>
              <a:t>現在のディレクトリ</a:t>
            </a:r>
          </a:p>
        </p:txBody>
      </p:sp>
      <p:cxnSp>
        <p:nvCxnSpPr>
          <p:cNvPr id="18" name="コネクタ: カギ線 17">
            <a:extLst>
              <a:ext uri="{FF2B5EF4-FFF2-40B4-BE49-F238E27FC236}">
                <a16:creationId xmlns:a16="http://schemas.microsoft.com/office/drawing/2014/main" id="{3A9B6AE7-ACB0-28E0-B076-065DCC90C68C}"/>
              </a:ext>
            </a:extLst>
          </p:cNvPr>
          <p:cNvCxnSpPr>
            <a:cxnSpLocks/>
          </p:cNvCxnSpPr>
          <p:nvPr/>
        </p:nvCxnSpPr>
        <p:spPr>
          <a:xfrm>
            <a:off x="4414384" y="2184337"/>
            <a:ext cx="1408521" cy="504000"/>
          </a:xfrm>
          <a:prstGeom prst="bentConnector3">
            <a:avLst>
              <a:gd name="adj1" fmla="val -235"/>
            </a:avLst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1" name="図 20">
            <a:extLst>
              <a:ext uri="{FF2B5EF4-FFF2-40B4-BE49-F238E27FC236}">
                <a16:creationId xmlns:a16="http://schemas.microsoft.com/office/drawing/2014/main" id="{01CF264A-E915-EF54-1786-E15F873B75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4926" y="2071375"/>
            <a:ext cx="1080000" cy="1080000"/>
          </a:xfrm>
          <a:prstGeom prst="rect">
            <a:avLst/>
          </a:prstGeom>
        </p:spPr>
      </p:pic>
      <p:sp>
        <p:nvSpPr>
          <p:cNvPr id="22" name="四角形: 角を丸くする 21">
            <a:extLst>
              <a:ext uri="{FF2B5EF4-FFF2-40B4-BE49-F238E27FC236}">
                <a16:creationId xmlns:a16="http://schemas.microsoft.com/office/drawing/2014/main" id="{64F3E161-A78E-303C-EF71-1E0C4F1322BA}"/>
              </a:ext>
            </a:extLst>
          </p:cNvPr>
          <p:cNvSpPr/>
          <p:nvPr/>
        </p:nvSpPr>
        <p:spPr>
          <a:xfrm>
            <a:off x="4030824" y="2216520"/>
            <a:ext cx="8042988" cy="2488002"/>
          </a:xfrm>
          <a:prstGeom prst="roundRect">
            <a:avLst/>
          </a:prstGeom>
          <a:noFill/>
          <a:ln w="38100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ja-JP" altLang="en-US" b="1">
                <a:solidFill>
                  <a:srgbClr val="00B0F0"/>
                </a:solidFill>
              </a:rPr>
              <a:t>ローカルリポジトリ</a:t>
            </a:r>
          </a:p>
        </p:txBody>
      </p:sp>
      <p:sp>
        <p:nvSpPr>
          <p:cNvPr id="26" name="四角形: 角を丸くする 25">
            <a:extLst>
              <a:ext uri="{FF2B5EF4-FFF2-40B4-BE49-F238E27FC236}">
                <a16:creationId xmlns:a16="http://schemas.microsoft.com/office/drawing/2014/main" id="{48F2D42A-5B94-069A-5020-3C1F529E8719}"/>
              </a:ext>
            </a:extLst>
          </p:cNvPr>
          <p:cNvSpPr/>
          <p:nvPr/>
        </p:nvSpPr>
        <p:spPr>
          <a:xfrm>
            <a:off x="5833587" y="2300969"/>
            <a:ext cx="5075713" cy="1777432"/>
          </a:xfrm>
          <a:prstGeom prst="roundRect">
            <a:avLst/>
          </a:prstGeom>
          <a:noFill/>
          <a:ln w="38100"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3"/>
            <a:endParaRPr lang="ja-JP" altLang="en-US" b="1" dirty="0">
              <a:solidFill>
                <a:srgbClr val="FFC000"/>
              </a:solidFill>
            </a:endParaRPr>
          </a:p>
        </p:txBody>
      </p:sp>
      <p:sp>
        <p:nvSpPr>
          <p:cNvPr id="50" name="四角形: 角を丸くする 49">
            <a:extLst>
              <a:ext uri="{FF2B5EF4-FFF2-40B4-BE49-F238E27FC236}">
                <a16:creationId xmlns:a16="http://schemas.microsoft.com/office/drawing/2014/main" id="{F1F30B2A-5A31-BC90-8415-90934C7A38AE}"/>
              </a:ext>
            </a:extLst>
          </p:cNvPr>
          <p:cNvSpPr/>
          <p:nvPr/>
        </p:nvSpPr>
        <p:spPr>
          <a:xfrm>
            <a:off x="7075772" y="2399641"/>
            <a:ext cx="1800000" cy="504000"/>
          </a:xfrm>
          <a:prstGeom prst="roundRect">
            <a:avLst/>
          </a:prstGeom>
          <a:ln w="381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b="1" dirty="0">
                <a:solidFill>
                  <a:schemeClr val="accent4">
                    <a:lumMod val="75000"/>
                  </a:schemeClr>
                </a:solidFill>
              </a:rPr>
              <a:t>変更履歴</a:t>
            </a:r>
          </a:p>
        </p:txBody>
      </p:sp>
      <p:sp>
        <p:nvSpPr>
          <p:cNvPr id="9" name="吹き出し: 線 8">
            <a:extLst>
              <a:ext uri="{FF2B5EF4-FFF2-40B4-BE49-F238E27FC236}">
                <a16:creationId xmlns:a16="http://schemas.microsoft.com/office/drawing/2014/main" id="{911B6994-D337-A2B9-A664-2968BC6376ED}"/>
              </a:ext>
            </a:extLst>
          </p:cNvPr>
          <p:cNvSpPr/>
          <p:nvPr/>
        </p:nvSpPr>
        <p:spPr>
          <a:xfrm>
            <a:off x="9440753" y="2862488"/>
            <a:ext cx="2160000" cy="612000"/>
          </a:xfrm>
          <a:prstGeom prst="borderCallout1">
            <a:avLst>
              <a:gd name="adj1" fmla="val 49921"/>
              <a:gd name="adj2" fmla="val -473"/>
              <a:gd name="adj3" fmla="val 89320"/>
              <a:gd name="adj4" fmla="val -23998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400" b="1" dirty="0"/>
              <a:t>入力チェックを追加</a:t>
            </a:r>
          </a:p>
        </p:txBody>
      </p:sp>
      <p:sp>
        <p:nvSpPr>
          <p:cNvPr id="11" name="吹き出し: 線 10">
            <a:extLst>
              <a:ext uri="{FF2B5EF4-FFF2-40B4-BE49-F238E27FC236}">
                <a16:creationId xmlns:a16="http://schemas.microsoft.com/office/drawing/2014/main" id="{D5CD4B9D-F6BD-225E-B399-1D922216317C}"/>
              </a:ext>
            </a:extLst>
          </p:cNvPr>
          <p:cNvSpPr/>
          <p:nvPr/>
        </p:nvSpPr>
        <p:spPr>
          <a:xfrm>
            <a:off x="9440753" y="2138034"/>
            <a:ext cx="2160000" cy="612000"/>
          </a:xfrm>
          <a:prstGeom prst="borderCallout1">
            <a:avLst>
              <a:gd name="adj1" fmla="val 49921"/>
              <a:gd name="adj2" fmla="val -473"/>
              <a:gd name="adj3" fmla="val 89320"/>
              <a:gd name="adj4" fmla="val -23998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1400" b="1" dirty="0"/>
              <a:t>ログイン機能を実装</a:t>
            </a:r>
            <a:endParaRPr kumimoji="1" lang="ja-JP" alt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63026976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7FCC58-A8B9-03AA-1CFD-645DE5CC7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904245BF-F307-0443-E2E2-DBD213E93D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0816" y="-38148"/>
            <a:ext cx="1080000" cy="1080000"/>
          </a:xfrm>
          <a:prstGeom prst="rect">
            <a:avLst/>
          </a:prstGeom>
        </p:spPr>
      </p:pic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473DC828-94AE-7C6C-1702-F6D052FA5FDF}"/>
              </a:ext>
            </a:extLst>
          </p:cNvPr>
          <p:cNvSpPr txBox="1"/>
          <p:nvPr/>
        </p:nvSpPr>
        <p:spPr>
          <a:xfrm>
            <a:off x="4853937" y="340982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b="1" dirty="0"/>
              <a:t>現在のディレクトリ</a:t>
            </a:r>
          </a:p>
        </p:txBody>
      </p:sp>
      <p:cxnSp>
        <p:nvCxnSpPr>
          <p:cNvPr id="20" name="コネクタ: カギ線 19">
            <a:extLst>
              <a:ext uri="{FF2B5EF4-FFF2-40B4-BE49-F238E27FC236}">
                <a16:creationId xmlns:a16="http://schemas.microsoft.com/office/drawing/2014/main" id="{DF812625-5A56-4049-7C18-F9611C1F4DD8}"/>
              </a:ext>
            </a:extLst>
          </p:cNvPr>
          <p:cNvCxnSpPr>
            <a:cxnSpLocks/>
          </p:cNvCxnSpPr>
          <p:nvPr/>
        </p:nvCxnSpPr>
        <p:spPr>
          <a:xfrm>
            <a:off x="4419224" y="856695"/>
            <a:ext cx="1408521" cy="504000"/>
          </a:xfrm>
          <a:prstGeom prst="bentConnector3">
            <a:avLst>
              <a:gd name="adj1" fmla="val -235"/>
            </a:avLst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5" name="図 24">
            <a:extLst>
              <a:ext uri="{FF2B5EF4-FFF2-40B4-BE49-F238E27FC236}">
                <a16:creationId xmlns:a16="http://schemas.microsoft.com/office/drawing/2014/main" id="{0DB5CB79-C1FD-8F70-497F-BC80030E4E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4926" y="743733"/>
            <a:ext cx="1080000" cy="1080000"/>
          </a:xfrm>
          <a:prstGeom prst="rect">
            <a:avLst/>
          </a:prstGeom>
        </p:spPr>
      </p:pic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BAB6D178-36AA-4BE3-3EB5-155749B73021}"/>
              </a:ext>
            </a:extLst>
          </p:cNvPr>
          <p:cNvSpPr/>
          <p:nvPr/>
        </p:nvSpPr>
        <p:spPr>
          <a:xfrm>
            <a:off x="4282751" y="1801166"/>
            <a:ext cx="5040000" cy="720000"/>
          </a:xfrm>
          <a:prstGeom prst="roundRect">
            <a:avLst/>
          </a:prstGeom>
          <a:noFill/>
          <a:ln w="38100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 dirty="0">
              <a:solidFill>
                <a:srgbClr val="00B050"/>
              </a:solidFill>
            </a:endParaRPr>
          </a:p>
        </p:txBody>
      </p:sp>
      <p:cxnSp>
        <p:nvCxnSpPr>
          <p:cNvPr id="34" name="コネクタ: カギ線 33">
            <a:extLst>
              <a:ext uri="{FF2B5EF4-FFF2-40B4-BE49-F238E27FC236}">
                <a16:creationId xmlns:a16="http://schemas.microsoft.com/office/drawing/2014/main" id="{9096F0A9-45E7-8141-92FE-81239D37F09C}"/>
              </a:ext>
            </a:extLst>
          </p:cNvPr>
          <p:cNvCxnSpPr>
            <a:cxnSpLocks/>
          </p:cNvCxnSpPr>
          <p:nvPr/>
        </p:nvCxnSpPr>
        <p:spPr>
          <a:xfrm>
            <a:off x="4414384" y="860206"/>
            <a:ext cx="1408521" cy="1296000"/>
          </a:xfrm>
          <a:prstGeom prst="bentConnector3">
            <a:avLst>
              <a:gd name="adj1" fmla="val -235"/>
            </a:avLst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四角形: 角を丸くする 35">
            <a:extLst>
              <a:ext uri="{FF2B5EF4-FFF2-40B4-BE49-F238E27FC236}">
                <a16:creationId xmlns:a16="http://schemas.microsoft.com/office/drawing/2014/main" id="{C063B2C2-9FAE-B311-3D8C-8BD75BB48C89}"/>
              </a:ext>
            </a:extLst>
          </p:cNvPr>
          <p:cNvSpPr/>
          <p:nvPr/>
        </p:nvSpPr>
        <p:spPr>
          <a:xfrm>
            <a:off x="5833587" y="973327"/>
            <a:ext cx="6090935" cy="720000"/>
          </a:xfrm>
          <a:prstGeom prst="roundRect">
            <a:avLst/>
          </a:prstGeom>
          <a:noFill/>
          <a:ln w="38100"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3"/>
            <a:endParaRPr lang="ja-JP" altLang="en-US" b="1" dirty="0">
              <a:solidFill>
                <a:srgbClr val="FFC000"/>
              </a:solidFill>
            </a:endParaRPr>
          </a:p>
        </p:txBody>
      </p:sp>
      <p:pic>
        <p:nvPicPr>
          <p:cNvPr id="43" name="図 42">
            <a:extLst>
              <a:ext uri="{FF2B5EF4-FFF2-40B4-BE49-F238E27FC236}">
                <a16:creationId xmlns:a16="http://schemas.microsoft.com/office/drawing/2014/main" id="{48A37C5D-1BC4-456A-29D8-D027CADA6A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0816" y="3772618"/>
            <a:ext cx="1080000" cy="1080000"/>
          </a:xfrm>
          <a:prstGeom prst="rect">
            <a:avLst/>
          </a:prstGeom>
        </p:spPr>
      </p:pic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A2093D48-60B7-7FDD-F559-874C6FD97714}"/>
              </a:ext>
            </a:extLst>
          </p:cNvPr>
          <p:cNvSpPr txBox="1"/>
          <p:nvPr/>
        </p:nvSpPr>
        <p:spPr>
          <a:xfrm>
            <a:off x="4853937" y="4151748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b="1" dirty="0"/>
              <a:t>現在のディレクトリ</a:t>
            </a:r>
          </a:p>
        </p:txBody>
      </p:sp>
      <p:cxnSp>
        <p:nvCxnSpPr>
          <p:cNvPr id="45" name="コネクタ: カギ線 44">
            <a:extLst>
              <a:ext uri="{FF2B5EF4-FFF2-40B4-BE49-F238E27FC236}">
                <a16:creationId xmlns:a16="http://schemas.microsoft.com/office/drawing/2014/main" id="{B0383652-6332-520E-96C1-550701DB6E6B}"/>
              </a:ext>
            </a:extLst>
          </p:cNvPr>
          <p:cNvCxnSpPr>
            <a:cxnSpLocks/>
          </p:cNvCxnSpPr>
          <p:nvPr/>
        </p:nvCxnSpPr>
        <p:spPr>
          <a:xfrm>
            <a:off x="4414384" y="4667461"/>
            <a:ext cx="1408521" cy="504000"/>
          </a:xfrm>
          <a:prstGeom prst="bentConnector3">
            <a:avLst>
              <a:gd name="adj1" fmla="val -235"/>
            </a:avLst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6" name="図 45">
            <a:extLst>
              <a:ext uri="{FF2B5EF4-FFF2-40B4-BE49-F238E27FC236}">
                <a16:creationId xmlns:a16="http://schemas.microsoft.com/office/drawing/2014/main" id="{DDCAFDE6-8A43-57BC-3535-446ACF2224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4926" y="4554499"/>
            <a:ext cx="1080000" cy="1080000"/>
          </a:xfrm>
          <a:prstGeom prst="rect">
            <a:avLst/>
          </a:prstGeom>
        </p:spPr>
      </p:pic>
      <p:sp>
        <p:nvSpPr>
          <p:cNvPr id="48" name="四角形: 角を丸くする 47">
            <a:extLst>
              <a:ext uri="{FF2B5EF4-FFF2-40B4-BE49-F238E27FC236}">
                <a16:creationId xmlns:a16="http://schemas.microsoft.com/office/drawing/2014/main" id="{2C59E482-B7B0-5A33-4A63-7ECF52BC1165}"/>
              </a:ext>
            </a:extLst>
          </p:cNvPr>
          <p:cNvSpPr/>
          <p:nvPr/>
        </p:nvSpPr>
        <p:spPr>
          <a:xfrm>
            <a:off x="4282751" y="5611932"/>
            <a:ext cx="5040000" cy="720000"/>
          </a:xfrm>
          <a:prstGeom prst="roundRect">
            <a:avLst/>
          </a:prstGeom>
          <a:noFill/>
          <a:ln w="38100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 dirty="0">
              <a:solidFill>
                <a:srgbClr val="00B050"/>
              </a:solidFill>
            </a:endParaRPr>
          </a:p>
        </p:txBody>
      </p:sp>
      <p:cxnSp>
        <p:nvCxnSpPr>
          <p:cNvPr id="49" name="コネクタ: カギ線 48">
            <a:extLst>
              <a:ext uri="{FF2B5EF4-FFF2-40B4-BE49-F238E27FC236}">
                <a16:creationId xmlns:a16="http://schemas.microsoft.com/office/drawing/2014/main" id="{7D01923D-4954-65AE-6CF6-B338F506B6D5}"/>
              </a:ext>
            </a:extLst>
          </p:cNvPr>
          <p:cNvCxnSpPr>
            <a:cxnSpLocks/>
          </p:cNvCxnSpPr>
          <p:nvPr/>
        </p:nvCxnSpPr>
        <p:spPr>
          <a:xfrm>
            <a:off x="4414384" y="4670972"/>
            <a:ext cx="1408521" cy="1296000"/>
          </a:xfrm>
          <a:prstGeom prst="bentConnector3">
            <a:avLst>
              <a:gd name="adj1" fmla="val -235"/>
            </a:avLst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" name="四角形: 角を丸くする 50">
            <a:extLst>
              <a:ext uri="{FF2B5EF4-FFF2-40B4-BE49-F238E27FC236}">
                <a16:creationId xmlns:a16="http://schemas.microsoft.com/office/drawing/2014/main" id="{81A2F324-9397-2C7B-F8BC-BEB3E89606BA}"/>
              </a:ext>
            </a:extLst>
          </p:cNvPr>
          <p:cNvSpPr/>
          <p:nvPr/>
        </p:nvSpPr>
        <p:spPr>
          <a:xfrm>
            <a:off x="5833587" y="4784093"/>
            <a:ext cx="5748505" cy="720000"/>
          </a:xfrm>
          <a:prstGeom prst="roundRect">
            <a:avLst/>
          </a:prstGeom>
          <a:noFill/>
          <a:ln w="38100"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3"/>
            <a:endParaRPr lang="ja-JP" altLang="en-US" b="1" dirty="0">
              <a:solidFill>
                <a:srgbClr val="FFC000"/>
              </a:solidFill>
            </a:endParaRP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02B8950A-8B12-138B-760B-97155CEB1CBA}"/>
              </a:ext>
            </a:extLst>
          </p:cNvPr>
          <p:cNvSpPr/>
          <p:nvPr/>
        </p:nvSpPr>
        <p:spPr>
          <a:xfrm>
            <a:off x="4030824" y="888878"/>
            <a:ext cx="8042988" cy="2304000"/>
          </a:xfrm>
          <a:prstGeom prst="roundRect">
            <a:avLst/>
          </a:prstGeom>
          <a:noFill/>
          <a:ln w="38100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ja-JP" altLang="en-US" b="1" dirty="0">
                <a:solidFill>
                  <a:srgbClr val="00B0F0"/>
                </a:solidFill>
              </a:rPr>
              <a:t>ローカルリポジトリ</a:t>
            </a:r>
          </a:p>
        </p:txBody>
      </p:sp>
      <p:sp>
        <p:nvSpPr>
          <p:cNvPr id="9" name="矢印: 右 8">
            <a:extLst>
              <a:ext uri="{FF2B5EF4-FFF2-40B4-BE49-F238E27FC236}">
                <a16:creationId xmlns:a16="http://schemas.microsoft.com/office/drawing/2014/main" id="{6D428834-B580-1D5C-5163-88F0D303E7D1}"/>
              </a:ext>
            </a:extLst>
          </p:cNvPr>
          <p:cNvSpPr/>
          <p:nvPr/>
        </p:nvSpPr>
        <p:spPr>
          <a:xfrm rot="5400000">
            <a:off x="7818275" y="3374682"/>
            <a:ext cx="468086" cy="677228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74351ED4-B33A-910D-75C1-C31B87FD6FF1}"/>
              </a:ext>
            </a:extLst>
          </p:cNvPr>
          <p:cNvSpPr/>
          <p:nvPr/>
        </p:nvSpPr>
        <p:spPr>
          <a:xfrm>
            <a:off x="4030824" y="4699644"/>
            <a:ext cx="8042988" cy="2304000"/>
          </a:xfrm>
          <a:prstGeom prst="roundRect">
            <a:avLst/>
          </a:prstGeom>
          <a:noFill/>
          <a:ln w="38100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ja-JP" altLang="en-US" b="1">
                <a:solidFill>
                  <a:srgbClr val="00B0F0"/>
                </a:solidFill>
              </a:rPr>
              <a:t>ローカルリポジトリ</a:t>
            </a:r>
          </a:p>
        </p:txBody>
      </p:sp>
      <p:grpSp>
        <p:nvGrpSpPr>
          <p:cNvPr id="6" name="グループ化 5">
            <a:extLst>
              <a:ext uri="{FF2B5EF4-FFF2-40B4-BE49-F238E27FC236}">
                <a16:creationId xmlns:a16="http://schemas.microsoft.com/office/drawing/2014/main" id="{77FB5736-B804-F7B9-B4F9-2A7BEF75D9C2}"/>
              </a:ext>
            </a:extLst>
          </p:cNvPr>
          <p:cNvGrpSpPr/>
          <p:nvPr/>
        </p:nvGrpSpPr>
        <p:grpSpPr>
          <a:xfrm>
            <a:off x="5791689" y="1733198"/>
            <a:ext cx="1751021" cy="871225"/>
            <a:chOff x="7288481" y="5613979"/>
            <a:chExt cx="1751021" cy="871225"/>
          </a:xfrm>
        </p:grpSpPr>
        <p:pic>
          <p:nvPicPr>
            <p:cNvPr id="7" name="図 6">
              <a:extLst>
                <a:ext uri="{FF2B5EF4-FFF2-40B4-BE49-F238E27FC236}">
                  <a16:creationId xmlns:a16="http://schemas.microsoft.com/office/drawing/2014/main" id="{A08C3111-E81A-4506-855A-214D38602C3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88481" y="5613979"/>
              <a:ext cx="871225" cy="871225"/>
            </a:xfrm>
            <a:prstGeom prst="rect">
              <a:avLst/>
            </a:prstGeom>
          </p:spPr>
        </p:pic>
        <p:pic>
          <p:nvPicPr>
            <p:cNvPr id="11" name="図 10">
              <a:extLst>
                <a:ext uri="{FF2B5EF4-FFF2-40B4-BE49-F238E27FC236}">
                  <a16:creationId xmlns:a16="http://schemas.microsoft.com/office/drawing/2014/main" id="{918655C3-EC1D-02CC-623C-CD90BEA3481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68277" y="5613979"/>
              <a:ext cx="871225" cy="871225"/>
            </a:xfrm>
            <a:prstGeom prst="rect">
              <a:avLst/>
            </a:prstGeom>
          </p:spPr>
        </p:pic>
        <p:cxnSp>
          <p:nvCxnSpPr>
            <p:cNvPr id="12" name="直線矢印コネクタ 11">
              <a:extLst>
                <a:ext uri="{FF2B5EF4-FFF2-40B4-BE49-F238E27FC236}">
                  <a16:creationId xmlns:a16="http://schemas.microsoft.com/office/drawing/2014/main" id="{61AAB5C4-855F-CDC7-BD97-2AB92A698B0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83991" y="6049591"/>
              <a:ext cx="360000" cy="1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14" name="図 13">
            <a:extLst>
              <a:ext uri="{FF2B5EF4-FFF2-40B4-BE49-F238E27FC236}">
                <a16:creationId xmlns:a16="http://schemas.microsoft.com/office/drawing/2014/main" id="{E6068BDC-AF9E-7A2B-BC20-09C5957395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4795" y="5533871"/>
            <a:ext cx="871225" cy="871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616828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66007F-EE34-014E-7B04-CB81E6C118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0D08C016-C837-2829-D20F-D5CF49941A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0816" y="-38148"/>
            <a:ext cx="1080000" cy="1080000"/>
          </a:xfrm>
          <a:prstGeom prst="rect">
            <a:avLst/>
          </a:prstGeom>
        </p:spPr>
      </p:pic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A5BA3302-0FA7-3854-A894-EFA68CA206AC}"/>
              </a:ext>
            </a:extLst>
          </p:cNvPr>
          <p:cNvSpPr txBox="1"/>
          <p:nvPr/>
        </p:nvSpPr>
        <p:spPr>
          <a:xfrm>
            <a:off x="4853937" y="340982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b="1" dirty="0"/>
              <a:t>現在のディレクトリ</a:t>
            </a:r>
          </a:p>
        </p:txBody>
      </p:sp>
      <p:cxnSp>
        <p:nvCxnSpPr>
          <p:cNvPr id="20" name="コネクタ: カギ線 19">
            <a:extLst>
              <a:ext uri="{FF2B5EF4-FFF2-40B4-BE49-F238E27FC236}">
                <a16:creationId xmlns:a16="http://schemas.microsoft.com/office/drawing/2014/main" id="{71887134-A37F-2D13-97CC-DDE074F71C87}"/>
              </a:ext>
            </a:extLst>
          </p:cNvPr>
          <p:cNvCxnSpPr>
            <a:cxnSpLocks/>
          </p:cNvCxnSpPr>
          <p:nvPr/>
        </p:nvCxnSpPr>
        <p:spPr>
          <a:xfrm>
            <a:off x="4419224" y="856695"/>
            <a:ext cx="1408521" cy="504000"/>
          </a:xfrm>
          <a:prstGeom prst="bentConnector3">
            <a:avLst>
              <a:gd name="adj1" fmla="val -235"/>
            </a:avLst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5" name="図 24">
            <a:extLst>
              <a:ext uri="{FF2B5EF4-FFF2-40B4-BE49-F238E27FC236}">
                <a16:creationId xmlns:a16="http://schemas.microsoft.com/office/drawing/2014/main" id="{C6EAE1B2-8419-0619-B2B5-0E43723541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4926" y="743733"/>
            <a:ext cx="1080000" cy="1080000"/>
          </a:xfrm>
          <a:prstGeom prst="rect">
            <a:avLst/>
          </a:prstGeom>
        </p:spPr>
      </p:pic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EE203DAA-8E5B-7282-6720-EB8D633D752C}"/>
              </a:ext>
            </a:extLst>
          </p:cNvPr>
          <p:cNvSpPr/>
          <p:nvPr/>
        </p:nvSpPr>
        <p:spPr>
          <a:xfrm>
            <a:off x="4282751" y="1801166"/>
            <a:ext cx="5040000" cy="720000"/>
          </a:xfrm>
          <a:prstGeom prst="roundRect">
            <a:avLst/>
          </a:prstGeom>
          <a:noFill/>
          <a:ln w="38100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 dirty="0">
              <a:solidFill>
                <a:srgbClr val="00B050"/>
              </a:solidFill>
            </a:endParaRPr>
          </a:p>
        </p:txBody>
      </p:sp>
      <p:cxnSp>
        <p:nvCxnSpPr>
          <p:cNvPr id="34" name="コネクタ: カギ線 33">
            <a:extLst>
              <a:ext uri="{FF2B5EF4-FFF2-40B4-BE49-F238E27FC236}">
                <a16:creationId xmlns:a16="http://schemas.microsoft.com/office/drawing/2014/main" id="{32AC4378-F592-863C-3B90-B7BD90222144}"/>
              </a:ext>
            </a:extLst>
          </p:cNvPr>
          <p:cNvCxnSpPr>
            <a:cxnSpLocks/>
          </p:cNvCxnSpPr>
          <p:nvPr/>
        </p:nvCxnSpPr>
        <p:spPr>
          <a:xfrm>
            <a:off x="4414384" y="860206"/>
            <a:ext cx="1408521" cy="1296000"/>
          </a:xfrm>
          <a:prstGeom prst="bentConnector3">
            <a:avLst>
              <a:gd name="adj1" fmla="val -235"/>
            </a:avLst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四角形: 角を丸くする 35">
            <a:extLst>
              <a:ext uri="{FF2B5EF4-FFF2-40B4-BE49-F238E27FC236}">
                <a16:creationId xmlns:a16="http://schemas.microsoft.com/office/drawing/2014/main" id="{FF98FA4F-2CFF-0D25-8DC3-923E80FF9C9E}"/>
              </a:ext>
            </a:extLst>
          </p:cNvPr>
          <p:cNvSpPr/>
          <p:nvPr/>
        </p:nvSpPr>
        <p:spPr>
          <a:xfrm>
            <a:off x="5833587" y="973327"/>
            <a:ext cx="6090935" cy="720000"/>
          </a:xfrm>
          <a:prstGeom prst="roundRect">
            <a:avLst/>
          </a:prstGeom>
          <a:noFill/>
          <a:ln w="38100"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3"/>
            <a:endParaRPr lang="ja-JP" altLang="en-US" b="1" dirty="0">
              <a:solidFill>
                <a:srgbClr val="FFC000"/>
              </a:solidFill>
            </a:endParaRPr>
          </a:p>
        </p:txBody>
      </p:sp>
      <p:pic>
        <p:nvPicPr>
          <p:cNvPr id="43" name="図 42">
            <a:extLst>
              <a:ext uri="{FF2B5EF4-FFF2-40B4-BE49-F238E27FC236}">
                <a16:creationId xmlns:a16="http://schemas.microsoft.com/office/drawing/2014/main" id="{4ABA3A7B-CE93-D02A-BA40-60D987A4D2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0816" y="3772618"/>
            <a:ext cx="1080000" cy="1080000"/>
          </a:xfrm>
          <a:prstGeom prst="rect">
            <a:avLst/>
          </a:prstGeom>
        </p:spPr>
      </p:pic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8258A73E-7B47-4072-0CE1-7083564FA7EF}"/>
              </a:ext>
            </a:extLst>
          </p:cNvPr>
          <p:cNvSpPr txBox="1"/>
          <p:nvPr/>
        </p:nvSpPr>
        <p:spPr>
          <a:xfrm>
            <a:off x="4853937" y="4151748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b="1" dirty="0"/>
              <a:t>現在のディレクトリ</a:t>
            </a:r>
          </a:p>
        </p:txBody>
      </p:sp>
      <p:cxnSp>
        <p:nvCxnSpPr>
          <p:cNvPr id="45" name="コネクタ: カギ線 44">
            <a:extLst>
              <a:ext uri="{FF2B5EF4-FFF2-40B4-BE49-F238E27FC236}">
                <a16:creationId xmlns:a16="http://schemas.microsoft.com/office/drawing/2014/main" id="{E3045EC8-0429-6E05-F394-2FD49AD1623B}"/>
              </a:ext>
            </a:extLst>
          </p:cNvPr>
          <p:cNvCxnSpPr>
            <a:cxnSpLocks/>
          </p:cNvCxnSpPr>
          <p:nvPr/>
        </p:nvCxnSpPr>
        <p:spPr>
          <a:xfrm>
            <a:off x="4414384" y="4667461"/>
            <a:ext cx="1408521" cy="504000"/>
          </a:xfrm>
          <a:prstGeom prst="bentConnector3">
            <a:avLst>
              <a:gd name="adj1" fmla="val -235"/>
            </a:avLst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6" name="図 45">
            <a:extLst>
              <a:ext uri="{FF2B5EF4-FFF2-40B4-BE49-F238E27FC236}">
                <a16:creationId xmlns:a16="http://schemas.microsoft.com/office/drawing/2014/main" id="{43897156-9506-1A76-0806-B59092312C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4926" y="4554499"/>
            <a:ext cx="1080000" cy="1080000"/>
          </a:xfrm>
          <a:prstGeom prst="rect">
            <a:avLst/>
          </a:prstGeom>
        </p:spPr>
      </p:pic>
      <p:sp>
        <p:nvSpPr>
          <p:cNvPr id="48" name="四角形: 角を丸くする 47">
            <a:extLst>
              <a:ext uri="{FF2B5EF4-FFF2-40B4-BE49-F238E27FC236}">
                <a16:creationId xmlns:a16="http://schemas.microsoft.com/office/drawing/2014/main" id="{E9045FB3-73EC-1819-0A14-2C554D0BCAE3}"/>
              </a:ext>
            </a:extLst>
          </p:cNvPr>
          <p:cNvSpPr/>
          <p:nvPr/>
        </p:nvSpPr>
        <p:spPr>
          <a:xfrm>
            <a:off x="4282751" y="5611932"/>
            <a:ext cx="5040000" cy="720000"/>
          </a:xfrm>
          <a:prstGeom prst="roundRect">
            <a:avLst/>
          </a:prstGeom>
          <a:noFill/>
          <a:ln w="38100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 dirty="0">
              <a:solidFill>
                <a:srgbClr val="00B050"/>
              </a:solidFill>
            </a:endParaRPr>
          </a:p>
        </p:txBody>
      </p:sp>
      <p:cxnSp>
        <p:nvCxnSpPr>
          <p:cNvPr id="49" name="コネクタ: カギ線 48">
            <a:extLst>
              <a:ext uri="{FF2B5EF4-FFF2-40B4-BE49-F238E27FC236}">
                <a16:creationId xmlns:a16="http://schemas.microsoft.com/office/drawing/2014/main" id="{93DE4F51-83AB-FC42-4ABE-8827C09EFAE9}"/>
              </a:ext>
            </a:extLst>
          </p:cNvPr>
          <p:cNvCxnSpPr>
            <a:cxnSpLocks/>
          </p:cNvCxnSpPr>
          <p:nvPr/>
        </p:nvCxnSpPr>
        <p:spPr>
          <a:xfrm>
            <a:off x="4414384" y="4670972"/>
            <a:ext cx="1408521" cy="1296000"/>
          </a:xfrm>
          <a:prstGeom prst="bentConnector3">
            <a:avLst>
              <a:gd name="adj1" fmla="val -235"/>
            </a:avLst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" name="四角形: 角を丸くする 50">
            <a:extLst>
              <a:ext uri="{FF2B5EF4-FFF2-40B4-BE49-F238E27FC236}">
                <a16:creationId xmlns:a16="http://schemas.microsoft.com/office/drawing/2014/main" id="{EDF5FFEE-1E77-79F9-BA17-78E62BB7B967}"/>
              </a:ext>
            </a:extLst>
          </p:cNvPr>
          <p:cNvSpPr/>
          <p:nvPr/>
        </p:nvSpPr>
        <p:spPr>
          <a:xfrm>
            <a:off x="5833587" y="4784093"/>
            <a:ext cx="5748505" cy="720000"/>
          </a:xfrm>
          <a:prstGeom prst="roundRect">
            <a:avLst/>
          </a:prstGeom>
          <a:noFill/>
          <a:ln w="38100"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3"/>
            <a:endParaRPr lang="ja-JP" altLang="en-US" b="1" dirty="0">
              <a:solidFill>
                <a:srgbClr val="FFC000"/>
              </a:solidFill>
            </a:endParaRPr>
          </a:p>
        </p:txBody>
      </p:sp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266F6A32-59DF-06C6-0E59-9EB61E69334C}"/>
              </a:ext>
            </a:extLst>
          </p:cNvPr>
          <p:cNvSpPr/>
          <p:nvPr/>
        </p:nvSpPr>
        <p:spPr>
          <a:xfrm>
            <a:off x="7075772" y="1095994"/>
            <a:ext cx="1800000" cy="504000"/>
          </a:xfrm>
          <a:prstGeom prst="roundRect">
            <a:avLst/>
          </a:prstGeom>
          <a:ln w="381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>
                <a:solidFill>
                  <a:schemeClr val="accent4">
                    <a:lumMod val="75000"/>
                  </a:schemeClr>
                </a:solidFill>
              </a:rPr>
              <a:t>変更内容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8FFC765C-9699-0450-1CC7-C7B4CC266DEF}"/>
              </a:ext>
            </a:extLst>
          </p:cNvPr>
          <p:cNvSpPr/>
          <p:nvPr/>
        </p:nvSpPr>
        <p:spPr>
          <a:xfrm>
            <a:off x="4030824" y="888878"/>
            <a:ext cx="8042988" cy="2304000"/>
          </a:xfrm>
          <a:prstGeom prst="roundRect">
            <a:avLst/>
          </a:prstGeom>
          <a:noFill/>
          <a:ln w="38100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ja-JP" altLang="en-US" b="1" dirty="0">
                <a:solidFill>
                  <a:srgbClr val="00B0F0"/>
                </a:solidFill>
              </a:rPr>
              <a:t>ローカルリポジトリ</a:t>
            </a:r>
          </a:p>
        </p:txBody>
      </p:sp>
      <p:sp>
        <p:nvSpPr>
          <p:cNvPr id="9" name="矢印: 右 8">
            <a:extLst>
              <a:ext uri="{FF2B5EF4-FFF2-40B4-BE49-F238E27FC236}">
                <a16:creationId xmlns:a16="http://schemas.microsoft.com/office/drawing/2014/main" id="{7EBFCFEA-64EA-AB83-189C-D7A46B18D0C1}"/>
              </a:ext>
            </a:extLst>
          </p:cNvPr>
          <p:cNvSpPr/>
          <p:nvPr/>
        </p:nvSpPr>
        <p:spPr>
          <a:xfrm rot="5400000">
            <a:off x="7818275" y="3374682"/>
            <a:ext cx="468086" cy="677228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92EAB8D0-4BBF-9749-28D2-A0C9981B9B88}"/>
              </a:ext>
            </a:extLst>
          </p:cNvPr>
          <p:cNvSpPr/>
          <p:nvPr/>
        </p:nvSpPr>
        <p:spPr>
          <a:xfrm>
            <a:off x="4030824" y="4699644"/>
            <a:ext cx="8042988" cy="2304000"/>
          </a:xfrm>
          <a:prstGeom prst="roundRect">
            <a:avLst/>
          </a:prstGeom>
          <a:noFill/>
          <a:ln w="38100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ja-JP" altLang="en-US" b="1">
                <a:solidFill>
                  <a:srgbClr val="00B0F0"/>
                </a:solidFill>
              </a:rPr>
              <a:t>ローカルリポジトリ</a:t>
            </a:r>
          </a:p>
        </p:txBody>
      </p:sp>
      <p:grpSp>
        <p:nvGrpSpPr>
          <p:cNvPr id="6" name="グループ化 5">
            <a:extLst>
              <a:ext uri="{FF2B5EF4-FFF2-40B4-BE49-F238E27FC236}">
                <a16:creationId xmlns:a16="http://schemas.microsoft.com/office/drawing/2014/main" id="{96F90808-2946-14C2-49BD-29B7A3F71589}"/>
              </a:ext>
            </a:extLst>
          </p:cNvPr>
          <p:cNvGrpSpPr/>
          <p:nvPr/>
        </p:nvGrpSpPr>
        <p:grpSpPr>
          <a:xfrm>
            <a:off x="5791689" y="1733198"/>
            <a:ext cx="1751021" cy="871225"/>
            <a:chOff x="7288481" y="5613979"/>
            <a:chExt cx="1751021" cy="871225"/>
          </a:xfrm>
        </p:grpSpPr>
        <p:pic>
          <p:nvPicPr>
            <p:cNvPr id="7" name="図 6">
              <a:extLst>
                <a:ext uri="{FF2B5EF4-FFF2-40B4-BE49-F238E27FC236}">
                  <a16:creationId xmlns:a16="http://schemas.microsoft.com/office/drawing/2014/main" id="{76518EE9-E8D9-0BC1-0D08-63159F8CC22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88481" y="5613979"/>
              <a:ext cx="871225" cy="871225"/>
            </a:xfrm>
            <a:prstGeom prst="rect">
              <a:avLst/>
            </a:prstGeom>
          </p:spPr>
        </p:pic>
        <p:pic>
          <p:nvPicPr>
            <p:cNvPr id="11" name="図 10">
              <a:extLst>
                <a:ext uri="{FF2B5EF4-FFF2-40B4-BE49-F238E27FC236}">
                  <a16:creationId xmlns:a16="http://schemas.microsoft.com/office/drawing/2014/main" id="{F886B656-656C-CFB7-1FEC-4579807D31B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68277" y="5613979"/>
              <a:ext cx="871225" cy="871225"/>
            </a:xfrm>
            <a:prstGeom prst="rect">
              <a:avLst/>
            </a:prstGeom>
          </p:spPr>
        </p:pic>
        <p:cxnSp>
          <p:nvCxnSpPr>
            <p:cNvPr id="12" name="直線矢印コネクタ 11">
              <a:extLst>
                <a:ext uri="{FF2B5EF4-FFF2-40B4-BE49-F238E27FC236}">
                  <a16:creationId xmlns:a16="http://schemas.microsoft.com/office/drawing/2014/main" id="{DADED526-5074-CD51-13B0-7E6B97D999C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83991" y="6049591"/>
              <a:ext cx="360000" cy="1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3" name="グループ化 12">
            <a:extLst>
              <a:ext uri="{FF2B5EF4-FFF2-40B4-BE49-F238E27FC236}">
                <a16:creationId xmlns:a16="http://schemas.microsoft.com/office/drawing/2014/main" id="{2B4820F3-68BC-EED5-D0FA-7C7E42C01DD8}"/>
              </a:ext>
            </a:extLst>
          </p:cNvPr>
          <p:cNvGrpSpPr/>
          <p:nvPr/>
        </p:nvGrpSpPr>
        <p:grpSpPr>
          <a:xfrm>
            <a:off x="5794795" y="5533871"/>
            <a:ext cx="1751021" cy="871225"/>
            <a:chOff x="7288481" y="5613979"/>
            <a:chExt cx="1751021" cy="871225"/>
          </a:xfrm>
        </p:grpSpPr>
        <p:pic>
          <p:nvPicPr>
            <p:cNvPr id="14" name="図 13">
              <a:extLst>
                <a:ext uri="{FF2B5EF4-FFF2-40B4-BE49-F238E27FC236}">
                  <a16:creationId xmlns:a16="http://schemas.microsoft.com/office/drawing/2014/main" id="{8C4FDB37-49A9-53A1-D1EC-D41180EDD2D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88481" y="5613979"/>
              <a:ext cx="871225" cy="871225"/>
            </a:xfrm>
            <a:prstGeom prst="rect">
              <a:avLst/>
            </a:prstGeom>
          </p:spPr>
        </p:pic>
        <p:pic>
          <p:nvPicPr>
            <p:cNvPr id="15" name="図 14">
              <a:extLst>
                <a:ext uri="{FF2B5EF4-FFF2-40B4-BE49-F238E27FC236}">
                  <a16:creationId xmlns:a16="http://schemas.microsoft.com/office/drawing/2014/main" id="{CE48F0E0-B0F9-CA03-7F4A-1CA30C9BDE6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68277" y="5613979"/>
              <a:ext cx="871225" cy="871225"/>
            </a:xfrm>
            <a:prstGeom prst="rect">
              <a:avLst/>
            </a:prstGeom>
          </p:spPr>
        </p:pic>
        <p:cxnSp>
          <p:nvCxnSpPr>
            <p:cNvPr id="16" name="直線矢印コネクタ 15">
              <a:extLst>
                <a:ext uri="{FF2B5EF4-FFF2-40B4-BE49-F238E27FC236}">
                  <a16:creationId xmlns:a16="http://schemas.microsoft.com/office/drawing/2014/main" id="{57A4F343-91EC-FACB-2B37-2AF979E5D3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83991" y="6049591"/>
              <a:ext cx="360000" cy="1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7675365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42AAB1-E73C-232F-3C4D-8AE4CF9AF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FC497AB6-A52E-016B-971D-033141EF79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0816" y="-38148"/>
            <a:ext cx="1080000" cy="1080000"/>
          </a:xfrm>
          <a:prstGeom prst="rect">
            <a:avLst/>
          </a:prstGeom>
        </p:spPr>
      </p:pic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8ECA8800-9F70-593A-77AC-628AF7936E4C}"/>
              </a:ext>
            </a:extLst>
          </p:cNvPr>
          <p:cNvSpPr txBox="1"/>
          <p:nvPr/>
        </p:nvSpPr>
        <p:spPr>
          <a:xfrm>
            <a:off x="4853937" y="340982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b="1" dirty="0"/>
              <a:t>現在のディレクトリ</a:t>
            </a:r>
          </a:p>
        </p:txBody>
      </p:sp>
      <p:cxnSp>
        <p:nvCxnSpPr>
          <p:cNvPr id="20" name="コネクタ: カギ線 19">
            <a:extLst>
              <a:ext uri="{FF2B5EF4-FFF2-40B4-BE49-F238E27FC236}">
                <a16:creationId xmlns:a16="http://schemas.microsoft.com/office/drawing/2014/main" id="{2F683CF9-D217-78DA-8E03-1BBFEAD6EF08}"/>
              </a:ext>
            </a:extLst>
          </p:cNvPr>
          <p:cNvCxnSpPr>
            <a:cxnSpLocks/>
          </p:cNvCxnSpPr>
          <p:nvPr/>
        </p:nvCxnSpPr>
        <p:spPr>
          <a:xfrm>
            <a:off x="4419224" y="856695"/>
            <a:ext cx="1408521" cy="504000"/>
          </a:xfrm>
          <a:prstGeom prst="bentConnector3">
            <a:avLst>
              <a:gd name="adj1" fmla="val -235"/>
            </a:avLst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5" name="図 24">
            <a:extLst>
              <a:ext uri="{FF2B5EF4-FFF2-40B4-BE49-F238E27FC236}">
                <a16:creationId xmlns:a16="http://schemas.microsoft.com/office/drawing/2014/main" id="{DA4F5C9D-27F6-7F2B-1EBB-BE59C0A534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4926" y="743733"/>
            <a:ext cx="1080000" cy="1080000"/>
          </a:xfrm>
          <a:prstGeom prst="rect">
            <a:avLst/>
          </a:prstGeom>
        </p:spPr>
      </p:pic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8D283EE6-98EE-DEC0-76F4-AE6246AD6123}"/>
              </a:ext>
            </a:extLst>
          </p:cNvPr>
          <p:cNvSpPr/>
          <p:nvPr/>
        </p:nvSpPr>
        <p:spPr>
          <a:xfrm>
            <a:off x="4282751" y="1801166"/>
            <a:ext cx="5040000" cy="720000"/>
          </a:xfrm>
          <a:prstGeom prst="roundRect">
            <a:avLst/>
          </a:prstGeom>
          <a:noFill/>
          <a:ln w="38100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 dirty="0">
              <a:solidFill>
                <a:srgbClr val="00B050"/>
              </a:solidFill>
            </a:endParaRPr>
          </a:p>
        </p:txBody>
      </p:sp>
      <p:cxnSp>
        <p:nvCxnSpPr>
          <p:cNvPr id="34" name="コネクタ: カギ線 33">
            <a:extLst>
              <a:ext uri="{FF2B5EF4-FFF2-40B4-BE49-F238E27FC236}">
                <a16:creationId xmlns:a16="http://schemas.microsoft.com/office/drawing/2014/main" id="{17E46B08-9424-D426-7CEA-BD75B52235AB}"/>
              </a:ext>
            </a:extLst>
          </p:cNvPr>
          <p:cNvCxnSpPr>
            <a:cxnSpLocks/>
          </p:cNvCxnSpPr>
          <p:nvPr/>
        </p:nvCxnSpPr>
        <p:spPr>
          <a:xfrm>
            <a:off x="4414384" y="860206"/>
            <a:ext cx="1408521" cy="1296000"/>
          </a:xfrm>
          <a:prstGeom prst="bentConnector3">
            <a:avLst>
              <a:gd name="adj1" fmla="val -235"/>
            </a:avLst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四角形: 角を丸くする 35">
            <a:extLst>
              <a:ext uri="{FF2B5EF4-FFF2-40B4-BE49-F238E27FC236}">
                <a16:creationId xmlns:a16="http://schemas.microsoft.com/office/drawing/2014/main" id="{600EC2A4-5BD2-8A94-0A46-2E549C7F4C0C}"/>
              </a:ext>
            </a:extLst>
          </p:cNvPr>
          <p:cNvSpPr/>
          <p:nvPr/>
        </p:nvSpPr>
        <p:spPr>
          <a:xfrm>
            <a:off x="5833587" y="973327"/>
            <a:ext cx="6090935" cy="720000"/>
          </a:xfrm>
          <a:prstGeom prst="roundRect">
            <a:avLst/>
          </a:prstGeom>
          <a:noFill/>
          <a:ln w="38100"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3"/>
            <a:endParaRPr lang="ja-JP" altLang="en-US" b="1" dirty="0">
              <a:solidFill>
                <a:srgbClr val="FFC000"/>
              </a:solidFill>
            </a:endParaRPr>
          </a:p>
        </p:txBody>
      </p:sp>
      <p:pic>
        <p:nvPicPr>
          <p:cNvPr id="43" name="図 42">
            <a:extLst>
              <a:ext uri="{FF2B5EF4-FFF2-40B4-BE49-F238E27FC236}">
                <a16:creationId xmlns:a16="http://schemas.microsoft.com/office/drawing/2014/main" id="{4DB8D223-B88E-FA63-CFE0-12ABDABB19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0816" y="3772618"/>
            <a:ext cx="1080000" cy="1080000"/>
          </a:xfrm>
          <a:prstGeom prst="rect">
            <a:avLst/>
          </a:prstGeom>
        </p:spPr>
      </p:pic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E8256B17-D795-0796-C56F-A075B00DC208}"/>
              </a:ext>
            </a:extLst>
          </p:cNvPr>
          <p:cNvSpPr txBox="1"/>
          <p:nvPr/>
        </p:nvSpPr>
        <p:spPr>
          <a:xfrm>
            <a:off x="4853937" y="4151748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b="1" dirty="0"/>
              <a:t>現在のディレクトリ</a:t>
            </a:r>
          </a:p>
        </p:txBody>
      </p:sp>
      <p:cxnSp>
        <p:nvCxnSpPr>
          <p:cNvPr id="45" name="コネクタ: カギ線 44">
            <a:extLst>
              <a:ext uri="{FF2B5EF4-FFF2-40B4-BE49-F238E27FC236}">
                <a16:creationId xmlns:a16="http://schemas.microsoft.com/office/drawing/2014/main" id="{B5441CC6-55B8-C133-B199-8D069FD25C13}"/>
              </a:ext>
            </a:extLst>
          </p:cNvPr>
          <p:cNvCxnSpPr>
            <a:cxnSpLocks/>
          </p:cNvCxnSpPr>
          <p:nvPr/>
        </p:nvCxnSpPr>
        <p:spPr>
          <a:xfrm>
            <a:off x="4414384" y="4667461"/>
            <a:ext cx="1408521" cy="504000"/>
          </a:xfrm>
          <a:prstGeom prst="bentConnector3">
            <a:avLst>
              <a:gd name="adj1" fmla="val -235"/>
            </a:avLst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6" name="図 45">
            <a:extLst>
              <a:ext uri="{FF2B5EF4-FFF2-40B4-BE49-F238E27FC236}">
                <a16:creationId xmlns:a16="http://schemas.microsoft.com/office/drawing/2014/main" id="{C56CF96B-363A-0B4D-8AD7-2E3CE4D969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4926" y="4554499"/>
            <a:ext cx="1080000" cy="1080000"/>
          </a:xfrm>
          <a:prstGeom prst="rect">
            <a:avLst/>
          </a:prstGeom>
        </p:spPr>
      </p:pic>
      <p:sp>
        <p:nvSpPr>
          <p:cNvPr id="48" name="四角形: 角を丸くする 47">
            <a:extLst>
              <a:ext uri="{FF2B5EF4-FFF2-40B4-BE49-F238E27FC236}">
                <a16:creationId xmlns:a16="http://schemas.microsoft.com/office/drawing/2014/main" id="{894EBA1D-2077-CE54-6C97-342E0E4D1F80}"/>
              </a:ext>
            </a:extLst>
          </p:cNvPr>
          <p:cNvSpPr/>
          <p:nvPr/>
        </p:nvSpPr>
        <p:spPr>
          <a:xfrm>
            <a:off x="4282751" y="6378058"/>
            <a:ext cx="5040000" cy="720000"/>
          </a:xfrm>
          <a:prstGeom prst="roundRect">
            <a:avLst/>
          </a:prstGeom>
          <a:noFill/>
          <a:ln w="38100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 dirty="0">
              <a:solidFill>
                <a:srgbClr val="00B050"/>
              </a:solidFill>
            </a:endParaRPr>
          </a:p>
        </p:txBody>
      </p:sp>
      <p:cxnSp>
        <p:nvCxnSpPr>
          <p:cNvPr id="49" name="コネクタ: カギ線 48">
            <a:extLst>
              <a:ext uri="{FF2B5EF4-FFF2-40B4-BE49-F238E27FC236}">
                <a16:creationId xmlns:a16="http://schemas.microsoft.com/office/drawing/2014/main" id="{CDD748BF-1277-49E6-2E05-09FB4FFA1ADE}"/>
              </a:ext>
            </a:extLst>
          </p:cNvPr>
          <p:cNvCxnSpPr>
            <a:cxnSpLocks/>
          </p:cNvCxnSpPr>
          <p:nvPr/>
        </p:nvCxnSpPr>
        <p:spPr>
          <a:xfrm>
            <a:off x="4414384" y="4670972"/>
            <a:ext cx="1408521" cy="2016000"/>
          </a:xfrm>
          <a:prstGeom prst="bentConnector3">
            <a:avLst>
              <a:gd name="adj1" fmla="val -235"/>
            </a:avLst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" name="四角形: 角を丸くする 50">
            <a:extLst>
              <a:ext uri="{FF2B5EF4-FFF2-40B4-BE49-F238E27FC236}">
                <a16:creationId xmlns:a16="http://schemas.microsoft.com/office/drawing/2014/main" id="{81E076BF-BEA3-B27B-46BD-18D20CBE6510}"/>
              </a:ext>
            </a:extLst>
          </p:cNvPr>
          <p:cNvSpPr/>
          <p:nvPr/>
        </p:nvSpPr>
        <p:spPr>
          <a:xfrm>
            <a:off x="5833587" y="4784092"/>
            <a:ext cx="5748505" cy="1420967"/>
          </a:xfrm>
          <a:prstGeom prst="roundRect">
            <a:avLst/>
          </a:prstGeom>
          <a:noFill/>
          <a:ln w="38100"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3"/>
            <a:endParaRPr lang="ja-JP" altLang="en-US" b="1" dirty="0">
              <a:solidFill>
                <a:srgbClr val="FFC000"/>
              </a:solidFill>
            </a:endParaRP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526E689C-6FFC-6903-D368-210201903625}"/>
              </a:ext>
            </a:extLst>
          </p:cNvPr>
          <p:cNvSpPr/>
          <p:nvPr/>
        </p:nvSpPr>
        <p:spPr>
          <a:xfrm>
            <a:off x="4030824" y="888878"/>
            <a:ext cx="8042988" cy="2304000"/>
          </a:xfrm>
          <a:prstGeom prst="roundRect">
            <a:avLst/>
          </a:prstGeom>
          <a:noFill/>
          <a:ln w="38100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ja-JP" altLang="en-US" b="1" dirty="0">
                <a:solidFill>
                  <a:srgbClr val="00B0F0"/>
                </a:solidFill>
              </a:rPr>
              <a:t>ローカルリポジトリ</a:t>
            </a:r>
          </a:p>
        </p:txBody>
      </p:sp>
      <p:sp>
        <p:nvSpPr>
          <p:cNvPr id="9" name="矢印: 右 8">
            <a:extLst>
              <a:ext uri="{FF2B5EF4-FFF2-40B4-BE49-F238E27FC236}">
                <a16:creationId xmlns:a16="http://schemas.microsoft.com/office/drawing/2014/main" id="{6ED13B17-F854-0EA2-090A-6AAD785CA10C}"/>
              </a:ext>
            </a:extLst>
          </p:cNvPr>
          <p:cNvSpPr/>
          <p:nvPr/>
        </p:nvSpPr>
        <p:spPr>
          <a:xfrm rot="5400000">
            <a:off x="7757770" y="3374682"/>
            <a:ext cx="468086" cy="677228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1E7082D8-B7D1-D6B3-703A-E697A6D0F1EC}"/>
              </a:ext>
            </a:extLst>
          </p:cNvPr>
          <p:cNvSpPr/>
          <p:nvPr/>
        </p:nvSpPr>
        <p:spPr>
          <a:xfrm>
            <a:off x="4030824" y="4699643"/>
            <a:ext cx="8042988" cy="2986259"/>
          </a:xfrm>
          <a:prstGeom prst="roundRect">
            <a:avLst/>
          </a:prstGeom>
          <a:noFill/>
          <a:ln w="38100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ja-JP" altLang="en-US" b="1">
                <a:solidFill>
                  <a:srgbClr val="00B0F0"/>
                </a:solidFill>
              </a:rPr>
              <a:t>ローカルリポジトリ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85A3FEAA-EFCB-1C35-4C26-37C1BF38AD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1689" y="1733198"/>
            <a:ext cx="871225" cy="871225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FD87FD42-F96A-6AE3-1FE6-DFD931B71C3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1485" y="1733198"/>
            <a:ext cx="871225" cy="871225"/>
          </a:xfrm>
          <a:prstGeom prst="rect">
            <a:avLst/>
          </a:prstGeom>
        </p:spPr>
      </p:pic>
      <p:cxnSp>
        <p:nvCxnSpPr>
          <p:cNvPr id="12" name="直線矢印コネクタ 11">
            <a:extLst>
              <a:ext uri="{FF2B5EF4-FFF2-40B4-BE49-F238E27FC236}">
                <a16:creationId xmlns:a16="http://schemas.microsoft.com/office/drawing/2014/main" id="{C94FDBAB-1827-CCF1-3CD1-B2EE7CA700E0}"/>
              </a:ext>
            </a:extLst>
          </p:cNvPr>
          <p:cNvCxnSpPr>
            <a:cxnSpLocks/>
          </p:cNvCxnSpPr>
          <p:nvPr/>
        </p:nvCxnSpPr>
        <p:spPr>
          <a:xfrm flipV="1">
            <a:off x="6487199" y="2168810"/>
            <a:ext cx="360000" cy="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4" name="グループ化 23">
            <a:extLst>
              <a:ext uri="{FF2B5EF4-FFF2-40B4-BE49-F238E27FC236}">
                <a16:creationId xmlns:a16="http://schemas.microsoft.com/office/drawing/2014/main" id="{D74B09FC-FC87-BE4E-5016-7EE82F9630DC}"/>
              </a:ext>
            </a:extLst>
          </p:cNvPr>
          <p:cNvGrpSpPr/>
          <p:nvPr/>
        </p:nvGrpSpPr>
        <p:grpSpPr>
          <a:xfrm>
            <a:off x="5785535" y="6292797"/>
            <a:ext cx="1754757" cy="871225"/>
            <a:chOff x="5813135" y="5530326"/>
            <a:chExt cx="1754757" cy="871225"/>
          </a:xfrm>
        </p:grpSpPr>
        <p:pic>
          <p:nvPicPr>
            <p:cNvPr id="14" name="図 13">
              <a:extLst>
                <a:ext uri="{FF2B5EF4-FFF2-40B4-BE49-F238E27FC236}">
                  <a16:creationId xmlns:a16="http://schemas.microsoft.com/office/drawing/2014/main" id="{5C9A4D0C-AECB-D685-5853-FEA01043A4A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96667" y="5530326"/>
              <a:ext cx="871225" cy="871225"/>
            </a:xfrm>
            <a:prstGeom prst="rect">
              <a:avLst/>
            </a:prstGeom>
          </p:spPr>
        </p:pic>
        <p:pic>
          <p:nvPicPr>
            <p:cNvPr id="15" name="図 14">
              <a:extLst>
                <a:ext uri="{FF2B5EF4-FFF2-40B4-BE49-F238E27FC236}">
                  <a16:creationId xmlns:a16="http://schemas.microsoft.com/office/drawing/2014/main" id="{CD87833E-8F08-49A9-9D48-D3262E3006B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13135" y="5530326"/>
              <a:ext cx="871225" cy="871225"/>
            </a:xfrm>
            <a:prstGeom prst="rect">
              <a:avLst/>
            </a:prstGeom>
          </p:spPr>
        </p:pic>
        <p:cxnSp>
          <p:nvCxnSpPr>
            <p:cNvPr id="16" name="直線矢印コネクタ 15">
              <a:extLst>
                <a:ext uri="{FF2B5EF4-FFF2-40B4-BE49-F238E27FC236}">
                  <a16:creationId xmlns:a16="http://schemas.microsoft.com/office/drawing/2014/main" id="{2CDE3A23-0505-8F42-0BCB-78E1041E15B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90305" y="5965938"/>
              <a:ext cx="360000" cy="1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7" name="四角形: 角を丸くする 16">
            <a:extLst>
              <a:ext uri="{FF2B5EF4-FFF2-40B4-BE49-F238E27FC236}">
                <a16:creationId xmlns:a16="http://schemas.microsoft.com/office/drawing/2014/main" id="{65630FB2-22BD-FD23-A9AB-E9903BFE022A}"/>
              </a:ext>
            </a:extLst>
          </p:cNvPr>
          <p:cNvSpPr/>
          <p:nvPr/>
        </p:nvSpPr>
        <p:spPr>
          <a:xfrm>
            <a:off x="7091813" y="1061058"/>
            <a:ext cx="1800000" cy="504000"/>
          </a:xfrm>
          <a:prstGeom prst="roundRect">
            <a:avLst/>
          </a:prstGeom>
          <a:ln w="381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>
                <a:solidFill>
                  <a:schemeClr val="accent4">
                    <a:lumMod val="75000"/>
                  </a:schemeClr>
                </a:solidFill>
              </a:rPr>
              <a:t>変更履歴</a:t>
            </a:r>
          </a:p>
        </p:txBody>
      </p:sp>
      <p:sp>
        <p:nvSpPr>
          <p:cNvPr id="27" name="四角形: 角を丸くする 26">
            <a:extLst>
              <a:ext uri="{FF2B5EF4-FFF2-40B4-BE49-F238E27FC236}">
                <a16:creationId xmlns:a16="http://schemas.microsoft.com/office/drawing/2014/main" id="{3822C5B8-F104-D4EF-4874-098826FC499C}"/>
              </a:ext>
            </a:extLst>
          </p:cNvPr>
          <p:cNvSpPr/>
          <p:nvPr/>
        </p:nvSpPr>
        <p:spPr>
          <a:xfrm>
            <a:off x="7091813" y="5579428"/>
            <a:ext cx="1800000" cy="504000"/>
          </a:xfrm>
          <a:prstGeom prst="round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>
                <a:solidFill>
                  <a:schemeClr val="tx1"/>
                </a:solidFill>
              </a:rPr>
              <a:t>変更履歴</a:t>
            </a:r>
          </a:p>
        </p:txBody>
      </p:sp>
      <p:sp>
        <p:nvSpPr>
          <p:cNvPr id="29" name="四角形: 角を丸くする 28">
            <a:extLst>
              <a:ext uri="{FF2B5EF4-FFF2-40B4-BE49-F238E27FC236}">
                <a16:creationId xmlns:a16="http://schemas.microsoft.com/office/drawing/2014/main" id="{C51E1C23-FACA-B013-2CEC-274A75867650}"/>
              </a:ext>
            </a:extLst>
          </p:cNvPr>
          <p:cNvSpPr/>
          <p:nvPr/>
        </p:nvSpPr>
        <p:spPr>
          <a:xfrm>
            <a:off x="7091813" y="4896428"/>
            <a:ext cx="1800000" cy="504000"/>
          </a:xfrm>
          <a:prstGeom prst="roundRect">
            <a:avLst/>
          </a:prstGeom>
          <a:ln w="381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>
                <a:solidFill>
                  <a:schemeClr val="accent4">
                    <a:lumMod val="75000"/>
                  </a:schemeClr>
                </a:solidFill>
              </a:rPr>
              <a:t>変更履歴</a:t>
            </a:r>
          </a:p>
        </p:txBody>
      </p:sp>
    </p:spTree>
    <p:extLst>
      <p:ext uri="{BB962C8B-B14F-4D97-AF65-F5344CB8AC3E}">
        <p14:creationId xmlns:p14="http://schemas.microsoft.com/office/powerpoint/2010/main" val="423631577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95A7FD-F001-63B0-FF1E-AF34BEE645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9769818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43F069-A745-B247-0F5E-45C0434DD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070238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06ECCA-89DC-8F9D-6599-F6565BC573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四角形: 角を丸くする 23">
            <a:extLst>
              <a:ext uri="{FF2B5EF4-FFF2-40B4-BE49-F238E27FC236}">
                <a16:creationId xmlns:a16="http://schemas.microsoft.com/office/drawing/2014/main" id="{7FDFEBE7-3B38-1407-FE4C-E85700BC996C}"/>
              </a:ext>
            </a:extLst>
          </p:cNvPr>
          <p:cNvSpPr/>
          <p:nvPr/>
        </p:nvSpPr>
        <p:spPr>
          <a:xfrm>
            <a:off x="4030824" y="4470278"/>
            <a:ext cx="8042988" cy="2298822"/>
          </a:xfrm>
          <a:prstGeom prst="roundRect">
            <a:avLst/>
          </a:prstGeom>
          <a:noFill/>
          <a:ln w="38100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ja-JP" altLang="en-US" b="1" dirty="0">
                <a:solidFill>
                  <a:srgbClr val="00B0F0"/>
                </a:solidFill>
              </a:rPr>
              <a:t>ローカルリポジトリ</a:t>
            </a:r>
            <a:endParaRPr kumimoji="1" lang="ja-JP" altLang="en-US" dirty="0"/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49089E4E-3DBD-C615-14A8-1C4E859E33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0816" y="3543252"/>
            <a:ext cx="1080000" cy="1080000"/>
          </a:xfrm>
          <a:prstGeom prst="rect">
            <a:avLst/>
          </a:prstGeom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4C9EF7F8-DE95-DC6F-958B-4D8C0B495CE4}"/>
              </a:ext>
            </a:extLst>
          </p:cNvPr>
          <p:cNvSpPr txBox="1"/>
          <p:nvPr/>
        </p:nvSpPr>
        <p:spPr>
          <a:xfrm>
            <a:off x="4853937" y="3922382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b="1" dirty="0"/>
              <a:t>現在のディレクトリ</a:t>
            </a:r>
          </a:p>
        </p:txBody>
      </p:sp>
      <p:cxnSp>
        <p:nvCxnSpPr>
          <p:cNvPr id="18" name="コネクタ: カギ線 17">
            <a:extLst>
              <a:ext uri="{FF2B5EF4-FFF2-40B4-BE49-F238E27FC236}">
                <a16:creationId xmlns:a16="http://schemas.microsoft.com/office/drawing/2014/main" id="{BB2DFD4D-6D47-59DF-C554-BAFE1E141B20}"/>
              </a:ext>
            </a:extLst>
          </p:cNvPr>
          <p:cNvCxnSpPr>
            <a:cxnSpLocks/>
          </p:cNvCxnSpPr>
          <p:nvPr/>
        </p:nvCxnSpPr>
        <p:spPr>
          <a:xfrm>
            <a:off x="4419224" y="4438095"/>
            <a:ext cx="1408521" cy="504000"/>
          </a:xfrm>
          <a:prstGeom prst="bentConnector3">
            <a:avLst>
              <a:gd name="adj1" fmla="val -235"/>
            </a:avLst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3" name="図 22">
            <a:extLst>
              <a:ext uri="{FF2B5EF4-FFF2-40B4-BE49-F238E27FC236}">
                <a16:creationId xmlns:a16="http://schemas.microsoft.com/office/drawing/2014/main" id="{CD5D905F-70F7-A17F-0236-3C6DAA9226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4926" y="4325133"/>
            <a:ext cx="1080000" cy="1080000"/>
          </a:xfrm>
          <a:prstGeom prst="rect">
            <a:avLst/>
          </a:prstGeom>
        </p:spPr>
      </p:pic>
      <p:sp>
        <p:nvSpPr>
          <p:cNvPr id="27" name="四角形: 角を丸くする 26">
            <a:extLst>
              <a:ext uri="{FF2B5EF4-FFF2-40B4-BE49-F238E27FC236}">
                <a16:creationId xmlns:a16="http://schemas.microsoft.com/office/drawing/2014/main" id="{AD92C19E-AA05-6CE1-8FFD-07B8A1E28CD7}"/>
              </a:ext>
            </a:extLst>
          </p:cNvPr>
          <p:cNvSpPr/>
          <p:nvPr/>
        </p:nvSpPr>
        <p:spPr>
          <a:xfrm>
            <a:off x="4282751" y="5382566"/>
            <a:ext cx="5040000" cy="720000"/>
          </a:xfrm>
          <a:prstGeom prst="roundRect">
            <a:avLst/>
          </a:prstGeom>
          <a:noFill/>
          <a:ln w="38100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 dirty="0">
              <a:solidFill>
                <a:srgbClr val="00B050"/>
              </a:solidFill>
            </a:endParaRPr>
          </a:p>
        </p:txBody>
      </p:sp>
      <p:cxnSp>
        <p:nvCxnSpPr>
          <p:cNvPr id="28" name="コネクタ: カギ線 27">
            <a:extLst>
              <a:ext uri="{FF2B5EF4-FFF2-40B4-BE49-F238E27FC236}">
                <a16:creationId xmlns:a16="http://schemas.microsoft.com/office/drawing/2014/main" id="{392A1186-A4E0-5C06-B2A0-40476B6E60F3}"/>
              </a:ext>
            </a:extLst>
          </p:cNvPr>
          <p:cNvCxnSpPr>
            <a:cxnSpLocks/>
          </p:cNvCxnSpPr>
          <p:nvPr/>
        </p:nvCxnSpPr>
        <p:spPr>
          <a:xfrm>
            <a:off x="4414384" y="4441606"/>
            <a:ext cx="1408521" cy="1296000"/>
          </a:xfrm>
          <a:prstGeom prst="bentConnector3">
            <a:avLst>
              <a:gd name="adj1" fmla="val -235"/>
            </a:avLst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四角形: 角を丸くする 34">
            <a:extLst>
              <a:ext uri="{FF2B5EF4-FFF2-40B4-BE49-F238E27FC236}">
                <a16:creationId xmlns:a16="http://schemas.microsoft.com/office/drawing/2014/main" id="{8D4CA51E-D86E-7BD2-7407-8DCF36FBE0AD}"/>
              </a:ext>
            </a:extLst>
          </p:cNvPr>
          <p:cNvSpPr/>
          <p:nvPr/>
        </p:nvSpPr>
        <p:spPr>
          <a:xfrm>
            <a:off x="5833587" y="4554727"/>
            <a:ext cx="6090935" cy="720000"/>
          </a:xfrm>
          <a:prstGeom prst="roundRect">
            <a:avLst/>
          </a:prstGeom>
          <a:noFill/>
          <a:ln w="38100"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3"/>
            <a:endParaRPr lang="ja-JP" altLang="en-US" b="1" dirty="0">
              <a:solidFill>
                <a:srgbClr val="FFC000"/>
              </a:solidFill>
            </a:endParaRPr>
          </a:p>
        </p:txBody>
      </p:sp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47416E85-B87D-3C63-C179-B90A99B562EE}"/>
              </a:ext>
            </a:extLst>
          </p:cNvPr>
          <p:cNvSpPr/>
          <p:nvPr/>
        </p:nvSpPr>
        <p:spPr>
          <a:xfrm>
            <a:off x="6913587" y="4658331"/>
            <a:ext cx="2376000" cy="504000"/>
          </a:xfrm>
          <a:prstGeom prst="roundRect">
            <a:avLst/>
          </a:prstGeom>
          <a:ln w="38100">
            <a:solidFill>
              <a:srgbClr val="7030A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>
                <a:solidFill>
                  <a:srgbClr val="7030A0"/>
                </a:solidFill>
              </a:rPr>
              <a:t>リモートの変更履歴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88686CAF-2B62-8734-170D-5A620892027F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FF99FF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7745" y="5317813"/>
            <a:ext cx="871225" cy="871225"/>
          </a:xfrm>
          <a:prstGeom prst="rect">
            <a:avLst/>
          </a:prstGeom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1B763F2B-3B2B-AF69-FFDD-23974156F686}"/>
              </a:ext>
            </a:extLst>
          </p:cNvPr>
          <p:cNvSpPr txBox="1"/>
          <p:nvPr/>
        </p:nvSpPr>
        <p:spPr>
          <a:xfrm>
            <a:off x="6480352" y="5557900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b="1" dirty="0">
                <a:solidFill>
                  <a:srgbClr val="7030A0"/>
                </a:solidFill>
              </a:rPr>
              <a:t>リモートのファイル</a:t>
            </a:r>
          </a:p>
        </p:txBody>
      </p:sp>
      <p:sp>
        <p:nvSpPr>
          <p:cNvPr id="11" name="矢印: 右 10">
            <a:extLst>
              <a:ext uri="{FF2B5EF4-FFF2-40B4-BE49-F238E27FC236}">
                <a16:creationId xmlns:a16="http://schemas.microsoft.com/office/drawing/2014/main" id="{E7E69376-041C-9EA4-FF0C-13B76FD4A80F}"/>
              </a:ext>
            </a:extLst>
          </p:cNvPr>
          <p:cNvSpPr/>
          <p:nvPr/>
        </p:nvSpPr>
        <p:spPr>
          <a:xfrm rot="5400000">
            <a:off x="7818275" y="3050558"/>
            <a:ext cx="468086" cy="677228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四角形: 角を丸くする 16">
            <a:extLst>
              <a:ext uri="{FF2B5EF4-FFF2-40B4-BE49-F238E27FC236}">
                <a16:creationId xmlns:a16="http://schemas.microsoft.com/office/drawing/2014/main" id="{B10A8052-E0B4-712B-E24B-66172B1049AD}"/>
              </a:ext>
            </a:extLst>
          </p:cNvPr>
          <p:cNvSpPr/>
          <p:nvPr/>
        </p:nvSpPr>
        <p:spPr>
          <a:xfrm>
            <a:off x="4030824" y="1320688"/>
            <a:ext cx="8042988" cy="1408029"/>
          </a:xfrm>
          <a:prstGeom prst="roundRect">
            <a:avLst/>
          </a:prstGeom>
          <a:noFill/>
          <a:ln w="38100">
            <a:solidFill>
              <a:srgbClr val="FFCCFF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ja-JP" altLang="en-US" b="1" dirty="0">
                <a:solidFill>
                  <a:srgbClr val="FF99FF"/>
                </a:solidFill>
              </a:rPr>
              <a:t>リモートリポジトリ</a:t>
            </a:r>
          </a:p>
        </p:txBody>
      </p:sp>
      <p:sp>
        <p:nvSpPr>
          <p:cNvPr id="30" name="四角形: 角を丸くする 29">
            <a:extLst>
              <a:ext uri="{FF2B5EF4-FFF2-40B4-BE49-F238E27FC236}">
                <a16:creationId xmlns:a16="http://schemas.microsoft.com/office/drawing/2014/main" id="{EC211977-F3B8-23FA-F485-B85419BD3959}"/>
              </a:ext>
            </a:extLst>
          </p:cNvPr>
          <p:cNvSpPr/>
          <p:nvPr/>
        </p:nvSpPr>
        <p:spPr>
          <a:xfrm>
            <a:off x="4759706" y="1644182"/>
            <a:ext cx="2376000" cy="504000"/>
          </a:xfrm>
          <a:prstGeom prst="roundRect">
            <a:avLst/>
          </a:prstGeom>
          <a:ln w="38100">
            <a:solidFill>
              <a:srgbClr val="7030A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>
                <a:solidFill>
                  <a:srgbClr val="7030A0"/>
                </a:solidFill>
              </a:rPr>
              <a:t>リモートの変更履歴</a:t>
            </a:r>
          </a:p>
        </p:txBody>
      </p:sp>
      <p:grpSp>
        <p:nvGrpSpPr>
          <p:cNvPr id="36" name="グループ化 35">
            <a:extLst>
              <a:ext uri="{FF2B5EF4-FFF2-40B4-BE49-F238E27FC236}">
                <a16:creationId xmlns:a16="http://schemas.microsoft.com/office/drawing/2014/main" id="{C3239ADA-477E-574E-E014-4F35BF14CE35}"/>
              </a:ext>
            </a:extLst>
          </p:cNvPr>
          <p:cNvGrpSpPr/>
          <p:nvPr/>
        </p:nvGrpSpPr>
        <p:grpSpPr>
          <a:xfrm>
            <a:off x="8522218" y="1460570"/>
            <a:ext cx="2914765" cy="871225"/>
            <a:chOff x="5827745" y="1277431"/>
            <a:chExt cx="2914765" cy="871225"/>
          </a:xfrm>
        </p:grpSpPr>
        <p:pic>
          <p:nvPicPr>
            <p:cNvPr id="31" name="図 30">
              <a:extLst>
                <a:ext uri="{FF2B5EF4-FFF2-40B4-BE49-F238E27FC236}">
                  <a16:creationId xmlns:a16="http://schemas.microsoft.com/office/drawing/2014/main" id="{4A545F9C-6DFC-0CDE-9DFA-2768543C36A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prstClr val="black"/>
                <a:srgbClr val="FF99FF">
                  <a:tint val="45000"/>
                  <a:satMod val="400000"/>
                </a:srgb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27745" y="1277431"/>
              <a:ext cx="871225" cy="871225"/>
            </a:xfrm>
            <a:prstGeom prst="rect">
              <a:avLst/>
            </a:prstGeom>
          </p:spPr>
        </p:pic>
        <p:sp>
          <p:nvSpPr>
            <p:cNvPr id="32" name="テキスト ボックス 31">
              <a:extLst>
                <a:ext uri="{FF2B5EF4-FFF2-40B4-BE49-F238E27FC236}">
                  <a16:creationId xmlns:a16="http://schemas.microsoft.com/office/drawing/2014/main" id="{D2FFEF0A-9A31-243C-BEC4-2707A98B2FBA}"/>
                </a:ext>
              </a:extLst>
            </p:cNvPr>
            <p:cNvSpPr txBox="1"/>
            <p:nvPr/>
          </p:nvSpPr>
          <p:spPr>
            <a:xfrm>
              <a:off x="6480352" y="1517518"/>
              <a:ext cx="22621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b="1" dirty="0">
                  <a:solidFill>
                    <a:srgbClr val="7030A0"/>
                  </a:solidFill>
                </a:rPr>
                <a:t>リモートのファイル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0599128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3DC3A7-A94C-7C45-9833-3F8B141BBE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ACF74497-A5CB-F2D2-B56E-31A9E75570E0}"/>
              </a:ext>
            </a:extLst>
          </p:cNvPr>
          <p:cNvSpPr txBox="1"/>
          <p:nvPr/>
        </p:nvSpPr>
        <p:spPr>
          <a:xfrm>
            <a:off x="4853937" y="4227182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b="1" dirty="0"/>
              <a:t>現在のディレクトリ</a:t>
            </a:r>
          </a:p>
        </p:txBody>
      </p:sp>
      <p:sp>
        <p:nvSpPr>
          <p:cNvPr id="11" name="矢印: 右 10">
            <a:extLst>
              <a:ext uri="{FF2B5EF4-FFF2-40B4-BE49-F238E27FC236}">
                <a16:creationId xmlns:a16="http://schemas.microsoft.com/office/drawing/2014/main" id="{2A80BB5C-ACC4-E8D7-6BBD-A1ADDD3EDED1}"/>
              </a:ext>
            </a:extLst>
          </p:cNvPr>
          <p:cNvSpPr/>
          <p:nvPr/>
        </p:nvSpPr>
        <p:spPr>
          <a:xfrm rot="5400000">
            <a:off x="7818275" y="3507758"/>
            <a:ext cx="468086" cy="677228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四角形: 角を丸くする 16">
            <a:extLst>
              <a:ext uri="{FF2B5EF4-FFF2-40B4-BE49-F238E27FC236}">
                <a16:creationId xmlns:a16="http://schemas.microsoft.com/office/drawing/2014/main" id="{9214A53D-C020-D280-D3F4-3AB8BA3CF467}"/>
              </a:ext>
            </a:extLst>
          </p:cNvPr>
          <p:cNvSpPr/>
          <p:nvPr/>
        </p:nvSpPr>
        <p:spPr>
          <a:xfrm>
            <a:off x="4030824" y="429896"/>
            <a:ext cx="8042988" cy="2884852"/>
          </a:xfrm>
          <a:prstGeom prst="roundRect">
            <a:avLst/>
          </a:prstGeom>
          <a:noFill/>
          <a:ln w="38100">
            <a:solidFill>
              <a:srgbClr val="FFCCFF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ja-JP" altLang="en-US" b="1" dirty="0">
                <a:solidFill>
                  <a:srgbClr val="FF99FF"/>
                </a:solidFill>
              </a:rPr>
              <a:t>リモートリポジトリ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CC6087A7-6FBD-A04A-5869-4AD9A8B16B4E}"/>
              </a:ext>
            </a:extLst>
          </p:cNvPr>
          <p:cNvSpPr/>
          <p:nvPr/>
        </p:nvSpPr>
        <p:spPr>
          <a:xfrm>
            <a:off x="4030824" y="4770700"/>
            <a:ext cx="8042988" cy="2884852"/>
          </a:xfrm>
          <a:prstGeom prst="roundRect">
            <a:avLst/>
          </a:prstGeom>
          <a:noFill/>
          <a:ln w="38100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ja-JP" altLang="en-US" b="1" dirty="0">
                <a:solidFill>
                  <a:srgbClr val="00B0F0"/>
                </a:solidFill>
              </a:rPr>
              <a:t>ローカルリポジトリ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FDFF3DAA-0521-A23F-D4D5-0FD45E1148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0816" y="3843674"/>
            <a:ext cx="1080000" cy="1080000"/>
          </a:xfrm>
          <a:prstGeom prst="rect">
            <a:avLst/>
          </a:prstGeom>
        </p:spPr>
      </p:pic>
      <p:cxnSp>
        <p:nvCxnSpPr>
          <p:cNvPr id="8" name="コネクタ: カギ線 7">
            <a:extLst>
              <a:ext uri="{FF2B5EF4-FFF2-40B4-BE49-F238E27FC236}">
                <a16:creationId xmlns:a16="http://schemas.microsoft.com/office/drawing/2014/main" id="{10BB17C3-0D8C-0029-4190-9B0D156B171A}"/>
              </a:ext>
            </a:extLst>
          </p:cNvPr>
          <p:cNvCxnSpPr>
            <a:cxnSpLocks/>
          </p:cNvCxnSpPr>
          <p:nvPr/>
        </p:nvCxnSpPr>
        <p:spPr>
          <a:xfrm>
            <a:off x="4419224" y="4738517"/>
            <a:ext cx="1408521" cy="504000"/>
          </a:xfrm>
          <a:prstGeom prst="bentConnector3">
            <a:avLst>
              <a:gd name="adj1" fmla="val -235"/>
            </a:avLst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0" name="図 9">
            <a:extLst>
              <a:ext uri="{FF2B5EF4-FFF2-40B4-BE49-F238E27FC236}">
                <a16:creationId xmlns:a16="http://schemas.microsoft.com/office/drawing/2014/main" id="{BC04CDD8-4629-CE0F-EDFF-B80CA86391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4926" y="4625555"/>
            <a:ext cx="1080000" cy="1080000"/>
          </a:xfrm>
          <a:prstGeom prst="rect">
            <a:avLst/>
          </a:prstGeom>
        </p:spPr>
      </p:pic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AB37B85E-0768-1809-0565-731FEF86AF02}"/>
              </a:ext>
            </a:extLst>
          </p:cNvPr>
          <p:cNvSpPr/>
          <p:nvPr/>
        </p:nvSpPr>
        <p:spPr>
          <a:xfrm>
            <a:off x="4282751" y="6381488"/>
            <a:ext cx="5040000" cy="720000"/>
          </a:xfrm>
          <a:prstGeom prst="roundRect">
            <a:avLst/>
          </a:prstGeom>
          <a:noFill/>
          <a:ln w="38100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 dirty="0">
              <a:solidFill>
                <a:srgbClr val="00B050"/>
              </a:solidFill>
            </a:endParaRPr>
          </a:p>
        </p:txBody>
      </p:sp>
      <p:cxnSp>
        <p:nvCxnSpPr>
          <p:cNvPr id="13" name="コネクタ: カギ線 12">
            <a:extLst>
              <a:ext uri="{FF2B5EF4-FFF2-40B4-BE49-F238E27FC236}">
                <a16:creationId xmlns:a16="http://schemas.microsoft.com/office/drawing/2014/main" id="{B2940BBB-326C-911B-3A28-B8A118600007}"/>
              </a:ext>
            </a:extLst>
          </p:cNvPr>
          <p:cNvCxnSpPr>
            <a:cxnSpLocks/>
          </p:cNvCxnSpPr>
          <p:nvPr/>
        </p:nvCxnSpPr>
        <p:spPr>
          <a:xfrm>
            <a:off x="4414384" y="4742028"/>
            <a:ext cx="1408521" cy="2016000"/>
          </a:xfrm>
          <a:prstGeom prst="bentConnector3">
            <a:avLst>
              <a:gd name="adj1" fmla="val -235"/>
            </a:avLst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四角形: 角を丸くする 15">
            <a:extLst>
              <a:ext uri="{FF2B5EF4-FFF2-40B4-BE49-F238E27FC236}">
                <a16:creationId xmlns:a16="http://schemas.microsoft.com/office/drawing/2014/main" id="{CE111BC8-6CCA-ECED-159C-FCCD24FA67AE}"/>
              </a:ext>
            </a:extLst>
          </p:cNvPr>
          <p:cNvSpPr/>
          <p:nvPr/>
        </p:nvSpPr>
        <p:spPr>
          <a:xfrm>
            <a:off x="5833587" y="4855149"/>
            <a:ext cx="6090935" cy="1368000"/>
          </a:xfrm>
          <a:prstGeom prst="roundRect">
            <a:avLst/>
          </a:prstGeom>
          <a:noFill/>
          <a:ln w="38100"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3"/>
            <a:endParaRPr lang="ja-JP" altLang="en-US" b="1" dirty="0">
              <a:solidFill>
                <a:srgbClr val="FFC000"/>
              </a:solidFill>
            </a:endParaRPr>
          </a:p>
        </p:txBody>
      </p:sp>
      <p:sp>
        <p:nvSpPr>
          <p:cNvPr id="20" name="四角形: 角を丸くする 19">
            <a:extLst>
              <a:ext uri="{FF2B5EF4-FFF2-40B4-BE49-F238E27FC236}">
                <a16:creationId xmlns:a16="http://schemas.microsoft.com/office/drawing/2014/main" id="{A666DD05-A021-4694-7245-870FA9733397}"/>
              </a:ext>
            </a:extLst>
          </p:cNvPr>
          <p:cNvSpPr/>
          <p:nvPr/>
        </p:nvSpPr>
        <p:spPr>
          <a:xfrm>
            <a:off x="6913587" y="4958753"/>
            <a:ext cx="2409164" cy="504000"/>
          </a:xfrm>
          <a:prstGeom prst="roundRect">
            <a:avLst/>
          </a:prstGeom>
          <a:ln w="38100">
            <a:solidFill>
              <a:srgbClr val="7030A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>
                <a:solidFill>
                  <a:srgbClr val="7030A0"/>
                </a:solidFill>
              </a:rPr>
              <a:t>リモートの変更履歴</a:t>
            </a:r>
          </a:p>
        </p:txBody>
      </p:sp>
      <p:pic>
        <p:nvPicPr>
          <p:cNvPr id="33" name="図 32">
            <a:extLst>
              <a:ext uri="{FF2B5EF4-FFF2-40B4-BE49-F238E27FC236}">
                <a16:creationId xmlns:a16="http://schemas.microsoft.com/office/drawing/2014/main" id="{5B35D8FC-AEC4-0A73-662C-98DECAD8E4D3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FF99FF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7745" y="6316735"/>
            <a:ext cx="871225" cy="871225"/>
          </a:xfrm>
          <a:prstGeom prst="rect">
            <a:avLst/>
          </a:prstGeom>
        </p:spPr>
      </p:pic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4C933697-63AE-6393-E62C-14664108ED29}"/>
              </a:ext>
            </a:extLst>
          </p:cNvPr>
          <p:cNvSpPr txBox="1"/>
          <p:nvPr/>
        </p:nvSpPr>
        <p:spPr>
          <a:xfrm>
            <a:off x="6480352" y="6556822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b="1" dirty="0">
                <a:solidFill>
                  <a:srgbClr val="7030A0"/>
                </a:solidFill>
              </a:rPr>
              <a:t>リモートのファイル</a:t>
            </a:r>
          </a:p>
        </p:txBody>
      </p:sp>
      <p:sp>
        <p:nvSpPr>
          <p:cNvPr id="36" name="四角形: 角を丸くする 35">
            <a:extLst>
              <a:ext uri="{FF2B5EF4-FFF2-40B4-BE49-F238E27FC236}">
                <a16:creationId xmlns:a16="http://schemas.microsoft.com/office/drawing/2014/main" id="{54AABF2B-FFF7-5A26-5133-D5FEA71C9757}"/>
              </a:ext>
            </a:extLst>
          </p:cNvPr>
          <p:cNvSpPr/>
          <p:nvPr/>
        </p:nvSpPr>
        <p:spPr>
          <a:xfrm>
            <a:off x="6913587" y="5595588"/>
            <a:ext cx="2409164" cy="504000"/>
          </a:xfrm>
          <a:prstGeom prst="roundRect">
            <a:avLst/>
          </a:prstGeom>
          <a:ln w="38100">
            <a:solidFill>
              <a:schemeClr val="accent3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b="1" dirty="0">
                <a:solidFill>
                  <a:schemeClr val="accent3"/>
                </a:solidFill>
              </a:rPr>
              <a:t>リモートの変更履歴</a:t>
            </a:r>
          </a:p>
        </p:txBody>
      </p:sp>
      <p:sp>
        <p:nvSpPr>
          <p:cNvPr id="40" name="四角形: 角を丸くする 39">
            <a:extLst>
              <a:ext uri="{FF2B5EF4-FFF2-40B4-BE49-F238E27FC236}">
                <a16:creationId xmlns:a16="http://schemas.microsoft.com/office/drawing/2014/main" id="{53BF2169-9C21-0A49-CD46-B7BA72D2B969}"/>
              </a:ext>
            </a:extLst>
          </p:cNvPr>
          <p:cNvSpPr/>
          <p:nvPr/>
        </p:nvSpPr>
        <p:spPr>
          <a:xfrm>
            <a:off x="4759706" y="894882"/>
            <a:ext cx="2376000" cy="504000"/>
          </a:xfrm>
          <a:prstGeom prst="roundRect">
            <a:avLst/>
          </a:prstGeom>
          <a:ln w="38100">
            <a:solidFill>
              <a:srgbClr val="7030A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>
                <a:solidFill>
                  <a:srgbClr val="7030A0"/>
                </a:solidFill>
              </a:rPr>
              <a:t>リモートの変更履歴</a:t>
            </a:r>
          </a:p>
        </p:txBody>
      </p:sp>
      <p:grpSp>
        <p:nvGrpSpPr>
          <p:cNvPr id="41" name="グループ化 40">
            <a:extLst>
              <a:ext uri="{FF2B5EF4-FFF2-40B4-BE49-F238E27FC236}">
                <a16:creationId xmlns:a16="http://schemas.microsoft.com/office/drawing/2014/main" id="{AB3B6227-EC4B-F742-2861-889BF72C666F}"/>
              </a:ext>
            </a:extLst>
          </p:cNvPr>
          <p:cNvGrpSpPr/>
          <p:nvPr/>
        </p:nvGrpSpPr>
        <p:grpSpPr>
          <a:xfrm>
            <a:off x="8522218" y="711270"/>
            <a:ext cx="2914765" cy="871225"/>
            <a:chOff x="5827745" y="1277431"/>
            <a:chExt cx="2914765" cy="871225"/>
          </a:xfrm>
        </p:grpSpPr>
        <p:pic>
          <p:nvPicPr>
            <p:cNvPr id="42" name="図 41">
              <a:extLst>
                <a:ext uri="{FF2B5EF4-FFF2-40B4-BE49-F238E27FC236}">
                  <a16:creationId xmlns:a16="http://schemas.microsoft.com/office/drawing/2014/main" id="{A0DBBB2E-9613-2638-FEC6-A0A1EC129A3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prstClr val="black"/>
                <a:srgbClr val="FF99FF">
                  <a:tint val="45000"/>
                  <a:satMod val="400000"/>
                </a:srgb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27745" y="1277431"/>
              <a:ext cx="871225" cy="871225"/>
            </a:xfrm>
            <a:prstGeom prst="rect">
              <a:avLst/>
            </a:prstGeom>
          </p:spPr>
        </p:pic>
        <p:sp>
          <p:nvSpPr>
            <p:cNvPr id="43" name="テキスト ボックス 42">
              <a:extLst>
                <a:ext uri="{FF2B5EF4-FFF2-40B4-BE49-F238E27FC236}">
                  <a16:creationId xmlns:a16="http://schemas.microsoft.com/office/drawing/2014/main" id="{3D1127F9-66F0-7FF8-E63B-B59751D8FF2F}"/>
                </a:ext>
              </a:extLst>
            </p:cNvPr>
            <p:cNvSpPr txBox="1"/>
            <p:nvPr/>
          </p:nvSpPr>
          <p:spPr>
            <a:xfrm>
              <a:off x="6480352" y="1517518"/>
              <a:ext cx="22621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b="1" dirty="0">
                  <a:solidFill>
                    <a:srgbClr val="7030A0"/>
                  </a:solidFill>
                </a:rPr>
                <a:t>リモートのファイル</a:t>
              </a:r>
            </a:p>
          </p:txBody>
        </p:sp>
      </p:grpSp>
      <p:sp>
        <p:nvSpPr>
          <p:cNvPr id="44" name="四角形: 角を丸くする 43">
            <a:extLst>
              <a:ext uri="{FF2B5EF4-FFF2-40B4-BE49-F238E27FC236}">
                <a16:creationId xmlns:a16="http://schemas.microsoft.com/office/drawing/2014/main" id="{F382190B-B200-E40C-0439-6E8711390600}"/>
              </a:ext>
            </a:extLst>
          </p:cNvPr>
          <p:cNvSpPr/>
          <p:nvPr/>
        </p:nvSpPr>
        <p:spPr>
          <a:xfrm>
            <a:off x="4759706" y="1590149"/>
            <a:ext cx="2376000" cy="504000"/>
          </a:xfrm>
          <a:prstGeom prst="roundRect">
            <a:avLst/>
          </a:prstGeom>
          <a:ln w="38100">
            <a:solidFill>
              <a:schemeClr val="accent3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>
                <a:solidFill>
                  <a:schemeClr val="accent3"/>
                </a:solidFill>
              </a:rPr>
              <a:t>リモートの変更履歴</a:t>
            </a:r>
          </a:p>
        </p:txBody>
      </p:sp>
      <p:grpSp>
        <p:nvGrpSpPr>
          <p:cNvPr id="45" name="グループ化 44">
            <a:extLst>
              <a:ext uri="{FF2B5EF4-FFF2-40B4-BE49-F238E27FC236}">
                <a16:creationId xmlns:a16="http://schemas.microsoft.com/office/drawing/2014/main" id="{8A372552-E0E5-7A5C-4013-4DC87AE126C6}"/>
              </a:ext>
            </a:extLst>
          </p:cNvPr>
          <p:cNvGrpSpPr/>
          <p:nvPr/>
        </p:nvGrpSpPr>
        <p:grpSpPr>
          <a:xfrm>
            <a:off x="8522218" y="1406537"/>
            <a:ext cx="2914765" cy="871225"/>
            <a:chOff x="5827745" y="1277431"/>
            <a:chExt cx="2914765" cy="871225"/>
          </a:xfrm>
        </p:grpSpPr>
        <p:pic>
          <p:nvPicPr>
            <p:cNvPr id="46" name="図 45">
              <a:extLst>
                <a:ext uri="{FF2B5EF4-FFF2-40B4-BE49-F238E27FC236}">
                  <a16:creationId xmlns:a16="http://schemas.microsoft.com/office/drawing/2014/main" id="{16D6FA6D-1D4F-516D-3010-6D94127A8A3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prstClr val="black"/>
                <a:srgbClr val="FF99FF">
                  <a:tint val="45000"/>
                  <a:satMod val="400000"/>
                </a:srgb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27745" y="1277431"/>
              <a:ext cx="871225" cy="871225"/>
            </a:xfrm>
            <a:prstGeom prst="rect">
              <a:avLst/>
            </a:prstGeom>
          </p:spPr>
        </p:pic>
        <p:sp>
          <p:nvSpPr>
            <p:cNvPr id="47" name="テキスト ボックス 46">
              <a:extLst>
                <a:ext uri="{FF2B5EF4-FFF2-40B4-BE49-F238E27FC236}">
                  <a16:creationId xmlns:a16="http://schemas.microsoft.com/office/drawing/2014/main" id="{B83A898A-A2E4-397D-C10A-FD8E62388152}"/>
                </a:ext>
              </a:extLst>
            </p:cNvPr>
            <p:cNvSpPr txBox="1"/>
            <p:nvPr/>
          </p:nvSpPr>
          <p:spPr>
            <a:xfrm>
              <a:off x="6480352" y="1517518"/>
              <a:ext cx="22621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b="1" dirty="0">
                  <a:solidFill>
                    <a:schemeClr val="accent3"/>
                  </a:solidFill>
                </a:rPr>
                <a:t>リモートのファイル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1543906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B3D0DA-DBB9-283F-3F87-3FEDD78DA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D07D9376-263A-89A1-3F03-3F72F72DEB68}"/>
              </a:ext>
            </a:extLst>
          </p:cNvPr>
          <p:cNvSpPr txBox="1"/>
          <p:nvPr/>
        </p:nvSpPr>
        <p:spPr>
          <a:xfrm>
            <a:off x="4853937" y="4227182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b="1" dirty="0"/>
              <a:t>現在のディレクトリ</a:t>
            </a:r>
          </a:p>
        </p:txBody>
      </p:sp>
      <p:sp>
        <p:nvSpPr>
          <p:cNvPr id="11" name="矢印: 右 10">
            <a:extLst>
              <a:ext uri="{FF2B5EF4-FFF2-40B4-BE49-F238E27FC236}">
                <a16:creationId xmlns:a16="http://schemas.microsoft.com/office/drawing/2014/main" id="{2DB710CE-60CB-B0CA-C138-3C51EBDE4AE7}"/>
              </a:ext>
            </a:extLst>
          </p:cNvPr>
          <p:cNvSpPr/>
          <p:nvPr/>
        </p:nvSpPr>
        <p:spPr>
          <a:xfrm rot="5400000">
            <a:off x="7818275" y="3507758"/>
            <a:ext cx="468086" cy="677228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四角形: 角を丸くする 16">
            <a:extLst>
              <a:ext uri="{FF2B5EF4-FFF2-40B4-BE49-F238E27FC236}">
                <a16:creationId xmlns:a16="http://schemas.microsoft.com/office/drawing/2014/main" id="{BA30D64A-4DC0-9287-0E8F-49A1CEBD97AD}"/>
              </a:ext>
            </a:extLst>
          </p:cNvPr>
          <p:cNvSpPr/>
          <p:nvPr/>
        </p:nvSpPr>
        <p:spPr>
          <a:xfrm>
            <a:off x="4030824" y="429896"/>
            <a:ext cx="8042988" cy="2884852"/>
          </a:xfrm>
          <a:prstGeom prst="roundRect">
            <a:avLst/>
          </a:prstGeom>
          <a:noFill/>
          <a:ln w="38100">
            <a:solidFill>
              <a:srgbClr val="FFCCFF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ja-JP" altLang="en-US" b="1" dirty="0">
                <a:solidFill>
                  <a:srgbClr val="FF99FF"/>
                </a:solidFill>
              </a:rPr>
              <a:t>リモートリポジトリ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4F707068-67ED-A40C-9DDB-859FE728456E}"/>
              </a:ext>
            </a:extLst>
          </p:cNvPr>
          <p:cNvSpPr/>
          <p:nvPr/>
        </p:nvSpPr>
        <p:spPr>
          <a:xfrm>
            <a:off x="4030824" y="4770700"/>
            <a:ext cx="8042988" cy="3547800"/>
          </a:xfrm>
          <a:prstGeom prst="roundRect">
            <a:avLst/>
          </a:prstGeom>
          <a:noFill/>
          <a:ln w="38100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ja-JP" altLang="en-US" b="1" dirty="0">
                <a:solidFill>
                  <a:srgbClr val="00B0F0"/>
                </a:solidFill>
              </a:rPr>
              <a:t>ローカルリポジトリ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5E4A2480-65BE-061A-3B1C-8B72BB9A76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0816" y="3843674"/>
            <a:ext cx="1080000" cy="1080000"/>
          </a:xfrm>
          <a:prstGeom prst="rect">
            <a:avLst/>
          </a:prstGeom>
        </p:spPr>
      </p:pic>
      <p:cxnSp>
        <p:nvCxnSpPr>
          <p:cNvPr id="8" name="コネクタ: カギ線 7">
            <a:extLst>
              <a:ext uri="{FF2B5EF4-FFF2-40B4-BE49-F238E27FC236}">
                <a16:creationId xmlns:a16="http://schemas.microsoft.com/office/drawing/2014/main" id="{2EEA8168-3C9C-9E44-F78F-818D5EFC54B8}"/>
              </a:ext>
            </a:extLst>
          </p:cNvPr>
          <p:cNvCxnSpPr>
            <a:cxnSpLocks/>
          </p:cNvCxnSpPr>
          <p:nvPr/>
        </p:nvCxnSpPr>
        <p:spPr>
          <a:xfrm>
            <a:off x="4419224" y="4738517"/>
            <a:ext cx="1408521" cy="504000"/>
          </a:xfrm>
          <a:prstGeom prst="bentConnector3">
            <a:avLst>
              <a:gd name="adj1" fmla="val -235"/>
            </a:avLst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0" name="図 9">
            <a:extLst>
              <a:ext uri="{FF2B5EF4-FFF2-40B4-BE49-F238E27FC236}">
                <a16:creationId xmlns:a16="http://schemas.microsoft.com/office/drawing/2014/main" id="{C6F3BFFA-CF6C-455D-3EC3-BA3751101D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4926" y="4625555"/>
            <a:ext cx="1080000" cy="1080000"/>
          </a:xfrm>
          <a:prstGeom prst="rect">
            <a:avLst/>
          </a:prstGeom>
        </p:spPr>
      </p:pic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782C430A-06A9-CA06-992E-4D89366B0833}"/>
              </a:ext>
            </a:extLst>
          </p:cNvPr>
          <p:cNvSpPr/>
          <p:nvPr/>
        </p:nvSpPr>
        <p:spPr>
          <a:xfrm>
            <a:off x="4282751" y="6381488"/>
            <a:ext cx="5040000" cy="1417652"/>
          </a:xfrm>
          <a:prstGeom prst="roundRect">
            <a:avLst/>
          </a:prstGeom>
          <a:noFill/>
          <a:ln w="38100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 dirty="0">
              <a:solidFill>
                <a:srgbClr val="00B050"/>
              </a:solidFill>
            </a:endParaRPr>
          </a:p>
        </p:txBody>
      </p:sp>
      <p:cxnSp>
        <p:nvCxnSpPr>
          <p:cNvPr id="13" name="コネクタ: カギ線 12">
            <a:extLst>
              <a:ext uri="{FF2B5EF4-FFF2-40B4-BE49-F238E27FC236}">
                <a16:creationId xmlns:a16="http://schemas.microsoft.com/office/drawing/2014/main" id="{7F9EFD11-BF84-147B-E433-632105BA71D1}"/>
              </a:ext>
            </a:extLst>
          </p:cNvPr>
          <p:cNvCxnSpPr>
            <a:cxnSpLocks/>
          </p:cNvCxnSpPr>
          <p:nvPr/>
        </p:nvCxnSpPr>
        <p:spPr>
          <a:xfrm>
            <a:off x="4414384" y="4742028"/>
            <a:ext cx="1408521" cy="2016000"/>
          </a:xfrm>
          <a:prstGeom prst="bentConnector3">
            <a:avLst>
              <a:gd name="adj1" fmla="val -235"/>
            </a:avLst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四角形: 角を丸くする 15">
            <a:extLst>
              <a:ext uri="{FF2B5EF4-FFF2-40B4-BE49-F238E27FC236}">
                <a16:creationId xmlns:a16="http://schemas.microsoft.com/office/drawing/2014/main" id="{31D708F1-4BD5-207B-B7CF-781D85C4313B}"/>
              </a:ext>
            </a:extLst>
          </p:cNvPr>
          <p:cNvSpPr/>
          <p:nvPr/>
        </p:nvSpPr>
        <p:spPr>
          <a:xfrm>
            <a:off x="5833587" y="4855149"/>
            <a:ext cx="6090935" cy="1368000"/>
          </a:xfrm>
          <a:prstGeom prst="roundRect">
            <a:avLst/>
          </a:prstGeom>
          <a:noFill/>
          <a:ln w="38100"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3"/>
            <a:endParaRPr lang="ja-JP" altLang="en-US" b="1" dirty="0">
              <a:solidFill>
                <a:srgbClr val="FFC000"/>
              </a:solidFill>
            </a:endParaRPr>
          </a:p>
        </p:txBody>
      </p:sp>
      <p:sp>
        <p:nvSpPr>
          <p:cNvPr id="20" name="四角形: 角を丸くする 19">
            <a:extLst>
              <a:ext uri="{FF2B5EF4-FFF2-40B4-BE49-F238E27FC236}">
                <a16:creationId xmlns:a16="http://schemas.microsoft.com/office/drawing/2014/main" id="{E9457078-0606-D9AD-0D5A-EA6F83255073}"/>
              </a:ext>
            </a:extLst>
          </p:cNvPr>
          <p:cNvSpPr/>
          <p:nvPr/>
        </p:nvSpPr>
        <p:spPr>
          <a:xfrm>
            <a:off x="6913587" y="4958753"/>
            <a:ext cx="2376000" cy="504000"/>
          </a:xfrm>
          <a:prstGeom prst="roundRect">
            <a:avLst/>
          </a:prstGeom>
          <a:ln w="38100">
            <a:solidFill>
              <a:srgbClr val="7030A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>
                <a:solidFill>
                  <a:srgbClr val="7030A0"/>
                </a:solidFill>
              </a:rPr>
              <a:t>リモートの変更履歴</a:t>
            </a:r>
          </a:p>
        </p:txBody>
      </p:sp>
      <p:pic>
        <p:nvPicPr>
          <p:cNvPr id="33" name="図 32">
            <a:extLst>
              <a:ext uri="{FF2B5EF4-FFF2-40B4-BE49-F238E27FC236}">
                <a16:creationId xmlns:a16="http://schemas.microsoft.com/office/drawing/2014/main" id="{62AB9732-EFC4-BC45-6B6B-B9FA2F68F7C3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FF99FF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7745" y="6316735"/>
            <a:ext cx="871225" cy="871225"/>
          </a:xfrm>
          <a:prstGeom prst="rect">
            <a:avLst/>
          </a:prstGeom>
        </p:spPr>
      </p:pic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7481FFF3-DD6E-557D-896D-300F71C35F67}"/>
              </a:ext>
            </a:extLst>
          </p:cNvPr>
          <p:cNvSpPr txBox="1"/>
          <p:nvPr/>
        </p:nvSpPr>
        <p:spPr>
          <a:xfrm>
            <a:off x="6480352" y="6556822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b="1" dirty="0">
                <a:solidFill>
                  <a:srgbClr val="7030A0"/>
                </a:solidFill>
              </a:rPr>
              <a:t>リモートのファイル</a:t>
            </a:r>
          </a:p>
        </p:txBody>
      </p:sp>
      <p:sp>
        <p:nvSpPr>
          <p:cNvPr id="36" name="四角形: 角を丸くする 35">
            <a:extLst>
              <a:ext uri="{FF2B5EF4-FFF2-40B4-BE49-F238E27FC236}">
                <a16:creationId xmlns:a16="http://schemas.microsoft.com/office/drawing/2014/main" id="{838DFD38-FD87-3EFA-5696-2AC06D7775F1}"/>
              </a:ext>
            </a:extLst>
          </p:cNvPr>
          <p:cNvSpPr/>
          <p:nvPr/>
        </p:nvSpPr>
        <p:spPr>
          <a:xfrm>
            <a:off x="6913587" y="5595588"/>
            <a:ext cx="2376000" cy="504000"/>
          </a:xfrm>
          <a:prstGeom prst="roundRect">
            <a:avLst/>
          </a:prstGeom>
          <a:ln w="38100">
            <a:solidFill>
              <a:schemeClr val="accent3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b="1" dirty="0">
                <a:solidFill>
                  <a:schemeClr val="accent3"/>
                </a:solidFill>
              </a:rPr>
              <a:t>リモートの変更履歴</a:t>
            </a:r>
          </a:p>
        </p:txBody>
      </p:sp>
      <p:sp>
        <p:nvSpPr>
          <p:cNvPr id="40" name="四角形: 角を丸くする 39">
            <a:extLst>
              <a:ext uri="{FF2B5EF4-FFF2-40B4-BE49-F238E27FC236}">
                <a16:creationId xmlns:a16="http://schemas.microsoft.com/office/drawing/2014/main" id="{230D8719-DAD4-CFBC-CCA1-48A5D3CEF19E}"/>
              </a:ext>
            </a:extLst>
          </p:cNvPr>
          <p:cNvSpPr/>
          <p:nvPr/>
        </p:nvSpPr>
        <p:spPr>
          <a:xfrm>
            <a:off x="4759706" y="894882"/>
            <a:ext cx="2376000" cy="504000"/>
          </a:xfrm>
          <a:prstGeom prst="roundRect">
            <a:avLst/>
          </a:prstGeom>
          <a:ln w="38100">
            <a:solidFill>
              <a:srgbClr val="7030A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>
                <a:solidFill>
                  <a:srgbClr val="7030A0"/>
                </a:solidFill>
              </a:rPr>
              <a:t>リモートの変更履歴</a:t>
            </a:r>
          </a:p>
        </p:txBody>
      </p:sp>
      <p:grpSp>
        <p:nvGrpSpPr>
          <p:cNvPr id="41" name="グループ化 40">
            <a:extLst>
              <a:ext uri="{FF2B5EF4-FFF2-40B4-BE49-F238E27FC236}">
                <a16:creationId xmlns:a16="http://schemas.microsoft.com/office/drawing/2014/main" id="{1E150E0B-B772-E9E0-C97B-3B5AB2CEF9D1}"/>
              </a:ext>
            </a:extLst>
          </p:cNvPr>
          <p:cNvGrpSpPr/>
          <p:nvPr/>
        </p:nvGrpSpPr>
        <p:grpSpPr>
          <a:xfrm>
            <a:off x="8522218" y="711270"/>
            <a:ext cx="2914765" cy="871225"/>
            <a:chOff x="5827745" y="1277431"/>
            <a:chExt cx="2914765" cy="871225"/>
          </a:xfrm>
        </p:grpSpPr>
        <p:pic>
          <p:nvPicPr>
            <p:cNvPr id="42" name="図 41">
              <a:extLst>
                <a:ext uri="{FF2B5EF4-FFF2-40B4-BE49-F238E27FC236}">
                  <a16:creationId xmlns:a16="http://schemas.microsoft.com/office/drawing/2014/main" id="{14273FC9-5BC4-DF0D-C7CA-6D05E48D627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prstClr val="black"/>
                <a:srgbClr val="FF99FF">
                  <a:tint val="45000"/>
                  <a:satMod val="400000"/>
                </a:srgb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27745" y="1277431"/>
              <a:ext cx="871225" cy="871225"/>
            </a:xfrm>
            <a:prstGeom prst="rect">
              <a:avLst/>
            </a:prstGeom>
          </p:spPr>
        </p:pic>
        <p:sp>
          <p:nvSpPr>
            <p:cNvPr id="43" name="テキスト ボックス 42">
              <a:extLst>
                <a:ext uri="{FF2B5EF4-FFF2-40B4-BE49-F238E27FC236}">
                  <a16:creationId xmlns:a16="http://schemas.microsoft.com/office/drawing/2014/main" id="{9978B944-019B-D0C8-B90B-3BABA96630A4}"/>
                </a:ext>
              </a:extLst>
            </p:cNvPr>
            <p:cNvSpPr txBox="1"/>
            <p:nvPr/>
          </p:nvSpPr>
          <p:spPr>
            <a:xfrm>
              <a:off x="6480352" y="1517518"/>
              <a:ext cx="22621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b="1" dirty="0">
                  <a:solidFill>
                    <a:srgbClr val="7030A0"/>
                  </a:solidFill>
                </a:rPr>
                <a:t>リモートのファイル</a:t>
              </a:r>
            </a:p>
          </p:txBody>
        </p:sp>
      </p:grpSp>
      <p:sp>
        <p:nvSpPr>
          <p:cNvPr id="44" name="四角形: 角を丸くする 43">
            <a:extLst>
              <a:ext uri="{FF2B5EF4-FFF2-40B4-BE49-F238E27FC236}">
                <a16:creationId xmlns:a16="http://schemas.microsoft.com/office/drawing/2014/main" id="{FDEAB647-2E31-8BCE-18B8-818B6A63EA25}"/>
              </a:ext>
            </a:extLst>
          </p:cNvPr>
          <p:cNvSpPr/>
          <p:nvPr/>
        </p:nvSpPr>
        <p:spPr>
          <a:xfrm>
            <a:off x="4759706" y="1590149"/>
            <a:ext cx="2376000" cy="504000"/>
          </a:xfrm>
          <a:prstGeom prst="roundRect">
            <a:avLst/>
          </a:prstGeom>
          <a:ln w="38100">
            <a:solidFill>
              <a:schemeClr val="accent3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b="1" dirty="0">
                <a:solidFill>
                  <a:schemeClr val="accent3"/>
                </a:solidFill>
              </a:rPr>
              <a:t>リモートの変更履歴</a:t>
            </a:r>
          </a:p>
        </p:txBody>
      </p:sp>
      <p:grpSp>
        <p:nvGrpSpPr>
          <p:cNvPr id="45" name="グループ化 44">
            <a:extLst>
              <a:ext uri="{FF2B5EF4-FFF2-40B4-BE49-F238E27FC236}">
                <a16:creationId xmlns:a16="http://schemas.microsoft.com/office/drawing/2014/main" id="{367B491C-3F8A-D10C-C525-2D6504208AE9}"/>
              </a:ext>
            </a:extLst>
          </p:cNvPr>
          <p:cNvGrpSpPr/>
          <p:nvPr/>
        </p:nvGrpSpPr>
        <p:grpSpPr>
          <a:xfrm>
            <a:off x="8522218" y="1406537"/>
            <a:ext cx="2914765" cy="871225"/>
            <a:chOff x="5827745" y="1277431"/>
            <a:chExt cx="2914765" cy="871225"/>
          </a:xfrm>
        </p:grpSpPr>
        <p:pic>
          <p:nvPicPr>
            <p:cNvPr id="46" name="図 45">
              <a:extLst>
                <a:ext uri="{FF2B5EF4-FFF2-40B4-BE49-F238E27FC236}">
                  <a16:creationId xmlns:a16="http://schemas.microsoft.com/office/drawing/2014/main" id="{1353E0CE-4A7B-2FD9-D771-BA782FBC842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prstClr val="black"/>
                <a:srgbClr val="FF99FF">
                  <a:tint val="45000"/>
                  <a:satMod val="400000"/>
                </a:srgb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27745" y="1277431"/>
              <a:ext cx="871225" cy="871225"/>
            </a:xfrm>
            <a:prstGeom prst="rect">
              <a:avLst/>
            </a:prstGeom>
          </p:spPr>
        </p:pic>
        <p:sp>
          <p:nvSpPr>
            <p:cNvPr id="47" name="テキスト ボックス 46">
              <a:extLst>
                <a:ext uri="{FF2B5EF4-FFF2-40B4-BE49-F238E27FC236}">
                  <a16:creationId xmlns:a16="http://schemas.microsoft.com/office/drawing/2014/main" id="{DFF7EA48-6E73-1F55-DAD0-87B3B9C3852C}"/>
                </a:ext>
              </a:extLst>
            </p:cNvPr>
            <p:cNvSpPr txBox="1"/>
            <p:nvPr/>
          </p:nvSpPr>
          <p:spPr>
            <a:xfrm>
              <a:off x="6480352" y="1517518"/>
              <a:ext cx="22621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b="1" dirty="0">
                  <a:solidFill>
                    <a:schemeClr val="accent3"/>
                  </a:solidFill>
                </a:rPr>
                <a:t>リモートのファイル</a:t>
              </a:r>
            </a:p>
          </p:txBody>
        </p:sp>
      </p:grpSp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14B3395F-A221-5068-70E0-FE44119D2059}"/>
              </a:ext>
            </a:extLst>
          </p:cNvPr>
          <p:cNvGrpSpPr/>
          <p:nvPr/>
        </p:nvGrpSpPr>
        <p:grpSpPr>
          <a:xfrm>
            <a:off x="5827626" y="6956587"/>
            <a:ext cx="2914765" cy="871225"/>
            <a:chOff x="5827745" y="1277431"/>
            <a:chExt cx="2914765" cy="871225"/>
          </a:xfrm>
        </p:grpSpPr>
        <p:pic>
          <p:nvPicPr>
            <p:cNvPr id="3" name="図 2">
              <a:extLst>
                <a:ext uri="{FF2B5EF4-FFF2-40B4-BE49-F238E27FC236}">
                  <a16:creationId xmlns:a16="http://schemas.microsoft.com/office/drawing/2014/main" id="{F900F8CB-694E-B52E-6E9C-B8ACF35DF14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prstClr val="black"/>
                <a:srgbClr val="FF99FF">
                  <a:tint val="45000"/>
                  <a:satMod val="400000"/>
                </a:srgb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27745" y="1277431"/>
              <a:ext cx="871225" cy="871225"/>
            </a:xfrm>
            <a:prstGeom prst="rect">
              <a:avLst/>
            </a:prstGeom>
          </p:spPr>
        </p:pic>
        <p:sp>
          <p:nvSpPr>
            <p:cNvPr id="4" name="テキスト ボックス 3">
              <a:extLst>
                <a:ext uri="{FF2B5EF4-FFF2-40B4-BE49-F238E27FC236}">
                  <a16:creationId xmlns:a16="http://schemas.microsoft.com/office/drawing/2014/main" id="{32D74D0F-2874-0B64-67CF-E538A38A9C8D}"/>
                </a:ext>
              </a:extLst>
            </p:cNvPr>
            <p:cNvSpPr txBox="1"/>
            <p:nvPr/>
          </p:nvSpPr>
          <p:spPr>
            <a:xfrm>
              <a:off x="6480352" y="1517518"/>
              <a:ext cx="22621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b="1" dirty="0">
                  <a:solidFill>
                    <a:schemeClr val="accent3"/>
                  </a:solidFill>
                </a:rPr>
                <a:t>リモートのファイル</a:t>
              </a:r>
            </a:p>
          </p:txBody>
        </p:sp>
      </p:grpSp>
      <p:cxnSp>
        <p:nvCxnSpPr>
          <p:cNvPr id="6" name="コネクタ: カギ線 5">
            <a:extLst>
              <a:ext uri="{FF2B5EF4-FFF2-40B4-BE49-F238E27FC236}">
                <a16:creationId xmlns:a16="http://schemas.microsoft.com/office/drawing/2014/main" id="{CEF88FC1-6E98-3E39-6F76-3AAE3A2353F9}"/>
              </a:ext>
            </a:extLst>
          </p:cNvPr>
          <p:cNvCxnSpPr>
            <a:cxnSpLocks/>
          </p:cNvCxnSpPr>
          <p:nvPr/>
        </p:nvCxnSpPr>
        <p:spPr>
          <a:xfrm>
            <a:off x="4414928" y="5389584"/>
            <a:ext cx="1408521" cy="2016000"/>
          </a:xfrm>
          <a:prstGeom prst="bentConnector3">
            <a:avLst>
              <a:gd name="adj1" fmla="val -235"/>
            </a:avLst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235063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1D8D5C-391C-C9E1-4FC1-0940B749BB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グループ化 52">
            <a:extLst>
              <a:ext uri="{FF2B5EF4-FFF2-40B4-BE49-F238E27FC236}">
                <a16:creationId xmlns:a16="http://schemas.microsoft.com/office/drawing/2014/main" id="{7954C2F0-8A12-0415-6780-18FF2A2570B9}"/>
              </a:ext>
            </a:extLst>
          </p:cNvPr>
          <p:cNvGrpSpPr/>
          <p:nvPr/>
        </p:nvGrpSpPr>
        <p:grpSpPr>
          <a:xfrm>
            <a:off x="5827626" y="2447960"/>
            <a:ext cx="2914765" cy="871225"/>
            <a:chOff x="5827745" y="1277431"/>
            <a:chExt cx="2914765" cy="871225"/>
          </a:xfrm>
        </p:grpSpPr>
        <p:pic>
          <p:nvPicPr>
            <p:cNvPr id="54" name="図 53">
              <a:extLst>
                <a:ext uri="{FF2B5EF4-FFF2-40B4-BE49-F238E27FC236}">
                  <a16:creationId xmlns:a16="http://schemas.microsoft.com/office/drawing/2014/main" id="{91C1A54C-3068-382A-3A28-00B94FB5ADA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prstClr val="black"/>
                <a:srgbClr val="FF99FF">
                  <a:tint val="45000"/>
                  <a:satMod val="400000"/>
                </a:srgb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27745" y="1277431"/>
              <a:ext cx="871225" cy="871225"/>
            </a:xfrm>
            <a:prstGeom prst="rect">
              <a:avLst/>
            </a:prstGeom>
          </p:spPr>
        </p:pic>
        <p:sp>
          <p:nvSpPr>
            <p:cNvPr id="55" name="テキスト ボックス 54">
              <a:extLst>
                <a:ext uri="{FF2B5EF4-FFF2-40B4-BE49-F238E27FC236}">
                  <a16:creationId xmlns:a16="http://schemas.microsoft.com/office/drawing/2014/main" id="{622BD6D0-4FE4-F153-86FB-4735FE65B791}"/>
                </a:ext>
              </a:extLst>
            </p:cNvPr>
            <p:cNvSpPr txBox="1"/>
            <p:nvPr/>
          </p:nvSpPr>
          <p:spPr>
            <a:xfrm>
              <a:off x="6480352" y="1517518"/>
              <a:ext cx="22621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b="1" dirty="0">
                  <a:solidFill>
                    <a:schemeClr val="accent3"/>
                  </a:solidFill>
                </a:rPr>
                <a:t>リモートのファイル</a:t>
              </a:r>
            </a:p>
          </p:txBody>
        </p:sp>
      </p:grp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2DF8C2B3-3EEC-8CB8-CF8B-F2D2775E8507}"/>
              </a:ext>
            </a:extLst>
          </p:cNvPr>
          <p:cNvSpPr/>
          <p:nvPr/>
        </p:nvSpPr>
        <p:spPr>
          <a:xfrm>
            <a:off x="4021542" y="5329039"/>
            <a:ext cx="8042988" cy="2846945"/>
          </a:xfrm>
          <a:prstGeom prst="roundRect">
            <a:avLst/>
          </a:prstGeom>
          <a:noFill/>
          <a:ln w="38100">
            <a:solidFill>
              <a:srgbClr val="FFCCFF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ja-JP" altLang="en-US" b="1" dirty="0">
                <a:solidFill>
                  <a:srgbClr val="FF99FF"/>
                </a:solidFill>
              </a:rPr>
              <a:t>リモートリポジトリ</a:t>
            </a:r>
          </a:p>
        </p:txBody>
      </p:sp>
      <p:sp>
        <p:nvSpPr>
          <p:cNvPr id="12" name="矢印: 右 11">
            <a:extLst>
              <a:ext uri="{FF2B5EF4-FFF2-40B4-BE49-F238E27FC236}">
                <a16:creationId xmlns:a16="http://schemas.microsoft.com/office/drawing/2014/main" id="{4BFCEAAC-E466-8DE1-64D6-E58FF99701D7}"/>
              </a:ext>
            </a:extLst>
          </p:cNvPr>
          <p:cNvSpPr/>
          <p:nvPr/>
        </p:nvSpPr>
        <p:spPr>
          <a:xfrm rot="5400000">
            <a:off x="7808993" y="4617908"/>
            <a:ext cx="468086" cy="677228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1CFFE98E-2167-F736-3666-905C56FBEE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0816" y="-1422448"/>
            <a:ext cx="1080000" cy="1080000"/>
          </a:xfrm>
          <a:prstGeom prst="rect">
            <a:avLst/>
          </a:prstGeom>
        </p:spPr>
      </p:pic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6432C6F2-67DE-DAA0-42EB-B426A13807C2}"/>
              </a:ext>
            </a:extLst>
          </p:cNvPr>
          <p:cNvSpPr txBox="1"/>
          <p:nvPr/>
        </p:nvSpPr>
        <p:spPr>
          <a:xfrm>
            <a:off x="4853937" y="-1043318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b="1" dirty="0"/>
              <a:t>現在のディレクトリ</a:t>
            </a:r>
          </a:p>
        </p:txBody>
      </p:sp>
      <p:cxnSp>
        <p:nvCxnSpPr>
          <p:cNvPr id="20" name="コネクタ: カギ線 19">
            <a:extLst>
              <a:ext uri="{FF2B5EF4-FFF2-40B4-BE49-F238E27FC236}">
                <a16:creationId xmlns:a16="http://schemas.microsoft.com/office/drawing/2014/main" id="{080352DC-7D23-D027-9F6B-923170DE4E65}"/>
              </a:ext>
            </a:extLst>
          </p:cNvPr>
          <p:cNvCxnSpPr>
            <a:cxnSpLocks/>
          </p:cNvCxnSpPr>
          <p:nvPr/>
        </p:nvCxnSpPr>
        <p:spPr>
          <a:xfrm>
            <a:off x="4419224" y="-527605"/>
            <a:ext cx="1408521" cy="504000"/>
          </a:xfrm>
          <a:prstGeom prst="bentConnector3">
            <a:avLst>
              <a:gd name="adj1" fmla="val -235"/>
            </a:avLst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5" name="図 24">
            <a:extLst>
              <a:ext uri="{FF2B5EF4-FFF2-40B4-BE49-F238E27FC236}">
                <a16:creationId xmlns:a16="http://schemas.microsoft.com/office/drawing/2014/main" id="{7C5BED71-E1B5-1994-85EB-EE7F6F9F23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4926" y="-640567"/>
            <a:ext cx="1080000" cy="1080000"/>
          </a:xfrm>
          <a:prstGeom prst="rect">
            <a:avLst/>
          </a:prstGeom>
        </p:spPr>
      </p:pic>
      <p:sp>
        <p:nvSpPr>
          <p:cNvPr id="29" name="四角形: 角を丸くする 28">
            <a:extLst>
              <a:ext uri="{FF2B5EF4-FFF2-40B4-BE49-F238E27FC236}">
                <a16:creationId xmlns:a16="http://schemas.microsoft.com/office/drawing/2014/main" id="{E32BF2FC-6940-0702-2345-7078571D8CB1}"/>
              </a:ext>
            </a:extLst>
          </p:cNvPr>
          <p:cNvSpPr/>
          <p:nvPr/>
        </p:nvSpPr>
        <p:spPr>
          <a:xfrm>
            <a:off x="4030824" y="-495423"/>
            <a:ext cx="8033706" cy="5055220"/>
          </a:xfrm>
          <a:prstGeom prst="roundRect">
            <a:avLst/>
          </a:prstGeom>
          <a:noFill/>
          <a:ln w="38100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kumimoji="1" lang="ja-JP" altLang="en-US" b="1" dirty="0">
                <a:solidFill>
                  <a:srgbClr val="00B0F0"/>
                </a:solidFill>
              </a:rPr>
              <a:t>ローカルリポジトリ</a:t>
            </a: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304F70B0-7D6D-DD08-E1F1-EF51B76A688D}"/>
              </a:ext>
            </a:extLst>
          </p:cNvPr>
          <p:cNvSpPr/>
          <p:nvPr/>
        </p:nvSpPr>
        <p:spPr>
          <a:xfrm>
            <a:off x="4282751" y="1875105"/>
            <a:ext cx="5040000" cy="1943999"/>
          </a:xfrm>
          <a:prstGeom prst="roundRect">
            <a:avLst/>
          </a:prstGeom>
          <a:noFill/>
          <a:ln w="38100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 dirty="0">
              <a:solidFill>
                <a:srgbClr val="00B050"/>
              </a:solidFill>
            </a:endParaRPr>
          </a:p>
        </p:txBody>
      </p:sp>
      <p:cxnSp>
        <p:nvCxnSpPr>
          <p:cNvPr id="34" name="コネクタ: カギ線 33">
            <a:extLst>
              <a:ext uri="{FF2B5EF4-FFF2-40B4-BE49-F238E27FC236}">
                <a16:creationId xmlns:a16="http://schemas.microsoft.com/office/drawing/2014/main" id="{AD633165-13EE-28D3-E36A-72D6C1DD06BD}"/>
              </a:ext>
            </a:extLst>
          </p:cNvPr>
          <p:cNvCxnSpPr>
            <a:cxnSpLocks/>
          </p:cNvCxnSpPr>
          <p:nvPr/>
        </p:nvCxnSpPr>
        <p:spPr>
          <a:xfrm>
            <a:off x="4414384" y="-524094"/>
            <a:ext cx="1408521" cy="2772000"/>
          </a:xfrm>
          <a:prstGeom prst="bentConnector3">
            <a:avLst>
              <a:gd name="adj1" fmla="val -235"/>
            </a:avLst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四角形: 角を丸くする 35">
            <a:extLst>
              <a:ext uri="{FF2B5EF4-FFF2-40B4-BE49-F238E27FC236}">
                <a16:creationId xmlns:a16="http://schemas.microsoft.com/office/drawing/2014/main" id="{01C33183-F280-DBD4-DB8F-051B446DC659}"/>
              </a:ext>
            </a:extLst>
          </p:cNvPr>
          <p:cNvSpPr/>
          <p:nvPr/>
        </p:nvSpPr>
        <p:spPr>
          <a:xfrm>
            <a:off x="5755659" y="-385027"/>
            <a:ext cx="6240225" cy="2045020"/>
          </a:xfrm>
          <a:prstGeom prst="roundRect">
            <a:avLst/>
          </a:prstGeom>
          <a:noFill/>
          <a:ln w="38100"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3"/>
            <a:endParaRPr lang="ja-JP" altLang="en-US" b="1" dirty="0">
              <a:solidFill>
                <a:srgbClr val="FFC000"/>
              </a:solidFill>
            </a:endParaRPr>
          </a:p>
        </p:txBody>
      </p:sp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D6BD846C-1506-1019-A0D0-C578D3D866B2}"/>
              </a:ext>
            </a:extLst>
          </p:cNvPr>
          <p:cNvSpPr/>
          <p:nvPr/>
        </p:nvSpPr>
        <p:spPr>
          <a:xfrm>
            <a:off x="6897972" y="935017"/>
            <a:ext cx="1800000" cy="504000"/>
          </a:xfrm>
          <a:prstGeom prst="roundRect">
            <a:avLst/>
          </a:prstGeom>
          <a:ln w="381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>
                <a:solidFill>
                  <a:schemeClr val="accent4">
                    <a:lumMod val="75000"/>
                  </a:schemeClr>
                </a:solidFill>
              </a:rPr>
              <a:t>変更内容</a:t>
            </a:r>
          </a:p>
        </p:txBody>
      </p:sp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4344DD63-806E-2EAF-7CB8-9CFB956A614E}"/>
              </a:ext>
            </a:extLst>
          </p:cNvPr>
          <p:cNvSpPr/>
          <p:nvPr/>
        </p:nvSpPr>
        <p:spPr>
          <a:xfrm>
            <a:off x="9413773" y="935017"/>
            <a:ext cx="2376000" cy="504000"/>
          </a:xfrm>
          <a:prstGeom prst="roundRect">
            <a:avLst/>
          </a:prstGeom>
          <a:ln w="381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>
                <a:solidFill>
                  <a:schemeClr val="accent4">
                    <a:lumMod val="75000"/>
                  </a:schemeClr>
                </a:solidFill>
              </a:rPr>
              <a:t>ローカルの変更履歴</a:t>
            </a:r>
          </a:p>
        </p:txBody>
      </p:sp>
      <p:cxnSp>
        <p:nvCxnSpPr>
          <p:cNvPr id="4" name="直線矢印コネクタ 3">
            <a:extLst>
              <a:ext uri="{FF2B5EF4-FFF2-40B4-BE49-F238E27FC236}">
                <a16:creationId xmlns:a16="http://schemas.microsoft.com/office/drawing/2014/main" id="{2992BBB0-8F91-265E-90DC-FFDF91E89E73}"/>
              </a:ext>
            </a:extLst>
          </p:cNvPr>
          <p:cNvCxnSpPr>
            <a:cxnSpLocks/>
          </p:cNvCxnSpPr>
          <p:nvPr/>
        </p:nvCxnSpPr>
        <p:spPr>
          <a:xfrm flipV="1">
            <a:off x="8905249" y="1225117"/>
            <a:ext cx="360000" cy="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02FF46A2-13F7-A588-C313-6CF2DFC3B60A}"/>
              </a:ext>
            </a:extLst>
          </p:cNvPr>
          <p:cNvSpPr/>
          <p:nvPr/>
        </p:nvSpPr>
        <p:spPr>
          <a:xfrm>
            <a:off x="4759706" y="7035310"/>
            <a:ext cx="2376000" cy="504000"/>
          </a:xfrm>
          <a:prstGeom prst="roundRect">
            <a:avLst/>
          </a:prstGeom>
          <a:ln w="381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b="1" dirty="0">
                <a:solidFill>
                  <a:schemeClr val="accent4">
                    <a:lumMod val="75000"/>
                  </a:schemeClr>
                </a:solidFill>
              </a:rPr>
              <a:t>ローカルの</a:t>
            </a:r>
            <a:r>
              <a:rPr kumimoji="1" lang="ja-JP" altLang="en-US" b="1" dirty="0">
                <a:solidFill>
                  <a:schemeClr val="accent4">
                    <a:lumMod val="75000"/>
                  </a:schemeClr>
                </a:solidFill>
              </a:rPr>
              <a:t>変更履歴</a:t>
            </a:r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F68E929F-0B74-ED26-80DB-DC1EFECB14F6}"/>
              </a:ext>
            </a:extLst>
          </p:cNvPr>
          <p:cNvSpPr/>
          <p:nvPr/>
        </p:nvSpPr>
        <p:spPr>
          <a:xfrm>
            <a:off x="4759706" y="5619282"/>
            <a:ext cx="2376000" cy="504000"/>
          </a:xfrm>
          <a:prstGeom prst="roundRect">
            <a:avLst/>
          </a:prstGeom>
          <a:ln w="38100">
            <a:solidFill>
              <a:srgbClr val="7030A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>
                <a:solidFill>
                  <a:srgbClr val="7030A0"/>
                </a:solidFill>
              </a:rPr>
              <a:t>リモートの変更履歴</a:t>
            </a:r>
          </a:p>
        </p:txBody>
      </p:sp>
      <p:sp>
        <p:nvSpPr>
          <p:cNvPr id="21" name="四角形: 角を丸くする 20">
            <a:extLst>
              <a:ext uri="{FF2B5EF4-FFF2-40B4-BE49-F238E27FC236}">
                <a16:creationId xmlns:a16="http://schemas.microsoft.com/office/drawing/2014/main" id="{03980DB4-64F2-4EEB-D032-30008AB9FC98}"/>
              </a:ext>
            </a:extLst>
          </p:cNvPr>
          <p:cNvSpPr/>
          <p:nvPr/>
        </p:nvSpPr>
        <p:spPr>
          <a:xfrm>
            <a:off x="4771616" y="6269006"/>
            <a:ext cx="2376000" cy="504000"/>
          </a:xfrm>
          <a:prstGeom prst="roundRect">
            <a:avLst/>
          </a:prstGeom>
          <a:ln w="38100">
            <a:solidFill>
              <a:schemeClr val="accent3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b="1" dirty="0">
                <a:solidFill>
                  <a:schemeClr val="accent3"/>
                </a:solidFill>
              </a:rPr>
              <a:t>リモートの変更履歴</a:t>
            </a:r>
          </a:p>
        </p:txBody>
      </p:sp>
      <p:grpSp>
        <p:nvGrpSpPr>
          <p:cNvPr id="22" name="グループ化 21">
            <a:extLst>
              <a:ext uri="{FF2B5EF4-FFF2-40B4-BE49-F238E27FC236}">
                <a16:creationId xmlns:a16="http://schemas.microsoft.com/office/drawing/2014/main" id="{98A554EB-BE61-6FA3-F626-2D06CB77354C}"/>
              </a:ext>
            </a:extLst>
          </p:cNvPr>
          <p:cNvGrpSpPr/>
          <p:nvPr/>
        </p:nvGrpSpPr>
        <p:grpSpPr>
          <a:xfrm>
            <a:off x="8522218" y="5410270"/>
            <a:ext cx="2914765" cy="871225"/>
            <a:chOff x="5827745" y="1277431"/>
            <a:chExt cx="2914765" cy="871225"/>
          </a:xfrm>
        </p:grpSpPr>
        <p:pic>
          <p:nvPicPr>
            <p:cNvPr id="23" name="図 22">
              <a:extLst>
                <a:ext uri="{FF2B5EF4-FFF2-40B4-BE49-F238E27FC236}">
                  <a16:creationId xmlns:a16="http://schemas.microsoft.com/office/drawing/2014/main" id="{838FE353-EF51-3FA3-4E84-E7E65822DFA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prstClr val="black"/>
                <a:srgbClr val="FF99FF">
                  <a:tint val="45000"/>
                  <a:satMod val="400000"/>
                </a:srgb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27745" y="1277431"/>
              <a:ext cx="871225" cy="871225"/>
            </a:xfrm>
            <a:prstGeom prst="rect">
              <a:avLst/>
            </a:prstGeom>
          </p:spPr>
        </p:pic>
        <p:sp>
          <p:nvSpPr>
            <p:cNvPr id="24" name="テキスト ボックス 23">
              <a:extLst>
                <a:ext uri="{FF2B5EF4-FFF2-40B4-BE49-F238E27FC236}">
                  <a16:creationId xmlns:a16="http://schemas.microsoft.com/office/drawing/2014/main" id="{2BDD1148-A0A2-0490-F4DD-0C27EEC9DD80}"/>
                </a:ext>
              </a:extLst>
            </p:cNvPr>
            <p:cNvSpPr txBox="1"/>
            <p:nvPr/>
          </p:nvSpPr>
          <p:spPr>
            <a:xfrm>
              <a:off x="6480352" y="1517518"/>
              <a:ext cx="22621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b="1" dirty="0">
                  <a:solidFill>
                    <a:srgbClr val="7030A0"/>
                  </a:solidFill>
                </a:rPr>
                <a:t>リモートのファイル</a:t>
              </a:r>
            </a:p>
          </p:txBody>
        </p:sp>
      </p:grpSp>
      <p:grpSp>
        <p:nvGrpSpPr>
          <p:cNvPr id="26" name="グループ化 25">
            <a:extLst>
              <a:ext uri="{FF2B5EF4-FFF2-40B4-BE49-F238E27FC236}">
                <a16:creationId xmlns:a16="http://schemas.microsoft.com/office/drawing/2014/main" id="{416DB64A-557B-B0F4-F187-489B322EC5D6}"/>
              </a:ext>
            </a:extLst>
          </p:cNvPr>
          <p:cNvGrpSpPr/>
          <p:nvPr/>
        </p:nvGrpSpPr>
        <p:grpSpPr>
          <a:xfrm>
            <a:off x="8522218" y="6105537"/>
            <a:ext cx="2914765" cy="871225"/>
            <a:chOff x="5827745" y="1277431"/>
            <a:chExt cx="2914765" cy="871225"/>
          </a:xfrm>
        </p:grpSpPr>
        <p:pic>
          <p:nvPicPr>
            <p:cNvPr id="27" name="図 26">
              <a:extLst>
                <a:ext uri="{FF2B5EF4-FFF2-40B4-BE49-F238E27FC236}">
                  <a16:creationId xmlns:a16="http://schemas.microsoft.com/office/drawing/2014/main" id="{7A6835B2-CDAD-99AE-5945-0BD729A94B0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prstClr val="black"/>
                <a:srgbClr val="FF99FF">
                  <a:tint val="45000"/>
                  <a:satMod val="400000"/>
                </a:srgb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27745" y="1277431"/>
              <a:ext cx="871225" cy="871225"/>
            </a:xfrm>
            <a:prstGeom prst="rect">
              <a:avLst/>
            </a:prstGeom>
          </p:spPr>
        </p:pic>
        <p:sp>
          <p:nvSpPr>
            <p:cNvPr id="28" name="テキスト ボックス 27">
              <a:extLst>
                <a:ext uri="{FF2B5EF4-FFF2-40B4-BE49-F238E27FC236}">
                  <a16:creationId xmlns:a16="http://schemas.microsoft.com/office/drawing/2014/main" id="{2DBC427E-FBCB-819B-EC08-00FD6E743985}"/>
                </a:ext>
              </a:extLst>
            </p:cNvPr>
            <p:cNvSpPr txBox="1"/>
            <p:nvPr/>
          </p:nvSpPr>
          <p:spPr>
            <a:xfrm>
              <a:off x="6480352" y="1517518"/>
              <a:ext cx="22621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b="1" dirty="0">
                  <a:solidFill>
                    <a:schemeClr val="accent3"/>
                  </a:solidFill>
                </a:rPr>
                <a:t>リモートのファイル</a:t>
              </a:r>
            </a:p>
          </p:txBody>
        </p:sp>
      </p:grpSp>
      <p:grpSp>
        <p:nvGrpSpPr>
          <p:cNvPr id="30" name="グループ化 29">
            <a:extLst>
              <a:ext uri="{FF2B5EF4-FFF2-40B4-BE49-F238E27FC236}">
                <a16:creationId xmlns:a16="http://schemas.microsoft.com/office/drawing/2014/main" id="{3B10FD66-9F59-A461-17F9-C9C31CD7033D}"/>
              </a:ext>
            </a:extLst>
          </p:cNvPr>
          <p:cNvGrpSpPr/>
          <p:nvPr/>
        </p:nvGrpSpPr>
        <p:grpSpPr>
          <a:xfrm>
            <a:off x="8522218" y="6901211"/>
            <a:ext cx="2914765" cy="871225"/>
            <a:chOff x="5827745" y="1277431"/>
            <a:chExt cx="2914765" cy="871225"/>
          </a:xfrm>
        </p:grpSpPr>
        <p:pic>
          <p:nvPicPr>
            <p:cNvPr id="32" name="図 31">
              <a:extLst>
                <a:ext uri="{FF2B5EF4-FFF2-40B4-BE49-F238E27FC236}">
                  <a16:creationId xmlns:a16="http://schemas.microsoft.com/office/drawing/2014/main" id="{B9045886-CED3-1FD2-79C2-6816690D40A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prstClr val="black"/>
                <a:srgbClr val="FF99FF">
                  <a:tint val="45000"/>
                  <a:satMod val="400000"/>
                </a:srgb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27745" y="1277431"/>
              <a:ext cx="871225" cy="871225"/>
            </a:xfrm>
            <a:prstGeom prst="rect">
              <a:avLst/>
            </a:prstGeom>
          </p:spPr>
        </p:pic>
        <p:sp>
          <p:nvSpPr>
            <p:cNvPr id="33" name="テキスト ボックス 32">
              <a:extLst>
                <a:ext uri="{FF2B5EF4-FFF2-40B4-BE49-F238E27FC236}">
                  <a16:creationId xmlns:a16="http://schemas.microsoft.com/office/drawing/2014/main" id="{758D228C-83CC-25D2-2ECE-A11B7A6FF25B}"/>
                </a:ext>
              </a:extLst>
            </p:cNvPr>
            <p:cNvSpPr txBox="1"/>
            <p:nvPr/>
          </p:nvSpPr>
          <p:spPr>
            <a:xfrm>
              <a:off x="6480352" y="1517518"/>
              <a:ext cx="22621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b="1" dirty="0">
                  <a:solidFill>
                    <a:schemeClr val="accent4">
                      <a:lumMod val="75000"/>
                    </a:schemeClr>
                  </a:solidFill>
                </a:rPr>
                <a:t>ローカル</a:t>
              </a:r>
              <a:r>
                <a:rPr kumimoji="1" lang="ja-JP" altLang="en-US" b="1" dirty="0">
                  <a:solidFill>
                    <a:schemeClr val="accent4">
                      <a:lumMod val="75000"/>
                    </a:schemeClr>
                  </a:solidFill>
                </a:rPr>
                <a:t>のファイル</a:t>
              </a:r>
            </a:p>
          </p:txBody>
        </p:sp>
      </p:grpSp>
      <p:grpSp>
        <p:nvGrpSpPr>
          <p:cNvPr id="35" name="グループ化 34">
            <a:extLst>
              <a:ext uri="{FF2B5EF4-FFF2-40B4-BE49-F238E27FC236}">
                <a16:creationId xmlns:a16="http://schemas.microsoft.com/office/drawing/2014/main" id="{6E19BBB2-F80A-1A99-86DB-95056134D118}"/>
              </a:ext>
            </a:extLst>
          </p:cNvPr>
          <p:cNvGrpSpPr/>
          <p:nvPr/>
        </p:nvGrpSpPr>
        <p:grpSpPr>
          <a:xfrm>
            <a:off x="5827626" y="3062286"/>
            <a:ext cx="2914765" cy="871225"/>
            <a:chOff x="5827745" y="1277431"/>
            <a:chExt cx="2914765" cy="871225"/>
          </a:xfrm>
        </p:grpSpPr>
        <p:pic>
          <p:nvPicPr>
            <p:cNvPr id="44" name="図 43">
              <a:extLst>
                <a:ext uri="{FF2B5EF4-FFF2-40B4-BE49-F238E27FC236}">
                  <a16:creationId xmlns:a16="http://schemas.microsoft.com/office/drawing/2014/main" id="{03D56746-806D-93EE-4599-76918C56B7B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prstClr val="black"/>
                <a:srgbClr val="FF99FF">
                  <a:tint val="45000"/>
                  <a:satMod val="400000"/>
                </a:srgb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27745" y="1277431"/>
              <a:ext cx="871225" cy="871225"/>
            </a:xfrm>
            <a:prstGeom prst="rect">
              <a:avLst/>
            </a:prstGeom>
          </p:spPr>
        </p:pic>
        <p:sp>
          <p:nvSpPr>
            <p:cNvPr id="47" name="テキスト ボックス 46">
              <a:extLst>
                <a:ext uri="{FF2B5EF4-FFF2-40B4-BE49-F238E27FC236}">
                  <a16:creationId xmlns:a16="http://schemas.microsoft.com/office/drawing/2014/main" id="{6A92239C-46A3-ABFF-9256-A3ED4C3DCFD1}"/>
                </a:ext>
              </a:extLst>
            </p:cNvPr>
            <p:cNvSpPr txBox="1"/>
            <p:nvPr/>
          </p:nvSpPr>
          <p:spPr>
            <a:xfrm>
              <a:off x="6480352" y="1517518"/>
              <a:ext cx="22621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b="1" dirty="0">
                  <a:solidFill>
                    <a:schemeClr val="accent4">
                      <a:lumMod val="75000"/>
                    </a:schemeClr>
                  </a:solidFill>
                </a:rPr>
                <a:t>ローカル</a:t>
              </a:r>
              <a:r>
                <a:rPr kumimoji="1" lang="ja-JP" altLang="en-US" b="1" dirty="0">
                  <a:solidFill>
                    <a:schemeClr val="accent4">
                      <a:lumMod val="75000"/>
                    </a:schemeClr>
                  </a:solidFill>
                </a:rPr>
                <a:t>のファイル</a:t>
              </a:r>
            </a:p>
          </p:txBody>
        </p:sp>
      </p:grpSp>
      <p:sp>
        <p:nvSpPr>
          <p:cNvPr id="48" name="四角形: 角を丸くする 47">
            <a:extLst>
              <a:ext uri="{FF2B5EF4-FFF2-40B4-BE49-F238E27FC236}">
                <a16:creationId xmlns:a16="http://schemas.microsoft.com/office/drawing/2014/main" id="{638892C2-30C0-C1A1-3275-A35CC3146650}"/>
              </a:ext>
            </a:extLst>
          </p:cNvPr>
          <p:cNvSpPr/>
          <p:nvPr/>
        </p:nvSpPr>
        <p:spPr>
          <a:xfrm>
            <a:off x="6913587" y="-324447"/>
            <a:ext cx="2376000" cy="504000"/>
          </a:xfrm>
          <a:prstGeom prst="roundRect">
            <a:avLst/>
          </a:prstGeom>
          <a:ln w="38100">
            <a:solidFill>
              <a:srgbClr val="7030A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>
                <a:solidFill>
                  <a:srgbClr val="7030A0"/>
                </a:solidFill>
              </a:rPr>
              <a:t>リモートの変更履歴</a:t>
            </a:r>
          </a:p>
        </p:txBody>
      </p:sp>
      <p:sp>
        <p:nvSpPr>
          <p:cNvPr id="49" name="四角形: 角を丸くする 48">
            <a:extLst>
              <a:ext uri="{FF2B5EF4-FFF2-40B4-BE49-F238E27FC236}">
                <a16:creationId xmlns:a16="http://schemas.microsoft.com/office/drawing/2014/main" id="{2E75C251-E6E7-3318-4C18-643F530D74DF}"/>
              </a:ext>
            </a:extLst>
          </p:cNvPr>
          <p:cNvSpPr/>
          <p:nvPr/>
        </p:nvSpPr>
        <p:spPr>
          <a:xfrm>
            <a:off x="6913587" y="312388"/>
            <a:ext cx="2376000" cy="504000"/>
          </a:xfrm>
          <a:prstGeom prst="roundRect">
            <a:avLst/>
          </a:prstGeom>
          <a:ln w="38100">
            <a:solidFill>
              <a:schemeClr val="accent3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b="1" dirty="0">
                <a:solidFill>
                  <a:schemeClr val="accent3"/>
                </a:solidFill>
              </a:rPr>
              <a:t>リモートの変更履歴</a:t>
            </a:r>
          </a:p>
        </p:txBody>
      </p:sp>
      <p:grpSp>
        <p:nvGrpSpPr>
          <p:cNvPr id="56" name="グループ化 55">
            <a:extLst>
              <a:ext uri="{FF2B5EF4-FFF2-40B4-BE49-F238E27FC236}">
                <a16:creationId xmlns:a16="http://schemas.microsoft.com/office/drawing/2014/main" id="{A7903635-FAEA-E202-C399-95CBB0D0382C}"/>
              </a:ext>
            </a:extLst>
          </p:cNvPr>
          <p:cNvGrpSpPr/>
          <p:nvPr/>
        </p:nvGrpSpPr>
        <p:grpSpPr>
          <a:xfrm>
            <a:off x="5827626" y="1833635"/>
            <a:ext cx="2914765" cy="871225"/>
            <a:chOff x="5827745" y="1554235"/>
            <a:chExt cx="2914765" cy="871225"/>
          </a:xfrm>
        </p:grpSpPr>
        <p:pic>
          <p:nvPicPr>
            <p:cNvPr id="50" name="図 49">
              <a:extLst>
                <a:ext uri="{FF2B5EF4-FFF2-40B4-BE49-F238E27FC236}">
                  <a16:creationId xmlns:a16="http://schemas.microsoft.com/office/drawing/2014/main" id="{DBEBC21A-4355-9000-E2A2-E214486C266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prstClr val="black"/>
                <a:srgbClr val="FF99FF">
                  <a:tint val="45000"/>
                  <a:satMod val="400000"/>
                </a:srgb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27745" y="1554235"/>
              <a:ext cx="871225" cy="871225"/>
            </a:xfrm>
            <a:prstGeom prst="rect">
              <a:avLst/>
            </a:prstGeom>
          </p:spPr>
        </p:pic>
        <p:sp>
          <p:nvSpPr>
            <p:cNvPr id="52" name="テキスト ボックス 51">
              <a:extLst>
                <a:ext uri="{FF2B5EF4-FFF2-40B4-BE49-F238E27FC236}">
                  <a16:creationId xmlns:a16="http://schemas.microsoft.com/office/drawing/2014/main" id="{49FE4A17-6323-2186-E1E2-FAA6E48CBEFA}"/>
                </a:ext>
              </a:extLst>
            </p:cNvPr>
            <p:cNvSpPr txBox="1"/>
            <p:nvPr/>
          </p:nvSpPr>
          <p:spPr>
            <a:xfrm>
              <a:off x="6480352" y="1794322"/>
              <a:ext cx="22621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b="1" dirty="0">
                  <a:solidFill>
                    <a:srgbClr val="7030A0"/>
                  </a:solidFill>
                </a:rPr>
                <a:t>リモートのファイル</a:t>
              </a:r>
            </a:p>
          </p:txBody>
        </p:sp>
      </p:grpSp>
      <p:cxnSp>
        <p:nvCxnSpPr>
          <p:cNvPr id="57" name="コネクタ: カギ線 56">
            <a:extLst>
              <a:ext uri="{FF2B5EF4-FFF2-40B4-BE49-F238E27FC236}">
                <a16:creationId xmlns:a16="http://schemas.microsoft.com/office/drawing/2014/main" id="{BCDD70E8-5AC4-2EA2-B049-257B76C43A19}"/>
              </a:ext>
            </a:extLst>
          </p:cNvPr>
          <p:cNvCxnSpPr>
            <a:cxnSpLocks/>
          </p:cNvCxnSpPr>
          <p:nvPr/>
        </p:nvCxnSpPr>
        <p:spPr>
          <a:xfrm>
            <a:off x="4425844" y="98872"/>
            <a:ext cx="1408521" cy="2772000"/>
          </a:xfrm>
          <a:prstGeom prst="bentConnector3">
            <a:avLst>
              <a:gd name="adj1" fmla="val -235"/>
            </a:avLst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コネクタ: カギ線 57">
            <a:extLst>
              <a:ext uri="{FF2B5EF4-FFF2-40B4-BE49-F238E27FC236}">
                <a16:creationId xmlns:a16="http://schemas.microsoft.com/office/drawing/2014/main" id="{B12128C5-CDFF-67C5-92AF-B2B36C048DE5}"/>
              </a:ext>
            </a:extLst>
          </p:cNvPr>
          <p:cNvCxnSpPr>
            <a:cxnSpLocks/>
          </p:cNvCxnSpPr>
          <p:nvPr/>
        </p:nvCxnSpPr>
        <p:spPr>
          <a:xfrm>
            <a:off x="4425844" y="719680"/>
            <a:ext cx="1408521" cy="2772000"/>
          </a:xfrm>
          <a:prstGeom prst="bentConnector3">
            <a:avLst>
              <a:gd name="adj1" fmla="val -235"/>
            </a:avLst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430300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622F75-4ECD-14C8-AAAF-0A0230FFAF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817684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8EF3CB-4EC7-3969-7D3F-34E3C6BC39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楕円 2">
            <a:extLst>
              <a:ext uri="{FF2B5EF4-FFF2-40B4-BE49-F238E27FC236}">
                <a16:creationId xmlns:a16="http://schemas.microsoft.com/office/drawing/2014/main" id="{2CA9C9E2-D33D-AD86-D027-536E809BB498}"/>
              </a:ext>
            </a:extLst>
          </p:cNvPr>
          <p:cNvSpPr/>
          <p:nvPr/>
        </p:nvSpPr>
        <p:spPr>
          <a:xfrm flipV="1">
            <a:off x="3302000" y="1612900"/>
            <a:ext cx="720000" cy="720000"/>
          </a:xfrm>
          <a:prstGeom prst="ellipse">
            <a:avLst/>
          </a:prstGeom>
          <a:noFill/>
          <a:ln w="38100"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4" name="楕円 3">
            <a:extLst>
              <a:ext uri="{FF2B5EF4-FFF2-40B4-BE49-F238E27FC236}">
                <a16:creationId xmlns:a16="http://schemas.microsoft.com/office/drawing/2014/main" id="{D5289148-C8F6-2EA0-37A7-D13A2BDB143A}"/>
              </a:ext>
            </a:extLst>
          </p:cNvPr>
          <p:cNvSpPr/>
          <p:nvPr/>
        </p:nvSpPr>
        <p:spPr>
          <a:xfrm flipV="1">
            <a:off x="5028949" y="1612900"/>
            <a:ext cx="720000" cy="720000"/>
          </a:xfrm>
          <a:prstGeom prst="ellipse">
            <a:avLst/>
          </a:prstGeom>
          <a:noFill/>
          <a:ln w="38100"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A3E2545A-CFA6-D462-4231-25055EBAADE8}"/>
              </a:ext>
            </a:extLst>
          </p:cNvPr>
          <p:cNvSpPr/>
          <p:nvPr/>
        </p:nvSpPr>
        <p:spPr>
          <a:xfrm flipV="1">
            <a:off x="3302000" y="3429000"/>
            <a:ext cx="720000" cy="720000"/>
          </a:xfrm>
          <a:prstGeom prst="ellipse">
            <a:avLst/>
          </a:prstGeom>
          <a:noFill/>
          <a:ln w="38100"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cxnSp>
        <p:nvCxnSpPr>
          <p:cNvPr id="9" name="コネクタ: 曲線 8">
            <a:extLst>
              <a:ext uri="{FF2B5EF4-FFF2-40B4-BE49-F238E27FC236}">
                <a16:creationId xmlns:a16="http://schemas.microsoft.com/office/drawing/2014/main" id="{175541DF-82AB-6589-7A7B-0ABAB05B12CD}"/>
              </a:ext>
            </a:extLst>
          </p:cNvPr>
          <p:cNvCxnSpPr>
            <a:cxnSpLocks/>
            <a:stCxn id="4" idx="0"/>
            <a:endCxn id="5" idx="4"/>
          </p:cNvCxnSpPr>
          <p:nvPr/>
        </p:nvCxnSpPr>
        <p:spPr>
          <a:xfrm rot="5400000">
            <a:off x="3977425" y="2017476"/>
            <a:ext cx="1096100" cy="1726949"/>
          </a:xfrm>
          <a:prstGeom prst="curvedConnector3">
            <a:avLst>
              <a:gd name="adj1" fmla="val 50000"/>
            </a:avLst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C6073FAA-7DA9-F4A7-C441-44FC0B1DA6F4}"/>
              </a:ext>
            </a:extLst>
          </p:cNvPr>
          <p:cNvCxnSpPr>
            <a:cxnSpLocks/>
          </p:cNvCxnSpPr>
          <p:nvPr/>
        </p:nvCxnSpPr>
        <p:spPr>
          <a:xfrm flipV="1">
            <a:off x="3662000" y="2332900"/>
            <a:ext cx="0" cy="109610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949338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429E5F-B17D-1966-DF33-ECC586158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1" name="直線コネクタ 40">
            <a:extLst>
              <a:ext uri="{FF2B5EF4-FFF2-40B4-BE49-F238E27FC236}">
                <a16:creationId xmlns:a16="http://schemas.microsoft.com/office/drawing/2014/main" id="{B5DCFB14-1515-83C3-81A2-92D557BDB3C9}"/>
              </a:ext>
            </a:extLst>
          </p:cNvPr>
          <p:cNvCxnSpPr>
            <a:cxnSpLocks/>
          </p:cNvCxnSpPr>
          <p:nvPr/>
        </p:nvCxnSpPr>
        <p:spPr>
          <a:xfrm>
            <a:off x="1816100" y="2569018"/>
            <a:ext cx="900000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コネクタ 37">
            <a:extLst>
              <a:ext uri="{FF2B5EF4-FFF2-40B4-BE49-F238E27FC236}">
                <a16:creationId xmlns:a16="http://schemas.microsoft.com/office/drawing/2014/main" id="{8B9D34F1-391B-A971-EA94-6DC6BE641410}"/>
              </a:ext>
            </a:extLst>
          </p:cNvPr>
          <p:cNvCxnSpPr>
            <a:cxnSpLocks/>
          </p:cNvCxnSpPr>
          <p:nvPr/>
        </p:nvCxnSpPr>
        <p:spPr>
          <a:xfrm>
            <a:off x="1816100" y="909468"/>
            <a:ext cx="900000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楕円 7">
            <a:extLst>
              <a:ext uri="{FF2B5EF4-FFF2-40B4-BE49-F238E27FC236}">
                <a16:creationId xmlns:a16="http://schemas.microsoft.com/office/drawing/2014/main" id="{67FD2B15-46D3-C974-3518-A3408069486F}"/>
              </a:ext>
            </a:extLst>
          </p:cNvPr>
          <p:cNvSpPr/>
          <p:nvPr/>
        </p:nvSpPr>
        <p:spPr>
          <a:xfrm>
            <a:off x="5436599" y="2217568"/>
            <a:ext cx="720000" cy="720000"/>
          </a:xfrm>
          <a:prstGeom prst="ellipse">
            <a:avLst/>
          </a:prstGeom>
          <a:solidFill>
            <a:schemeClr val="bg1"/>
          </a:solidFill>
          <a:ln w="38100"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A1</a:t>
            </a:r>
          </a:p>
        </p:txBody>
      </p:sp>
      <p:sp>
        <p:nvSpPr>
          <p:cNvPr id="9" name="楕円 8">
            <a:extLst>
              <a:ext uri="{FF2B5EF4-FFF2-40B4-BE49-F238E27FC236}">
                <a16:creationId xmlns:a16="http://schemas.microsoft.com/office/drawing/2014/main" id="{0B530ED3-D834-8B6C-E524-48A9DB677004}"/>
              </a:ext>
            </a:extLst>
          </p:cNvPr>
          <p:cNvSpPr/>
          <p:nvPr/>
        </p:nvSpPr>
        <p:spPr>
          <a:xfrm>
            <a:off x="3332358" y="549468"/>
            <a:ext cx="720000" cy="720000"/>
          </a:xfrm>
          <a:prstGeom prst="ellipse">
            <a:avLst/>
          </a:prstGeom>
          <a:solidFill>
            <a:schemeClr val="bg1"/>
          </a:solidFill>
          <a:ln w="38100"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b="1" dirty="0">
                <a:solidFill>
                  <a:schemeClr val="tx1"/>
                </a:solidFill>
              </a:rPr>
              <a:t>M1</a:t>
            </a:r>
            <a:endParaRPr lang="ja-JP" altLang="en-US" sz="1600" b="1" dirty="0">
              <a:solidFill>
                <a:schemeClr val="tx1"/>
              </a:solidFill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0CB003D6-8D62-B4B4-D323-8F88E8FDA5D1}"/>
              </a:ext>
            </a:extLst>
          </p:cNvPr>
          <p:cNvSpPr txBox="1"/>
          <p:nvPr/>
        </p:nvSpPr>
        <p:spPr>
          <a:xfrm>
            <a:off x="945493" y="724802"/>
            <a:ext cx="7377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b="1" dirty="0"/>
              <a:t>main</a:t>
            </a:r>
            <a:endParaRPr kumimoji="1" lang="ja-JP" altLang="en-US" b="1" dirty="0"/>
          </a:p>
        </p:txBody>
      </p: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87F87225-3941-ED4A-16D6-DC0344DB06E7}"/>
              </a:ext>
            </a:extLst>
          </p:cNvPr>
          <p:cNvCxnSpPr>
            <a:cxnSpLocks/>
            <a:stCxn id="9" idx="4"/>
            <a:endCxn id="8" idx="2"/>
          </p:cNvCxnSpPr>
          <p:nvPr/>
        </p:nvCxnSpPr>
        <p:spPr>
          <a:xfrm>
            <a:off x="3692358" y="1269468"/>
            <a:ext cx="1744241" cy="130810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直線矢印コネクタ 18">
            <a:extLst>
              <a:ext uri="{FF2B5EF4-FFF2-40B4-BE49-F238E27FC236}">
                <a16:creationId xmlns:a16="http://schemas.microsoft.com/office/drawing/2014/main" id="{B8C09803-0DA9-A983-A2E0-2E9AF3D4C160}"/>
              </a:ext>
            </a:extLst>
          </p:cNvPr>
          <p:cNvCxnSpPr>
            <a:cxnSpLocks/>
            <a:endCxn id="9" idx="2"/>
          </p:cNvCxnSpPr>
          <p:nvPr/>
        </p:nvCxnSpPr>
        <p:spPr>
          <a:xfrm>
            <a:off x="2202058" y="900136"/>
            <a:ext cx="1130300" cy="933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楕円 25">
            <a:extLst>
              <a:ext uri="{FF2B5EF4-FFF2-40B4-BE49-F238E27FC236}">
                <a16:creationId xmlns:a16="http://schemas.microsoft.com/office/drawing/2014/main" id="{03AD53BB-5A5C-D87F-5CD8-E14FBB0E06E8}"/>
              </a:ext>
            </a:extLst>
          </p:cNvPr>
          <p:cNvSpPr/>
          <p:nvPr/>
        </p:nvSpPr>
        <p:spPr>
          <a:xfrm>
            <a:off x="7621999" y="2217568"/>
            <a:ext cx="720000" cy="720000"/>
          </a:xfrm>
          <a:prstGeom prst="ellipse">
            <a:avLst/>
          </a:prstGeom>
          <a:solidFill>
            <a:schemeClr val="bg1"/>
          </a:solidFill>
          <a:ln w="38100"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b="1" dirty="0">
                <a:solidFill>
                  <a:schemeClr val="tx1"/>
                </a:solidFill>
              </a:rPr>
              <a:t>A2</a:t>
            </a:r>
            <a:endParaRPr lang="ja-JP" altLang="en-US" sz="1600" b="1" dirty="0">
              <a:solidFill>
                <a:schemeClr val="tx1"/>
              </a:solidFill>
            </a:endParaRPr>
          </a:p>
        </p:txBody>
      </p:sp>
      <p:cxnSp>
        <p:nvCxnSpPr>
          <p:cNvPr id="27" name="直線矢印コネクタ 26">
            <a:extLst>
              <a:ext uri="{FF2B5EF4-FFF2-40B4-BE49-F238E27FC236}">
                <a16:creationId xmlns:a16="http://schemas.microsoft.com/office/drawing/2014/main" id="{810CA3ED-4E4A-0D81-9867-6A1FABF5A46E}"/>
              </a:ext>
            </a:extLst>
          </p:cNvPr>
          <p:cNvCxnSpPr>
            <a:cxnSpLocks/>
          </p:cNvCxnSpPr>
          <p:nvPr/>
        </p:nvCxnSpPr>
        <p:spPr>
          <a:xfrm flipV="1">
            <a:off x="6181999" y="2577568"/>
            <a:ext cx="144000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E83CF51F-DB58-2198-50A9-E2721BF6337B}"/>
              </a:ext>
            </a:extLst>
          </p:cNvPr>
          <p:cNvSpPr txBox="1"/>
          <p:nvPr/>
        </p:nvSpPr>
        <p:spPr>
          <a:xfrm>
            <a:off x="774773" y="2392902"/>
            <a:ext cx="11865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b="1" dirty="0" err="1"/>
              <a:t>branchA</a:t>
            </a:r>
            <a:r>
              <a:rPr lang="en-US" altLang="ja-JP" b="1" dirty="0"/>
              <a:t> </a:t>
            </a:r>
            <a:endParaRPr kumimoji="1" lang="ja-JP" altLang="en-US" b="1" dirty="0"/>
          </a:p>
        </p:txBody>
      </p:sp>
      <p:cxnSp>
        <p:nvCxnSpPr>
          <p:cNvPr id="44" name="直線コネクタ 43">
            <a:extLst>
              <a:ext uri="{FF2B5EF4-FFF2-40B4-BE49-F238E27FC236}">
                <a16:creationId xmlns:a16="http://schemas.microsoft.com/office/drawing/2014/main" id="{94851252-61B8-61F5-B064-CFAC26EE438A}"/>
              </a:ext>
            </a:extLst>
          </p:cNvPr>
          <p:cNvCxnSpPr>
            <a:cxnSpLocks/>
          </p:cNvCxnSpPr>
          <p:nvPr/>
        </p:nvCxnSpPr>
        <p:spPr>
          <a:xfrm>
            <a:off x="1816100" y="4228568"/>
            <a:ext cx="900000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楕円 44">
            <a:extLst>
              <a:ext uri="{FF2B5EF4-FFF2-40B4-BE49-F238E27FC236}">
                <a16:creationId xmlns:a16="http://schemas.microsoft.com/office/drawing/2014/main" id="{043C9DDD-3592-CB6A-46CF-2883148DACEB}"/>
              </a:ext>
            </a:extLst>
          </p:cNvPr>
          <p:cNvSpPr/>
          <p:nvPr/>
        </p:nvSpPr>
        <p:spPr>
          <a:xfrm>
            <a:off x="5436599" y="3868568"/>
            <a:ext cx="720000" cy="720000"/>
          </a:xfrm>
          <a:prstGeom prst="ellipse">
            <a:avLst/>
          </a:prstGeom>
          <a:solidFill>
            <a:schemeClr val="bg1"/>
          </a:solidFill>
          <a:ln w="38100"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X1</a:t>
            </a:r>
          </a:p>
        </p:txBody>
      </p:sp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2DBF2575-29B0-7E24-2B21-549AC0869B4B}"/>
              </a:ext>
            </a:extLst>
          </p:cNvPr>
          <p:cNvSpPr txBox="1"/>
          <p:nvPr/>
        </p:nvSpPr>
        <p:spPr>
          <a:xfrm>
            <a:off x="774773" y="4043902"/>
            <a:ext cx="1120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b="1" dirty="0" err="1"/>
              <a:t>branchX</a:t>
            </a:r>
            <a:endParaRPr lang="ja-JP" altLang="en-US" b="1" dirty="0"/>
          </a:p>
        </p:txBody>
      </p:sp>
      <p:cxnSp>
        <p:nvCxnSpPr>
          <p:cNvPr id="49" name="直線矢印コネクタ 48">
            <a:extLst>
              <a:ext uri="{FF2B5EF4-FFF2-40B4-BE49-F238E27FC236}">
                <a16:creationId xmlns:a16="http://schemas.microsoft.com/office/drawing/2014/main" id="{C3E79ED0-3C11-15F3-69AE-9BA5EF6B6DB5}"/>
              </a:ext>
            </a:extLst>
          </p:cNvPr>
          <p:cNvCxnSpPr>
            <a:cxnSpLocks/>
            <a:stCxn id="9" idx="4"/>
            <a:endCxn id="45" idx="2"/>
          </p:cNvCxnSpPr>
          <p:nvPr/>
        </p:nvCxnSpPr>
        <p:spPr>
          <a:xfrm>
            <a:off x="3692358" y="1269468"/>
            <a:ext cx="1744241" cy="295910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233281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711B58-FCD1-4600-6BCF-BBB7293D1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図 13">
            <a:extLst>
              <a:ext uri="{FF2B5EF4-FFF2-40B4-BE49-F238E27FC236}">
                <a16:creationId xmlns:a16="http://schemas.microsoft.com/office/drawing/2014/main" id="{28DD81DA-9A17-929F-1C69-31225BFD1C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0816" y="2298652"/>
            <a:ext cx="1080000" cy="1080000"/>
          </a:xfrm>
          <a:prstGeom prst="rect">
            <a:avLst/>
          </a:prstGeom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9CF27B9C-2604-B2D3-D018-0D86D81B7F73}"/>
              </a:ext>
            </a:extLst>
          </p:cNvPr>
          <p:cNvSpPr txBox="1"/>
          <p:nvPr/>
        </p:nvSpPr>
        <p:spPr>
          <a:xfrm>
            <a:off x="4853937" y="2677782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b="1" dirty="0"/>
              <a:t>現在のディレクトリ</a:t>
            </a:r>
          </a:p>
        </p:txBody>
      </p:sp>
      <p:cxnSp>
        <p:nvCxnSpPr>
          <p:cNvPr id="18" name="コネクタ: カギ線 17">
            <a:extLst>
              <a:ext uri="{FF2B5EF4-FFF2-40B4-BE49-F238E27FC236}">
                <a16:creationId xmlns:a16="http://schemas.microsoft.com/office/drawing/2014/main" id="{B10EB6E0-D7B7-BB68-9EFE-2E3DDCE53A95}"/>
              </a:ext>
            </a:extLst>
          </p:cNvPr>
          <p:cNvCxnSpPr>
            <a:cxnSpLocks/>
          </p:cNvCxnSpPr>
          <p:nvPr/>
        </p:nvCxnSpPr>
        <p:spPr>
          <a:xfrm>
            <a:off x="4419224" y="3193495"/>
            <a:ext cx="1408521" cy="504000"/>
          </a:xfrm>
          <a:prstGeom prst="bentConnector3">
            <a:avLst>
              <a:gd name="adj1" fmla="val -235"/>
            </a:avLst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3" name="図 22">
            <a:extLst>
              <a:ext uri="{FF2B5EF4-FFF2-40B4-BE49-F238E27FC236}">
                <a16:creationId xmlns:a16="http://schemas.microsoft.com/office/drawing/2014/main" id="{05044BF6-FD6B-F00C-37B5-C6A617D57F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4926" y="3080533"/>
            <a:ext cx="1080000" cy="1080000"/>
          </a:xfrm>
          <a:prstGeom prst="rect">
            <a:avLst/>
          </a:prstGeom>
        </p:spPr>
      </p:pic>
      <p:sp>
        <p:nvSpPr>
          <p:cNvPr id="24" name="四角形: 角を丸くする 23">
            <a:extLst>
              <a:ext uri="{FF2B5EF4-FFF2-40B4-BE49-F238E27FC236}">
                <a16:creationId xmlns:a16="http://schemas.microsoft.com/office/drawing/2014/main" id="{119FEC79-8775-4C4C-AA4B-A7F0D9150785}"/>
              </a:ext>
            </a:extLst>
          </p:cNvPr>
          <p:cNvSpPr/>
          <p:nvPr/>
        </p:nvSpPr>
        <p:spPr>
          <a:xfrm>
            <a:off x="4030824" y="3225677"/>
            <a:ext cx="8042988" cy="2454703"/>
          </a:xfrm>
          <a:prstGeom prst="roundRect">
            <a:avLst/>
          </a:prstGeom>
          <a:noFill/>
          <a:ln w="38100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ja-JP" altLang="en-US" b="1" dirty="0">
                <a:solidFill>
                  <a:srgbClr val="00B0F0"/>
                </a:solidFill>
              </a:rPr>
              <a:t>ローカルリポジトリ</a:t>
            </a:r>
            <a:endParaRPr kumimoji="1" lang="ja-JP" altLang="en-US" dirty="0"/>
          </a:p>
        </p:txBody>
      </p:sp>
      <p:sp>
        <p:nvSpPr>
          <p:cNvPr id="27" name="四角形: 角を丸くする 26">
            <a:extLst>
              <a:ext uri="{FF2B5EF4-FFF2-40B4-BE49-F238E27FC236}">
                <a16:creationId xmlns:a16="http://schemas.microsoft.com/office/drawing/2014/main" id="{95D72625-1421-5BCE-35C1-E471DBF33B67}"/>
              </a:ext>
            </a:extLst>
          </p:cNvPr>
          <p:cNvSpPr/>
          <p:nvPr/>
        </p:nvSpPr>
        <p:spPr>
          <a:xfrm>
            <a:off x="4282751" y="4137966"/>
            <a:ext cx="5040000" cy="720000"/>
          </a:xfrm>
          <a:prstGeom prst="roundRect">
            <a:avLst/>
          </a:prstGeom>
          <a:noFill/>
          <a:ln w="38100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>
                <a:solidFill>
                  <a:srgbClr val="00B050"/>
                </a:solidFill>
              </a:rPr>
              <a:t>ワーキングツリー</a:t>
            </a:r>
          </a:p>
        </p:txBody>
      </p:sp>
      <p:cxnSp>
        <p:nvCxnSpPr>
          <p:cNvPr id="28" name="コネクタ: カギ線 27">
            <a:extLst>
              <a:ext uri="{FF2B5EF4-FFF2-40B4-BE49-F238E27FC236}">
                <a16:creationId xmlns:a16="http://schemas.microsoft.com/office/drawing/2014/main" id="{462762B9-D477-C6B9-4D18-90FD420F4A1E}"/>
              </a:ext>
            </a:extLst>
          </p:cNvPr>
          <p:cNvCxnSpPr>
            <a:cxnSpLocks/>
          </p:cNvCxnSpPr>
          <p:nvPr/>
        </p:nvCxnSpPr>
        <p:spPr>
          <a:xfrm>
            <a:off x="4414384" y="3197006"/>
            <a:ext cx="1408521" cy="1296000"/>
          </a:xfrm>
          <a:prstGeom prst="bentConnector3">
            <a:avLst>
              <a:gd name="adj1" fmla="val -235"/>
            </a:avLst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983EC35A-F761-0ADA-9BAD-49907A586DC4}"/>
              </a:ext>
            </a:extLst>
          </p:cNvPr>
          <p:cNvSpPr txBox="1"/>
          <p:nvPr/>
        </p:nvSpPr>
        <p:spPr>
          <a:xfrm>
            <a:off x="6761672" y="3459726"/>
            <a:ext cx="5373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b="1" dirty="0"/>
              <a:t>.git</a:t>
            </a:r>
            <a:endParaRPr kumimoji="1" lang="ja-JP" altLang="en-US" b="1" dirty="0"/>
          </a:p>
        </p:txBody>
      </p:sp>
      <p:sp>
        <p:nvSpPr>
          <p:cNvPr id="35" name="四角形: 角を丸くする 34">
            <a:extLst>
              <a:ext uri="{FF2B5EF4-FFF2-40B4-BE49-F238E27FC236}">
                <a16:creationId xmlns:a16="http://schemas.microsoft.com/office/drawing/2014/main" id="{261FD4CB-39F7-48F9-E343-66E06835D6D7}"/>
              </a:ext>
            </a:extLst>
          </p:cNvPr>
          <p:cNvSpPr/>
          <p:nvPr/>
        </p:nvSpPr>
        <p:spPr>
          <a:xfrm>
            <a:off x="5833587" y="3310127"/>
            <a:ext cx="6090935" cy="720000"/>
          </a:xfrm>
          <a:prstGeom prst="roundRect">
            <a:avLst/>
          </a:prstGeom>
          <a:noFill/>
          <a:ln w="38100"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3"/>
            <a:r>
              <a:rPr lang="ja-JP" altLang="en-US" b="1" dirty="0">
                <a:solidFill>
                  <a:srgbClr val="FFC000"/>
                </a:solidFill>
              </a:rPr>
              <a:t>ブランチ情報など</a:t>
            </a:r>
          </a:p>
        </p:txBody>
      </p:sp>
    </p:spTree>
    <p:extLst>
      <p:ext uri="{BB962C8B-B14F-4D97-AF65-F5344CB8AC3E}">
        <p14:creationId xmlns:p14="http://schemas.microsoft.com/office/powerpoint/2010/main" val="100355926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2FC4A6-D1E3-6BB8-B9D4-1C7C30BFD6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8" name="直線コネクタ 37">
            <a:extLst>
              <a:ext uri="{FF2B5EF4-FFF2-40B4-BE49-F238E27FC236}">
                <a16:creationId xmlns:a16="http://schemas.microsoft.com/office/drawing/2014/main" id="{1CA1980F-C525-4F48-1D8A-C4D9FB5F1ABF}"/>
              </a:ext>
            </a:extLst>
          </p:cNvPr>
          <p:cNvCxnSpPr>
            <a:cxnSpLocks/>
          </p:cNvCxnSpPr>
          <p:nvPr/>
        </p:nvCxnSpPr>
        <p:spPr>
          <a:xfrm>
            <a:off x="1816100" y="909468"/>
            <a:ext cx="900000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楕円 8">
            <a:extLst>
              <a:ext uri="{FF2B5EF4-FFF2-40B4-BE49-F238E27FC236}">
                <a16:creationId xmlns:a16="http://schemas.microsoft.com/office/drawing/2014/main" id="{21D61A94-69C6-8B13-0DE8-DC39C69A1E33}"/>
              </a:ext>
            </a:extLst>
          </p:cNvPr>
          <p:cNvSpPr/>
          <p:nvPr/>
        </p:nvSpPr>
        <p:spPr>
          <a:xfrm>
            <a:off x="3332358" y="549468"/>
            <a:ext cx="720000" cy="720000"/>
          </a:xfrm>
          <a:prstGeom prst="ellipse">
            <a:avLst/>
          </a:prstGeom>
          <a:solidFill>
            <a:schemeClr val="bg1"/>
          </a:solidFill>
          <a:ln w="38100"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b="1" dirty="0">
                <a:solidFill>
                  <a:schemeClr val="tx1"/>
                </a:solidFill>
              </a:rPr>
              <a:t>M1</a:t>
            </a:r>
            <a:endParaRPr lang="ja-JP" altLang="en-US" sz="1600" b="1" dirty="0">
              <a:solidFill>
                <a:schemeClr val="tx1"/>
              </a:solidFill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AECED1F2-274E-E14B-75B7-21074419BF2B}"/>
              </a:ext>
            </a:extLst>
          </p:cNvPr>
          <p:cNvSpPr txBox="1"/>
          <p:nvPr/>
        </p:nvSpPr>
        <p:spPr>
          <a:xfrm>
            <a:off x="945493" y="724802"/>
            <a:ext cx="7377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b="1" dirty="0"/>
              <a:t>main</a:t>
            </a:r>
            <a:endParaRPr kumimoji="1" lang="ja-JP" altLang="en-US" b="1" dirty="0"/>
          </a:p>
        </p:txBody>
      </p:sp>
      <p:cxnSp>
        <p:nvCxnSpPr>
          <p:cNvPr id="19" name="直線矢印コネクタ 18">
            <a:extLst>
              <a:ext uri="{FF2B5EF4-FFF2-40B4-BE49-F238E27FC236}">
                <a16:creationId xmlns:a16="http://schemas.microsoft.com/office/drawing/2014/main" id="{CBB84977-CDC6-121D-94F8-C136F7212653}"/>
              </a:ext>
            </a:extLst>
          </p:cNvPr>
          <p:cNvCxnSpPr>
            <a:cxnSpLocks/>
            <a:endCxn id="9" idx="2"/>
          </p:cNvCxnSpPr>
          <p:nvPr/>
        </p:nvCxnSpPr>
        <p:spPr>
          <a:xfrm>
            <a:off x="2202058" y="900136"/>
            <a:ext cx="1130300" cy="933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" name="直線コネクタ 1">
            <a:extLst>
              <a:ext uri="{FF2B5EF4-FFF2-40B4-BE49-F238E27FC236}">
                <a16:creationId xmlns:a16="http://schemas.microsoft.com/office/drawing/2014/main" id="{E341596C-6508-80B6-A2BD-4F9B2E861B0B}"/>
              </a:ext>
            </a:extLst>
          </p:cNvPr>
          <p:cNvCxnSpPr>
            <a:cxnSpLocks/>
          </p:cNvCxnSpPr>
          <p:nvPr/>
        </p:nvCxnSpPr>
        <p:spPr>
          <a:xfrm>
            <a:off x="1816100" y="5086986"/>
            <a:ext cx="900000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A571899A-1A0B-5ED9-9FFD-2647BE82E257}"/>
              </a:ext>
            </a:extLst>
          </p:cNvPr>
          <p:cNvCxnSpPr>
            <a:cxnSpLocks/>
          </p:cNvCxnSpPr>
          <p:nvPr/>
        </p:nvCxnSpPr>
        <p:spPr>
          <a:xfrm>
            <a:off x="1816100" y="3427436"/>
            <a:ext cx="900000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楕円 4">
            <a:extLst>
              <a:ext uri="{FF2B5EF4-FFF2-40B4-BE49-F238E27FC236}">
                <a16:creationId xmlns:a16="http://schemas.microsoft.com/office/drawing/2014/main" id="{1C3AF1B5-E6CD-EE89-340D-507A95ACD47B}"/>
              </a:ext>
            </a:extLst>
          </p:cNvPr>
          <p:cNvSpPr/>
          <p:nvPr/>
        </p:nvSpPr>
        <p:spPr>
          <a:xfrm>
            <a:off x="3332358" y="3067436"/>
            <a:ext cx="720000" cy="720000"/>
          </a:xfrm>
          <a:prstGeom prst="ellipse">
            <a:avLst/>
          </a:prstGeom>
          <a:solidFill>
            <a:schemeClr val="bg1"/>
          </a:solidFill>
          <a:ln w="38100"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b="1" dirty="0">
                <a:solidFill>
                  <a:schemeClr val="tx1"/>
                </a:solidFill>
              </a:rPr>
              <a:t>M1</a:t>
            </a:r>
            <a:endParaRPr lang="ja-JP" altLang="en-US" sz="1600" b="1" dirty="0">
              <a:solidFill>
                <a:schemeClr val="tx1"/>
              </a:solidFill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6562859C-093A-6E5E-141B-F3091F3E9404}"/>
              </a:ext>
            </a:extLst>
          </p:cNvPr>
          <p:cNvSpPr txBox="1"/>
          <p:nvPr/>
        </p:nvSpPr>
        <p:spPr>
          <a:xfrm>
            <a:off x="945493" y="3242770"/>
            <a:ext cx="7377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b="1" dirty="0"/>
              <a:t>main</a:t>
            </a:r>
            <a:endParaRPr kumimoji="1" lang="ja-JP" altLang="en-US" b="1" dirty="0"/>
          </a:p>
        </p:txBody>
      </p: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24753439-3E85-6B9A-037E-7C351BEEE8D1}"/>
              </a:ext>
            </a:extLst>
          </p:cNvPr>
          <p:cNvCxnSpPr>
            <a:cxnSpLocks/>
            <a:endCxn id="5" idx="2"/>
          </p:cNvCxnSpPr>
          <p:nvPr/>
        </p:nvCxnSpPr>
        <p:spPr>
          <a:xfrm>
            <a:off x="2202058" y="3418104"/>
            <a:ext cx="1130300" cy="933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矢印: 右 24">
            <a:extLst>
              <a:ext uri="{FF2B5EF4-FFF2-40B4-BE49-F238E27FC236}">
                <a16:creationId xmlns:a16="http://schemas.microsoft.com/office/drawing/2014/main" id="{0D351762-9DE5-F3A9-5EA9-5433CC05C200}"/>
              </a:ext>
            </a:extLst>
          </p:cNvPr>
          <p:cNvSpPr/>
          <p:nvPr/>
        </p:nvSpPr>
        <p:spPr>
          <a:xfrm rot="5400000">
            <a:off x="5676469" y="1765303"/>
            <a:ext cx="468086" cy="677228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2773B4D-687E-D94A-52E5-6C3736E1EF1F}"/>
              </a:ext>
            </a:extLst>
          </p:cNvPr>
          <p:cNvSpPr txBox="1"/>
          <p:nvPr/>
        </p:nvSpPr>
        <p:spPr>
          <a:xfrm>
            <a:off x="774773" y="4892042"/>
            <a:ext cx="1120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b="1" dirty="0" err="1"/>
              <a:t>branchX</a:t>
            </a:r>
            <a:endParaRPr lang="ja-JP" altLang="en-US" b="1" dirty="0"/>
          </a:p>
        </p:txBody>
      </p:sp>
      <p:sp>
        <p:nvSpPr>
          <p:cNvPr id="12" name="楕円 11">
            <a:extLst>
              <a:ext uri="{FF2B5EF4-FFF2-40B4-BE49-F238E27FC236}">
                <a16:creationId xmlns:a16="http://schemas.microsoft.com/office/drawing/2014/main" id="{7227B25A-8707-FAE8-237E-120CF93A3D4D}"/>
              </a:ext>
            </a:extLst>
          </p:cNvPr>
          <p:cNvSpPr/>
          <p:nvPr/>
        </p:nvSpPr>
        <p:spPr>
          <a:xfrm>
            <a:off x="3332358" y="4745645"/>
            <a:ext cx="720000" cy="7200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3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b="1" dirty="0">
                <a:solidFill>
                  <a:schemeClr val="accent3"/>
                </a:solidFill>
              </a:rPr>
              <a:t>M1</a:t>
            </a:r>
            <a:endParaRPr lang="ja-JP" altLang="en-US" sz="1600" b="1" dirty="0">
              <a:solidFill>
                <a:schemeClr val="accent3"/>
              </a:solidFill>
            </a:endParaRPr>
          </a:p>
        </p:txBody>
      </p: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0DA9BA1C-73D6-0C3C-D752-AD06759A3259}"/>
              </a:ext>
            </a:extLst>
          </p:cNvPr>
          <p:cNvCxnSpPr>
            <a:cxnSpLocks/>
            <a:endCxn id="12" idx="2"/>
          </p:cNvCxnSpPr>
          <p:nvPr/>
        </p:nvCxnSpPr>
        <p:spPr>
          <a:xfrm>
            <a:off x="2202058" y="5096313"/>
            <a:ext cx="1130300" cy="9332"/>
          </a:xfrm>
          <a:prstGeom prst="straightConnector1">
            <a:avLst/>
          </a:prstGeom>
          <a:ln w="38100">
            <a:solidFill>
              <a:schemeClr val="accent3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746255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62E807-DD1A-8881-34C7-A112E2406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四角形: 角を丸くする 39">
            <a:extLst>
              <a:ext uri="{FF2B5EF4-FFF2-40B4-BE49-F238E27FC236}">
                <a16:creationId xmlns:a16="http://schemas.microsoft.com/office/drawing/2014/main" id="{F9E3F394-D608-7BA8-9F5B-8771A939CAB5}"/>
              </a:ext>
            </a:extLst>
          </p:cNvPr>
          <p:cNvSpPr/>
          <p:nvPr/>
        </p:nvSpPr>
        <p:spPr>
          <a:xfrm>
            <a:off x="774773" y="304800"/>
            <a:ext cx="10274227" cy="1080000"/>
          </a:xfrm>
          <a:prstGeom prst="roundRect">
            <a:avLst/>
          </a:prstGeom>
          <a:noFill/>
          <a:ln w="38100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四角形: 角を丸くする 41">
            <a:extLst>
              <a:ext uri="{FF2B5EF4-FFF2-40B4-BE49-F238E27FC236}">
                <a16:creationId xmlns:a16="http://schemas.microsoft.com/office/drawing/2014/main" id="{64BB9A61-4115-E303-7151-E9DD34636C13}"/>
              </a:ext>
            </a:extLst>
          </p:cNvPr>
          <p:cNvSpPr/>
          <p:nvPr/>
        </p:nvSpPr>
        <p:spPr>
          <a:xfrm>
            <a:off x="773399" y="5362904"/>
            <a:ext cx="10274227" cy="1080000"/>
          </a:xfrm>
          <a:prstGeom prst="roundRect">
            <a:avLst/>
          </a:prstGeom>
          <a:noFill/>
          <a:ln w="38100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336BCB3B-942C-F72D-3148-2518CB90F029}"/>
              </a:ext>
            </a:extLst>
          </p:cNvPr>
          <p:cNvCxnSpPr>
            <a:cxnSpLocks/>
          </p:cNvCxnSpPr>
          <p:nvPr/>
        </p:nvCxnSpPr>
        <p:spPr>
          <a:xfrm>
            <a:off x="1816100" y="5899786"/>
            <a:ext cx="900000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035AC604-2E17-75F1-2291-92598E52E3A0}"/>
              </a:ext>
            </a:extLst>
          </p:cNvPr>
          <p:cNvCxnSpPr>
            <a:cxnSpLocks/>
          </p:cNvCxnSpPr>
          <p:nvPr/>
        </p:nvCxnSpPr>
        <p:spPr>
          <a:xfrm>
            <a:off x="1816100" y="4240236"/>
            <a:ext cx="900000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楕円 22">
            <a:extLst>
              <a:ext uri="{FF2B5EF4-FFF2-40B4-BE49-F238E27FC236}">
                <a16:creationId xmlns:a16="http://schemas.microsoft.com/office/drawing/2014/main" id="{9FAA8486-C107-D5BF-2BD4-C7CAF1863982}"/>
              </a:ext>
            </a:extLst>
          </p:cNvPr>
          <p:cNvSpPr/>
          <p:nvPr/>
        </p:nvSpPr>
        <p:spPr>
          <a:xfrm>
            <a:off x="3332358" y="3880236"/>
            <a:ext cx="720000" cy="720000"/>
          </a:xfrm>
          <a:prstGeom prst="ellipse">
            <a:avLst/>
          </a:prstGeom>
          <a:solidFill>
            <a:schemeClr val="bg1"/>
          </a:solidFill>
          <a:ln w="38100"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b="1" dirty="0">
                <a:solidFill>
                  <a:schemeClr val="tx1"/>
                </a:solidFill>
              </a:rPr>
              <a:t>M1</a:t>
            </a:r>
            <a:endParaRPr lang="ja-JP" altLang="en-US" sz="1600" b="1" dirty="0">
              <a:solidFill>
                <a:schemeClr val="tx1"/>
              </a:solidFill>
            </a:endParaRPr>
          </a:p>
        </p:txBody>
      </p:sp>
      <p:cxnSp>
        <p:nvCxnSpPr>
          <p:cNvPr id="26" name="直線矢印コネクタ 25">
            <a:extLst>
              <a:ext uri="{FF2B5EF4-FFF2-40B4-BE49-F238E27FC236}">
                <a16:creationId xmlns:a16="http://schemas.microsoft.com/office/drawing/2014/main" id="{EB5304B8-A034-90F7-5218-D189BB895A87}"/>
              </a:ext>
            </a:extLst>
          </p:cNvPr>
          <p:cNvCxnSpPr>
            <a:cxnSpLocks/>
            <a:endCxn id="23" idx="2"/>
          </p:cNvCxnSpPr>
          <p:nvPr/>
        </p:nvCxnSpPr>
        <p:spPr>
          <a:xfrm>
            <a:off x="2202058" y="4230904"/>
            <a:ext cx="1130300" cy="933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77479A03-7B34-D81D-A173-711C6D20164B}"/>
              </a:ext>
            </a:extLst>
          </p:cNvPr>
          <p:cNvSpPr txBox="1"/>
          <p:nvPr/>
        </p:nvSpPr>
        <p:spPr>
          <a:xfrm>
            <a:off x="774773" y="5723670"/>
            <a:ext cx="11865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b="1" dirty="0" err="1"/>
              <a:t>branchX</a:t>
            </a:r>
            <a:r>
              <a:rPr lang="en-US" altLang="ja-JP" b="1" dirty="0"/>
              <a:t> </a:t>
            </a:r>
            <a:endParaRPr kumimoji="1" lang="ja-JP" altLang="en-US" b="1" dirty="0"/>
          </a:p>
        </p:txBody>
      </p:sp>
      <p:cxnSp>
        <p:nvCxnSpPr>
          <p:cNvPr id="29" name="直線コネクタ 28">
            <a:extLst>
              <a:ext uri="{FF2B5EF4-FFF2-40B4-BE49-F238E27FC236}">
                <a16:creationId xmlns:a16="http://schemas.microsoft.com/office/drawing/2014/main" id="{EEB9A844-B879-7EDC-CF99-E8080ECC7081}"/>
              </a:ext>
            </a:extLst>
          </p:cNvPr>
          <p:cNvCxnSpPr>
            <a:cxnSpLocks/>
          </p:cNvCxnSpPr>
          <p:nvPr/>
        </p:nvCxnSpPr>
        <p:spPr>
          <a:xfrm>
            <a:off x="1816100" y="2508886"/>
            <a:ext cx="900000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コネクタ 29">
            <a:extLst>
              <a:ext uri="{FF2B5EF4-FFF2-40B4-BE49-F238E27FC236}">
                <a16:creationId xmlns:a16="http://schemas.microsoft.com/office/drawing/2014/main" id="{47CB22CF-B3A2-D8E0-6C3F-28B2F744D58F}"/>
              </a:ext>
            </a:extLst>
          </p:cNvPr>
          <p:cNvCxnSpPr>
            <a:cxnSpLocks/>
          </p:cNvCxnSpPr>
          <p:nvPr/>
        </p:nvCxnSpPr>
        <p:spPr>
          <a:xfrm>
            <a:off x="1816100" y="849336"/>
            <a:ext cx="900000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楕円 31">
            <a:extLst>
              <a:ext uri="{FF2B5EF4-FFF2-40B4-BE49-F238E27FC236}">
                <a16:creationId xmlns:a16="http://schemas.microsoft.com/office/drawing/2014/main" id="{93E5E5EE-1C08-8076-68AC-F7124764F0EE}"/>
              </a:ext>
            </a:extLst>
          </p:cNvPr>
          <p:cNvSpPr/>
          <p:nvPr/>
        </p:nvSpPr>
        <p:spPr>
          <a:xfrm>
            <a:off x="3332358" y="489336"/>
            <a:ext cx="720000" cy="720000"/>
          </a:xfrm>
          <a:prstGeom prst="ellipse">
            <a:avLst/>
          </a:prstGeom>
          <a:solidFill>
            <a:schemeClr val="bg1"/>
          </a:solidFill>
          <a:ln w="38100"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b="1" dirty="0">
                <a:solidFill>
                  <a:schemeClr val="tx1"/>
                </a:solidFill>
              </a:rPr>
              <a:t>M1</a:t>
            </a:r>
            <a:endParaRPr lang="ja-JP" altLang="en-US" sz="1600" b="1" dirty="0">
              <a:solidFill>
                <a:schemeClr val="tx1"/>
              </a:solidFill>
            </a:endParaRPr>
          </a:p>
        </p:txBody>
      </p:sp>
      <p:cxnSp>
        <p:nvCxnSpPr>
          <p:cNvPr id="35" name="直線矢印コネクタ 34">
            <a:extLst>
              <a:ext uri="{FF2B5EF4-FFF2-40B4-BE49-F238E27FC236}">
                <a16:creationId xmlns:a16="http://schemas.microsoft.com/office/drawing/2014/main" id="{ABE4B6B1-D1C1-C100-9252-1A9C92CE8D1D}"/>
              </a:ext>
            </a:extLst>
          </p:cNvPr>
          <p:cNvCxnSpPr>
            <a:cxnSpLocks/>
            <a:endCxn id="32" idx="2"/>
          </p:cNvCxnSpPr>
          <p:nvPr/>
        </p:nvCxnSpPr>
        <p:spPr>
          <a:xfrm>
            <a:off x="2202058" y="840004"/>
            <a:ext cx="1130300" cy="933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8D0266D6-2F2E-3048-0E63-3C1DD31D5CAD}"/>
              </a:ext>
            </a:extLst>
          </p:cNvPr>
          <p:cNvSpPr txBox="1"/>
          <p:nvPr/>
        </p:nvSpPr>
        <p:spPr>
          <a:xfrm>
            <a:off x="774773" y="2332770"/>
            <a:ext cx="11865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b="1" dirty="0" err="1"/>
              <a:t>branchX</a:t>
            </a:r>
            <a:r>
              <a:rPr lang="en-US" altLang="ja-JP" b="1" dirty="0"/>
              <a:t> </a:t>
            </a:r>
            <a:endParaRPr kumimoji="1" lang="ja-JP" altLang="en-US" b="1" dirty="0"/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E9F81F84-2CF5-647C-932B-ADBEB97B23E7}"/>
              </a:ext>
            </a:extLst>
          </p:cNvPr>
          <p:cNvSpPr txBox="1"/>
          <p:nvPr/>
        </p:nvSpPr>
        <p:spPr>
          <a:xfrm>
            <a:off x="-1321111" y="660134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b="1" dirty="0">
                <a:solidFill>
                  <a:srgbClr val="00B050"/>
                </a:solidFill>
              </a:rPr>
              <a:t>作業中のブランチ</a:t>
            </a:r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1B08B12F-C5D0-7371-69E7-8830F6D2EE3F}"/>
              </a:ext>
            </a:extLst>
          </p:cNvPr>
          <p:cNvSpPr txBox="1"/>
          <p:nvPr/>
        </p:nvSpPr>
        <p:spPr>
          <a:xfrm>
            <a:off x="-1321111" y="5718238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b="1" dirty="0">
                <a:solidFill>
                  <a:srgbClr val="00B050"/>
                </a:solidFill>
              </a:rPr>
              <a:t>作業中のブランチ</a:t>
            </a:r>
          </a:p>
        </p:txBody>
      </p:sp>
      <p:sp>
        <p:nvSpPr>
          <p:cNvPr id="61" name="矢印: 右 60">
            <a:extLst>
              <a:ext uri="{FF2B5EF4-FFF2-40B4-BE49-F238E27FC236}">
                <a16:creationId xmlns:a16="http://schemas.microsoft.com/office/drawing/2014/main" id="{95BBC139-713F-CDE8-4AB6-1D15943B7572}"/>
              </a:ext>
            </a:extLst>
          </p:cNvPr>
          <p:cNvSpPr/>
          <p:nvPr/>
        </p:nvSpPr>
        <p:spPr>
          <a:xfrm rot="5400000">
            <a:off x="5714263" y="3096987"/>
            <a:ext cx="468086" cy="677228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3763C2D-DAC7-069E-5641-A4115E9B36A4}"/>
              </a:ext>
            </a:extLst>
          </p:cNvPr>
          <p:cNvSpPr txBox="1"/>
          <p:nvPr/>
        </p:nvSpPr>
        <p:spPr>
          <a:xfrm>
            <a:off x="986807" y="4055570"/>
            <a:ext cx="7377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b="1" dirty="0"/>
              <a:t>main</a:t>
            </a:r>
            <a:endParaRPr lang="ja-JP" altLang="en-US" b="1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B0D932E9-BD0D-DB49-DDA7-D6FA89E6A201}"/>
              </a:ext>
            </a:extLst>
          </p:cNvPr>
          <p:cNvSpPr txBox="1"/>
          <p:nvPr/>
        </p:nvSpPr>
        <p:spPr>
          <a:xfrm>
            <a:off x="986807" y="664670"/>
            <a:ext cx="7377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b="1" dirty="0"/>
              <a:t>main</a:t>
            </a:r>
            <a:endParaRPr kumimoji="1" lang="ja-JP" altLang="en-US" b="1" dirty="0"/>
          </a:p>
        </p:txBody>
      </p:sp>
      <p:sp>
        <p:nvSpPr>
          <p:cNvPr id="2" name="楕円 1">
            <a:extLst>
              <a:ext uri="{FF2B5EF4-FFF2-40B4-BE49-F238E27FC236}">
                <a16:creationId xmlns:a16="http://schemas.microsoft.com/office/drawing/2014/main" id="{D43EA4AE-0B25-8E90-703D-F00995D9053B}"/>
              </a:ext>
            </a:extLst>
          </p:cNvPr>
          <p:cNvSpPr/>
          <p:nvPr/>
        </p:nvSpPr>
        <p:spPr>
          <a:xfrm>
            <a:off x="3332358" y="2161063"/>
            <a:ext cx="720000" cy="7200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3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b="1" dirty="0">
                <a:solidFill>
                  <a:schemeClr val="accent3"/>
                </a:solidFill>
              </a:rPr>
              <a:t>M1</a:t>
            </a:r>
            <a:endParaRPr lang="ja-JP" altLang="en-US" sz="1600" b="1" dirty="0">
              <a:solidFill>
                <a:schemeClr val="accent3"/>
              </a:solidFill>
            </a:endParaRPr>
          </a:p>
        </p:txBody>
      </p:sp>
      <p:cxnSp>
        <p:nvCxnSpPr>
          <p:cNvPr id="3" name="直線矢印コネクタ 2">
            <a:extLst>
              <a:ext uri="{FF2B5EF4-FFF2-40B4-BE49-F238E27FC236}">
                <a16:creationId xmlns:a16="http://schemas.microsoft.com/office/drawing/2014/main" id="{15CC4DEA-DB21-CC71-3B7B-1EF07C9AEE49}"/>
              </a:ext>
            </a:extLst>
          </p:cNvPr>
          <p:cNvCxnSpPr>
            <a:cxnSpLocks/>
            <a:endCxn id="2" idx="2"/>
          </p:cNvCxnSpPr>
          <p:nvPr/>
        </p:nvCxnSpPr>
        <p:spPr>
          <a:xfrm>
            <a:off x="2202058" y="2511731"/>
            <a:ext cx="1130300" cy="9332"/>
          </a:xfrm>
          <a:prstGeom prst="straightConnector1">
            <a:avLst/>
          </a:prstGeom>
          <a:ln w="38100">
            <a:solidFill>
              <a:schemeClr val="accent3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楕円 3">
            <a:extLst>
              <a:ext uri="{FF2B5EF4-FFF2-40B4-BE49-F238E27FC236}">
                <a16:creationId xmlns:a16="http://schemas.microsoft.com/office/drawing/2014/main" id="{BD9B955A-6C55-C1B2-5671-67DB11CE8DE8}"/>
              </a:ext>
            </a:extLst>
          </p:cNvPr>
          <p:cNvSpPr/>
          <p:nvPr/>
        </p:nvSpPr>
        <p:spPr>
          <a:xfrm>
            <a:off x="3332358" y="5557409"/>
            <a:ext cx="720000" cy="7200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3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b="1" dirty="0">
                <a:solidFill>
                  <a:schemeClr val="accent3"/>
                </a:solidFill>
              </a:rPr>
              <a:t>M1</a:t>
            </a:r>
            <a:endParaRPr lang="ja-JP" altLang="en-US" sz="1600" b="1" dirty="0">
              <a:solidFill>
                <a:schemeClr val="accent3"/>
              </a:solidFill>
            </a:endParaRPr>
          </a:p>
        </p:txBody>
      </p:sp>
      <p:cxnSp>
        <p:nvCxnSpPr>
          <p:cNvPr id="7" name="直線矢印コネクタ 6">
            <a:extLst>
              <a:ext uri="{FF2B5EF4-FFF2-40B4-BE49-F238E27FC236}">
                <a16:creationId xmlns:a16="http://schemas.microsoft.com/office/drawing/2014/main" id="{5856A00D-EAE9-8309-25BC-33173F036197}"/>
              </a:ext>
            </a:extLst>
          </p:cNvPr>
          <p:cNvCxnSpPr>
            <a:cxnSpLocks/>
            <a:endCxn id="4" idx="2"/>
          </p:cNvCxnSpPr>
          <p:nvPr/>
        </p:nvCxnSpPr>
        <p:spPr>
          <a:xfrm>
            <a:off x="2202058" y="5908077"/>
            <a:ext cx="1130300" cy="9332"/>
          </a:xfrm>
          <a:prstGeom prst="straightConnector1">
            <a:avLst/>
          </a:prstGeom>
          <a:ln w="38100">
            <a:solidFill>
              <a:schemeClr val="accent3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933252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BCD4E3-E9B9-56A0-A96C-51130383AB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図 13">
            <a:extLst>
              <a:ext uri="{FF2B5EF4-FFF2-40B4-BE49-F238E27FC236}">
                <a16:creationId xmlns:a16="http://schemas.microsoft.com/office/drawing/2014/main" id="{114D868E-DC39-B9B4-575F-E75D25881E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0816" y="96627"/>
            <a:ext cx="1080000" cy="1080000"/>
          </a:xfrm>
          <a:prstGeom prst="rect">
            <a:avLst/>
          </a:prstGeom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8449EFDD-5C3B-BC41-57C0-75242D3D38B2}"/>
              </a:ext>
            </a:extLst>
          </p:cNvPr>
          <p:cNvSpPr txBox="1"/>
          <p:nvPr/>
        </p:nvSpPr>
        <p:spPr>
          <a:xfrm>
            <a:off x="4853937" y="475757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b="1" dirty="0"/>
              <a:t>現在のディレクトリ</a:t>
            </a:r>
          </a:p>
        </p:txBody>
      </p:sp>
      <p:cxnSp>
        <p:nvCxnSpPr>
          <p:cNvPr id="18" name="コネクタ: カギ線 17">
            <a:extLst>
              <a:ext uri="{FF2B5EF4-FFF2-40B4-BE49-F238E27FC236}">
                <a16:creationId xmlns:a16="http://schemas.microsoft.com/office/drawing/2014/main" id="{23B1DF23-C7A0-C9F7-5236-D4BBCDBB9923}"/>
              </a:ext>
            </a:extLst>
          </p:cNvPr>
          <p:cNvCxnSpPr>
            <a:cxnSpLocks/>
          </p:cNvCxnSpPr>
          <p:nvPr/>
        </p:nvCxnSpPr>
        <p:spPr>
          <a:xfrm>
            <a:off x="4419224" y="991470"/>
            <a:ext cx="1408521" cy="504000"/>
          </a:xfrm>
          <a:prstGeom prst="bentConnector3">
            <a:avLst>
              <a:gd name="adj1" fmla="val -235"/>
            </a:avLst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3" name="図 22">
            <a:extLst>
              <a:ext uri="{FF2B5EF4-FFF2-40B4-BE49-F238E27FC236}">
                <a16:creationId xmlns:a16="http://schemas.microsoft.com/office/drawing/2014/main" id="{B11147B4-41BA-48AD-8A75-F18D723E96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4926" y="878508"/>
            <a:ext cx="1080000" cy="1080000"/>
          </a:xfrm>
          <a:prstGeom prst="rect">
            <a:avLst/>
          </a:prstGeom>
        </p:spPr>
      </p:pic>
      <p:sp>
        <p:nvSpPr>
          <p:cNvPr id="24" name="四角形: 角を丸くする 23">
            <a:extLst>
              <a:ext uri="{FF2B5EF4-FFF2-40B4-BE49-F238E27FC236}">
                <a16:creationId xmlns:a16="http://schemas.microsoft.com/office/drawing/2014/main" id="{AF03B0BA-CB73-AB0E-42D4-602DB0E4CC72}"/>
              </a:ext>
            </a:extLst>
          </p:cNvPr>
          <p:cNvSpPr/>
          <p:nvPr/>
        </p:nvSpPr>
        <p:spPr>
          <a:xfrm>
            <a:off x="4030824" y="1023652"/>
            <a:ext cx="8042988" cy="2454703"/>
          </a:xfrm>
          <a:prstGeom prst="roundRect">
            <a:avLst/>
          </a:prstGeom>
          <a:noFill/>
          <a:ln w="38100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ja-JP" altLang="en-US" b="1" dirty="0">
                <a:solidFill>
                  <a:srgbClr val="00B0F0"/>
                </a:solidFill>
              </a:rPr>
              <a:t>ローカルリポジトリ</a:t>
            </a:r>
            <a:endParaRPr kumimoji="1" lang="ja-JP" altLang="en-US" dirty="0"/>
          </a:p>
        </p:txBody>
      </p:sp>
      <p:sp>
        <p:nvSpPr>
          <p:cNvPr id="27" name="四角形: 角を丸くする 26">
            <a:extLst>
              <a:ext uri="{FF2B5EF4-FFF2-40B4-BE49-F238E27FC236}">
                <a16:creationId xmlns:a16="http://schemas.microsoft.com/office/drawing/2014/main" id="{C8AD24BC-E92F-3EE1-1107-99CDC702E5CA}"/>
              </a:ext>
            </a:extLst>
          </p:cNvPr>
          <p:cNvSpPr/>
          <p:nvPr/>
        </p:nvSpPr>
        <p:spPr>
          <a:xfrm>
            <a:off x="4282750" y="1935941"/>
            <a:ext cx="7641771" cy="720000"/>
          </a:xfrm>
          <a:prstGeom prst="roundRect">
            <a:avLst/>
          </a:prstGeom>
          <a:noFill/>
          <a:ln w="38100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b="1" dirty="0">
                <a:solidFill>
                  <a:srgbClr val="FF0000"/>
                </a:solidFill>
              </a:rPr>
              <a:t>切り替え元の</a:t>
            </a:r>
            <a:r>
              <a:rPr lang="ja-JP" altLang="en-US" b="1" dirty="0">
                <a:solidFill>
                  <a:srgbClr val="00B050"/>
                </a:solidFill>
              </a:rPr>
              <a:t>ブランチのワーキングツリー</a:t>
            </a:r>
          </a:p>
        </p:txBody>
      </p:sp>
      <p:cxnSp>
        <p:nvCxnSpPr>
          <p:cNvPr id="28" name="コネクタ: カギ線 27">
            <a:extLst>
              <a:ext uri="{FF2B5EF4-FFF2-40B4-BE49-F238E27FC236}">
                <a16:creationId xmlns:a16="http://schemas.microsoft.com/office/drawing/2014/main" id="{878DFE91-530F-E653-15B8-621FB0B54F27}"/>
              </a:ext>
            </a:extLst>
          </p:cNvPr>
          <p:cNvCxnSpPr>
            <a:cxnSpLocks/>
          </p:cNvCxnSpPr>
          <p:nvPr/>
        </p:nvCxnSpPr>
        <p:spPr>
          <a:xfrm>
            <a:off x="4414384" y="994981"/>
            <a:ext cx="1408521" cy="1296000"/>
          </a:xfrm>
          <a:prstGeom prst="bentConnector3">
            <a:avLst>
              <a:gd name="adj1" fmla="val -235"/>
            </a:avLst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581D2DA7-9F3D-85F6-4E10-3FECFE7D18A7}"/>
              </a:ext>
            </a:extLst>
          </p:cNvPr>
          <p:cNvSpPr txBox="1"/>
          <p:nvPr/>
        </p:nvSpPr>
        <p:spPr>
          <a:xfrm>
            <a:off x="6761672" y="1257701"/>
            <a:ext cx="5373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b="1" dirty="0"/>
              <a:t>.git</a:t>
            </a:r>
            <a:endParaRPr kumimoji="1" lang="ja-JP" altLang="en-US" b="1" dirty="0"/>
          </a:p>
        </p:txBody>
      </p:sp>
      <p:sp>
        <p:nvSpPr>
          <p:cNvPr id="35" name="四角形: 角を丸くする 34">
            <a:extLst>
              <a:ext uri="{FF2B5EF4-FFF2-40B4-BE49-F238E27FC236}">
                <a16:creationId xmlns:a16="http://schemas.microsoft.com/office/drawing/2014/main" id="{E8BFA31E-C3DF-4919-71F7-C6592F9C4955}"/>
              </a:ext>
            </a:extLst>
          </p:cNvPr>
          <p:cNvSpPr/>
          <p:nvPr/>
        </p:nvSpPr>
        <p:spPr>
          <a:xfrm>
            <a:off x="5833587" y="1108102"/>
            <a:ext cx="6090935" cy="720000"/>
          </a:xfrm>
          <a:prstGeom prst="roundRect">
            <a:avLst/>
          </a:prstGeom>
          <a:noFill/>
          <a:ln w="38100"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3"/>
            <a:r>
              <a:rPr lang="ja-JP" altLang="en-US" b="1" dirty="0">
                <a:solidFill>
                  <a:srgbClr val="FFC000"/>
                </a:solidFill>
              </a:rPr>
              <a:t>ブランチ情報など</a:t>
            </a:r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EF1CF2ED-CC0F-B8AC-690B-A7AB117447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0816" y="3950172"/>
            <a:ext cx="1080000" cy="1080000"/>
          </a:xfrm>
          <a:prstGeom prst="rect">
            <a:avLst/>
          </a:prstGeom>
        </p:spPr>
      </p:pic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BD656BB-8145-1E53-6B58-0D7115B6BDC2}"/>
              </a:ext>
            </a:extLst>
          </p:cNvPr>
          <p:cNvSpPr txBox="1"/>
          <p:nvPr/>
        </p:nvSpPr>
        <p:spPr>
          <a:xfrm>
            <a:off x="4853937" y="4329302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b="1" dirty="0"/>
              <a:t>現在のディレクトリ</a:t>
            </a:r>
          </a:p>
        </p:txBody>
      </p:sp>
      <p:cxnSp>
        <p:nvCxnSpPr>
          <p:cNvPr id="4" name="コネクタ: カギ線 3">
            <a:extLst>
              <a:ext uri="{FF2B5EF4-FFF2-40B4-BE49-F238E27FC236}">
                <a16:creationId xmlns:a16="http://schemas.microsoft.com/office/drawing/2014/main" id="{0EEE6D8B-C526-969C-0FF1-F2E41068CD57}"/>
              </a:ext>
            </a:extLst>
          </p:cNvPr>
          <p:cNvCxnSpPr>
            <a:cxnSpLocks/>
          </p:cNvCxnSpPr>
          <p:nvPr/>
        </p:nvCxnSpPr>
        <p:spPr>
          <a:xfrm>
            <a:off x="4419224" y="4845015"/>
            <a:ext cx="1408521" cy="504000"/>
          </a:xfrm>
          <a:prstGeom prst="bentConnector3">
            <a:avLst>
              <a:gd name="adj1" fmla="val -235"/>
            </a:avLst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" name="図 4">
            <a:extLst>
              <a:ext uri="{FF2B5EF4-FFF2-40B4-BE49-F238E27FC236}">
                <a16:creationId xmlns:a16="http://schemas.microsoft.com/office/drawing/2014/main" id="{F7919D4B-B270-0F00-314A-5F7921837D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4926" y="4732053"/>
            <a:ext cx="1080000" cy="1080000"/>
          </a:xfrm>
          <a:prstGeom prst="rect">
            <a:avLst/>
          </a:prstGeom>
        </p:spPr>
      </p:pic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1082CFD7-30EC-602E-E324-DE81EE26B80E}"/>
              </a:ext>
            </a:extLst>
          </p:cNvPr>
          <p:cNvSpPr/>
          <p:nvPr/>
        </p:nvSpPr>
        <p:spPr>
          <a:xfrm>
            <a:off x="4030824" y="4877197"/>
            <a:ext cx="8042988" cy="2454703"/>
          </a:xfrm>
          <a:prstGeom prst="roundRect">
            <a:avLst/>
          </a:prstGeom>
          <a:noFill/>
          <a:ln w="38100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ja-JP" altLang="en-US" b="1" dirty="0">
                <a:solidFill>
                  <a:srgbClr val="00B0F0"/>
                </a:solidFill>
              </a:rPr>
              <a:t>ローカルリポジトリ</a:t>
            </a:r>
            <a:endParaRPr kumimoji="1" lang="ja-JP" altLang="en-US" dirty="0"/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E665D8FF-60CC-D2B3-AA39-36657F901FF8}"/>
              </a:ext>
            </a:extLst>
          </p:cNvPr>
          <p:cNvSpPr/>
          <p:nvPr/>
        </p:nvSpPr>
        <p:spPr>
          <a:xfrm>
            <a:off x="4282751" y="5789486"/>
            <a:ext cx="7641770" cy="720000"/>
          </a:xfrm>
          <a:prstGeom prst="roundRect">
            <a:avLst/>
          </a:prstGeom>
          <a:noFill/>
          <a:ln w="38100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>
                <a:solidFill>
                  <a:srgbClr val="FF0000"/>
                </a:solidFill>
              </a:rPr>
              <a:t>切り替え先の</a:t>
            </a:r>
            <a:r>
              <a:rPr kumimoji="1" lang="ja-JP" altLang="en-US" b="1" dirty="0">
                <a:solidFill>
                  <a:srgbClr val="00B050"/>
                </a:solidFill>
              </a:rPr>
              <a:t>ブランチのワーキングツリー</a:t>
            </a:r>
          </a:p>
        </p:txBody>
      </p:sp>
      <p:cxnSp>
        <p:nvCxnSpPr>
          <p:cNvPr id="8" name="コネクタ: カギ線 7">
            <a:extLst>
              <a:ext uri="{FF2B5EF4-FFF2-40B4-BE49-F238E27FC236}">
                <a16:creationId xmlns:a16="http://schemas.microsoft.com/office/drawing/2014/main" id="{32172ECD-17E7-C38E-A985-6935D11B4019}"/>
              </a:ext>
            </a:extLst>
          </p:cNvPr>
          <p:cNvCxnSpPr>
            <a:cxnSpLocks/>
          </p:cNvCxnSpPr>
          <p:nvPr/>
        </p:nvCxnSpPr>
        <p:spPr>
          <a:xfrm>
            <a:off x="4414384" y="4848526"/>
            <a:ext cx="1408521" cy="1296000"/>
          </a:xfrm>
          <a:prstGeom prst="bentConnector3">
            <a:avLst>
              <a:gd name="adj1" fmla="val -235"/>
            </a:avLst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6F9743E5-EC4F-1AA0-2401-FC6F6468C3FC}"/>
              </a:ext>
            </a:extLst>
          </p:cNvPr>
          <p:cNvSpPr txBox="1"/>
          <p:nvPr/>
        </p:nvSpPr>
        <p:spPr>
          <a:xfrm>
            <a:off x="6761672" y="5111246"/>
            <a:ext cx="5373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b="1" dirty="0"/>
              <a:t>.git</a:t>
            </a:r>
            <a:endParaRPr kumimoji="1" lang="ja-JP" altLang="en-US" b="1" dirty="0"/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5190EEDE-820E-F5AE-ADB6-268C9AD1E7F3}"/>
              </a:ext>
            </a:extLst>
          </p:cNvPr>
          <p:cNvSpPr/>
          <p:nvPr/>
        </p:nvSpPr>
        <p:spPr>
          <a:xfrm>
            <a:off x="5833587" y="4961647"/>
            <a:ext cx="6090935" cy="720000"/>
          </a:xfrm>
          <a:prstGeom prst="roundRect">
            <a:avLst/>
          </a:prstGeom>
          <a:noFill/>
          <a:ln w="38100"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3"/>
            <a:r>
              <a:rPr lang="ja-JP" altLang="en-US" b="1" dirty="0">
                <a:solidFill>
                  <a:srgbClr val="FFC000"/>
                </a:solidFill>
              </a:rPr>
              <a:t>ブランチ情報など</a:t>
            </a:r>
          </a:p>
        </p:txBody>
      </p:sp>
      <p:sp>
        <p:nvSpPr>
          <p:cNvPr id="11" name="矢印: 右 10">
            <a:extLst>
              <a:ext uri="{FF2B5EF4-FFF2-40B4-BE49-F238E27FC236}">
                <a16:creationId xmlns:a16="http://schemas.microsoft.com/office/drawing/2014/main" id="{56AEBADA-A3AE-9421-E669-90CEA68116C5}"/>
              </a:ext>
            </a:extLst>
          </p:cNvPr>
          <p:cNvSpPr/>
          <p:nvPr/>
        </p:nvSpPr>
        <p:spPr>
          <a:xfrm rot="5400000">
            <a:off x="7818275" y="3665012"/>
            <a:ext cx="468086" cy="677228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3640922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3EDDBB-CBAF-8FCF-DAA4-50DD4B4408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四角形: 角を丸くする 39">
            <a:extLst>
              <a:ext uri="{FF2B5EF4-FFF2-40B4-BE49-F238E27FC236}">
                <a16:creationId xmlns:a16="http://schemas.microsoft.com/office/drawing/2014/main" id="{B98D9863-9677-0C7E-6DD0-3A5FBAE513DD}"/>
              </a:ext>
            </a:extLst>
          </p:cNvPr>
          <p:cNvSpPr/>
          <p:nvPr/>
        </p:nvSpPr>
        <p:spPr>
          <a:xfrm>
            <a:off x="774773" y="1965658"/>
            <a:ext cx="10274227" cy="1080000"/>
          </a:xfrm>
          <a:prstGeom prst="roundRect">
            <a:avLst/>
          </a:prstGeom>
          <a:noFill/>
          <a:ln w="38100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四角形: 角を丸くする 41">
            <a:extLst>
              <a:ext uri="{FF2B5EF4-FFF2-40B4-BE49-F238E27FC236}">
                <a16:creationId xmlns:a16="http://schemas.microsoft.com/office/drawing/2014/main" id="{FB7F9C63-B2AB-7F3F-06B3-87D5AD1B0CE9}"/>
              </a:ext>
            </a:extLst>
          </p:cNvPr>
          <p:cNvSpPr/>
          <p:nvPr/>
        </p:nvSpPr>
        <p:spPr>
          <a:xfrm>
            <a:off x="773399" y="5362904"/>
            <a:ext cx="10274227" cy="1080000"/>
          </a:xfrm>
          <a:prstGeom prst="roundRect">
            <a:avLst/>
          </a:prstGeom>
          <a:noFill/>
          <a:ln w="38100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C94CC3D9-A685-7CFF-4307-2C633E8C7912}"/>
              </a:ext>
            </a:extLst>
          </p:cNvPr>
          <p:cNvCxnSpPr>
            <a:cxnSpLocks/>
          </p:cNvCxnSpPr>
          <p:nvPr/>
        </p:nvCxnSpPr>
        <p:spPr>
          <a:xfrm>
            <a:off x="1816100" y="5899786"/>
            <a:ext cx="900000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C90EB966-76C2-3BDF-C51F-42F6D7FA7225}"/>
              </a:ext>
            </a:extLst>
          </p:cNvPr>
          <p:cNvCxnSpPr>
            <a:cxnSpLocks/>
          </p:cNvCxnSpPr>
          <p:nvPr/>
        </p:nvCxnSpPr>
        <p:spPr>
          <a:xfrm>
            <a:off x="1816100" y="4240236"/>
            <a:ext cx="900000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楕円 22">
            <a:extLst>
              <a:ext uri="{FF2B5EF4-FFF2-40B4-BE49-F238E27FC236}">
                <a16:creationId xmlns:a16="http://schemas.microsoft.com/office/drawing/2014/main" id="{1CC7FE54-9291-D52A-76F7-61A6275EAE06}"/>
              </a:ext>
            </a:extLst>
          </p:cNvPr>
          <p:cNvSpPr/>
          <p:nvPr/>
        </p:nvSpPr>
        <p:spPr>
          <a:xfrm>
            <a:off x="3332358" y="3880236"/>
            <a:ext cx="720000" cy="720000"/>
          </a:xfrm>
          <a:prstGeom prst="ellipse">
            <a:avLst/>
          </a:prstGeom>
          <a:solidFill>
            <a:schemeClr val="bg1"/>
          </a:solidFill>
          <a:ln w="38100"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b="1" dirty="0">
                <a:solidFill>
                  <a:schemeClr val="tx1"/>
                </a:solidFill>
              </a:rPr>
              <a:t>M1</a:t>
            </a:r>
            <a:endParaRPr lang="ja-JP" altLang="en-US" sz="1600" b="1" dirty="0">
              <a:solidFill>
                <a:schemeClr val="tx1"/>
              </a:solidFill>
            </a:endParaRPr>
          </a:p>
        </p:txBody>
      </p:sp>
      <p:cxnSp>
        <p:nvCxnSpPr>
          <p:cNvPr id="25" name="直線矢印コネクタ 24">
            <a:extLst>
              <a:ext uri="{FF2B5EF4-FFF2-40B4-BE49-F238E27FC236}">
                <a16:creationId xmlns:a16="http://schemas.microsoft.com/office/drawing/2014/main" id="{E85A0147-87AD-063A-58D0-6D7DAA969BC4}"/>
              </a:ext>
            </a:extLst>
          </p:cNvPr>
          <p:cNvCxnSpPr>
            <a:cxnSpLocks/>
            <a:stCxn id="23" idx="4"/>
          </p:cNvCxnSpPr>
          <p:nvPr/>
        </p:nvCxnSpPr>
        <p:spPr>
          <a:xfrm>
            <a:off x="3692358" y="4600236"/>
            <a:ext cx="1895948" cy="130810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直線矢印コネクタ 25">
            <a:extLst>
              <a:ext uri="{FF2B5EF4-FFF2-40B4-BE49-F238E27FC236}">
                <a16:creationId xmlns:a16="http://schemas.microsoft.com/office/drawing/2014/main" id="{5A72FE4E-EF97-BB60-E4A0-63F542508334}"/>
              </a:ext>
            </a:extLst>
          </p:cNvPr>
          <p:cNvCxnSpPr>
            <a:cxnSpLocks/>
            <a:endCxn id="23" idx="2"/>
          </p:cNvCxnSpPr>
          <p:nvPr/>
        </p:nvCxnSpPr>
        <p:spPr>
          <a:xfrm>
            <a:off x="2202058" y="4230904"/>
            <a:ext cx="1130300" cy="933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3F8672AC-246C-CAD2-AB49-2C3F18568B39}"/>
              </a:ext>
            </a:extLst>
          </p:cNvPr>
          <p:cNvSpPr txBox="1"/>
          <p:nvPr/>
        </p:nvSpPr>
        <p:spPr>
          <a:xfrm>
            <a:off x="774773" y="5723670"/>
            <a:ext cx="11865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b="1" dirty="0" err="1"/>
              <a:t>branchX</a:t>
            </a:r>
            <a:r>
              <a:rPr lang="en-US" altLang="ja-JP" b="1" dirty="0"/>
              <a:t> </a:t>
            </a:r>
            <a:endParaRPr kumimoji="1" lang="ja-JP" altLang="en-US" b="1" dirty="0"/>
          </a:p>
        </p:txBody>
      </p:sp>
      <p:cxnSp>
        <p:nvCxnSpPr>
          <p:cNvPr id="29" name="直線コネクタ 28">
            <a:extLst>
              <a:ext uri="{FF2B5EF4-FFF2-40B4-BE49-F238E27FC236}">
                <a16:creationId xmlns:a16="http://schemas.microsoft.com/office/drawing/2014/main" id="{1DC7FE43-1374-4A9A-0F78-AFFDF70658A4}"/>
              </a:ext>
            </a:extLst>
          </p:cNvPr>
          <p:cNvCxnSpPr>
            <a:cxnSpLocks/>
          </p:cNvCxnSpPr>
          <p:nvPr/>
        </p:nvCxnSpPr>
        <p:spPr>
          <a:xfrm>
            <a:off x="1816100" y="2508886"/>
            <a:ext cx="900000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コネクタ 29">
            <a:extLst>
              <a:ext uri="{FF2B5EF4-FFF2-40B4-BE49-F238E27FC236}">
                <a16:creationId xmlns:a16="http://schemas.microsoft.com/office/drawing/2014/main" id="{4FDA5D77-C967-6D52-6704-08F491F56F37}"/>
              </a:ext>
            </a:extLst>
          </p:cNvPr>
          <p:cNvCxnSpPr>
            <a:cxnSpLocks/>
          </p:cNvCxnSpPr>
          <p:nvPr/>
        </p:nvCxnSpPr>
        <p:spPr>
          <a:xfrm>
            <a:off x="1816100" y="849336"/>
            <a:ext cx="900000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楕円 31">
            <a:extLst>
              <a:ext uri="{FF2B5EF4-FFF2-40B4-BE49-F238E27FC236}">
                <a16:creationId xmlns:a16="http://schemas.microsoft.com/office/drawing/2014/main" id="{04B88A0E-7C0F-0003-6E73-578C8FD63804}"/>
              </a:ext>
            </a:extLst>
          </p:cNvPr>
          <p:cNvSpPr/>
          <p:nvPr/>
        </p:nvSpPr>
        <p:spPr>
          <a:xfrm>
            <a:off x="3332358" y="489336"/>
            <a:ext cx="720000" cy="720000"/>
          </a:xfrm>
          <a:prstGeom prst="ellipse">
            <a:avLst/>
          </a:prstGeom>
          <a:solidFill>
            <a:schemeClr val="bg1"/>
          </a:solidFill>
          <a:ln w="38100"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b="1" dirty="0">
                <a:solidFill>
                  <a:schemeClr val="tx1"/>
                </a:solidFill>
              </a:rPr>
              <a:t>M1</a:t>
            </a:r>
            <a:endParaRPr lang="ja-JP" altLang="en-US" sz="1600" b="1" dirty="0">
              <a:solidFill>
                <a:schemeClr val="tx1"/>
              </a:solidFill>
            </a:endParaRPr>
          </a:p>
        </p:txBody>
      </p:sp>
      <p:cxnSp>
        <p:nvCxnSpPr>
          <p:cNvPr id="35" name="直線矢印コネクタ 34">
            <a:extLst>
              <a:ext uri="{FF2B5EF4-FFF2-40B4-BE49-F238E27FC236}">
                <a16:creationId xmlns:a16="http://schemas.microsoft.com/office/drawing/2014/main" id="{EA964BA5-F2DC-1A9F-7D5E-1FFF6995E229}"/>
              </a:ext>
            </a:extLst>
          </p:cNvPr>
          <p:cNvCxnSpPr>
            <a:cxnSpLocks/>
            <a:endCxn id="32" idx="2"/>
          </p:cNvCxnSpPr>
          <p:nvPr/>
        </p:nvCxnSpPr>
        <p:spPr>
          <a:xfrm>
            <a:off x="2202058" y="840004"/>
            <a:ext cx="1130300" cy="933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EA61E555-5105-07D6-7CD7-788F5094D3A5}"/>
              </a:ext>
            </a:extLst>
          </p:cNvPr>
          <p:cNvSpPr txBox="1"/>
          <p:nvPr/>
        </p:nvSpPr>
        <p:spPr>
          <a:xfrm>
            <a:off x="774773" y="2332770"/>
            <a:ext cx="11865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b="1" dirty="0" err="1"/>
              <a:t>branchX</a:t>
            </a:r>
            <a:r>
              <a:rPr lang="en-US" altLang="ja-JP" b="1" dirty="0"/>
              <a:t> </a:t>
            </a:r>
            <a:endParaRPr kumimoji="1" lang="ja-JP" altLang="en-US" b="1" dirty="0"/>
          </a:p>
        </p:txBody>
      </p:sp>
      <p:sp>
        <p:nvSpPr>
          <p:cNvPr id="59" name="楕円 58">
            <a:extLst>
              <a:ext uri="{FF2B5EF4-FFF2-40B4-BE49-F238E27FC236}">
                <a16:creationId xmlns:a16="http://schemas.microsoft.com/office/drawing/2014/main" id="{BD8AFBD1-EACA-930C-4AAE-12171B7BD36D}"/>
              </a:ext>
            </a:extLst>
          </p:cNvPr>
          <p:cNvSpPr/>
          <p:nvPr/>
        </p:nvSpPr>
        <p:spPr>
          <a:xfrm>
            <a:off x="5588306" y="5548336"/>
            <a:ext cx="720000" cy="720000"/>
          </a:xfrm>
          <a:prstGeom prst="ellipse">
            <a:avLst/>
          </a:prstGeom>
          <a:solidFill>
            <a:schemeClr val="bg1"/>
          </a:solidFill>
          <a:ln w="38100"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X1</a:t>
            </a:r>
          </a:p>
        </p:txBody>
      </p:sp>
      <p:sp>
        <p:nvSpPr>
          <p:cNvPr id="61" name="矢印: 右 60">
            <a:extLst>
              <a:ext uri="{FF2B5EF4-FFF2-40B4-BE49-F238E27FC236}">
                <a16:creationId xmlns:a16="http://schemas.microsoft.com/office/drawing/2014/main" id="{E11096B2-1909-C3B0-400B-30E74730C415}"/>
              </a:ext>
            </a:extLst>
          </p:cNvPr>
          <p:cNvSpPr/>
          <p:nvPr/>
        </p:nvSpPr>
        <p:spPr>
          <a:xfrm rot="5400000">
            <a:off x="5714263" y="3320923"/>
            <a:ext cx="468086" cy="677228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8C3E3EA-E2A3-E8BC-530F-09CABB74CD2A}"/>
              </a:ext>
            </a:extLst>
          </p:cNvPr>
          <p:cNvSpPr txBox="1"/>
          <p:nvPr/>
        </p:nvSpPr>
        <p:spPr>
          <a:xfrm>
            <a:off x="986807" y="4055570"/>
            <a:ext cx="7377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b="1" dirty="0"/>
              <a:t>main</a:t>
            </a:r>
            <a:endParaRPr lang="ja-JP" altLang="en-US" b="1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2F47475E-41A7-0B85-06CB-43487AB68A90}"/>
              </a:ext>
            </a:extLst>
          </p:cNvPr>
          <p:cNvSpPr txBox="1"/>
          <p:nvPr/>
        </p:nvSpPr>
        <p:spPr>
          <a:xfrm>
            <a:off x="986807" y="664670"/>
            <a:ext cx="7377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b="1" dirty="0"/>
              <a:t>main</a:t>
            </a:r>
            <a:endParaRPr kumimoji="1" lang="ja-JP" altLang="en-US" b="1" dirty="0"/>
          </a:p>
        </p:txBody>
      </p:sp>
      <p:sp>
        <p:nvSpPr>
          <p:cNvPr id="2" name="楕円 1">
            <a:extLst>
              <a:ext uri="{FF2B5EF4-FFF2-40B4-BE49-F238E27FC236}">
                <a16:creationId xmlns:a16="http://schemas.microsoft.com/office/drawing/2014/main" id="{F7D6531F-7724-8854-F81A-B389EAE5FFBD}"/>
              </a:ext>
            </a:extLst>
          </p:cNvPr>
          <p:cNvSpPr/>
          <p:nvPr/>
        </p:nvSpPr>
        <p:spPr>
          <a:xfrm>
            <a:off x="3332358" y="2161061"/>
            <a:ext cx="720000" cy="7200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3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b="1" dirty="0">
                <a:solidFill>
                  <a:schemeClr val="accent3"/>
                </a:solidFill>
              </a:rPr>
              <a:t>M1</a:t>
            </a:r>
            <a:endParaRPr lang="ja-JP" altLang="en-US" sz="1600" b="1" dirty="0">
              <a:solidFill>
                <a:schemeClr val="accent3"/>
              </a:solidFill>
            </a:endParaRPr>
          </a:p>
        </p:txBody>
      </p:sp>
      <p:cxnSp>
        <p:nvCxnSpPr>
          <p:cNvPr id="3" name="直線矢印コネクタ 2">
            <a:extLst>
              <a:ext uri="{FF2B5EF4-FFF2-40B4-BE49-F238E27FC236}">
                <a16:creationId xmlns:a16="http://schemas.microsoft.com/office/drawing/2014/main" id="{F1933812-392D-4081-BDC9-7B25FDC30051}"/>
              </a:ext>
            </a:extLst>
          </p:cNvPr>
          <p:cNvCxnSpPr>
            <a:cxnSpLocks/>
            <a:endCxn id="2" idx="2"/>
          </p:cNvCxnSpPr>
          <p:nvPr/>
        </p:nvCxnSpPr>
        <p:spPr>
          <a:xfrm>
            <a:off x="2202058" y="2511729"/>
            <a:ext cx="1130300" cy="9332"/>
          </a:xfrm>
          <a:prstGeom prst="straightConnector1">
            <a:avLst/>
          </a:prstGeom>
          <a:ln w="38100">
            <a:solidFill>
              <a:schemeClr val="accent3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BBE901A-2EC7-5B16-4ADC-E4CAB8A4CAA4}"/>
              </a:ext>
            </a:extLst>
          </p:cNvPr>
          <p:cNvSpPr txBox="1"/>
          <p:nvPr/>
        </p:nvSpPr>
        <p:spPr>
          <a:xfrm>
            <a:off x="-1321111" y="2320992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b="1" dirty="0">
                <a:solidFill>
                  <a:srgbClr val="00B050"/>
                </a:solidFill>
              </a:rPr>
              <a:t>作業中のブランチ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A63DD010-1849-BF4D-C91D-894DBAA44257}"/>
              </a:ext>
            </a:extLst>
          </p:cNvPr>
          <p:cNvSpPr txBox="1"/>
          <p:nvPr/>
        </p:nvSpPr>
        <p:spPr>
          <a:xfrm>
            <a:off x="-1321111" y="5718238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b="1" dirty="0">
                <a:solidFill>
                  <a:srgbClr val="00B050"/>
                </a:solidFill>
              </a:rPr>
              <a:t>作業中のブランチ</a:t>
            </a:r>
          </a:p>
        </p:txBody>
      </p:sp>
    </p:spTree>
    <p:extLst>
      <p:ext uri="{BB962C8B-B14F-4D97-AF65-F5344CB8AC3E}">
        <p14:creationId xmlns:p14="http://schemas.microsoft.com/office/powerpoint/2010/main" val="255485474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1C1607-4059-7FAE-377E-E9C108B48A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81DFA76E-9D8D-CBEE-A6F5-800F01FD88B7}"/>
              </a:ext>
            </a:extLst>
          </p:cNvPr>
          <p:cNvCxnSpPr>
            <a:cxnSpLocks/>
          </p:cNvCxnSpPr>
          <p:nvPr/>
        </p:nvCxnSpPr>
        <p:spPr>
          <a:xfrm>
            <a:off x="1816100" y="5899786"/>
            <a:ext cx="900000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83AFC228-41C1-4D24-33CA-2F42575D9FD1}"/>
              </a:ext>
            </a:extLst>
          </p:cNvPr>
          <p:cNvCxnSpPr>
            <a:cxnSpLocks/>
          </p:cNvCxnSpPr>
          <p:nvPr/>
        </p:nvCxnSpPr>
        <p:spPr>
          <a:xfrm>
            <a:off x="1816100" y="4240236"/>
            <a:ext cx="900000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楕円 21">
            <a:extLst>
              <a:ext uri="{FF2B5EF4-FFF2-40B4-BE49-F238E27FC236}">
                <a16:creationId xmlns:a16="http://schemas.microsoft.com/office/drawing/2014/main" id="{9A9EB31F-65DF-A11E-177D-6B4D8A34D4E8}"/>
              </a:ext>
            </a:extLst>
          </p:cNvPr>
          <p:cNvSpPr/>
          <p:nvPr/>
        </p:nvSpPr>
        <p:spPr>
          <a:xfrm>
            <a:off x="5588306" y="5548336"/>
            <a:ext cx="720000" cy="720000"/>
          </a:xfrm>
          <a:prstGeom prst="ellipse">
            <a:avLst/>
          </a:prstGeom>
          <a:solidFill>
            <a:schemeClr val="bg1"/>
          </a:solidFill>
          <a:ln w="38100"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X1</a:t>
            </a:r>
          </a:p>
        </p:txBody>
      </p:sp>
      <p:sp>
        <p:nvSpPr>
          <p:cNvPr id="23" name="楕円 22">
            <a:extLst>
              <a:ext uri="{FF2B5EF4-FFF2-40B4-BE49-F238E27FC236}">
                <a16:creationId xmlns:a16="http://schemas.microsoft.com/office/drawing/2014/main" id="{55AA9CDE-9008-DB7E-34CD-C8A936E4B84B}"/>
              </a:ext>
            </a:extLst>
          </p:cNvPr>
          <p:cNvSpPr/>
          <p:nvPr/>
        </p:nvSpPr>
        <p:spPr>
          <a:xfrm>
            <a:off x="3332358" y="3880236"/>
            <a:ext cx="720000" cy="720000"/>
          </a:xfrm>
          <a:prstGeom prst="ellipse">
            <a:avLst/>
          </a:prstGeom>
          <a:solidFill>
            <a:schemeClr val="bg1"/>
          </a:solidFill>
          <a:ln w="38100"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b="1" dirty="0">
                <a:solidFill>
                  <a:schemeClr val="tx1"/>
                </a:solidFill>
              </a:rPr>
              <a:t>M1</a:t>
            </a:r>
            <a:endParaRPr lang="ja-JP" altLang="en-US" sz="1600" b="1" dirty="0">
              <a:solidFill>
                <a:schemeClr val="tx1"/>
              </a:solidFill>
            </a:endParaRPr>
          </a:p>
        </p:txBody>
      </p:sp>
      <p:cxnSp>
        <p:nvCxnSpPr>
          <p:cNvPr id="25" name="直線矢印コネクタ 24">
            <a:extLst>
              <a:ext uri="{FF2B5EF4-FFF2-40B4-BE49-F238E27FC236}">
                <a16:creationId xmlns:a16="http://schemas.microsoft.com/office/drawing/2014/main" id="{EBA298DC-79BE-D643-18AA-6F11AAEEA371}"/>
              </a:ext>
            </a:extLst>
          </p:cNvPr>
          <p:cNvCxnSpPr>
            <a:cxnSpLocks/>
            <a:stCxn id="23" idx="4"/>
            <a:endCxn id="22" idx="2"/>
          </p:cNvCxnSpPr>
          <p:nvPr/>
        </p:nvCxnSpPr>
        <p:spPr>
          <a:xfrm>
            <a:off x="3692358" y="4600236"/>
            <a:ext cx="1895948" cy="130810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直線矢印コネクタ 25">
            <a:extLst>
              <a:ext uri="{FF2B5EF4-FFF2-40B4-BE49-F238E27FC236}">
                <a16:creationId xmlns:a16="http://schemas.microsoft.com/office/drawing/2014/main" id="{9334B388-AFB4-E956-C5CD-6A2869305654}"/>
              </a:ext>
            </a:extLst>
          </p:cNvPr>
          <p:cNvCxnSpPr>
            <a:cxnSpLocks/>
            <a:endCxn id="23" idx="2"/>
          </p:cNvCxnSpPr>
          <p:nvPr/>
        </p:nvCxnSpPr>
        <p:spPr>
          <a:xfrm>
            <a:off x="2202058" y="4230904"/>
            <a:ext cx="1130300" cy="933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801F42D1-62BC-1960-57FA-BB25AA2766F1}"/>
              </a:ext>
            </a:extLst>
          </p:cNvPr>
          <p:cNvSpPr txBox="1"/>
          <p:nvPr/>
        </p:nvSpPr>
        <p:spPr>
          <a:xfrm>
            <a:off x="774773" y="5723670"/>
            <a:ext cx="11865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b="1" dirty="0" err="1"/>
              <a:t>branchX</a:t>
            </a:r>
            <a:r>
              <a:rPr lang="en-US" altLang="ja-JP" b="1" dirty="0"/>
              <a:t> </a:t>
            </a:r>
            <a:endParaRPr kumimoji="1" lang="ja-JP" altLang="en-US" b="1" dirty="0"/>
          </a:p>
        </p:txBody>
      </p:sp>
      <p:cxnSp>
        <p:nvCxnSpPr>
          <p:cNvPr id="29" name="直線コネクタ 28">
            <a:extLst>
              <a:ext uri="{FF2B5EF4-FFF2-40B4-BE49-F238E27FC236}">
                <a16:creationId xmlns:a16="http://schemas.microsoft.com/office/drawing/2014/main" id="{37395E01-C857-8948-0E4D-FF426B711506}"/>
              </a:ext>
            </a:extLst>
          </p:cNvPr>
          <p:cNvCxnSpPr>
            <a:cxnSpLocks/>
          </p:cNvCxnSpPr>
          <p:nvPr/>
        </p:nvCxnSpPr>
        <p:spPr>
          <a:xfrm>
            <a:off x="1816100" y="2508886"/>
            <a:ext cx="900000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コネクタ 29">
            <a:extLst>
              <a:ext uri="{FF2B5EF4-FFF2-40B4-BE49-F238E27FC236}">
                <a16:creationId xmlns:a16="http://schemas.microsoft.com/office/drawing/2014/main" id="{D5F90D71-5567-E85E-ADF2-08BD2E0EB720}"/>
              </a:ext>
            </a:extLst>
          </p:cNvPr>
          <p:cNvCxnSpPr>
            <a:cxnSpLocks/>
          </p:cNvCxnSpPr>
          <p:nvPr/>
        </p:nvCxnSpPr>
        <p:spPr>
          <a:xfrm>
            <a:off x="1816100" y="849336"/>
            <a:ext cx="900000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楕円 30">
            <a:extLst>
              <a:ext uri="{FF2B5EF4-FFF2-40B4-BE49-F238E27FC236}">
                <a16:creationId xmlns:a16="http://schemas.microsoft.com/office/drawing/2014/main" id="{6C1F187C-3456-466D-C128-F386E3CED288}"/>
              </a:ext>
            </a:extLst>
          </p:cNvPr>
          <p:cNvSpPr/>
          <p:nvPr/>
        </p:nvSpPr>
        <p:spPr>
          <a:xfrm>
            <a:off x="5588306" y="2157436"/>
            <a:ext cx="720000" cy="720000"/>
          </a:xfrm>
          <a:prstGeom prst="ellipse">
            <a:avLst/>
          </a:prstGeom>
          <a:solidFill>
            <a:schemeClr val="bg1"/>
          </a:solidFill>
          <a:ln w="38100"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X1</a:t>
            </a:r>
          </a:p>
        </p:txBody>
      </p:sp>
      <p:sp>
        <p:nvSpPr>
          <p:cNvPr id="32" name="楕円 31">
            <a:extLst>
              <a:ext uri="{FF2B5EF4-FFF2-40B4-BE49-F238E27FC236}">
                <a16:creationId xmlns:a16="http://schemas.microsoft.com/office/drawing/2014/main" id="{43AB77CF-CEC1-C12C-3E92-DA34CE6996E8}"/>
              </a:ext>
            </a:extLst>
          </p:cNvPr>
          <p:cNvSpPr/>
          <p:nvPr/>
        </p:nvSpPr>
        <p:spPr>
          <a:xfrm>
            <a:off x="3332358" y="489336"/>
            <a:ext cx="720000" cy="720000"/>
          </a:xfrm>
          <a:prstGeom prst="ellipse">
            <a:avLst/>
          </a:prstGeom>
          <a:solidFill>
            <a:schemeClr val="bg1"/>
          </a:solidFill>
          <a:ln w="38100"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b="1" dirty="0">
                <a:solidFill>
                  <a:schemeClr val="tx1"/>
                </a:solidFill>
              </a:rPr>
              <a:t>M1</a:t>
            </a:r>
            <a:endParaRPr lang="ja-JP" altLang="en-US" sz="1600" b="1" dirty="0">
              <a:solidFill>
                <a:schemeClr val="tx1"/>
              </a:solidFill>
            </a:endParaRPr>
          </a:p>
        </p:txBody>
      </p:sp>
      <p:cxnSp>
        <p:nvCxnSpPr>
          <p:cNvPr id="34" name="直線矢印コネクタ 33">
            <a:extLst>
              <a:ext uri="{FF2B5EF4-FFF2-40B4-BE49-F238E27FC236}">
                <a16:creationId xmlns:a16="http://schemas.microsoft.com/office/drawing/2014/main" id="{26C776C4-A2D3-A031-DF6B-8549A8172D3A}"/>
              </a:ext>
            </a:extLst>
          </p:cNvPr>
          <p:cNvCxnSpPr>
            <a:cxnSpLocks/>
            <a:stCxn id="32" idx="4"/>
            <a:endCxn id="31" idx="2"/>
          </p:cNvCxnSpPr>
          <p:nvPr/>
        </p:nvCxnSpPr>
        <p:spPr>
          <a:xfrm>
            <a:off x="3692358" y="1209336"/>
            <a:ext cx="1895948" cy="130810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直線矢印コネクタ 34">
            <a:extLst>
              <a:ext uri="{FF2B5EF4-FFF2-40B4-BE49-F238E27FC236}">
                <a16:creationId xmlns:a16="http://schemas.microsoft.com/office/drawing/2014/main" id="{B604D9C9-28EF-F2B8-7800-B01BC75B6055}"/>
              </a:ext>
            </a:extLst>
          </p:cNvPr>
          <p:cNvCxnSpPr>
            <a:cxnSpLocks/>
            <a:endCxn id="32" idx="2"/>
          </p:cNvCxnSpPr>
          <p:nvPr/>
        </p:nvCxnSpPr>
        <p:spPr>
          <a:xfrm>
            <a:off x="2202058" y="840004"/>
            <a:ext cx="1130300" cy="933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33522DBE-0016-5701-B2AA-F043342B4679}"/>
              </a:ext>
            </a:extLst>
          </p:cNvPr>
          <p:cNvSpPr txBox="1"/>
          <p:nvPr/>
        </p:nvSpPr>
        <p:spPr>
          <a:xfrm>
            <a:off x="774773" y="2332770"/>
            <a:ext cx="11865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b="1" dirty="0" err="1"/>
              <a:t>branchX</a:t>
            </a:r>
            <a:r>
              <a:rPr lang="en-US" altLang="ja-JP" b="1" dirty="0"/>
              <a:t> </a:t>
            </a:r>
            <a:endParaRPr kumimoji="1" lang="ja-JP" altLang="en-US" b="1" dirty="0"/>
          </a:p>
        </p:txBody>
      </p:sp>
      <p:sp>
        <p:nvSpPr>
          <p:cNvPr id="38" name="矢印: 右 37">
            <a:extLst>
              <a:ext uri="{FF2B5EF4-FFF2-40B4-BE49-F238E27FC236}">
                <a16:creationId xmlns:a16="http://schemas.microsoft.com/office/drawing/2014/main" id="{AAE08456-9401-6D7D-CFE2-C8B1E6ED82C2}"/>
              </a:ext>
            </a:extLst>
          </p:cNvPr>
          <p:cNvSpPr/>
          <p:nvPr/>
        </p:nvSpPr>
        <p:spPr>
          <a:xfrm rot="5400000">
            <a:off x="5714263" y="3096987"/>
            <a:ext cx="468086" cy="677228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/>
          </a:p>
        </p:txBody>
      </p:sp>
      <p:cxnSp>
        <p:nvCxnSpPr>
          <p:cNvPr id="7" name="直線矢印コネクタ 6">
            <a:extLst>
              <a:ext uri="{FF2B5EF4-FFF2-40B4-BE49-F238E27FC236}">
                <a16:creationId xmlns:a16="http://schemas.microsoft.com/office/drawing/2014/main" id="{2A1B3AE1-F992-07B9-63B3-BE3335712C5B}"/>
              </a:ext>
            </a:extLst>
          </p:cNvPr>
          <p:cNvCxnSpPr>
            <a:cxnSpLocks/>
            <a:stCxn id="22" idx="6"/>
            <a:endCxn id="44" idx="4"/>
          </p:cNvCxnSpPr>
          <p:nvPr/>
        </p:nvCxnSpPr>
        <p:spPr>
          <a:xfrm flipV="1">
            <a:off x="6308306" y="4605560"/>
            <a:ext cx="1760594" cy="1302776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" name="楕円 43">
            <a:extLst>
              <a:ext uri="{FF2B5EF4-FFF2-40B4-BE49-F238E27FC236}">
                <a16:creationId xmlns:a16="http://schemas.microsoft.com/office/drawing/2014/main" id="{10E25209-DFB4-868F-9549-809F21DD67D5}"/>
              </a:ext>
            </a:extLst>
          </p:cNvPr>
          <p:cNvSpPr/>
          <p:nvPr/>
        </p:nvSpPr>
        <p:spPr>
          <a:xfrm>
            <a:off x="7708900" y="3885560"/>
            <a:ext cx="720000" cy="7200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b="1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M2</a:t>
            </a:r>
          </a:p>
        </p:txBody>
      </p:sp>
      <p:cxnSp>
        <p:nvCxnSpPr>
          <p:cNvPr id="45" name="直線矢印コネクタ 44">
            <a:extLst>
              <a:ext uri="{FF2B5EF4-FFF2-40B4-BE49-F238E27FC236}">
                <a16:creationId xmlns:a16="http://schemas.microsoft.com/office/drawing/2014/main" id="{D8E84E0C-6A4F-4A24-E2FA-B0B0C57DFAAF}"/>
              </a:ext>
            </a:extLst>
          </p:cNvPr>
          <p:cNvCxnSpPr>
            <a:cxnSpLocks/>
            <a:stCxn id="23" idx="6"/>
            <a:endCxn id="44" idx="2"/>
          </p:cNvCxnSpPr>
          <p:nvPr/>
        </p:nvCxnSpPr>
        <p:spPr>
          <a:xfrm>
            <a:off x="4052358" y="4240236"/>
            <a:ext cx="3656542" cy="532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40AF4A00-5508-5E90-34C3-EC836A3555F9}"/>
              </a:ext>
            </a:extLst>
          </p:cNvPr>
          <p:cNvSpPr/>
          <p:nvPr/>
        </p:nvSpPr>
        <p:spPr>
          <a:xfrm>
            <a:off x="774773" y="304800"/>
            <a:ext cx="10274227" cy="1080000"/>
          </a:xfrm>
          <a:prstGeom prst="roundRect">
            <a:avLst/>
          </a:prstGeom>
          <a:noFill/>
          <a:ln w="38100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E582FCCE-0AF1-AEF3-CAFE-462FFA4F90AA}"/>
              </a:ext>
            </a:extLst>
          </p:cNvPr>
          <p:cNvSpPr/>
          <p:nvPr/>
        </p:nvSpPr>
        <p:spPr>
          <a:xfrm>
            <a:off x="781401" y="3730490"/>
            <a:ext cx="10274227" cy="1080000"/>
          </a:xfrm>
          <a:prstGeom prst="roundRect">
            <a:avLst/>
          </a:prstGeom>
          <a:noFill/>
          <a:ln w="38100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1F57482F-42FB-6F3E-B570-986DFD1C7338}"/>
              </a:ext>
            </a:extLst>
          </p:cNvPr>
          <p:cNvSpPr txBox="1"/>
          <p:nvPr/>
        </p:nvSpPr>
        <p:spPr>
          <a:xfrm>
            <a:off x="986807" y="4055570"/>
            <a:ext cx="7377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b="1" dirty="0"/>
              <a:t>main</a:t>
            </a:r>
            <a:endParaRPr lang="ja-JP" altLang="en-US" b="1" dirty="0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8FE90C75-DEFC-363D-EED7-48E626D7D957}"/>
              </a:ext>
            </a:extLst>
          </p:cNvPr>
          <p:cNvSpPr txBox="1"/>
          <p:nvPr/>
        </p:nvSpPr>
        <p:spPr>
          <a:xfrm>
            <a:off x="986807" y="664670"/>
            <a:ext cx="7377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b="1" dirty="0"/>
              <a:t>main</a:t>
            </a:r>
            <a:endParaRPr kumimoji="1" lang="ja-JP" altLang="en-US" b="1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E733555-41B3-79B1-F9EC-C40C721E333F}"/>
              </a:ext>
            </a:extLst>
          </p:cNvPr>
          <p:cNvSpPr txBox="1"/>
          <p:nvPr/>
        </p:nvSpPr>
        <p:spPr>
          <a:xfrm>
            <a:off x="-1321111" y="660134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b="1" dirty="0">
                <a:solidFill>
                  <a:srgbClr val="00B050"/>
                </a:solidFill>
              </a:rPr>
              <a:t>作業中のブランチ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D4D981E-3E81-DAC8-DBC5-9133C4C565F3}"/>
              </a:ext>
            </a:extLst>
          </p:cNvPr>
          <p:cNvSpPr txBox="1"/>
          <p:nvPr/>
        </p:nvSpPr>
        <p:spPr>
          <a:xfrm>
            <a:off x="-1321111" y="4085824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b="1" dirty="0">
                <a:solidFill>
                  <a:srgbClr val="00B050"/>
                </a:solidFill>
              </a:rPr>
              <a:t>作業中のブランチ</a:t>
            </a:r>
          </a:p>
        </p:txBody>
      </p:sp>
    </p:spTree>
    <p:extLst>
      <p:ext uri="{BB962C8B-B14F-4D97-AF65-F5344CB8AC3E}">
        <p14:creationId xmlns:p14="http://schemas.microsoft.com/office/powerpoint/2010/main" val="405702605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E4CE5D-537A-2FCB-E15A-5C539E75B9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38FDF4FE-2E3F-A55B-08B0-612E389785E1}"/>
              </a:ext>
            </a:extLst>
          </p:cNvPr>
          <p:cNvCxnSpPr>
            <a:cxnSpLocks/>
          </p:cNvCxnSpPr>
          <p:nvPr/>
        </p:nvCxnSpPr>
        <p:spPr>
          <a:xfrm>
            <a:off x="1816100" y="5899786"/>
            <a:ext cx="900000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5A3E14E9-D7B1-07B3-30A7-A3D0BA913D4C}"/>
              </a:ext>
            </a:extLst>
          </p:cNvPr>
          <p:cNvCxnSpPr>
            <a:cxnSpLocks/>
          </p:cNvCxnSpPr>
          <p:nvPr/>
        </p:nvCxnSpPr>
        <p:spPr>
          <a:xfrm>
            <a:off x="1816100" y="4240236"/>
            <a:ext cx="900000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楕円 21">
            <a:extLst>
              <a:ext uri="{FF2B5EF4-FFF2-40B4-BE49-F238E27FC236}">
                <a16:creationId xmlns:a16="http://schemas.microsoft.com/office/drawing/2014/main" id="{2DA53499-D37E-4818-48E3-623B678E20DF}"/>
              </a:ext>
            </a:extLst>
          </p:cNvPr>
          <p:cNvSpPr/>
          <p:nvPr/>
        </p:nvSpPr>
        <p:spPr>
          <a:xfrm>
            <a:off x="5588306" y="5547004"/>
            <a:ext cx="720000" cy="720000"/>
          </a:xfrm>
          <a:prstGeom prst="ellipse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X1</a:t>
            </a:r>
          </a:p>
        </p:txBody>
      </p:sp>
      <p:sp>
        <p:nvSpPr>
          <p:cNvPr id="23" name="楕円 22">
            <a:extLst>
              <a:ext uri="{FF2B5EF4-FFF2-40B4-BE49-F238E27FC236}">
                <a16:creationId xmlns:a16="http://schemas.microsoft.com/office/drawing/2014/main" id="{955F570B-CBED-7179-4C14-77C480ADF9DF}"/>
              </a:ext>
            </a:extLst>
          </p:cNvPr>
          <p:cNvSpPr/>
          <p:nvPr/>
        </p:nvSpPr>
        <p:spPr>
          <a:xfrm>
            <a:off x="3332358" y="3880236"/>
            <a:ext cx="720000" cy="720000"/>
          </a:xfrm>
          <a:prstGeom prst="ellipse">
            <a:avLst/>
          </a:prstGeom>
          <a:solidFill>
            <a:schemeClr val="bg1"/>
          </a:solidFill>
          <a:ln w="38100"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b="1" dirty="0">
                <a:solidFill>
                  <a:schemeClr val="tx1"/>
                </a:solidFill>
              </a:rPr>
              <a:t>M1</a:t>
            </a:r>
            <a:endParaRPr lang="ja-JP" altLang="en-US" sz="1600" b="1" dirty="0">
              <a:solidFill>
                <a:schemeClr val="tx1"/>
              </a:solidFill>
            </a:endParaRPr>
          </a:p>
        </p:txBody>
      </p:sp>
      <p:cxnSp>
        <p:nvCxnSpPr>
          <p:cNvPr id="25" name="直線矢印コネクタ 24">
            <a:extLst>
              <a:ext uri="{FF2B5EF4-FFF2-40B4-BE49-F238E27FC236}">
                <a16:creationId xmlns:a16="http://schemas.microsoft.com/office/drawing/2014/main" id="{19958260-766B-44CE-6D0D-161F1A39CB3C}"/>
              </a:ext>
            </a:extLst>
          </p:cNvPr>
          <p:cNvCxnSpPr>
            <a:cxnSpLocks/>
            <a:stCxn id="23" idx="4"/>
            <a:endCxn id="22" idx="2"/>
          </p:cNvCxnSpPr>
          <p:nvPr/>
        </p:nvCxnSpPr>
        <p:spPr>
          <a:xfrm>
            <a:off x="3692358" y="4600236"/>
            <a:ext cx="1895948" cy="130676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直線矢印コネクタ 25">
            <a:extLst>
              <a:ext uri="{FF2B5EF4-FFF2-40B4-BE49-F238E27FC236}">
                <a16:creationId xmlns:a16="http://schemas.microsoft.com/office/drawing/2014/main" id="{C81010AA-703A-3D93-871C-683D3F214289}"/>
              </a:ext>
            </a:extLst>
          </p:cNvPr>
          <p:cNvCxnSpPr>
            <a:cxnSpLocks/>
            <a:endCxn id="23" idx="2"/>
          </p:cNvCxnSpPr>
          <p:nvPr/>
        </p:nvCxnSpPr>
        <p:spPr>
          <a:xfrm>
            <a:off x="2202058" y="4230904"/>
            <a:ext cx="1130300" cy="933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直線矢印コネクタ 26">
            <a:extLst>
              <a:ext uri="{FF2B5EF4-FFF2-40B4-BE49-F238E27FC236}">
                <a16:creationId xmlns:a16="http://schemas.microsoft.com/office/drawing/2014/main" id="{2E79C79F-A0E7-76CD-1CFE-D8D175C01864}"/>
              </a:ext>
            </a:extLst>
          </p:cNvPr>
          <p:cNvCxnSpPr>
            <a:cxnSpLocks/>
            <a:stCxn id="23" idx="6"/>
            <a:endCxn id="8" idx="2"/>
          </p:cNvCxnSpPr>
          <p:nvPr/>
        </p:nvCxnSpPr>
        <p:spPr>
          <a:xfrm flipV="1">
            <a:off x="4052358" y="4235055"/>
            <a:ext cx="1535948" cy="518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楕円 7">
            <a:extLst>
              <a:ext uri="{FF2B5EF4-FFF2-40B4-BE49-F238E27FC236}">
                <a16:creationId xmlns:a16="http://schemas.microsoft.com/office/drawing/2014/main" id="{3B7ECA20-B85D-A081-994B-35D7DFA2A986}"/>
              </a:ext>
            </a:extLst>
          </p:cNvPr>
          <p:cNvSpPr/>
          <p:nvPr/>
        </p:nvSpPr>
        <p:spPr>
          <a:xfrm>
            <a:off x="5588306" y="3875055"/>
            <a:ext cx="720000" cy="7200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b="1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M2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55CBDBDD-F1AB-6815-3739-7D172E6CCCD4}"/>
              </a:ext>
            </a:extLst>
          </p:cNvPr>
          <p:cNvSpPr txBox="1"/>
          <p:nvPr/>
        </p:nvSpPr>
        <p:spPr>
          <a:xfrm>
            <a:off x="774773" y="5723670"/>
            <a:ext cx="1120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b="1" dirty="0" err="1"/>
              <a:t>branchX</a:t>
            </a:r>
            <a:endParaRPr kumimoji="1" lang="ja-JP" altLang="en-US" b="1" dirty="0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B6830C5-54AC-E13C-4285-185A32C7C826}"/>
              </a:ext>
            </a:extLst>
          </p:cNvPr>
          <p:cNvSpPr txBox="1"/>
          <p:nvPr/>
        </p:nvSpPr>
        <p:spPr>
          <a:xfrm>
            <a:off x="986807" y="4055570"/>
            <a:ext cx="7377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b="1" dirty="0"/>
              <a:t>main</a:t>
            </a:r>
            <a:endParaRPr lang="ja-JP" altLang="en-US" b="1" dirty="0"/>
          </a:p>
        </p:txBody>
      </p:sp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4E1E1618-10BB-A005-7D11-66AA2CA2B432}"/>
              </a:ext>
            </a:extLst>
          </p:cNvPr>
          <p:cNvSpPr/>
          <p:nvPr/>
        </p:nvSpPr>
        <p:spPr>
          <a:xfrm>
            <a:off x="781401" y="3730490"/>
            <a:ext cx="10274227" cy="1080000"/>
          </a:xfrm>
          <a:prstGeom prst="roundRect">
            <a:avLst/>
          </a:prstGeom>
          <a:noFill/>
          <a:ln w="38100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FD638D9-8788-2CDB-EA67-88C1D8700010}"/>
              </a:ext>
            </a:extLst>
          </p:cNvPr>
          <p:cNvSpPr txBox="1"/>
          <p:nvPr/>
        </p:nvSpPr>
        <p:spPr>
          <a:xfrm>
            <a:off x="-1321111" y="4085824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b="1" dirty="0">
                <a:solidFill>
                  <a:srgbClr val="00B050"/>
                </a:solidFill>
              </a:rPr>
              <a:t>作業中のブランチ</a:t>
            </a:r>
          </a:p>
        </p:txBody>
      </p:sp>
      <p:sp>
        <p:nvSpPr>
          <p:cNvPr id="10" name="爆発: 8 pt 9">
            <a:extLst>
              <a:ext uri="{FF2B5EF4-FFF2-40B4-BE49-F238E27FC236}">
                <a16:creationId xmlns:a16="http://schemas.microsoft.com/office/drawing/2014/main" id="{65410D5E-DC63-DA28-9567-1E90F0218E71}"/>
              </a:ext>
            </a:extLst>
          </p:cNvPr>
          <p:cNvSpPr/>
          <p:nvPr/>
        </p:nvSpPr>
        <p:spPr>
          <a:xfrm>
            <a:off x="6098004" y="4563547"/>
            <a:ext cx="3492500" cy="1222449"/>
          </a:xfrm>
          <a:prstGeom prst="irregularSeal1">
            <a:avLst/>
          </a:prstGeom>
          <a:solidFill>
            <a:schemeClr val="bg1"/>
          </a:solidFill>
          <a:ln w="38100">
            <a:solidFill>
              <a:srgbClr val="FFC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>
                <a:solidFill>
                  <a:srgbClr val="FFC000"/>
                </a:solidFill>
              </a:rPr>
              <a:t>コンフリクト</a:t>
            </a:r>
          </a:p>
        </p:txBody>
      </p:sp>
    </p:spTree>
    <p:extLst>
      <p:ext uri="{BB962C8B-B14F-4D97-AF65-F5344CB8AC3E}">
        <p14:creationId xmlns:p14="http://schemas.microsoft.com/office/powerpoint/2010/main" val="110939037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D3C3D0-D150-32FB-7705-33A79D3899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フローチャート: 書類 1">
            <a:extLst>
              <a:ext uri="{FF2B5EF4-FFF2-40B4-BE49-F238E27FC236}">
                <a16:creationId xmlns:a16="http://schemas.microsoft.com/office/drawing/2014/main" id="{DBE514F7-87EA-BB08-9F37-9ACFCEF33641}"/>
              </a:ext>
            </a:extLst>
          </p:cNvPr>
          <p:cNvSpPr/>
          <p:nvPr/>
        </p:nvSpPr>
        <p:spPr>
          <a:xfrm>
            <a:off x="7708899" y="4775200"/>
            <a:ext cx="2880000" cy="1800000"/>
          </a:xfrm>
          <a:prstGeom prst="flowChartDocumen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marL="342900" indent="-342900">
              <a:buAutoNum type="arabicPeriod"/>
            </a:pPr>
            <a:r>
              <a:rPr kumimoji="1" lang="ja-JP" altLang="en-US" b="1" dirty="0"/>
              <a:t>・・・</a:t>
            </a:r>
            <a:endParaRPr kumimoji="1" lang="en-US" altLang="ja-JP" b="1" dirty="0"/>
          </a:p>
          <a:p>
            <a:pPr marL="342900" indent="-342900">
              <a:buAutoNum type="arabicPeriod"/>
            </a:pPr>
            <a:r>
              <a:rPr kumimoji="1" lang="ja-JP" altLang="en-US" b="1" dirty="0"/>
              <a:t>・・・</a:t>
            </a:r>
            <a:endParaRPr kumimoji="1" lang="en-US" altLang="ja-JP" b="1" dirty="0"/>
          </a:p>
          <a:p>
            <a:pPr marL="342900" indent="-342900">
              <a:buAutoNum type="arabicPeriod"/>
            </a:pPr>
            <a:r>
              <a:rPr lang="en-US" altLang="ja-JP" b="1" dirty="0">
                <a:solidFill>
                  <a:srgbClr val="FF0000"/>
                </a:solidFill>
              </a:rPr>
              <a:t>good morning</a:t>
            </a:r>
          </a:p>
          <a:p>
            <a:pPr marL="342900" indent="-342900">
              <a:buAutoNum type="arabicPeriod"/>
            </a:pPr>
            <a:r>
              <a:rPr kumimoji="1" lang="ja-JP" altLang="en-US" b="1" dirty="0"/>
              <a:t>・・・</a:t>
            </a:r>
            <a:endParaRPr kumimoji="1" lang="en-US" altLang="ja-JP" b="1" dirty="0"/>
          </a:p>
          <a:p>
            <a:pPr marL="342900" indent="-342900">
              <a:buAutoNum type="arabicPeriod"/>
            </a:pPr>
            <a:r>
              <a:rPr lang="ja-JP" altLang="en-US" b="1" dirty="0"/>
              <a:t>・・・</a:t>
            </a:r>
            <a:endParaRPr kumimoji="1" lang="ja-JP" altLang="en-US" b="1" dirty="0"/>
          </a:p>
        </p:txBody>
      </p:sp>
      <p:sp>
        <p:nvSpPr>
          <p:cNvPr id="4" name="フローチャート: 書類 3">
            <a:extLst>
              <a:ext uri="{FF2B5EF4-FFF2-40B4-BE49-F238E27FC236}">
                <a16:creationId xmlns:a16="http://schemas.microsoft.com/office/drawing/2014/main" id="{E6B7F106-5F6A-B36A-7BA1-ED152DA9D452}"/>
              </a:ext>
            </a:extLst>
          </p:cNvPr>
          <p:cNvSpPr/>
          <p:nvPr/>
        </p:nvSpPr>
        <p:spPr>
          <a:xfrm>
            <a:off x="7708899" y="1397000"/>
            <a:ext cx="2880000" cy="1800000"/>
          </a:xfrm>
          <a:prstGeom prst="flowChartDocumen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marL="342900" indent="-342900">
              <a:buAutoNum type="arabicPeriod"/>
            </a:pPr>
            <a:r>
              <a:rPr kumimoji="1" lang="ja-JP" altLang="en-US" b="1" dirty="0"/>
              <a:t>・・・</a:t>
            </a:r>
            <a:endParaRPr kumimoji="1" lang="en-US" altLang="ja-JP" b="1" dirty="0"/>
          </a:p>
          <a:p>
            <a:pPr marL="342900" indent="-342900">
              <a:buAutoNum type="arabicPeriod"/>
            </a:pPr>
            <a:r>
              <a:rPr kumimoji="1" lang="ja-JP" altLang="en-US" b="1" dirty="0"/>
              <a:t>・・・</a:t>
            </a:r>
            <a:endParaRPr kumimoji="1" lang="en-US" altLang="ja-JP" b="1" dirty="0"/>
          </a:p>
          <a:p>
            <a:pPr marL="342900" indent="-342900">
              <a:buAutoNum type="arabicPeriod"/>
            </a:pPr>
            <a:r>
              <a:rPr lang="en-US" altLang="ja-JP" b="1" dirty="0" err="1">
                <a:solidFill>
                  <a:srgbClr val="0070C0"/>
                </a:solidFill>
              </a:rPr>
              <a:t>buen</a:t>
            </a:r>
            <a:r>
              <a:rPr lang="en-US" altLang="ja-JP" b="1" dirty="0">
                <a:solidFill>
                  <a:srgbClr val="0070C0"/>
                </a:solidFill>
              </a:rPr>
              <a:t> día</a:t>
            </a:r>
          </a:p>
          <a:p>
            <a:pPr marL="342900" indent="-342900">
              <a:buAutoNum type="arabicPeriod"/>
            </a:pPr>
            <a:r>
              <a:rPr kumimoji="1" lang="ja-JP" altLang="en-US" b="1" dirty="0"/>
              <a:t>・・・</a:t>
            </a:r>
            <a:endParaRPr kumimoji="1" lang="en-US" altLang="ja-JP" b="1" dirty="0"/>
          </a:p>
          <a:p>
            <a:pPr marL="342900" indent="-342900">
              <a:buAutoNum type="arabicPeriod"/>
            </a:pPr>
            <a:r>
              <a:rPr lang="ja-JP" altLang="en-US" b="1" dirty="0"/>
              <a:t>・・・</a:t>
            </a:r>
            <a:endParaRPr kumimoji="1" lang="ja-JP" altLang="en-US" b="1" dirty="0"/>
          </a:p>
        </p:txBody>
      </p:sp>
      <p:sp>
        <p:nvSpPr>
          <p:cNvPr id="5" name="フローチャート: 書類 4">
            <a:extLst>
              <a:ext uri="{FF2B5EF4-FFF2-40B4-BE49-F238E27FC236}">
                <a16:creationId xmlns:a16="http://schemas.microsoft.com/office/drawing/2014/main" id="{E0BB960A-27DF-1A57-8B9F-5E79CF878730}"/>
              </a:ext>
            </a:extLst>
          </p:cNvPr>
          <p:cNvSpPr/>
          <p:nvPr/>
        </p:nvSpPr>
        <p:spPr>
          <a:xfrm>
            <a:off x="1727200" y="3197000"/>
            <a:ext cx="2880000" cy="1800000"/>
          </a:xfrm>
          <a:prstGeom prst="flowChartDocumen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marL="342900" indent="-342900">
              <a:buAutoNum type="arabicPeriod"/>
            </a:pPr>
            <a:r>
              <a:rPr kumimoji="1" lang="ja-JP" altLang="en-US" b="1" dirty="0"/>
              <a:t>・・・</a:t>
            </a:r>
            <a:endParaRPr kumimoji="1" lang="en-US" altLang="ja-JP" b="1" dirty="0"/>
          </a:p>
          <a:p>
            <a:pPr marL="342900" indent="-342900">
              <a:buAutoNum type="arabicPeriod"/>
            </a:pPr>
            <a:r>
              <a:rPr kumimoji="1" lang="ja-JP" altLang="en-US" b="1" dirty="0"/>
              <a:t>・・・</a:t>
            </a:r>
            <a:endParaRPr kumimoji="1" lang="en-US" altLang="ja-JP" b="1" dirty="0"/>
          </a:p>
          <a:p>
            <a:pPr marL="342900" indent="-342900">
              <a:buAutoNum type="arabicPeriod"/>
            </a:pPr>
            <a:r>
              <a:rPr lang="ja-JP" altLang="en-US" b="1" dirty="0"/>
              <a:t>おはようございます。</a:t>
            </a:r>
            <a:endParaRPr lang="en-US" altLang="ja-JP" b="1" dirty="0"/>
          </a:p>
          <a:p>
            <a:pPr marL="342900" indent="-342900">
              <a:buAutoNum type="arabicPeriod"/>
            </a:pPr>
            <a:r>
              <a:rPr kumimoji="1" lang="ja-JP" altLang="en-US" b="1" dirty="0"/>
              <a:t>・・・</a:t>
            </a:r>
            <a:endParaRPr kumimoji="1" lang="en-US" altLang="ja-JP" b="1" dirty="0"/>
          </a:p>
          <a:p>
            <a:pPr marL="342900" indent="-342900">
              <a:buAutoNum type="arabicPeriod"/>
            </a:pPr>
            <a:r>
              <a:rPr lang="ja-JP" altLang="en-US" b="1" dirty="0"/>
              <a:t>・・・</a:t>
            </a:r>
            <a:endParaRPr kumimoji="1" lang="ja-JP" altLang="en-US" b="1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708FF7AE-E92E-9966-4CB1-8BC347E82475}"/>
              </a:ext>
            </a:extLst>
          </p:cNvPr>
          <p:cNvSpPr txBox="1"/>
          <p:nvPr/>
        </p:nvSpPr>
        <p:spPr>
          <a:xfrm>
            <a:off x="1727200" y="281600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b="1" dirty="0"/>
              <a:t>元の内容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C469ADF6-A9B4-2401-D421-1B5B115919DB}"/>
              </a:ext>
            </a:extLst>
          </p:cNvPr>
          <p:cNvSpPr txBox="1"/>
          <p:nvPr/>
        </p:nvSpPr>
        <p:spPr>
          <a:xfrm>
            <a:off x="7708899" y="1016000"/>
            <a:ext cx="7377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b="1" dirty="0"/>
              <a:t>main</a:t>
            </a:r>
            <a:endParaRPr kumimoji="1" lang="ja-JP" altLang="en-US" b="1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E960FF35-B0AC-80DA-8B8A-97385CBD8522}"/>
              </a:ext>
            </a:extLst>
          </p:cNvPr>
          <p:cNvSpPr txBox="1"/>
          <p:nvPr/>
        </p:nvSpPr>
        <p:spPr>
          <a:xfrm>
            <a:off x="7708899" y="4389768"/>
            <a:ext cx="1120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b="1" dirty="0" err="1"/>
              <a:t>branchX</a:t>
            </a:r>
            <a:endParaRPr kumimoji="1" lang="ja-JP" altLang="en-US" b="1" dirty="0"/>
          </a:p>
        </p:txBody>
      </p:sp>
      <p:sp>
        <p:nvSpPr>
          <p:cNvPr id="11" name="矢印: 右 10">
            <a:extLst>
              <a:ext uri="{FF2B5EF4-FFF2-40B4-BE49-F238E27FC236}">
                <a16:creationId xmlns:a16="http://schemas.microsoft.com/office/drawing/2014/main" id="{5F3ABCB7-3AF1-CE9F-328C-F0A40500A3AE}"/>
              </a:ext>
            </a:extLst>
          </p:cNvPr>
          <p:cNvSpPr/>
          <p:nvPr/>
        </p:nvSpPr>
        <p:spPr>
          <a:xfrm>
            <a:off x="5861957" y="1958386"/>
            <a:ext cx="468086" cy="677228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矢印: 右 11">
            <a:extLst>
              <a:ext uri="{FF2B5EF4-FFF2-40B4-BE49-F238E27FC236}">
                <a16:creationId xmlns:a16="http://schemas.microsoft.com/office/drawing/2014/main" id="{05596AE1-87D9-E326-AB26-A0812E4DA69D}"/>
              </a:ext>
            </a:extLst>
          </p:cNvPr>
          <p:cNvSpPr/>
          <p:nvPr/>
        </p:nvSpPr>
        <p:spPr>
          <a:xfrm>
            <a:off x="5861957" y="5336586"/>
            <a:ext cx="468086" cy="677228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472463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7BB867-5CF7-66FE-EC96-2D0F01230A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CB9E9A0F-80E2-530B-EEE3-7ED96167B4CE}"/>
              </a:ext>
            </a:extLst>
          </p:cNvPr>
          <p:cNvCxnSpPr>
            <a:cxnSpLocks/>
          </p:cNvCxnSpPr>
          <p:nvPr/>
        </p:nvCxnSpPr>
        <p:spPr>
          <a:xfrm flipV="1">
            <a:off x="1816100" y="5899400"/>
            <a:ext cx="900000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89357B5A-EE4A-5CD0-BB1A-0885CB8334C9}"/>
              </a:ext>
            </a:extLst>
          </p:cNvPr>
          <p:cNvCxnSpPr>
            <a:cxnSpLocks/>
          </p:cNvCxnSpPr>
          <p:nvPr/>
        </p:nvCxnSpPr>
        <p:spPr>
          <a:xfrm>
            <a:off x="1816100" y="4240236"/>
            <a:ext cx="900000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楕円 21">
            <a:extLst>
              <a:ext uri="{FF2B5EF4-FFF2-40B4-BE49-F238E27FC236}">
                <a16:creationId xmlns:a16="http://schemas.microsoft.com/office/drawing/2014/main" id="{983A2C6A-5B3E-C3F1-CCC1-85569B9B3CE1}"/>
              </a:ext>
            </a:extLst>
          </p:cNvPr>
          <p:cNvSpPr/>
          <p:nvPr/>
        </p:nvSpPr>
        <p:spPr>
          <a:xfrm>
            <a:off x="5588306" y="5539400"/>
            <a:ext cx="720000" cy="720000"/>
          </a:xfrm>
          <a:prstGeom prst="ellipse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X1</a:t>
            </a:r>
          </a:p>
        </p:txBody>
      </p:sp>
      <p:sp>
        <p:nvSpPr>
          <p:cNvPr id="23" name="楕円 22">
            <a:extLst>
              <a:ext uri="{FF2B5EF4-FFF2-40B4-BE49-F238E27FC236}">
                <a16:creationId xmlns:a16="http://schemas.microsoft.com/office/drawing/2014/main" id="{BD333434-7273-4EF3-F36E-58A7DCD12802}"/>
              </a:ext>
            </a:extLst>
          </p:cNvPr>
          <p:cNvSpPr/>
          <p:nvPr/>
        </p:nvSpPr>
        <p:spPr>
          <a:xfrm>
            <a:off x="3332358" y="3880236"/>
            <a:ext cx="720000" cy="720000"/>
          </a:xfrm>
          <a:prstGeom prst="ellipse">
            <a:avLst/>
          </a:prstGeom>
          <a:solidFill>
            <a:schemeClr val="bg1"/>
          </a:solidFill>
          <a:ln w="38100"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b="1" dirty="0">
                <a:solidFill>
                  <a:schemeClr val="tx1"/>
                </a:solidFill>
              </a:rPr>
              <a:t>M1</a:t>
            </a:r>
            <a:endParaRPr lang="ja-JP" altLang="en-US" sz="1600" b="1" dirty="0">
              <a:solidFill>
                <a:schemeClr val="tx1"/>
              </a:solidFill>
            </a:endParaRPr>
          </a:p>
        </p:txBody>
      </p:sp>
      <p:cxnSp>
        <p:nvCxnSpPr>
          <p:cNvPr id="25" name="直線矢印コネクタ 24">
            <a:extLst>
              <a:ext uri="{FF2B5EF4-FFF2-40B4-BE49-F238E27FC236}">
                <a16:creationId xmlns:a16="http://schemas.microsoft.com/office/drawing/2014/main" id="{F15B582F-B952-EDDC-2FA1-95C8AF81B608}"/>
              </a:ext>
            </a:extLst>
          </p:cNvPr>
          <p:cNvCxnSpPr>
            <a:cxnSpLocks/>
            <a:stCxn id="23" idx="4"/>
            <a:endCxn id="22" idx="2"/>
          </p:cNvCxnSpPr>
          <p:nvPr/>
        </p:nvCxnSpPr>
        <p:spPr>
          <a:xfrm>
            <a:off x="3692358" y="4600236"/>
            <a:ext cx="1895948" cy="129916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直線矢印コネクタ 25">
            <a:extLst>
              <a:ext uri="{FF2B5EF4-FFF2-40B4-BE49-F238E27FC236}">
                <a16:creationId xmlns:a16="http://schemas.microsoft.com/office/drawing/2014/main" id="{91E2F77A-C4C6-DE19-51E0-8332C03B9095}"/>
              </a:ext>
            </a:extLst>
          </p:cNvPr>
          <p:cNvCxnSpPr>
            <a:cxnSpLocks/>
            <a:endCxn id="23" idx="2"/>
          </p:cNvCxnSpPr>
          <p:nvPr/>
        </p:nvCxnSpPr>
        <p:spPr>
          <a:xfrm>
            <a:off x="2202058" y="4230904"/>
            <a:ext cx="1130300" cy="933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直線矢印コネクタ 26">
            <a:extLst>
              <a:ext uri="{FF2B5EF4-FFF2-40B4-BE49-F238E27FC236}">
                <a16:creationId xmlns:a16="http://schemas.microsoft.com/office/drawing/2014/main" id="{A4916312-1086-590C-1318-DA62C39477FC}"/>
              </a:ext>
            </a:extLst>
          </p:cNvPr>
          <p:cNvCxnSpPr>
            <a:cxnSpLocks/>
            <a:stCxn id="23" idx="6"/>
            <a:endCxn id="8" idx="2"/>
          </p:cNvCxnSpPr>
          <p:nvPr/>
        </p:nvCxnSpPr>
        <p:spPr>
          <a:xfrm flipV="1">
            <a:off x="4052358" y="4235055"/>
            <a:ext cx="1535948" cy="518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直線コネクタ 28">
            <a:extLst>
              <a:ext uri="{FF2B5EF4-FFF2-40B4-BE49-F238E27FC236}">
                <a16:creationId xmlns:a16="http://schemas.microsoft.com/office/drawing/2014/main" id="{7011A9C6-1060-4738-9E56-DA39F93E61F2}"/>
              </a:ext>
            </a:extLst>
          </p:cNvPr>
          <p:cNvCxnSpPr>
            <a:cxnSpLocks/>
          </p:cNvCxnSpPr>
          <p:nvPr/>
        </p:nvCxnSpPr>
        <p:spPr>
          <a:xfrm>
            <a:off x="1816100" y="2508886"/>
            <a:ext cx="900000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コネクタ 29">
            <a:extLst>
              <a:ext uri="{FF2B5EF4-FFF2-40B4-BE49-F238E27FC236}">
                <a16:creationId xmlns:a16="http://schemas.microsoft.com/office/drawing/2014/main" id="{8BFAC68A-C257-4157-3289-07D4C681253A}"/>
              </a:ext>
            </a:extLst>
          </p:cNvPr>
          <p:cNvCxnSpPr>
            <a:cxnSpLocks/>
          </p:cNvCxnSpPr>
          <p:nvPr/>
        </p:nvCxnSpPr>
        <p:spPr>
          <a:xfrm>
            <a:off x="1816100" y="849336"/>
            <a:ext cx="900000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楕円 30">
            <a:extLst>
              <a:ext uri="{FF2B5EF4-FFF2-40B4-BE49-F238E27FC236}">
                <a16:creationId xmlns:a16="http://schemas.microsoft.com/office/drawing/2014/main" id="{9EF53D12-601E-CD92-4BFB-B35E63168D25}"/>
              </a:ext>
            </a:extLst>
          </p:cNvPr>
          <p:cNvSpPr/>
          <p:nvPr/>
        </p:nvSpPr>
        <p:spPr>
          <a:xfrm>
            <a:off x="5588306" y="2157436"/>
            <a:ext cx="720000" cy="720000"/>
          </a:xfrm>
          <a:prstGeom prst="ellipse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X1</a:t>
            </a:r>
          </a:p>
        </p:txBody>
      </p:sp>
      <p:sp>
        <p:nvSpPr>
          <p:cNvPr id="32" name="楕円 31">
            <a:extLst>
              <a:ext uri="{FF2B5EF4-FFF2-40B4-BE49-F238E27FC236}">
                <a16:creationId xmlns:a16="http://schemas.microsoft.com/office/drawing/2014/main" id="{54D16167-0E7B-ED13-EADA-A6155F3C5D66}"/>
              </a:ext>
            </a:extLst>
          </p:cNvPr>
          <p:cNvSpPr/>
          <p:nvPr/>
        </p:nvSpPr>
        <p:spPr>
          <a:xfrm>
            <a:off x="3332358" y="489336"/>
            <a:ext cx="720000" cy="720000"/>
          </a:xfrm>
          <a:prstGeom prst="ellipse">
            <a:avLst/>
          </a:prstGeom>
          <a:solidFill>
            <a:schemeClr val="bg1"/>
          </a:solidFill>
          <a:ln w="38100"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b="1" dirty="0">
                <a:solidFill>
                  <a:schemeClr val="tx1"/>
                </a:solidFill>
              </a:rPr>
              <a:t>M1</a:t>
            </a:r>
            <a:endParaRPr lang="ja-JP" altLang="en-US" sz="1600" b="1" dirty="0">
              <a:solidFill>
                <a:schemeClr val="tx1"/>
              </a:solidFill>
            </a:endParaRPr>
          </a:p>
        </p:txBody>
      </p:sp>
      <p:cxnSp>
        <p:nvCxnSpPr>
          <p:cNvPr id="34" name="直線矢印コネクタ 33">
            <a:extLst>
              <a:ext uri="{FF2B5EF4-FFF2-40B4-BE49-F238E27FC236}">
                <a16:creationId xmlns:a16="http://schemas.microsoft.com/office/drawing/2014/main" id="{18A9A044-5D57-46D4-06B1-93AA91952BA1}"/>
              </a:ext>
            </a:extLst>
          </p:cNvPr>
          <p:cNvCxnSpPr>
            <a:cxnSpLocks/>
            <a:stCxn id="32" idx="4"/>
            <a:endCxn id="31" idx="2"/>
          </p:cNvCxnSpPr>
          <p:nvPr/>
        </p:nvCxnSpPr>
        <p:spPr>
          <a:xfrm>
            <a:off x="3692358" y="1209336"/>
            <a:ext cx="1895948" cy="130810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直線矢印コネクタ 34">
            <a:extLst>
              <a:ext uri="{FF2B5EF4-FFF2-40B4-BE49-F238E27FC236}">
                <a16:creationId xmlns:a16="http://schemas.microsoft.com/office/drawing/2014/main" id="{5283C707-BA86-FC93-C130-4441E87255E7}"/>
              </a:ext>
            </a:extLst>
          </p:cNvPr>
          <p:cNvCxnSpPr>
            <a:cxnSpLocks/>
            <a:endCxn id="32" idx="2"/>
          </p:cNvCxnSpPr>
          <p:nvPr/>
        </p:nvCxnSpPr>
        <p:spPr>
          <a:xfrm>
            <a:off x="2202058" y="840004"/>
            <a:ext cx="1130300" cy="933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楕円 7">
            <a:extLst>
              <a:ext uri="{FF2B5EF4-FFF2-40B4-BE49-F238E27FC236}">
                <a16:creationId xmlns:a16="http://schemas.microsoft.com/office/drawing/2014/main" id="{A0A59863-F161-D947-AB42-323126E0FF68}"/>
              </a:ext>
            </a:extLst>
          </p:cNvPr>
          <p:cNvSpPr/>
          <p:nvPr/>
        </p:nvSpPr>
        <p:spPr>
          <a:xfrm>
            <a:off x="5588306" y="3875055"/>
            <a:ext cx="720000" cy="7200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b="1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M2</a:t>
            </a:r>
          </a:p>
        </p:txBody>
      </p:sp>
      <p:sp>
        <p:nvSpPr>
          <p:cNvPr id="13" name="楕円 12">
            <a:extLst>
              <a:ext uri="{FF2B5EF4-FFF2-40B4-BE49-F238E27FC236}">
                <a16:creationId xmlns:a16="http://schemas.microsoft.com/office/drawing/2014/main" id="{57275503-481F-11AF-2717-766863021C47}"/>
              </a:ext>
            </a:extLst>
          </p:cNvPr>
          <p:cNvSpPr/>
          <p:nvPr/>
        </p:nvSpPr>
        <p:spPr>
          <a:xfrm>
            <a:off x="5588306" y="480787"/>
            <a:ext cx="720000" cy="7200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b="1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M2</a:t>
            </a:r>
          </a:p>
        </p:txBody>
      </p:sp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0F5B1189-187E-D33A-2935-3AD5E031CF1E}"/>
              </a:ext>
            </a:extLst>
          </p:cNvPr>
          <p:cNvCxnSpPr>
            <a:cxnSpLocks/>
            <a:stCxn id="32" idx="6"/>
            <a:endCxn id="13" idx="2"/>
          </p:cNvCxnSpPr>
          <p:nvPr/>
        </p:nvCxnSpPr>
        <p:spPr>
          <a:xfrm flipV="1">
            <a:off x="4052358" y="840787"/>
            <a:ext cx="1535948" cy="854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矢印: 右 17">
            <a:extLst>
              <a:ext uri="{FF2B5EF4-FFF2-40B4-BE49-F238E27FC236}">
                <a16:creationId xmlns:a16="http://schemas.microsoft.com/office/drawing/2014/main" id="{77E29E0F-81AB-BB74-E48E-DD7A9BF4C6F8}"/>
              </a:ext>
            </a:extLst>
          </p:cNvPr>
          <p:cNvSpPr/>
          <p:nvPr/>
        </p:nvSpPr>
        <p:spPr>
          <a:xfrm rot="5400000">
            <a:off x="5704324" y="3096987"/>
            <a:ext cx="468086" cy="677228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7DAE30B0-7573-3373-140E-18EAE65A413C}"/>
              </a:ext>
            </a:extLst>
          </p:cNvPr>
          <p:cNvSpPr txBox="1"/>
          <p:nvPr/>
        </p:nvSpPr>
        <p:spPr>
          <a:xfrm>
            <a:off x="807634" y="5714734"/>
            <a:ext cx="1120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b="1" dirty="0" err="1"/>
              <a:t>branchX</a:t>
            </a:r>
            <a:endParaRPr kumimoji="1" lang="ja-JP" altLang="en-US" b="1" dirty="0"/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C356AC0F-2FA1-6BD3-6E4D-302B15FBEBED}"/>
              </a:ext>
            </a:extLst>
          </p:cNvPr>
          <p:cNvSpPr txBox="1"/>
          <p:nvPr/>
        </p:nvSpPr>
        <p:spPr>
          <a:xfrm>
            <a:off x="774773" y="2332770"/>
            <a:ext cx="11865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b="1" dirty="0" err="1"/>
              <a:t>branchX</a:t>
            </a:r>
            <a:r>
              <a:rPr lang="en-US" altLang="ja-JP" b="1" dirty="0"/>
              <a:t> </a:t>
            </a:r>
            <a:endParaRPr kumimoji="1" lang="ja-JP" altLang="en-US" b="1" dirty="0"/>
          </a:p>
        </p:txBody>
      </p:sp>
      <p:cxnSp>
        <p:nvCxnSpPr>
          <p:cNvPr id="44" name="直線矢印コネクタ 43">
            <a:extLst>
              <a:ext uri="{FF2B5EF4-FFF2-40B4-BE49-F238E27FC236}">
                <a16:creationId xmlns:a16="http://schemas.microsoft.com/office/drawing/2014/main" id="{FE34FBCB-6C41-04AD-4F00-7B793F2F9A23}"/>
              </a:ext>
            </a:extLst>
          </p:cNvPr>
          <p:cNvCxnSpPr>
            <a:cxnSpLocks/>
          </p:cNvCxnSpPr>
          <p:nvPr/>
        </p:nvCxnSpPr>
        <p:spPr>
          <a:xfrm flipV="1">
            <a:off x="6316100" y="5894734"/>
            <a:ext cx="1400594" cy="9333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楕円 44">
            <a:extLst>
              <a:ext uri="{FF2B5EF4-FFF2-40B4-BE49-F238E27FC236}">
                <a16:creationId xmlns:a16="http://schemas.microsoft.com/office/drawing/2014/main" id="{5CA4832A-9A73-1754-3AEB-25917FAC8201}"/>
              </a:ext>
            </a:extLst>
          </p:cNvPr>
          <p:cNvSpPr/>
          <p:nvPr/>
        </p:nvSpPr>
        <p:spPr>
          <a:xfrm>
            <a:off x="7708900" y="5539400"/>
            <a:ext cx="720000" cy="720000"/>
          </a:xfrm>
          <a:prstGeom prst="ellipse">
            <a:avLst/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b="1" dirty="0">
                <a:ln w="0"/>
                <a:solidFill>
                  <a:srgbClr val="7030A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X2</a:t>
            </a:r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8C26DDAE-8A93-107D-DA98-700BB1AD99C1}"/>
              </a:ext>
            </a:extLst>
          </p:cNvPr>
          <p:cNvSpPr/>
          <p:nvPr/>
        </p:nvSpPr>
        <p:spPr>
          <a:xfrm>
            <a:off x="774773" y="1968500"/>
            <a:ext cx="10274227" cy="1080000"/>
          </a:xfrm>
          <a:prstGeom prst="roundRect">
            <a:avLst/>
          </a:prstGeom>
          <a:noFill/>
          <a:ln w="38100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四角形: 角を丸くする 15">
            <a:extLst>
              <a:ext uri="{FF2B5EF4-FFF2-40B4-BE49-F238E27FC236}">
                <a16:creationId xmlns:a16="http://schemas.microsoft.com/office/drawing/2014/main" id="{FA111CCC-B986-AC06-A371-98B1A874B131}"/>
              </a:ext>
            </a:extLst>
          </p:cNvPr>
          <p:cNvSpPr/>
          <p:nvPr/>
        </p:nvSpPr>
        <p:spPr>
          <a:xfrm>
            <a:off x="774773" y="5359400"/>
            <a:ext cx="10274227" cy="1080000"/>
          </a:xfrm>
          <a:prstGeom prst="roundRect">
            <a:avLst/>
          </a:prstGeom>
          <a:noFill/>
          <a:ln w="38100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爆発: 8 pt 10">
            <a:extLst>
              <a:ext uri="{FF2B5EF4-FFF2-40B4-BE49-F238E27FC236}">
                <a16:creationId xmlns:a16="http://schemas.microsoft.com/office/drawing/2014/main" id="{53130C2E-FD70-A2BC-F1BC-55DA140AC439}"/>
              </a:ext>
            </a:extLst>
          </p:cNvPr>
          <p:cNvSpPr/>
          <p:nvPr/>
        </p:nvSpPr>
        <p:spPr>
          <a:xfrm>
            <a:off x="6212403" y="1120292"/>
            <a:ext cx="3492500" cy="1222449"/>
          </a:xfrm>
          <a:prstGeom prst="irregularSeal1">
            <a:avLst/>
          </a:prstGeom>
          <a:solidFill>
            <a:schemeClr val="bg1"/>
          </a:solidFill>
          <a:ln w="38100">
            <a:solidFill>
              <a:srgbClr val="FFC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>
                <a:solidFill>
                  <a:srgbClr val="FFC000"/>
                </a:solidFill>
              </a:rPr>
              <a:t>コンフリクト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8A73FE7-12E8-6B86-F63B-902444B856B1}"/>
              </a:ext>
            </a:extLst>
          </p:cNvPr>
          <p:cNvSpPr txBox="1"/>
          <p:nvPr/>
        </p:nvSpPr>
        <p:spPr>
          <a:xfrm>
            <a:off x="999193" y="4055570"/>
            <a:ext cx="7377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b="1" dirty="0"/>
              <a:t>main</a:t>
            </a:r>
            <a:endParaRPr lang="ja-JP" altLang="en-US" b="1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F94F32D-F7DB-DBFA-5BDB-71BB1C61E209}"/>
              </a:ext>
            </a:extLst>
          </p:cNvPr>
          <p:cNvSpPr txBox="1"/>
          <p:nvPr/>
        </p:nvSpPr>
        <p:spPr>
          <a:xfrm>
            <a:off x="999193" y="664670"/>
            <a:ext cx="7377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b="1" dirty="0"/>
              <a:t>main</a:t>
            </a:r>
            <a:endParaRPr kumimoji="1" lang="ja-JP" altLang="en-US" b="1" dirty="0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7A8CF3DA-67EA-7042-EEA3-0F5BFEA50998}"/>
              </a:ext>
            </a:extLst>
          </p:cNvPr>
          <p:cNvSpPr txBox="1"/>
          <p:nvPr/>
        </p:nvSpPr>
        <p:spPr>
          <a:xfrm>
            <a:off x="-1321111" y="2320992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b="1" dirty="0">
                <a:solidFill>
                  <a:srgbClr val="00B050"/>
                </a:solidFill>
              </a:rPr>
              <a:t>作業中のブランチ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650487B-4CBD-F8E2-4441-A0E739F1C51E}"/>
              </a:ext>
            </a:extLst>
          </p:cNvPr>
          <p:cNvSpPr txBox="1"/>
          <p:nvPr/>
        </p:nvSpPr>
        <p:spPr>
          <a:xfrm>
            <a:off x="-1321111" y="5718238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b="1" dirty="0">
                <a:solidFill>
                  <a:srgbClr val="00B050"/>
                </a:solidFill>
              </a:rPr>
              <a:t>作業中のブランチ</a:t>
            </a:r>
          </a:p>
        </p:txBody>
      </p:sp>
    </p:spTree>
    <p:extLst>
      <p:ext uri="{BB962C8B-B14F-4D97-AF65-F5344CB8AC3E}">
        <p14:creationId xmlns:p14="http://schemas.microsoft.com/office/powerpoint/2010/main" val="380890705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AFAE8D-F7F2-51C2-A616-2DCC53CF70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6445154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B05DBA-83D9-3964-6974-3C74C3D651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Visual studio code アイコン、ロゴ、シンボル – 無料 ...">
            <a:extLst>
              <a:ext uri="{FF2B5EF4-FFF2-40B4-BE49-F238E27FC236}">
                <a16:creationId xmlns:a16="http://schemas.microsoft.com/office/drawing/2014/main" id="{460A0913-AD25-007C-257F-E2A9E66678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1150" y="2724150"/>
            <a:ext cx="1409700" cy="1409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858249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F68BA9-6144-5857-EDBC-0DBD9419FD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コマンドラインのシルエット | 無料のAi・PNG白黒シルエットイラスト">
            <a:extLst>
              <a:ext uri="{FF2B5EF4-FFF2-40B4-BE49-F238E27FC236}">
                <a16:creationId xmlns:a16="http://schemas.microsoft.com/office/drawing/2014/main" id="{29CD7B5E-D13C-FD79-503A-FF5125AE9A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9751" y="2501901"/>
            <a:ext cx="1836000" cy="172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Gui アイコン、ロゴ、シンボル – 無料ダウンロード PNG、SVG">
            <a:extLst>
              <a:ext uri="{FF2B5EF4-FFF2-40B4-BE49-F238E27FC236}">
                <a16:creationId xmlns:a16="http://schemas.microsoft.com/office/drawing/2014/main" id="{E21A2946-2FA1-84F0-BD86-79E50F1B80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2250" y="2501901"/>
            <a:ext cx="1836000" cy="172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矢印: 右 1">
            <a:extLst>
              <a:ext uri="{FF2B5EF4-FFF2-40B4-BE49-F238E27FC236}">
                <a16:creationId xmlns:a16="http://schemas.microsoft.com/office/drawing/2014/main" id="{C25D7AA4-55B7-3D80-838C-0CCEC76076B2}"/>
              </a:ext>
            </a:extLst>
          </p:cNvPr>
          <p:cNvSpPr/>
          <p:nvPr/>
        </p:nvSpPr>
        <p:spPr>
          <a:xfrm>
            <a:off x="6740950" y="3251200"/>
            <a:ext cx="546100" cy="330200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9496379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A682E2-D352-A701-9043-CBC0414C74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B72770B2-309F-75EE-FF87-E7E09F61FF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2062" y="2686050"/>
            <a:ext cx="1153636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205509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41574C-373B-1394-C2FE-149B7DA3B1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247F8308-3FCA-85C0-D330-726AFE4533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8100" y="1509712"/>
            <a:ext cx="5400000" cy="4610593"/>
          </a:xfrm>
          <a:prstGeom prst="rect">
            <a:avLst/>
          </a:prstGeom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217AC252-6209-FB85-1672-9D2673BC9E62}"/>
              </a:ext>
            </a:extLst>
          </p:cNvPr>
          <p:cNvSpPr/>
          <p:nvPr/>
        </p:nvSpPr>
        <p:spPr>
          <a:xfrm>
            <a:off x="4292600" y="3815009"/>
            <a:ext cx="4495800" cy="35059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DBF9960E-8BE0-E081-1276-66684EBC7D0D}"/>
              </a:ext>
            </a:extLst>
          </p:cNvPr>
          <p:cNvSpPr/>
          <p:nvPr/>
        </p:nvSpPr>
        <p:spPr>
          <a:xfrm>
            <a:off x="4292600" y="1509712"/>
            <a:ext cx="939800" cy="35059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0161216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8AF9C5-483A-1B4A-75B2-47107B1DF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B3F984D0-04A8-0BB5-C3A5-66037E75C6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8425" y="857212"/>
            <a:ext cx="5400000" cy="5143575"/>
          </a:xfrm>
          <a:prstGeom prst="rect">
            <a:avLst/>
          </a:prstGeom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D682D1A0-E829-325A-98A5-F890DA66570D}"/>
              </a:ext>
            </a:extLst>
          </p:cNvPr>
          <p:cNvSpPr/>
          <p:nvPr/>
        </p:nvSpPr>
        <p:spPr>
          <a:xfrm>
            <a:off x="3933825" y="3428998"/>
            <a:ext cx="790575" cy="68580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1971824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15B44D-FA8D-9A3C-D3EB-4AEF68F21A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CB63C1CE-5483-C524-00A4-0C9DA88140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9575" y="1171575"/>
            <a:ext cx="3752850" cy="4514850"/>
          </a:xfrm>
          <a:prstGeom prst="rect">
            <a:avLst/>
          </a:prstGeom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FB1EC945-BDEC-4217-BEB6-736132DDA872}"/>
              </a:ext>
            </a:extLst>
          </p:cNvPr>
          <p:cNvSpPr/>
          <p:nvPr/>
        </p:nvSpPr>
        <p:spPr>
          <a:xfrm>
            <a:off x="5016500" y="3164804"/>
            <a:ext cx="2578100" cy="324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7705833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3EB065-1331-BC8A-1B9C-26B6BA3BB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19C5D612-E011-FDA4-226E-2227A3D9BE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5537" y="2395537"/>
            <a:ext cx="7400925" cy="206692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70C913A8-834B-EB31-0CD7-CBBF003846F9}"/>
              </a:ext>
            </a:extLst>
          </p:cNvPr>
          <p:cNvSpPr/>
          <p:nvPr/>
        </p:nvSpPr>
        <p:spPr>
          <a:xfrm>
            <a:off x="2501900" y="3827708"/>
            <a:ext cx="1892300" cy="36329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0500518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CE16E9-DA90-2399-E278-5D95070338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8E47041A-DA84-EE45-AF11-87C060B8D3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4139386"/>
            <a:ext cx="117600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792436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DC8A8E-2AFE-56B9-5F4C-AE3BD1DD87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555051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56CCE8-E6B2-9826-6396-396B741FF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図 9">
            <a:extLst>
              <a:ext uri="{FF2B5EF4-FFF2-40B4-BE49-F238E27FC236}">
                <a16:creationId xmlns:a16="http://schemas.microsoft.com/office/drawing/2014/main" id="{B1CD1364-E63A-D4A1-B645-2B7CEBCAAA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7784" y="2174204"/>
            <a:ext cx="3514831" cy="2867696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6A34684B-54CC-9712-C7B0-F80F32F61C1B}"/>
              </a:ext>
            </a:extLst>
          </p:cNvPr>
          <p:cNvSpPr/>
          <p:nvPr/>
        </p:nvSpPr>
        <p:spPr>
          <a:xfrm>
            <a:off x="4333875" y="2263104"/>
            <a:ext cx="360000" cy="360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0671252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BFBBB2-CB8C-CF6E-975F-F42178A7D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F7D26754-A885-46B1-D03B-17C756962F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3184" y="2174204"/>
            <a:ext cx="3514831" cy="2867696"/>
          </a:xfrm>
          <a:prstGeom prst="rect">
            <a:avLst/>
          </a:prstGeom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79DC3F5B-33A7-2D95-EBB7-6865E25FCD0C}"/>
              </a:ext>
            </a:extLst>
          </p:cNvPr>
          <p:cNvSpPr/>
          <p:nvPr/>
        </p:nvSpPr>
        <p:spPr>
          <a:xfrm>
            <a:off x="6619875" y="2567904"/>
            <a:ext cx="288000" cy="28959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2184082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33C6FD-7453-5E01-1439-00BB9BE9C0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73A1B348-7C88-99EE-9445-26C745FAC1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7375" y="2203449"/>
            <a:ext cx="3470275" cy="2724809"/>
          </a:xfrm>
          <a:prstGeom prst="rect">
            <a:avLst/>
          </a:prstGeom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4B54D55D-2978-9061-04E8-DA02AD0CE0E1}"/>
              </a:ext>
            </a:extLst>
          </p:cNvPr>
          <p:cNvSpPr/>
          <p:nvPr/>
        </p:nvSpPr>
        <p:spPr>
          <a:xfrm>
            <a:off x="4879975" y="2872704"/>
            <a:ext cx="2987675" cy="26419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7174926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70C996-A1FD-17C5-12F9-C185A44FA4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19800585-E009-681D-F973-4FFDBCB24A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7637" y="2800350"/>
            <a:ext cx="4276725" cy="1257300"/>
          </a:xfrm>
          <a:prstGeom prst="rect">
            <a:avLst/>
          </a:prstGeom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90116AF5-5E12-C6B5-BE85-9EE686683A5D}"/>
              </a:ext>
            </a:extLst>
          </p:cNvPr>
          <p:cNvSpPr/>
          <p:nvPr/>
        </p:nvSpPr>
        <p:spPr>
          <a:xfrm>
            <a:off x="4665661" y="3429000"/>
            <a:ext cx="947739" cy="2794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7624151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D51AFC-4130-139A-CECD-676A26A3A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D83C245D-4ECC-D8EB-A0CA-E6EC5A6A4C03}"/>
              </a:ext>
            </a:extLst>
          </p:cNvPr>
          <p:cNvGrpSpPr/>
          <p:nvPr/>
        </p:nvGrpSpPr>
        <p:grpSpPr>
          <a:xfrm>
            <a:off x="3957637" y="2800350"/>
            <a:ext cx="4276725" cy="1257300"/>
            <a:chOff x="3957637" y="2800350"/>
            <a:chExt cx="4276725" cy="1257300"/>
          </a:xfrm>
        </p:grpSpPr>
        <p:pic>
          <p:nvPicPr>
            <p:cNvPr id="4" name="図 3">
              <a:extLst>
                <a:ext uri="{FF2B5EF4-FFF2-40B4-BE49-F238E27FC236}">
                  <a16:creationId xmlns:a16="http://schemas.microsoft.com/office/drawing/2014/main" id="{68DCD42D-38A8-BC8A-CB3C-58DC7641376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57637" y="2800350"/>
              <a:ext cx="4276725" cy="1257300"/>
            </a:xfrm>
            <a:prstGeom prst="rect">
              <a:avLst/>
            </a:prstGeom>
          </p:spPr>
        </p:pic>
        <p:pic>
          <p:nvPicPr>
            <p:cNvPr id="6" name="図 5">
              <a:extLst>
                <a:ext uri="{FF2B5EF4-FFF2-40B4-BE49-F238E27FC236}">
                  <a16:creationId xmlns:a16="http://schemas.microsoft.com/office/drawing/2014/main" id="{2178C988-DC02-CC25-9FBC-D22AE694F45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95737" y="2825750"/>
              <a:ext cx="1285875" cy="3143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5878175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204802-E141-B9FF-7634-E5FB3E66D2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733859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4C49DF-785E-BD87-0171-CE9F139FA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5574B4FE-ED6B-38A1-856F-BBE8A8D3D2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5300" y="1985962"/>
            <a:ext cx="3581400" cy="2886075"/>
          </a:xfrm>
          <a:prstGeom prst="rect">
            <a:avLst/>
          </a:prstGeom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294D1158-ADA3-C052-7C70-857CBCFC6021}"/>
              </a:ext>
            </a:extLst>
          </p:cNvPr>
          <p:cNvSpPr/>
          <p:nvPr/>
        </p:nvSpPr>
        <p:spPr>
          <a:xfrm>
            <a:off x="4343400" y="3145199"/>
            <a:ext cx="432000" cy="432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5349273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57D16F-D7E0-4515-2574-852A90551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8B724EEF-2F11-420F-0D6D-055A9952A2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5300" y="1985962"/>
            <a:ext cx="3581400" cy="2886075"/>
          </a:xfrm>
          <a:prstGeom prst="rect">
            <a:avLst/>
          </a:prstGeom>
        </p:spPr>
      </p:pic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F14607A0-6631-223C-D702-C6340E3A1416}"/>
              </a:ext>
            </a:extLst>
          </p:cNvPr>
          <p:cNvSpPr/>
          <p:nvPr/>
        </p:nvSpPr>
        <p:spPr>
          <a:xfrm>
            <a:off x="4876800" y="3416300"/>
            <a:ext cx="2916000" cy="9017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8921416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6FB7B0-3EB8-1946-DA5B-A7AA4B1816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873855AC-5D2A-4555-B74F-20ED00B579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1725" y="2000250"/>
            <a:ext cx="7448550" cy="2857500"/>
          </a:xfrm>
          <a:prstGeom prst="rect">
            <a:avLst/>
          </a:prstGeom>
        </p:spPr>
      </p:pic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53C4905D-2FAD-3A3F-A1C2-2BB5DD273974}"/>
              </a:ext>
            </a:extLst>
          </p:cNvPr>
          <p:cNvSpPr/>
          <p:nvPr/>
        </p:nvSpPr>
        <p:spPr>
          <a:xfrm>
            <a:off x="2997200" y="3721100"/>
            <a:ext cx="2916000" cy="3175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6D1C662D-AFAE-F267-4CF3-B12330B20DA6}"/>
              </a:ext>
            </a:extLst>
          </p:cNvPr>
          <p:cNvSpPr/>
          <p:nvPr/>
        </p:nvSpPr>
        <p:spPr>
          <a:xfrm>
            <a:off x="6095999" y="2051050"/>
            <a:ext cx="3568701" cy="268605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3829222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E081F3-6C64-1B7B-15F8-41C30F6D80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351139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75BC6-0676-9C3A-EC4F-F254C46A27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D883FED9-1823-CD29-3F00-A57E8CD0FA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5300" y="1985962"/>
            <a:ext cx="3581400" cy="2886075"/>
          </a:xfrm>
          <a:prstGeom prst="rect">
            <a:avLst/>
          </a:prstGeom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F15BA4FA-3B33-76B9-522B-7A4145464942}"/>
              </a:ext>
            </a:extLst>
          </p:cNvPr>
          <p:cNvSpPr/>
          <p:nvPr/>
        </p:nvSpPr>
        <p:spPr>
          <a:xfrm>
            <a:off x="4343400" y="3145199"/>
            <a:ext cx="432000" cy="432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09099594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3BEFE4-A8ED-484C-8835-D18B8226E8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561E736F-AFAF-4690-86FB-5D878EDD77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5300" y="1985962"/>
            <a:ext cx="3581400" cy="2886075"/>
          </a:xfrm>
          <a:prstGeom prst="rect">
            <a:avLst/>
          </a:prstGeom>
        </p:spPr>
      </p:pic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08DD3970-32D7-F959-5827-761320A5355D}"/>
              </a:ext>
            </a:extLst>
          </p:cNvPr>
          <p:cNvSpPr/>
          <p:nvPr/>
        </p:nvSpPr>
        <p:spPr>
          <a:xfrm>
            <a:off x="4876800" y="3416300"/>
            <a:ext cx="2916000" cy="9017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29599744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3D416E-5B82-4CED-1CD4-B3EBC37F4A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80560D20-3AFD-7F7C-EFF7-4B5F0C7BB7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5300" y="1985962"/>
            <a:ext cx="3581400" cy="2886075"/>
          </a:xfrm>
          <a:prstGeom prst="rect">
            <a:avLst/>
          </a:prstGeom>
        </p:spPr>
      </p:pic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3AFB0FDD-1B17-CF23-17A0-E3E40168BF18}"/>
              </a:ext>
            </a:extLst>
          </p:cNvPr>
          <p:cNvSpPr/>
          <p:nvPr/>
        </p:nvSpPr>
        <p:spPr>
          <a:xfrm>
            <a:off x="7289800" y="3683000"/>
            <a:ext cx="252000" cy="252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12079859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53F93B-975B-B902-761D-FE8F9E9A48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C1FCD0C8-B622-9B6D-6C98-467B170875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5775" y="2047875"/>
            <a:ext cx="3600450" cy="2762250"/>
          </a:xfrm>
          <a:prstGeom prst="rect">
            <a:avLst/>
          </a:prstGeom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BF03B34E-2C76-5DD7-F3B7-6AC9B92CF3A1}"/>
              </a:ext>
            </a:extLst>
          </p:cNvPr>
          <p:cNvSpPr/>
          <p:nvPr/>
        </p:nvSpPr>
        <p:spPr>
          <a:xfrm flipV="1">
            <a:off x="4965699" y="3556000"/>
            <a:ext cx="2879725" cy="4953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11747926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4319D2-0EC2-A0CA-2AC2-0623598CBE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66E92F5C-8EA2-8D57-D035-D0E0575147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5300" y="1985962"/>
            <a:ext cx="3581400" cy="2886075"/>
          </a:xfrm>
          <a:prstGeom prst="rect">
            <a:avLst/>
          </a:prstGeom>
        </p:spPr>
      </p:pic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C4BDBDEB-A4AF-B118-40E0-4D5546A31CC0}"/>
              </a:ext>
            </a:extLst>
          </p:cNvPr>
          <p:cNvSpPr/>
          <p:nvPr/>
        </p:nvSpPr>
        <p:spPr>
          <a:xfrm>
            <a:off x="4876800" y="3416300"/>
            <a:ext cx="2916000" cy="9017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60665536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12E94B-8B4F-8AC4-E9BC-D4FE16995D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2375543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16D3D3-813D-954F-CFCF-958A96A3EA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BAA1B8F3-D926-58B2-52B0-FE8303C0BD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7675" y="1933575"/>
            <a:ext cx="3600450" cy="2762250"/>
          </a:xfrm>
          <a:prstGeom prst="rect">
            <a:avLst/>
          </a:prstGeom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2FB61D85-8EE9-6128-98F5-6209CDD80090}"/>
              </a:ext>
            </a:extLst>
          </p:cNvPr>
          <p:cNvSpPr/>
          <p:nvPr/>
        </p:nvSpPr>
        <p:spPr>
          <a:xfrm>
            <a:off x="4343400" y="3145199"/>
            <a:ext cx="432000" cy="432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02792596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38808-FD72-D939-8921-CC440FC987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1504BBC7-4810-5D32-1798-C278CEB136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1812" y="2147887"/>
            <a:ext cx="6048375" cy="2562225"/>
          </a:xfrm>
          <a:prstGeom prst="rect">
            <a:avLst/>
          </a:prstGeom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0E58E3CB-F890-7215-990E-D532E4B2DA77}"/>
              </a:ext>
            </a:extLst>
          </p:cNvPr>
          <p:cNvSpPr/>
          <p:nvPr/>
        </p:nvSpPr>
        <p:spPr>
          <a:xfrm flipV="1">
            <a:off x="3122612" y="3695700"/>
            <a:ext cx="2879725" cy="4953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4D44F1F1-A7B3-4597-844C-11A85181F3ED}"/>
              </a:ext>
            </a:extLst>
          </p:cNvPr>
          <p:cNvSpPr/>
          <p:nvPr/>
        </p:nvSpPr>
        <p:spPr>
          <a:xfrm flipV="1">
            <a:off x="6095999" y="2173285"/>
            <a:ext cx="2879725" cy="239871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51099730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949005-6198-260F-7D84-2FEEDA76DA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3D38259B-C9FA-8898-6C2A-E1148B0B32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2662" y="1933575"/>
            <a:ext cx="3571875" cy="2762250"/>
          </a:xfrm>
          <a:prstGeom prst="rect">
            <a:avLst/>
          </a:prstGeom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802A3FC9-48D4-2388-09CC-560BEBBFF9C5}"/>
              </a:ext>
            </a:extLst>
          </p:cNvPr>
          <p:cNvSpPr/>
          <p:nvPr/>
        </p:nvSpPr>
        <p:spPr>
          <a:xfrm flipV="1">
            <a:off x="4303713" y="2616200"/>
            <a:ext cx="2668588" cy="3175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46176998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233294-2155-B136-077A-732F11C4EF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77481837-E1CC-A6C7-C860-EE1D5A25EF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2662" y="1933575"/>
            <a:ext cx="3571875" cy="2762250"/>
          </a:xfrm>
          <a:prstGeom prst="rect">
            <a:avLst/>
          </a:prstGeom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AE6205F5-E501-E79E-FC8C-14D36686CA35}"/>
              </a:ext>
            </a:extLst>
          </p:cNvPr>
          <p:cNvSpPr/>
          <p:nvPr/>
        </p:nvSpPr>
        <p:spPr>
          <a:xfrm flipV="1">
            <a:off x="4303713" y="3022600"/>
            <a:ext cx="2668588" cy="3175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73031344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239A4F-A50F-105F-465D-57A95A47F6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8C10D705-9E83-8276-1ADC-5BFA6DD8E9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9587" y="1362075"/>
            <a:ext cx="3552825" cy="4133850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46D9B17B-8D11-A167-9D71-B161E940DA7A}"/>
              </a:ext>
            </a:extLst>
          </p:cNvPr>
          <p:cNvSpPr txBox="1"/>
          <p:nvPr/>
        </p:nvSpPr>
        <p:spPr>
          <a:xfrm>
            <a:off x="5936057" y="4376579"/>
            <a:ext cx="889000" cy="246221"/>
          </a:xfrm>
          <a:prstGeom prst="rect">
            <a:avLst/>
          </a:prstGeom>
          <a:solidFill>
            <a:schemeClr val="tx1"/>
          </a:solidFill>
        </p:spPr>
        <p:txBody>
          <a:bodyPr wrap="square" rtlCol="0" anchor="ctr">
            <a:spAutoFit/>
          </a:bodyPr>
          <a:lstStyle/>
          <a:p>
            <a:r>
              <a:rPr kumimoji="1" lang="en-US" altLang="ja-JP" sz="1000" dirty="0">
                <a:solidFill>
                  <a:schemeClr val="bg1"/>
                </a:solidFill>
              </a:rPr>
              <a:t>guest</a:t>
            </a:r>
            <a:endParaRPr kumimoji="1" lang="ja-JP" altLang="en-US" sz="1000" dirty="0">
              <a:solidFill>
                <a:schemeClr val="bg1"/>
              </a:solidFill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4D3B72F2-77A9-6B7F-10F2-4A55002829C8}"/>
              </a:ext>
            </a:extLst>
          </p:cNvPr>
          <p:cNvSpPr/>
          <p:nvPr/>
        </p:nvSpPr>
        <p:spPr>
          <a:xfrm flipV="1">
            <a:off x="4761704" y="4368800"/>
            <a:ext cx="3110707" cy="3175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84843734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CDFACD-96D6-906C-6764-40212E995F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84770066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C0D25C-6A29-01E9-846F-046819C39A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52978002-0DBB-4251-AE07-FC7EBB6DE1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9948" y="1520501"/>
            <a:ext cx="4181475" cy="2324100"/>
          </a:xfrm>
          <a:prstGeom prst="rect">
            <a:avLst/>
          </a:prstGeom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5FE7F7BB-B499-878B-24D6-61BDD0C41241}"/>
              </a:ext>
            </a:extLst>
          </p:cNvPr>
          <p:cNvSpPr/>
          <p:nvPr/>
        </p:nvSpPr>
        <p:spPr>
          <a:xfrm flipV="1">
            <a:off x="4341826" y="2505139"/>
            <a:ext cx="3779597" cy="22873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CA23A74D-2065-9A02-3508-A7C364F9B168}"/>
              </a:ext>
            </a:extLst>
          </p:cNvPr>
          <p:cNvSpPr/>
          <p:nvPr/>
        </p:nvSpPr>
        <p:spPr>
          <a:xfrm flipV="1">
            <a:off x="4279623" y="1548493"/>
            <a:ext cx="908198" cy="30829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1339051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9F031F-B6B7-40F1-7623-40E901DC0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EB0907B9-ECF1-88BC-F2C8-6D127F0613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0512" y="2047875"/>
            <a:ext cx="3990975" cy="2762250"/>
          </a:xfrm>
          <a:prstGeom prst="rect">
            <a:avLst/>
          </a:prstGeom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D7AB3F89-760F-870B-1AD5-2978E08F310A}"/>
              </a:ext>
            </a:extLst>
          </p:cNvPr>
          <p:cNvSpPr/>
          <p:nvPr/>
        </p:nvSpPr>
        <p:spPr>
          <a:xfrm flipV="1">
            <a:off x="4119175" y="3221326"/>
            <a:ext cx="432000" cy="432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14367467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A34F90-D11B-B88F-3B83-5669E338DB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3BF08F29-0B44-0C55-9DA6-5B14CFDA67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0512" y="2047875"/>
            <a:ext cx="3990975" cy="2762250"/>
          </a:xfrm>
          <a:prstGeom prst="rect">
            <a:avLst/>
          </a:prstGeom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B82A1EBE-D6DC-37EC-6F15-26376CFEBE50}"/>
              </a:ext>
            </a:extLst>
          </p:cNvPr>
          <p:cNvSpPr/>
          <p:nvPr/>
        </p:nvSpPr>
        <p:spPr>
          <a:xfrm flipV="1">
            <a:off x="4855010" y="3643473"/>
            <a:ext cx="3085341" cy="30337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07540437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3E88B6-D598-F7E8-A535-3D65B9035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05E57869-176F-19DC-B7D1-B4D5B163B2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68216"/>
            <a:ext cx="12192000" cy="2521567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4D64A938-31FD-E8B4-4A11-EE4DD134B1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0244" y="2238461"/>
            <a:ext cx="6584320" cy="963344"/>
          </a:xfrm>
          <a:prstGeom prst="rect">
            <a:avLst/>
          </a:prstGeom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B34CD63A-D6AE-2E8F-52B8-DD2B9FC0873E}"/>
              </a:ext>
            </a:extLst>
          </p:cNvPr>
          <p:cNvSpPr/>
          <p:nvPr/>
        </p:nvSpPr>
        <p:spPr>
          <a:xfrm flipV="1">
            <a:off x="5200243" y="2234548"/>
            <a:ext cx="4382296" cy="30337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6BD30DB9-83C6-ED7E-DA6E-CA40C9FC2C2E}"/>
              </a:ext>
            </a:extLst>
          </p:cNvPr>
          <p:cNvSpPr/>
          <p:nvPr/>
        </p:nvSpPr>
        <p:spPr>
          <a:xfrm>
            <a:off x="6578082" y="2326719"/>
            <a:ext cx="727788" cy="15522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D15E00B3-CEE5-81CD-A0EB-000FBD9D6D23}"/>
              </a:ext>
            </a:extLst>
          </p:cNvPr>
          <p:cNvSpPr/>
          <p:nvPr/>
        </p:nvSpPr>
        <p:spPr>
          <a:xfrm>
            <a:off x="7484697" y="2661182"/>
            <a:ext cx="684000" cy="15522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78606690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D0B66A-BEF2-1AA4-FC8E-D2B921C017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FAB30BC0-6141-EA0C-AC1F-C0B6869C24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5750" y="1838325"/>
            <a:ext cx="4000500" cy="3181350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E3C8F11D-E58E-A955-9281-420FA5A00F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3063" y="2704031"/>
            <a:ext cx="1228725" cy="180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7015293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77FDBF-58E5-D72A-BC91-65598BFBDB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9B7BCBAB-1359-8B09-384E-11D76D9726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7512" y="1930174"/>
            <a:ext cx="6276975" cy="195262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207235445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582A56-9299-8BA4-A612-FFCC22A77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7950814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9587C2-D6A7-95CA-6149-A5CFF200D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300A255F-D081-51C6-8C67-977B0E3ACD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5750" y="1838325"/>
            <a:ext cx="4000500" cy="3181350"/>
          </a:xfrm>
          <a:prstGeom prst="rect">
            <a:avLst/>
          </a:prstGeom>
        </p:spPr>
      </p:pic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D515A2A1-7FD1-72CE-A80E-B5446ABC38B6}"/>
              </a:ext>
            </a:extLst>
          </p:cNvPr>
          <p:cNvSpPr/>
          <p:nvPr/>
        </p:nvSpPr>
        <p:spPr>
          <a:xfrm flipV="1">
            <a:off x="4119175" y="3426603"/>
            <a:ext cx="432000" cy="432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263FCD6D-7416-DFFE-1E39-C57CC0D313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3063" y="2694698"/>
            <a:ext cx="1228725" cy="180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9848423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1C2442-00DB-6C11-DE82-BC2F7053C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F01DF50A-94EF-D0A4-DC32-D76788987B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8950" y="2057400"/>
            <a:ext cx="6134100" cy="2743200"/>
          </a:xfrm>
          <a:prstGeom prst="rect">
            <a:avLst/>
          </a:prstGeom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0F6DF857-F8D1-1E3F-2238-A8CB55443FED}"/>
              </a:ext>
            </a:extLst>
          </p:cNvPr>
          <p:cNvSpPr/>
          <p:nvPr/>
        </p:nvSpPr>
        <p:spPr>
          <a:xfrm flipV="1">
            <a:off x="6731745" y="2465548"/>
            <a:ext cx="252000" cy="252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7F1256E8-56AA-F545-94B0-7371D7EAB395}"/>
              </a:ext>
            </a:extLst>
          </p:cNvPr>
          <p:cNvSpPr/>
          <p:nvPr/>
        </p:nvSpPr>
        <p:spPr>
          <a:xfrm flipV="1">
            <a:off x="6759738" y="3594547"/>
            <a:ext cx="2340000" cy="288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32010311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8FF697-422D-DCDC-C32B-D693B41EB8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FD411C7E-72EE-3D1C-E797-BB3766ED3D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5750" y="1824037"/>
            <a:ext cx="4000500" cy="3209925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88F0626-EA91-361F-2FD5-413195406128}"/>
              </a:ext>
            </a:extLst>
          </p:cNvPr>
          <p:cNvSpPr txBox="1"/>
          <p:nvPr/>
        </p:nvSpPr>
        <p:spPr>
          <a:xfrm>
            <a:off x="5898733" y="4787129"/>
            <a:ext cx="889000" cy="246221"/>
          </a:xfrm>
          <a:prstGeom prst="rect">
            <a:avLst/>
          </a:prstGeom>
          <a:solidFill>
            <a:schemeClr val="tx1"/>
          </a:solidFill>
        </p:spPr>
        <p:txBody>
          <a:bodyPr wrap="square" rtlCol="0" anchor="ctr">
            <a:spAutoFit/>
          </a:bodyPr>
          <a:lstStyle/>
          <a:p>
            <a:endParaRPr kumimoji="1" lang="ja-JP" altLang="en-US" sz="1000" dirty="0">
              <a:solidFill>
                <a:schemeClr val="bg1"/>
              </a:solidFill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AAF10AC9-162A-8419-0D5D-FE907AFBFD4B}"/>
              </a:ext>
            </a:extLst>
          </p:cNvPr>
          <p:cNvSpPr/>
          <p:nvPr/>
        </p:nvSpPr>
        <p:spPr>
          <a:xfrm flipV="1">
            <a:off x="4609322" y="4707162"/>
            <a:ext cx="3449750" cy="32203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36542137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EDF21A-C93B-12C6-F830-B38DD5F925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43807343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57482D-A7D2-8CD5-2A96-65FC5E352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340B3760-AA89-EEB8-D740-832785031D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5750" y="1810332"/>
            <a:ext cx="4000500" cy="3181350"/>
          </a:xfrm>
          <a:prstGeom prst="rect">
            <a:avLst/>
          </a:prstGeom>
        </p:spPr>
      </p:pic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80876F6F-21B3-1621-2208-74AE651A53F9}"/>
              </a:ext>
            </a:extLst>
          </p:cNvPr>
          <p:cNvSpPr/>
          <p:nvPr/>
        </p:nvSpPr>
        <p:spPr>
          <a:xfrm flipV="1">
            <a:off x="4119175" y="3398610"/>
            <a:ext cx="432000" cy="432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F2EF6662-6DCB-3BEC-5A8E-7216CBF795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3063" y="2694698"/>
            <a:ext cx="1228725" cy="180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5009452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55E70A-9671-9944-0AB3-41E9D9958A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AFFC0A8D-B512-F66A-B39E-9B5BB04B6B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0037" y="1838325"/>
            <a:ext cx="3971925" cy="3181350"/>
          </a:xfrm>
          <a:prstGeom prst="rect">
            <a:avLst/>
          </a:prstGeom>
        </p:spPr>
      </p:pic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C39D808C-C338-7069-AC23-2E33C87096B1}"/>
              </a:ext>
            </a:extLst>
          </p:cNvPr>
          <p:cNvSpPr/>
          <p:nvPr/>
        </p:nvSpPr>
        <p:spPr>
          <a:xfrm flipV="1">
            <a:off x="4565761" y="4707165"/>
            <a:ext cx="3516201" cy="32203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99A762A0-C86C-3060-F688-D89B60878A9D}"/>
              </a:ext>
            </a:extLst>
          </p:cNvPr>
          <p:cNvSpPr txBox="1"/>
          <p:nvPr/>
        </p:nvSpPr>
        <p:spPr>
          <a:xfrm>
            <a:off x="5898733" y="4731149"/>
            <a:ext cx="889000" cy="246221"/>
          </a:xfrm>
          <a:prstGeom prst="rect">
            <a:avLst/>
          </a:prstGeom>
          <a:solidFill>
            <a:schemeClr val="tx1"/>
          </a:solidFill>
        </p:spPr>
        <p:txBody>
          <a:bodyPr wrap="square" rtlCol="0" anchor="ctr">
            <a:spAutoFit/>
          </a:bodyPr>
          <a:lstStyle/>
          <a:p>
            <a:endParaRPr kumimoji="1" lang="ja-JP" alt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1310861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DF6FE1-269F-B8BF-9868-66A48CBE2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6C958239-EAC7-0873-A43E-E49177EE45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0037" y="1838325"/>
            <a:ext cx="3971925" cy="3181350"/>
          </a:xfrm>
          <a:prstGeom prst="rect">
            <a:avLst/>
          </a:prstGeom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232245E-0D02-A71A-E39A-547B1F438506}"/>
              </a:ext>
            </a:extLst>
          </p:cNvPr>
          <p:cNvSpPr txBox="1"/>
          <p:nvPr/>
        </p:nvSpPr>
        <p:spPr>
          <a:xfrm>
            <a:off x="5898733" y="4731149"/>
            <a:ext cx="889000" cy="246221"/>
          </a:xfrm>
          <a:prstGeom prst="rect">
            <a:avLst/>
          </a:prstGeom>
          <a:solidFill>
            <a:schemeClr val="tx1"/>
          </a:solidFill>
        </p:spPr>
        <p:txBody>
          <a:bodyPr wrap="square" rtlCol="0" anchor="ctr">
            <a:spAutoFit/>
          </a:bodyPr>
          <a:lstStyle/>
          <a:p>
            <a:endParaRPr kumimoji="1" lang="ja-JP" altLang="en-US" sz="1000" dirty="0">
              <a:solidFill>
                <a:schemeClr val="bg1"/>
              </a:solidFill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68DB976C-B7D6-14F3-2AF0-92B3953B9B78}"/>
              </a:ext>
            </a:extLst>
          </p:cNvPr>
          <p:cNvSpPr/>
          <p:nvPr/>
        </p:nvSpPr>
        <p:spPr>
          <a:xfrm flipV="1">
            <a:off x="4836350" y="2962699"/>
            <a:ext cx="3169315" cy="32203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93246101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8F52F9-8A47-54F7-657D-8C802C0B85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図 8">
            <a:extLst>
              <a:ext uri="{FF2B5EF4-FFF2-40B4-BE49-F238E27FC236}">
                <a16:creationId xmlns:a16="http://schemas.microsoft.com/office/drawing/2014/main" id="{F4BB8BEB-BDB4-7D06-3133-F5F299FD78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7050" y="1943100"/>
            <a:ext cx="6057900" cy="2971800"/>
          </a:xfrm>
          <a:prstGeom prst="rect">
            <a:avLst/>
          </a:prstGeom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78C4107A-4849-54D2-E220-D573EEF006D1}"/>
              </a:ext>
            </a:extLst>
          </p:cNvPr>
          <p:cNvSpPr/>
          <p:nvPr/>
        </p:nvSpPr>
        <p:spPr>
          <a:xfrm flipV="1">
            <a:off x="6749124" y="3718249"/>
            <a:ext cx="2376000" cy="26605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184CA507-2414-4ED4-BF91-BD5EFE999E45}"/>
              </a:ext>
            </a:extLst>
          </p:cNvPr>
          <p:cNvSpPr/>
          <p:nvPr/>
        </p:nvSpPr>
        <p:spPr>
          <a:xfrm flipV="1">
            <a:off x="6730462" y="2277254"/>
            <a:ext cx="252000" cy="252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98084836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3EFC4D-CF07-DCBA-2B86-244DF57D6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5296B37B-34E6-9950-8E79-1CB00A8D32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0512" y="1814512"/>
            <a:ext cx="3990975" cy="3228975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A6D54B3C-45CA-F48F-6115-9C876FA54D6B}"/>
              </a:ext>
            </a:extLst>
          </p:cNvPr>
          <p:cNvSpPr txBox="1"/>
          <p:nvPr/>
        </p:nvSpPr>
        <p:spPr>
          <a:xfrm>
            <a:off x="5898733" y="4740476"/>
            <a:ext cx="889000" cy="246221"/>
          </a:xfrm>
          <a:prstGeom prst="rect">
            <a:avLst/>
          </a:prstGeom>
          <a:solidFill>
            <a:schemeClr val="tx1"/>
          </a:solidFill>
        </p:spPr>
        <p:txBody>
          <a:bodyPr wrap="square" rtlCol="0" anchor="ctr">
            <a:spAutoFit/>
          </a:bodyPr>
          <a:lstStyle/>
          <a:p>
            <a:endParaRPr kumimoji="1" lang="ja-JP" altLang="en-US" sz="1000" dirty="0">
              <a:solidFill>
                <a:schemeClr val="bg1"/>
              </a:solidFill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D97513E8-FA49-A64E-9FD4-8B6C659E3D55}"/>
              </a:ext>
            </a:extLst>
          </p:cNvPr>
          <p:cNvSpPr/>
          <p:nvPr/>
        </p:nvSpPr>
        <p:spPr>
          <a:xfrm flipV="1">
            <a:off x="4618653" y="4697831"/>
            <a:ext cx="3449750" cy="28886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73256633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1076F6-F09B-6C65-709A-A33333D53F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8773095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C950DC-84F2-A293-2479-BF267F4B25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5932081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AA375B-371A-A128-1427-5091F5B56F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06033509-3AB7-415C-0F40-16EADC9844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5750" y="1838325"/>
            <a:ext cx="4000500" cy="3181350"/>
          </a:xfrm>
          <a:prstGeom prst="rect">
            <a:avLst/>
          </a:prstGeom>
        </p:spPr>
      </p:pic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7DAEBA38-A7A7-6E7F-9208-7172E5D69514}"/>
              </a:ext>
            </a:extLst>
          </p:cNvPr>
          <p:cNvSpPr/>
          <p:nvPr/>
        </p:nvSpPr>
        <p:spPr>
          <a:xfrm flipV="1">
            <a:off x="4119175" y="3426603"/>
            <a:ext cx="432000" cy="432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FD017095-AFF9-59A9-50EB-9B811B3453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3063" y="2694698"/>
            <a:ext cx="1228725" cy="180975"/>
          </a:xfrm>
          <a:prstGeom prst="rect">
            <a:avLst/>
          </a:prstGeom>
        </p:spPr>
      </p:pic>
      <p:grpSp>
        <p:nvGrpSpPr>
          <p:cNvPr id="7" name="グループ化 6">
            <a:extLst>
              <a:ext uri="{FF2B5EF4-FFF2-40B4-BE49-F238E27FC236}">
                <a16:creationId xmlns:a16="http://schemas.microsoft.com/office/drawing/2014/main" id="{AAD0A4CC-FB8E-3D26-D31E-D8AB03FB0D14}"/>
              </a:ext>
            </a:extLst>
          </p:cNvPr>
          <p:cNvGrpSpPr/>
          <p:nvPr/>
        </p:nvGrpSpPr>
        <p:grpSpPr>
          <a:xfrm>
            <a:off x="4833063" y="2656985"/>
            <a:ext cx="1733550" cy="219075"/>
            <a:chOff x="1642674" y="4095331"/>
            <a:chExt cx="1733550" cy="219075"/>
          </a:xfrm>
        </p:grpSpPr>
        <p:pic>
          <p:nvPicPr>
            <p:cNvPr id="4" name="図 3">
              <a:extLst>
                <a:ext uri="{FF2B5EF4-FFF2-40B4-BE49-F238E27FC236}">
                  <a16:creationId xmlns:a16="http://schemas.microsoft.com/office/drawing/2014/main" id="{6D68171D-4572-1FC0-7E25-339B3735DAA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2674" y="4095331"/>
              <a:ext cx="704850" cy="219075"/>
            </a:xfrm>
            <a:prstGeom prst="rect">
              <a:avLst/>
            </a:prstGeom>
          </p:spPr>
        </p:pic>
        <p:pic>
          <p:nvPicPr>
            <p:cNvPr id="6" name="図 5">
              <a:extLst>
                <a:ext uri="{FF2B5EF4-FFF2-40B4-BE49-F238E27FC236}">
                  <a16:creationId xmlns:a16="http://schemas.microsoft.com/office/drawing/2014/main" id="{275D75D2-4160-E530-C00F-48374F4608C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47524" y="4095331"/>
              <a:ext cx="1028700" cy="2190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3576110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0D1B0B-B912-EB01-C597-3349E8E3C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A531A52A-105F-1407-656A-AEE5355236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6225" y="1366837"/>
            <a:ext cx="4019550" cy="4124325"/>
          </a:xfrm>
          <a:prstGeom prst="rect">
            <a:avLst/>
          </a:prstGeom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9F89996C-6C0F-C407-2218-05D69DB27543}"/>
              </a:ext>
            </a:extLst>
          </p:cNvPr>
          <p:cNvSpPr/>
          <p:nvPr/>
        </p:nvSpPr>
        <p:spPr>
          <a:xfrm flipV="1">
            <a:off x="4492400" y="5242055"/>
            <a:ext cx="676760" cy="23977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61929769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0B310F-1AD5-B2D8-9DE9-E9E21C97F3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D6D17DCB-0B28-903E-8447-52C3C7602E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137" y="804862"/>
            <a:ext cx="10753725" cy="5248275"/>
          </a:xfrm>
          <a:prstGeom prst="rect">
            <a:avLst/>
          </a:prstGeom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31A85901-8E8D-848E-AAE0-985E558A87BB}"/>
              </a:ext>
            </a:extLst>
          </p:cNvPr>
          <p:cNvSpPr/>
          <p:nvPr/>
        </p:nvSpPr>
        <p:spPr>
          <a:xfrm flipV="1">
            <a:off x="4380432" y="1317885"/>
            <a:ext cx="6993584" cy="27765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FC0355E6-3CAF-C213-B8E3-5A8C5C098200}"/>
              </a:ext>
            </a:extLst>
          </p:cNvPr>
          <p:cNvSpPr/>
          <p:nvPr/>
        </p:nvSpPr>
        <p:spPr>
          <a:xfrm>
            <a:off x="4447590" y="2929807"/>
            <a:ext cx="914400" cy="22393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02BEA961-1A12-F119-0E0F-ED97A54EFA54}"/>
              </a:ext>
            </a:extLst>
          </p:cNvPr>
          <p:cNvSpPr/>
          <p:nvPr/>
        </p:nvSpPr>
        <p:spPr>
          <a:xfrm>
            <a:off x="4447590" y="2373082"/>
            <a:ext cx="914400" cy="22393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3952792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1FC471-BBAD-E5B5-07B5-21BC635FB1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DDC5B758-CAB3-7764-9571-E962D5AF9B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3650" y="3076575"/>
            <a:ext cx="7124700" cy="704850"/>
          </a:xfrm>
          <a:prstGeom prst="rect">
            <a:avLst/>
          </a:prstGeom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7B6E4A8D-1FF8-AE2E-A24E-BAA54DF79C2B}"/>
              </a:ext>
            </a:extLst>
          </p:cNvPr>
          <p:cNvSpPr/>
          <p:nvPr/>
        </p:nvSpPr>
        <p:spPr>
          <a:xfrm flipV="1">
            <a:off x="2599208" y="3151350"/>
            <a:ext cx="6993584" cy="27765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3273275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C13C0-CB77-14EF-4668-D29C7B20E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B5EBF5F1-3227-267F-F24E-7749F359BB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0512" y="1371600"/>
            <a:ext cx="3990975" cy="4114800"/>
          </a:xfrm>
          <a:prstGeom prst="rect">
            <a:avLst/>
          </a:prstGeom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A9AFD9DB-6BEA-1EB8-B943-423114ACDB5D}"/>
              </a:ext>
            </a:extLst>
          </p:cNvPr>
          <p:cNvSpPr/>
          <p:nvPr/>
        </p:nvSpPr>
        <p:spPr>
          <a:xfrm flipV="1">
            <a:off x="4529722" y="5234667"/>
            <a:ext cx="779396" cy="23977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9199172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2D4FAB-5896-DF08-15C5-A3C4C39AD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29901857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78A96D-7AA4-82CB-D6C6-B6189A133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D1CFDD7C-13C9-734C-8140-5E82162E1F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5750" y="1838325"/>
            <a:ext cx="4000500" cy="3181350"/>
          </a:xfrm>
          <a:prstGeom prst="rect">
            <a:avLst/>
          </a:prstGeom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C225D893-FB6D-FFEA-7D0C-43CA18E6D2E1}"/>
              </a:ext>
            </a:extLst>
          </p:cNvPr>
          <p:cNvSpPr/>
          <p:nvPr/>
        </p:nvSpPr>
        <p:spPr>
          <a:xfrm flipV="1">
            <a:off x="4119175" y="3426603"/>
            <a:ext cx="432000" cy="432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1C0E07BA-36A7-5F1D-572E-FDA2ECB046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3063" y="2694698"/>
            <a:ext cx="1228725" cy="180975"/>
          </a:xfrm>
          <a:prstGeom prst="rect">
            <a:avLst/>
          </a:prstGeom>
        </p:spPr>
      </p:pic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F46347C7-4B53-C1C8-023D-F212D946DA81}"/>
              </a:ext>
            </a:extLst>
          </p:cNvPr>
          <p:cNvGrpSpPr/>
          <p:nvPr/>
        </p:nvGrpSpPr>
        <p:grpSpPr>
          <a:xfrm>
            <a:off x="4833063" y="2656985"/>
            <a:ext cx="1733550" cy="219075"/>
            <a:chOff x="1642674" y="4095331"/>
            <a:chExt cx="1733550" cy="219075"/>
          </a:xfrm>
        </p:grpSpPr>
        <p:pic>
          <p:nvPicPr>
            <p:cNvPr id="9" name="図 8">
              <a:extLst>
                <a:ext uri="{FF2B5EF4-FFF2-40B4-BE49-F238E27FC236}">
                  <a16:creationId xmlns:a16="http://schemas.microsoft.com/office/drawing/2014/main" id="{9BCFB6A2-A1AE-DDE0-C19B-0FF3D585554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2674" y="4095331"/>
              <a:ext cx="704850" cy="219075"/>
            </a:xfrm>
            <a:prstGeom prst="rect">
              <a:avLst/>
            </a:prstGeom>
          </p:spPr>
        </p:pic>
        <p:pic>
          <p:nvPicPr>
            <p:cNvPr id="10" name="図 9">
              <a:extLst>
                <a:ext uri="{FF2B5EF4-FFF2-40B4-BE49-F238E27FC236}">
                  <a16:creationId xmlns:a16="http://schemas.microsoft.com/office/drawing/2014/main" id="{13689495-BA5A-17D2-9EBD-A5483617C7A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47524" y="4095331"/>
              <a:ext cx="1028700" cy="2190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62902369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C636DA-5D53-F4A7-C5DD-22177BA3F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B095C851-75E6-4661-B27E-ED17C92898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0512" y="1371600"/>
            <a:ext cx="3990975" cy="4114800"/>
          </a:xfrm>
          <a:prstGeom prst="rect">
            <a:avLst/>
          </a:prstGeom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E5D00F09-5C93-6727-A785-D56AC6F095FE}"/>
              </a:ext>
            </a:extLst>
          </p:cNvPr>
          <p:cNvSpPr/>
          <p:nvPr/>
        </p:nvSpPr>
        <p:spPr>
          <a:xfrm flipV="1">
            <a:off x="4529722" y="5234667"/>
            <a:ext cx="779396" cy="23977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75003878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00755A-8DFF-4AB9-93B9-AF9F0DAF5B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FBE7833E-468E-7DC7-3BF1-50BC3DEE1D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7608" y="1214972"/>
            <a:ext cx="7286625" cy="1981200"/>
          </a:xfrm>
          <a:prstGeom prst="rect">
            <a:avLst/>
          </a:prstGeom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E9CC7C87-3DB8-71A5-87E9-2C3250BDAF0C}"/>
              </a:ext>
            </a:extLst>
          </p:cNvPr>
          <p:cNvSpPr/>
          <p:nvPr/>
        </p:nvSpPr>
        <p:spPr>
          <a:xfrm flipV="1">
            <a:off x="3064814" y="2817844"/>
            <a:ext cx="6892212" cy="26125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7207874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7F44C8-51FB-7423-E16B-A311BE186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D27DA15E-ABD3-A8FB-3FFD-C1DDFEDB7D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6225" y="1366837"/>
            <a:ext cx="4019550" cy="4124325"/>
          </a:xfrm>
          <a:prstGeom prst="rect">
            <a:avLst/>
          </a:prstGeom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780EA19-CF10-5F4E-43CA-0148EEAA15BE}"/>
              </a:ext>
            </a:extLst>
          </p:cNvPr>
          <p:cNvSpPr/>
          <p:nvPr/>
        </p:nvSpPr>
        <p:spPr>
          <a:xfrm flipV="1">
            <a:off x="4492400" y="5242055"/>
            <a:ext cx="676760" cy="23977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98197827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3AA0B-99AA-1CE4-D159-C644D5C99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3312096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C3F891-6507-2667-B945-6F24BB50DA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8885F6F7-B3D0-96F0-EA0B-4801D889A0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5750" y="1838325"/>
            <a:ext cx="4000500" cy="3181350"/>
          </a:xfrm>
          <a:prstGeom prst="rect">
            <a:avLst/>
          </a:prstGeom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598B768D-97E1-36C9-0520-3FDF6202899B}"/>
              </a:ext>
            </a:extLst>
          </p:cNvPr>
          <p:cNvSpPr/>
          <p:nvPr/>
        </p:nvSpPr>
        <p:spPr>
          <a:xfrm flipV="1">
            <a:off x="4119175" y="3426603"/>
            <a:ext cx="432000" cy="432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31DA0A5-4367-A0BB-0491-94F025371F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3063" y="2694698"/>
            <a:ext cx="1228725" cy="180975"/>
          </a:xfrm>
          <a:prstGeom prst="rect">
            <a:avLst/>
          </a:prstGeom>
        </p:spPr>
      </p:pic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263B2859-77B3-35D4-0DF3-FD48081B5397}"/>
              </a:ext>
            </a:extLst>
          </p:cNvPr>
          <p:cNvGrpSpPr/>
          <p:nvPr/>
        </p:nvGrpSpPr>
        <p:grpSpPr>
          <a:xfrm>
            <a:off x="4833063" y="2656985"/>
            <a:ext cx="1733550" cy="219075"/>
            <a:chOff x="1642674" y="4095331"/>
            <a:chExt cx="1733550" cy="219075"/>
          </a:xfrm>
        </p:grpSpPr>
        <p:pic>
          <p:nvPicPr>
            <p:cNvPr id="9" name="図 8">
              <a:extLst>
                <a:ext uri="{FF2B5EF4-FFF2-40B4-BE49-F238E27FC236}">
                  <a16:creationId xmlns:a16="http://schemas.microsoft.com/office/drawing/2014/main" id="{33C48FB6-A2FC-D7D7-A21D-804DB8823C0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2674" y="4095331"/>
              <a:ext cx="704850" cy="219075"/>
            </a:xfrm>
            <a:prstGeom prst="rect">
              <a:avLst/>
            </a:prstGeom>
          </p:spPr>
        </p:pic>
        <p:pic>
          <p:nvPicPr>
            <p:cNvPr id="10" name="図 9">
              <a:extLst>
                <a:ext uri="{FF2B5EF4-FFF2-40B4-BE49-F238E27FC236}">
                  <a16:creationId xmlns:a16="http://schemas.microsoft.com/office/drawing/2014/main" id="{D1E6E345-A96F-6AA2-0C47-C9322665119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47524" y="4095331"/>
              <a:ext cx="1028700" cy="2190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75383197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939055-A6EC-C53B-888C-C7A0FFC59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9DC5916B-9368-85AB-EBAB-B904588730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6225" y="1366837"/>
            <a:ext cx="4019550" cy="4124325"/>
          </a:xfrm>
          <a:prstGeom prst="rect">
            <a:avLst/>
          </a:prstGeom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FB9AC71D-F56F-95A9-230F-2BAB83E5EC8D}"/>
              </a:ext>
            </a:extLst>
          </p:cNvPr>
          <p:cNvSpPr/>
          <p:nvPr/>
        </p:nvSpPr>
        <p:spPr>
          <a:xfrm flipV="1">
            <a:off x="4492400" y="5242055"/>
            <a:ext cx="676760" cy="23977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29748770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43B866-BF9A-40CA-34BC-55CC59492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2CB8022C-69C4-4D55-BA78-B5F10A76C1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1175" y="1328737"/>
            <a:ext cx="8629650" cy="4200525"/>
          </a:xfrm>
          <a:prstGeom prst="rect">
            <a:avLst/>
          </a:prstGeom>
        </p:spPr>
      </p:pic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957D965B-A67D-ACD5-2D42-ABC1C7B46B35}"/>
              </a:ext>
            </a:extLst>
          </p:cNvPr>
          <p:cNvSpPr/>
          <p:nvPr/>
        </p:nvSpPr>
        <p:spPr>
          <a:xfrm flipV="1">
            <a:off x="5770692" y="5012808"/>
            <a:ext cx="2272295" cy="28698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3745A6F7-BF32-2795-30DE-C5588FBCAA38}"/>
              </a:ext>
            </a:extLst>
          </p:cNvPr>
          <p:cNvSpPr/>
          <p:nvPr/>
        </p:nvSpPr>
        <p:spPr>
          <a:xfrm flipV="1">
            <a:off x="8138530" y="2608622"/>
            <a:ext cx="2143805" cy="27453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E955F9FB-A640-3D0A-59AA-02F538832099}"/>
              </a:ext>
            </a:extLst>
          </p:cNvPr>
          <p:cNvSpPr/>
          <p:nvPr/>
        </p:nvSpPr>
        <p:spPr>
          <a:xfrm flipV="1">
            <a:off x="5447231" y="1720364"/>
            <a:ext cx="252000" cy="252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88181164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4E939D-5C1B-B62B-7A57-A3683D8C7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EFF01F9A-6473-D7E0-7D33-DDC20E9C81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8887" y="2905125"/>
            <a:ext cx="7134225" cy="1047750"/>
          </a:xfrm>
          <a:prstGeom prst="rect">
            <a:avLst/>
          </a:prstGeom>
        </p:spPr>
      </p:pic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EB24DB6D-E800-38A7-00CF-FAFCF53CEF0B}"/>
              </a:ext>
            </a:extLst>
          </p:cNvPr>
          <p:cNvSpPr/>
          <p:nvPr/>
        </p:nvSpPr>
        <p:spPr>
          <a:xfrm>
            <a:off x="2680991" y="3654180"/>
            <a:ext cx="914400" cy="22393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6AEAF9A6-727B-1BA1-AEA7-DE5713313A34}"/>
              </a:ext>
            </a:extLst>
          </p:cNvPr>
          <p:cNvSpPr/>
          <p:nvPr/>
        </p:nvSpPr>
        <p:spPr>
          <a:xfrm flipV="1">
            <a:off x="2572771" y="3355486"/>
            <a:ext cx="7046456" cy="59738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38310228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21F151-66D6-FDE3-946B-D2FCF8090F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図 13">
            <a:extLst>
              <a:ext uri="{FF2B5EF4-FFF2-40B4-BE49-F238E27FC236}">
                <a16:creationId xmlns:a16="http://schemas.microsoft.com/office/drawing/2014/main" id="{222B7357-615A-861A-2062-8B528A7519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9575" y="1381125"/>
            <a:ext cx="3752850" cy="4095750"/>
          </a:xfrm>
          <a:prstGeom prst="rect">
            <a:avLst/>
          </a:prstGeom>
        </p:spPr>
      </p:pic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EEAB2C7D-6E35-E9C4-1D99-403DBAD4F396}"/>
              </a:ext>
            </a:extLst>
          </p:cNvPr>
          <p:cNvSpPr/>
          <p:nvPr/>
        </p:nvSpPr>
        <p:spPr>
          <a:xfrm>
            <a:off x="5573482" y="4873477"/>
            <a:ext cx="914400" cy="46363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CB115628-B4D0-9FD6-E263-EC217AF7AB74}"/>
              </a:ext>
            </a:extLst>
          </p:cNvPr>
          <p:cNvSpPr/>
          <p:nvPr/>
        </p:nvSpPr>
        <p:spPr>
          <a:xfrm flipV="1">
            <a:off x="4239207" y="4848384"/>
            <a:ext cx="2852058" cy="27412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9707847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8FCF57-D75B-2BE1-AF4D-21E9B46D67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1842566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3AFA2F-85E4-42F0-2B1F-CC1346CC7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7096851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60E00A-5C6E-FA5B-362B-B1034EBD4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FA9D48CD-635B-AE34-81EE-FFD988E99F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5750" y="1838325"/>
            <a:ext cx="4000500" cy="3181350"/>
          </a:xfrm>
          <a:prstGeom prst="rect">
            <a:avLst/>
          </a:prstGeom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4270B268-9138-F028-2749-CDDB03BA89DE}"/>
              </a:ext>
            </a:extLst>
          </p:cNvPr>
          <p:cNvSpPr/>
          <p:nvPr/>
        </p:nvSpPr>
        <p:spPr>
          <a:xfrm flipV="1">
            <a:off x="4119175" y="3426603"/>
            <a:ext cx="432000" cy="432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57A461ED-2FA1-03EB-D459-CECA965007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3063" y="2694698"/>
            <a:ext cx="1228725" cy="180975"/>
          </a:xfrm>
          <a:prstGeom prst="rect">
            <a:avLst/>
          </a:prstGeom>
        </p:spPr>
      </p:pic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189F3BEA-67DA-6F54-1EA4-5A81FBE2D5E7}"/>
              </a:ext>
            </a:extLst>
          </p:cNvPr>
          <p:cNvGrpSpPr/>
          <p:nvPr/>
        </p:nvGrpSpPr>
        <p:grpSpPr>
          <a:xfrm>
            <a:off x="4833063" y="2656985"/>
            <a:ext cx="1733550" cy="219075"/>
            <a:chOff x="1642674" y="4095331"/>
            <a:chExt cx="1733550" cy="219075"/>
          </a:xfrm>
        </p:grpSpPr>
        <p:pic>
          <p:nvPicPr>
            <p:cNvPr id="9" name="図 8">
              <a:extLst>
                <a:ext uri="{FF2B5EF4-FFF2-40B4-BE49-F238E27FC236}">
                  <a16:creationId xmlns:a16="http://schemas.microsoft.com/office/drawing/2014/main" id="{685EAA4D-0DD8-B38F-9257-41A7B8F696A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2674" y="4095331"/>
              <a:ext cx="704850" cy="219075"/>
            </a:xfrm>
            <a:prstGeom prst="rect">
              <a:avLst/>
            </a:prstGeom>
          </p:spPr>
        </p:pic>
        <p:pic>
          <p:nvPicPr>
            <p:cNvPr id="10" name="図 9">
              <a:extLst>
                <a:ext uri="{FF2B5EF4-FFF2-40B4-BE49-F238E27FC236}">
                  <a16:creationId xmlns:a16="http://schemas.microsoft.com/office/drawing/2014/main" id="{C12FF334-464C-1CE4-7F10-23EF762C3E8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47524" y="4095331"/>
              <a:ext cx="1028700" cy="2190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55561194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EF1099-1A24-4D22-5150-A47FB5759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599FF439-AC00-D882-1BF9-A2D67CAFB5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8887" y="2905125"/>
            <a:ext cx="7134225" cy="1047750"/>
          </a:xfrm>
          <a:prstGeom prst="rect">
            <a:avLst/>
          </a:prstGeom>
        </p:spPr>
      </p:pic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95B5BE0C-A0A2-6C72-1A75-AB34EBFE83CC}"/>
              </a:ext>
            </a:extLst>
          </p:cNvPr>
          <p:cNvSpPr/>
          <p:nvPr/>
        </p:nvSpPr>
        <p:spPr>
          <a:xfrm>
            <a:off x="2680991" y="3654180"/>
            <a:ext cx="914400" cy="22393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AFF33F90-D28F-7203-649F-B9F1651392C7}"/>
              </a:ext>
            </a:extLst>
          </p:cNvPr>
          <p:cNvSpPr/>
          <p:nvPr/>
        </p:nvSpPr>
        <p:spPr>
          <a:xfrm flipV="1">
            <a:off x="2572771" y="3355486"/>
            <a:ext cx="7046456" cy="59738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08370124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71332C-4CDE-9C43-848B-B33DDD66CD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5E0B1156-19D2-B809-2B54-B7CF24FF3B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0975" y="1905000"/>
            <a:ext cx="4210050" cy="3048000"/>
          </a:xfrm>
          <a:prstGeom prst="rect">
            <a:avLst/>
          </a:prstGeom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0976FBC9-9102-6DF7-353F-136BDB55F8AA}"/>
              </a:ext>
            </a:extLst>
          </p:cNvPr>
          <p:cNvSpPr/>
          <p:nvPr/>
        </p:nvSpPr>
        <p:spPr>
          <a:xfrm flipV="1">
            <a:off x="4613601" y="3674511"/>
            <a:ext cx="3562542" cy="30965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85930039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213A13-0E67-F602-0AA2-4B88632C7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456E7301-1B4E-A2B1-4380-40A9863295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7875" y="2328862"/>
            <a:ext cx="8096250" cy="2200275"/>
          </a:xfrm>
          <a:prstGeom prst="rect">
            <a:avLst/>
          </a:prstGeom>
        </p:spPr>
      </p:pic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EFE82D26-2444-353C-EC7D-AF29EB82606C}"/>
              </a:ext>
            </a:extLst>
          </p:cNvPr>
          <p:cNvSpPr/>
          <p:nvPr/>
        </p:nvSpPr>
        <p:spPr>
          <a:xfrm flipV="1">
            <a:off x="2769988" y="3004517"/>
            <a:ext cx="5510952" cy="139020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84917529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5BBE21-9588-2294-23F3-2B3A90D6A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1C78F932-685D-2758-E353-3D0CB397F1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7875" y="2328862"/>
            <a:ext cx="8096250" cy="2200275"/>
          </a:xfrm>
          <a:prstGeom prst="rect">
            <a:avLst/>
          </a:prstGeom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455DBEC4-5ECB-D154-45AE-85565E3C6C3F}"/>
              </a:ext>
            </a:extLst>
          </p:cNvPr>
          <p:cNvSpPr/>
          <p:nvPr/>
        </p:nvSpPr>
        <p:spPr>
          <a:xfrm flipV="1">
            <a:off x="2769988" y="3004517"/>
            <a:ext cx="5510952" cy="1976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21798521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3EC184-A1C0-9270-C238-BD9256A2C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DC50B0D0-1F6A-7315-86D3-A17CD864F3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8637" y="2676525"/>
            <a:ext cx="3514725" cy="1504950"/>
          </a:xfrm>
          <a:prstGeom prst="rect">
            <a:avLst/>
          </a:prstGeom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69905C48-E9D9-3059-83D1-13E8BAB5B20F}"/>
              </a:ext>
            </a:extLst>
          </p:cNvPr>
          <p:cNvSpPr/>
          <p:nvPr/>
        </p:nvSpPr>
        <p:spPr>
          <a:xfrm flipV="1">
            <a:off x="4899202" y="3284376"/>
            <a:ext cx="2393593" cy="69979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3901759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C5E81D-CFBC-FB85-185C-48802FF4C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図 11">
            <a:extLst>
              <a:ext uri="{FF2B5EF4-FFF2-40B4-BE49-F238E27FC236}">
                <a16:creationId xmlns:a16="http://schemas.microsoft.com/office/drawing/2014/main" id="{6F1490BD-8DE1-9A8E-2324-580B1684BE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7868" y="1462964"/>
            <a:ext cx="4248150" cy="2419350"/>
          </a:xfrm>
          <a:prstGeom prst="rect">
            <a:avLst/>
          </a:prstGeom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199E8ABE-3D73-7EB0-A936-8A6823A0A0DE}"/>
              </a:ext>
            </a:extLst>
          </p:cNvPr>
          <p:cNvSpPr/>
          <p:nvPr/>
        </p:nvSpPr>
        <p:spPr>
          <a:xfrm flipV="1">
            <a:off x="2932851" y="2588660"/>
            <a:ext cx="3365312" cy="30324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E88749D9-F0C3-3921-A8CB-A60D88B71D60}"/>
              </a:ext>
            </a:extLst>
          </p:cNvPr>
          <p:cNvSpPr/>
          <p:nvPr/>
        </p:nvSpPr>
        <p:spPr>
          <a:xfrm flipV="1">
            <a:off x="2784263" y="2963926"/>
            <a:ext cx="3075361" cy="54467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04583617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E46EE9-5CCA-A21F-4D55-EFB9CB10BD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1096504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6215C6-2428-4119-1C9D-E5ADB1CA03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A2F42EBA-D11C-47BC-EE88-B399B16A91E7}"/>
              </a:ext>
            </a:extLst>
          </p:cNvPr>
          <p:cNvSpPr/>
          <p:nvPr/>
        </p:nvSpPr>
        <p:spPr>
          <a:xfrm>
            <a:off x="3470986" y="1530218"/>
            <a:ext cx="7200000" cy="349898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ja-JP" sz="1400" dirty="0">
                <a:solidFill>
                  <a:schemeClr val="bg1"/>
                </a:solidFill>
              </a:rPr>
              <a:t>C:\git-test&gt;git </a:t>
            </a:r>
            <a:r>
              <a:rPr lang="en-US" altLang="ja-JP" sz="1400" dirty="0" err="1">
                <a:solidFill>
                  <a:schemeClr val="bg1"/>
                </a:solidFill>
              </a:rPr>
              <a:t>init</a:t>
            </a:r>
            <a:endParaRPr lang="en-US" altLang="ja-JP" sz="1400" dirty="0">
              <a:solidFill>
                <a:schemeClr val="bg1"/>
              </a:solidFill>
            </a:endParaRPr>
          </a:p>
          <a:p>
            <a:r>
              <a:rPr lang="en-US" altLang="ja-JP" sz="1400" dirty="0">
                <a:solidFill>
                  <a:schemeClr val="bg1"/>
                </a:solidFill>
              </a:rPr>
              <a:t>Initialized empty Git repository in C:/git-test/.git/</a:t>
            </a:r>
          </a:p>
          <a:p>
            <a:endParaRPr lang="en-US" altLang="ja-JP" sz="1400" dirty="0">
              <a:solidFill>
                <a:schemeClr val="bg1"/>
              </a:solidFill>
            </a:endParaRPr>
          </a:p>
          <a:p>
            <a:r>
              <a:rPr lang="en-US" altLang="ja-JP" sz="1400" dirty="0">
                <a:solidFill>
                  <a:schemeClr val="bg1"/>
                </a:solidFill>
              </a:rPr>
              <a:t>C:\git-test&gt;dir /a</a:t>
            </a:r>
          </a:p>
          <a:p>
            <a:r>
              <a:rPr lang="en-US" altLang="ja-JP" sz="1400" dirty="0">
                <a:solidFill>
                  <a:schemeClr val="bg1"/>
                </a:solidFill>
              </a:rPr>
              <a:t> </a:t>
            </a:r>
            <a:r>
              <a:rPr lang="ja-JP" altLang="en-US" sz="1400" dirty="0">
                <a:solidFill>
                  <a:schemeClr val="bg1"/>
                </a:solidFill>
              </a:rPr>
              <a:t>ドライブ </a:t>
            </a:r>
            <a:r>
              <a:rPr lang="en-US" altLang="ja-JP" sz="1400" dirty="0">
                <a:solidFill>
                  <a:schemeClr val="bg1"/>
                </a:solidFill>
              </a:rPr>
              <a:t>C </a:t>
            </a:r>
            <a:r>
              <a:rPr lang="ja-JP" altLang="en-US" sz="1400" dirty="0">
                <a:solidFill>
                  <a:schemeClr val="bg1"/>
                </a:solidFill>
              </a:rPr>
              <a:t>のボリューム ラベルがありません。</a:t>
            </a:r>
          </a:p>
          <a:p>
            <a:r>
              <a:rPr lang="ja-JP" altLang="en-US" sz="1400" dirty="0">
                <a:solidFill>
                  <a:schemeClr val="bg1"/>
                </a:solidFill>
              </a:rPr>
              <a:t> ボリューム シリアル番号は </a:t>
            </a:r>
            <a:r>
              <a:rPr lang="en-US" altLang="ja-JP" sz="1400" dirty="0">
                <a:solidFill>
                  <a:schemeClr val="bg1"/>
                </a:solidFill>
              </a:rPr>
              <a:t>A869-D627 </a:t>
            </a:r>
            <a:r>
              <a:rPr lang="ja-JP" altLang="en-US" sz="1400" dirty="0">
                <a:solidFill>
                  <a:schemeClr val="bg1"/>
                </a:solidFill>
              </a:rPr>
              <a:t>です</a:t>
            </a:r>
          </a:p>
          <a:p>
            <a:endParaRPr lang="ja-JP" altLang="en-US" sz="1400" dirty="0">
              <a:solidFill>
                <a:schemeClr val="bg1"/>
              </a:solidFill>
            </a:endParaRPr>
          </a:p>
          <a:p>
            <a:r>
              <a:rPr lang="ja-JP" altLang="en-US" sz="1400" dirty="0">
                <a:solidFill>
                  <a:schemeClr val="bg1"/>
                </a:solidFill>
              </a:rPr>
              <a:t> </a:t>
            </a:r>
            <a:r>
              <a:rPr lang="en-US" altLang="ja-JP" sz="1400" dirty="0">
                <a:solidFill>
                  <a:schemeClr val="bg1"/>
                </a:solidFill>
              </a:rPr>
              <a:t>C:\git-test </a:t>
            </a:r>
            <a:r>
              <a:rPr lang="ja-JP" altLang="en-US" sz="1400" dirty="0">
                <a:solidFill>
                  <a:schemeClr val="bg1"/>
                </a:solidFill>
              </a:rPr>
              <a:t>のディレクトリ</a:t>
            </a:r>
          </a:p>
          <a:p>
            <a:endParaRPr lang="ja-JP" altLang="en-US" sz="1400" dirty="0">
              <a:solidFill>
                <a:schemeClr val="bg1"/>
              </a:solidFill>
            </a:endParaRPr>
          </a:p>
          <a:p>
            <a:r>
              <a:rPr lang="en-US" altLang="ja-JP" sz="1400" dirty="0">
                <a:solidFill>
                  <a:schemeClr val="bg1"/>
                </a:solidFill>
              </a:rPr>
              <a:t>2026/06/21  12:48    &lt;DIR&gt;          .</a:t>
            </a:r>
          </a:p>
          <a:p>
            <a:r>
              <a:rPr lang="en-US" altLang="ja-JP" sz="1400" dirty="0">
                <a:solidFill>
                  <a:schemeClr val="bg1"/>
                </a:solidFill>
              </a:rPr>
              <a:t>2026/06/21  09:49    &lt;DIR&gt;          ..</a:t>
            </a:r>
          </a:p>
          <a:p>
            <a:r>
              <a:rPr lang="en-US" altLang="ja-JP" sz="1400" dirty="0">
                <a:solidFill>
                  <a:schemeClr val="bg1"/>
                </a:solidFill>
              </a:rPr>
              <a:t>2026/06/21  12:48    &lt;DIR&gt;          .git</a:t>
            </a:r>
          </a:p>
          <a:p>
            <a:r>
              <a:rPr lang="en-US" altLang="ja-JP" sz="1400" dirty="0">
                <a:solidFill>
                  <a:schemeClr val="bg1"/>
                </a:solidFill>
              </a:rPr>
              <a:t>               0 </a:t>
            </a:r>
            <a:r>
              <a:rPr lang="ja-JP" altLang="en-US" sz="1400" dirty="0">
                <a:solidFill>
                  <a:schemeClr val="bg1"/>
                </a:solidFill>
              </a:rPr>
              <a:t>個のファイル                   </a:t>
            </a:r>
            <a:r>
              <a:rPr lang="en-US" altLang="ja-JP" sz="1400" dirty="0">
                <a:solidFill>
                  <a:schemeClr val="bg1"/>
                </a:solidFill>
              </a:rPr>
              <a:t>0 </a:t>
            </a:r>
            <a:r>
              <a:rPr lang="ja-JP" altLang="en-US" sz="1400" dirty="0">
                <a:solidFill>
                  <a:schemeClr val="bg1"/>
                </a:solidFill>
              </a:rPr>
              <a:t>バイト</a:t>
            </a:r>
          </a:p>
          <a:p>
            <a:r>
              <a:rPr lang="ja-JP" altLang="en-US" sz="1400" dirty="0">
                <a:solidFill>
                  <a:schemeClr val="bg1"/>
                </a:solidFill>
              </a:rPr>
              <a:t>               </a:t>
            </a:r>
            <a:r>
              <a:rPr lang="en-US" altLang="ja-JP" sz="1400" dirty="0">
                <a:solidFill>
                  <a:schemeClr val="bg1"/>
                </a:solidFill>
              </a:rPr>
              <a:t>3 </a:t>
            </a:r>
            <a:r>
              <a:rPr lang="ja-JP" altLang="en-US" sz="1400" dirty="0">
                <a:solidFill>
                  <a:schemeClr val="bg1"/>
                </a:solidFill>
              </a:rPr>
              <a:t>個のディレクトリ  </a:t>
            </a:r>
            <a:r>
              <a:rPr lang="en-US" altLang="ja-JP" sz="1400" dirty="0">
                <a:solidFill>
                  <a:schemeClr val="bg1"/>
                </a:solidFill>
              </a:rPr>
              <a:t>32,260,476,928 </a:t>
            </a:r>
            <a:r>
              <a:rPr lang="ja-JP" altLang="en-US" sz="1400" dirty="0">
                <a:solidFill>
                  <a:schemeClr val="bg1"/>
                </a:solidFill>
              </a:rPr>
              <a:t>バイトの空き領域</a:t>
            </a:r>
            <a:endParaRPr lang="en-US" altLang="ja-JP" sz="1400" dirty="0">
              <a:solidFill>
                <a:schemeClr val="bg1"/>
              </a:solidFill>
            </a:endParaRPr>
          </a:p>
          <a:p>
            <a:endParaRPr kumimoji="1" lang="en-US" altLang="ja-JP" sz="1400" dirty="0">
              <a:solidFill>
                <a:schemeClr val="bg1"/>
              </a:solidFill>
            </a:endParaRPr>
          </a:p>
          <a:p>
            <a:r>
              <a:rPr lang="en-US" altLang="ja-JP" sz="1400" dirty="0">
                <a:solidFill>
                  <a:schemeClr val="bg1"/>
                </a:solidFill>
              </a:rPr>
              <a:t>C:\git-test&gt;</a:t>
            </a:r>
            <a:endParaRPr kumimoji="1" lang="ja-JP" altLang="en-US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3239811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1BF9C5-E02B-09C1-5F66-8CF5ECA65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5B6AE237-4E4E-1893-5558-0E3717051E10}"/>
              </a:ext>
            </a:extLst>
          </p:cNvPr>
          <p:cNvSpPr/>
          <p:nvPr/>
        </p:nvSpPr>
        <p:spPr>
          <a:xfrm>
            <a:off x="3470986" y="1530218"/>
            <a:ext cx="7200000" cy="349898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ja-JP" sz="1400" dirty="0">
                <a:solidFill>
                  <a:schemeClr val="bg1"/>
                </a:solidFill>
              </a:rPr>
              <a:t>C:\git-test&gt;echo hello &gt; test.txt</a:t>
            </a:r>
          </a:p>
          <a:p>
            <a:endParaRPr lang="en-US" altLang="ja-JP" sz="1400" dirty="0">
              <a:solidFill>
                <a:schemeClr val="bg1"/>
              </a:solidFill>
            </a:endParaRPr>
          </a:p>
          <a:p>
            <a:r>
              <a:rPr lang="en-US" altLang="ja-JP" sz="1400" dirty="0">
                <a:solidFill>
                  <a:schemeClr val="bg1"/>
                </a:solidFill>
              </a:rPr>
              <a:t>C:\git-test&gt;dir /a</a:t>
            </a:r>
          </a:p>
          <a:p>
            <a:r>
              <a:rPr lang="en-US" altLang="ja-JP" sz="1400" dirty="0">
                <a:solidFill>
                  <a:schemeClr val="bg1"/>
                </a:solidFill>
              </a:rPr>
              <a:t> </a:t>
            </a:r>
            <a:r>
              <a:rPr lang="ja-JP" altLang="en-US" sz="1400" dirty="0">
                <a:solidFill>
                  <a:schemeClr val="bg1"/>
                </a:solidFill>
              </a:rPr>
              <a:t>ドライブ </a:t>
            </a:r>
            <a:r>
              <a:rPr lang="en-US" altLang="ja-JP" sz="1400" dirty="0">
                <a:solidFill>
                  <a:schemeClr val="bg1"/>
                </a:solidFill>
              </a:rPr>
              <a:t>C </a:t>
            </a:r>
            <a:r>
              <a:rPr lang="ja-JP" altLang="en-US" sz="1400" dirty="0">
                <a:solidFill>
                  <a:schemeClr val="bg1"/>
                </a:solidFill>
              </a:rPr>
              <a:t>のボリューム ラベルがありません。</a:t>
            </a:r>
          </a:p>
          <a:p>
            <a:r>
              <a:rPr lang="ja-JP" altLang="en-US" sz="1400" dirty="0">
                <a:solidFill>
                  <a:schemeClr val="bg1"/>
                </a:solidFill>
              </a:rPr>
              <a:t> ボリューム シリアル番号は </a:t>
            </a:r>
            <a:r>
              <a:rPr lang="en-US" altLang="ja-JP" sz="1400" dirty="0">
                <a:solidFill>
                  <a:schemeClr val="bg1"/>
                </a:solidFill>
              </a:rPr>
              <a:t>A869-D627 </a:t>
            </a:r>
            <a:r>
              <a:rPr lang="ja-JP" altLang="en-US" sz="1400" dirty="0">
                <a:solidFill>
                  <a:schemeClr val="bg1"/>
                </a:solidFill>
              </a:rPr>
              <a:t>です</a:t>
            </a:r>
          </a:p>
          <a:p>
            <a:endParaRPr lang="ja-JP" altLang="en-US" sz="1400" dirty="0">
              <a:solidFill>
                <a:schemeClr val="bg1"/>
              </a:solidFill>
            </a:endParaRPr>
          </a:p>
          <a:p>
            <a:r>
              <a:rPr lang="ja-JP" altLang="en-US" sz="1400" dirty="0">
                <a:solidFill>
                  <a:schemeClr val="bg1"/>
                </a:solidFill>
              </a:rPr>
              <a:t> </a:t>
            </a:r>
            <a:r>
              <a:rPr lang="en-US" altLang="ja-JP" sz="1400" dirty="0">
                <a:solidFill>
                  <a:schemeClr val="bg1"/>
                </a:solidFill>
              </a:rPr>
              <a:t>C:\git-test </a:t>
            </a:r>
            <a:r>
              <a:rPr lang="ja-JP" altLang="en-US" sz="1400" dirty="0">
                <a:solidFill>
                  <a:schemeClr val="bg1"/>
                </a:solidFill>
              </a:rPr>
              <a:t>のディレクトリ</a:t>
            </a:r>
          </a:p>
          <a:p>
            <a:endParaRPr lang="ja-JP" altLang="en-US" sz="1400" dirty="0">
              <a:solidFill>
                <a:schemeClr val="bg1"/>
              </a:solidFill>
            </a:endParaRPr>
          </a:p>
          <a:p>
            <a:r>
              <a:rPr lang="en-US" altLang="ja-JP" sz="1400" dirty="0">
                <a:solidFill>
                  <a:schemeClr val="bg1"/>
                </a:solidFill>
              </a:rPr>
              <a:t>2026/06/21  12:53    &lt;DIR&gt;          .</a:t>
            </a:r>
          </a:p>
          <a:p>
            <a:r>
              <a:rPr lang="en-US" altLang="ja-JP" sz="1400" dirty="0">
                <a:solidFill>
                  <a:schemeClr val="bg1"/>
                </a:solidFill>
              </a:rPr>
              <a:t>2026/06/21  09:49    &lt;DIR&gt;          ..</a:t>
            </a:r>
          </a:p>
          <a:p>
            <a:r>
              <a:rPr lang="en-US" altLang="ja-JP" sz="1400" dirty="0">
                <a:solidFill>
                  <a:schemeClr val="bg1"/>
                </a:solidFill>
              </a:rPr>
              <a:t>2026/06/21  12:48    &lt;DIR&gt;          .git</a:t>
            </a:r>
          </a:p>
          <a:p>
            <a:r>
              <a:rPr lang="en-US" altLang="ja-JP" sz="1400" dirty="0">
                <a:solidFill>
                  <a:schemeClr val="bg1"/>
                </a:solidFill>
              </a:rPr>
              <a:t>2026/06/21  12:54                12 test.txt</a:t>
            </a:r>
          </a:p>
          <a:p>
            <a:r>
              <a:rPr lang="en-US" altLang="ja-JP" sz="1400" dirty="0">
                <a:solidFill>
                  <a:schemeClr val="bg1"/>
                </a:solidFill>
              </a:rPr>
              <a:t>               1 </a:t>
            </a:r>
            <a:r>
              <a:rPr lang="ja-JP" altLang="en-US" sz="1400" dirty="0">
                <a:solidFill>
                  <a:schemeClr val="bg1"/>
                </a:solidFill>
              </a:rPr>
              <a:t>個のファイル                  </a:t>
            </a:r>
            <a:r>
              <a:rPr lang="en-US" altLang="ja-JP" sz="1400" dirty="0">
                <a:solidFill>
                  <a:schemeClr val="bg1"/>
                </a:solidFill>
              </a:rPr>
              <a:t>12 </a:t>
            </a:r>
            <a:r>
              <a:rPr lang="ja-JP" altLang="en-US" sz="1400" dirty="0">
                <a:solidFill>
                  <a:schemeClr val="bg1"/>
                </a:solidFill>
              </a:rPr>
              <a:t>バイト</a:t>
            </a:r>
          </a:p>
          <a:p>
            <a:r>
              <a:rPr lang="ja-JP" altLang="en-US" sz="1400" dirty="0">
                <a:solidFill>
                  <a:schemeClr val="bg1"/>
                </a:solidFill>
              </a:rPr>
              <a:t>               </a:t>
            </a:r>
            <a:r>
              <a:rPr lang="en-US" altLang="ja-JP" sz="1400" dirty="0">
                <a:solidFill>
                  <a:schemeClr val="bg1"/>
                </a:solidFill>
              </a:rPr>
              <a:t>3 </a:t>
            </a:r>
            <a:r>
              <a:rPr lang="ja-JP" altLang="en-US" sz="1400" dirty="0">
                <a:solidFill>
                  <a:schemeClr val="bg1"/>
                </a:solidFill>
              </a:rPr>
              <a:t>個のディレクトリ  </a:t>
            </a:r>
            <a:r>
              <a:rPr lang="en-US" altLang="ja-JP" sz="1400" dirty="0">
                <a:solidFill>
                  <a:schemeClr val="bg1"/>
                </a:solidFill>
              </a:rPr>
              <a:t>32,251,666,432 </a:t>
            </a:r>
            <a:r>
              <a:rPr lang="ja-JP" altLang="en-US" sz="1400" dirty="0">
                <a:solidFill>
                  <a:schemeClr val="bg1"/>
                </a:solidFill>
              </a:rPr>
              <a:t>バイトの空き領域</a:t>
            </a:r>
            <a:endParaRPr lang="en-US" altLang="ja-JP" sz="1400" dirty="0">
              <a:solidFill>
                <a:schemeClr val="bg1"/>
              </a:solidFill>
            </a:endParaRPr>
          </a:p>
          <a:p>
            <a:endParaRPr kumimoji="1" lang="en-US" altLang="ja-JP" sz="1400" dirty="0">
              <a:solidFill>
                <a:schemeClr val="bg1"/>
              </a:solidFill>
            </a:endParaRPr>
          </a:p>
          <a:p>
            <a:r>
              <a:rPr lang="en-US" altLang="ja-JP" sz="1400" dirty="0">
                <a:solidFill>
                  <a:schemeClr val="bg1"/>
                </a:solidFill>
              </a:rPr>
              <a:t>C:\git-test&gt;</a:t>
            </a:r>
            <a:endParaRPr kumimoji="1" lang="ja-JP" altLang="en-US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2231482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7F78A9-831F-CD8B-1F8C-47A315A81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B3766FAB-F82B-5251-791B-DC66A0DC3C86}"/>
              </a:ext>
            </a:extLst>
          </p:cNvPr>
          <p:cNvSpPr/>
          <p:nvPr/>
        </p:nvSpPr>
        <p:spPr>
          <a:xfrm>
            <a:off x="3470986" y="1586201"/>
            <a:ext cx="7200000" cy="263123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ja-JP" sz="1400" dirty="0">
                <a:solidFill>
                  <a:schemeClr val="bg1"/>
                </a:solidFill>
              </a:rPr>
              <a:t>C:\git-test&gt;git status</a:t>
            </a:r>
          </a:p>
          <a:p>
            <a:r>
              <a:rPr lang="en-US" altLang="ja-JP" sz="1400" dirty="0">
                <a:solidFill>
                  <a:schemeClr val="bg1"/>
                </a:solidFill>
              </a:rPr>
              <a:t>On branch master</a:t>
            </a:r>
          </a:p>
          <a:p>
            <a:endParaRPr lang="en-US" altLang="ja-JP" sz="1400" dirty="0">
              <a:solidFill>
                <a:schemeClr val="bg1"/>
              </a:solidFill>
            </a:endParaRPr>
          </a:p>
          <a:p>
            <a:r>
              <a:rPr lang="en-US" altLang="ja-JP" sz="1400" dirty="0">
                <a:solidFill>
                  <a:schemeClr val="bg1"/>
                </a:solidFill>
              </a:rPr>
              <a:t>No commits yet</a:t>
            </a:r>
          </a:p>
          <a:p>
            <a:endParaRPr lang="en-US" altLang="ja-JP" sz="1400" dirty="0">
              <a:solidFill>
                <a:schemeClr val="bg1"/>
              </a:solidFill>
            </a:endParaRPr>
          </a:p>
          <a:p>
            <a:r>
              <a:rPr lang="en-US" altLang="ja-JP" sz="1400" dirty="0">
                <a:solidFill>
                  <a:schemeClr val="bg1"/>
                </a:solidFill>
              </a:rPr>
              <a:t>Untracked files:</a:t>
            </a:r>
          </a:p>
          <a:p>
            <a:r>
              <a:rPr lang="en-US" altLang="ja-JP" sz="1400" dirty="0">
                <a:solidFill>
                  <a:schemeClr val="bg1"/>
                </a:solidFill>
              </a:rPr>
              <a:t>  (use "git add &lt;file&gt;..." to include in what will be committed)</a:t>
            </a:r>
          </a:p>
          <a:p>
            <a:r>
              <a:rPr lang="en-US" altLang="ja-JP" sz="1400" dirty="0">
                <a:solidFill>
                  <a:schemeClr val="bg1"/>
                </a:solidFill>
              </a:rPr>
              <a:t>        test.txt</a:t>
            </a:r>
          </a:p>
          <a:p>
            <a:endParaRPr lang="en-US" altLang="ja-JP" sz="1400" dirty="0">
              <a:solidFill>
                <a:schemeClr val="bg1"/>
              </a:solidFill>
            </a:endParaRPr>
          </a:p>
          <a:p>
            <a:r>
              <a:rPr lang="en-US" altLang="ja-JP" sz="1400" dirty="0">
                <a:solidFill>
                  <a:schemeClr val="bg1"/>
                </a:solidFill>
              </a:rPr>
              <a:t>nothing added to commit but untracked files present (use "git add" to track)</a:t>
            </a:r>
          </a:p>
          <a:p>
            <a:endParaRPr kumimoji="1" lang="en-US" altLang="ja-JP" sz="1400" dirty="0">
              <a:solidFill>
                <a:schemeClr val="bg1"/>
              </a:solidFill>
            </a:endParaRPr>
          </a:p>
          <a:p>
            <a:r>
              <a:rPr lang="en-US" altLang="ja-JP" sz="1400" dirty="0">
                <a:solidFill>
                  <a:schemeClr val="bg1"/>
                </a:solidFill>
              </a:rPr>
              <a:t>C:\git-test&gt;</a:t>
            </a:r>
            <a:endParaRPr kumimoji="1" lang="ja-JP" altLang="en-US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9855878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1BFD28-A982-97FA-1FAA-8C1C51FBB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EF191B43-DBAA-8341-5371-A13405C8537C}"/>
              </a:ext>
            </a:extLst>
          </p:cNvPr>
          <p:cNvSpPr/>
          <p:nvPr/>
        </p:nvSpPr>
        <p:spPr>
          <a:xfrm>
            <a:off x="3470986" y="1530219"/>
            <a:ext cx="7200000" cy="307910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ja-JP" sz="1400" dirty="0">
                <a:solidFill>
                  <a:schemeClr val="bg1"/>
                </a:solidFill>
              </a:rPr>
              <a:t>C:\git-test&gt;git add test.txt</a:t>
            </a:r>
          </a:p>
          <a:p>
            <a:endParaRPr lang="en-US" altLang="ja-JP" sz="1400" dirty="0">
              <a:solidFill>
                <a:schemeClr val="bg1"/>
              </a:solidFill>
            </a:endParaRPr>
          </a:p>
          <a:p>
            <a:r>
              <a:rPr lang="en-US" altLang="ja-JP" sz="1400" dirty="0">
                <a:solidFill>
                  <a:schemeClr val="bg1"/>
                </a:solidFill>
              </a:rPr>
              <a:t>C:\git-test&gt;git status</a:t>
            </a:r>
          </a:p>
          <a:p>
            <a:r>
              <a:rPr lang="en-US" altLang="ja-JP" sz="1400" dirty="0">
                <a:solidFill>
                  <a:schemeClr val="bg1"/>
                </a:solidFill>
              </a:rPr>
              <a:t>On branch master</a:t>
            </a:r>
          </a:p>
          <a:p>
            <a:endParaRPr lang="en-US" altLang="ja-JP" sz="1400" dirty="0">
              <a:solidFill>
                <a:schemeClr val="bg1"/>
              </a:solidFill>
            </a:endParaRPr>
          </a:p>
          <a:p>
            <a:r>
              <a:rPr lang="en-US" altLang="ja-JP" sz="1400" dirty="0">
                <a:solidFill>
                  <a:schemeClr val="bg1"/>
                </a:solidFill>
              </a:rPr>
              <a:t>No commits yet</a:t>
            </a:r>
          </a:p>
          <a:p>
            <a:endParaRPr lang="en-US" altLang="ja-JP" sz="1400" dirty="0">
              <a:solidFill>
                <a:schemeClr val="bg1"/>
              </a:solidFill>
            </a:endParaRPr>
          </a:p>
          <a:p>
            <a:r>
              <a:rPr lang="en-US" altLang="ja-JP" sz="1400" dirty="0">
                <a:solidFill>
                  <a:schemeClr val="bg1"/>
                </a:solidFill>
              </a:rPr>
              <a:t>Changes to be committed:</a:t>
            </a:r>
          </a:p>
          <a:p>
            <a:r>
              <a:rPr lang="en-US" altLang="ja-JP" sz="1400" dirty="0">
                <a:solidFill>
                  <a:schemeClr val="bg1"/>
                </a:solidFill>
              </a:rPr>
              <a:t>  (use "git rm --cached &lt;file&gt;..." to </a:t>
            </a:r>
            <a:r>
              <a:rPr lang="en-US" altLang="ja-JP" sz="1400" dirty="0" err="1">
                <a:solidFill>
                  <a:schemeClr val="bg1"/>
                </a:solidFill>
              </a:rPr>
              <a:t>unstage</a:t>
            </a:r>
            <a:r>
              <a:rPr lang="en-US" altLang="ja-JP" sz="1400" dirty="0">
                <a:solidFill>
                  <a:schemeClr val="bg1"/>
                </a:solidFill>
              </a:rPr>
              <a:t>)</a:t>
            </a:r>
          </a:p>
          <a:p>
            <a:r>
              <a:rPr lang="en-US" altLang="ja-JP" sz="1400" dirty="0">
                <a:solidFill>
                  <a:schemeClr val="bg1"/>
                </a:solidFill>
              </a:rPr>
              <a:t>        new file:   test.txt</a:t>
            </a:r>
          </a:p>
          <a:p>
            <a:endParaRPr lang="en-US" altLang="ja-JP" sz="1400" dirty="0">
              <a:solidFill>
                <a:schemeClr val="bg1"/>
              </a:solidFill>
            </a:endParaRPr>
          </a:p>
          <a:p>
            <a:endParaRPr lang="en-US" altLang="ja-JP" sz="1400" dirty="0">
              <a:solidFill>
                <a:schemeClr val="bg1"/>
              </a:solidFill>
            </a:endParaRPr>
          </a:p>
          <a:p>
            <a:r>
              <a:rPr lang="en-US" altLang="ja-JP" sz="1400" dirty="0">
                <a:solidFill>
                  <a:schemeClr val="bg1"/>
                </a:solidFill>
              </a:rPr>
              <a:t>C:\git-test&gt;</a:t>
            </a:r>
          </a:p>
        </p:txBody>
      </p:sp>
    </p:spTree>
    <p:extLst>
      <p:ext uri="{BB962C8B-B14F-4D97-AF65-F5344CB8AC3E}">
        <p14:creationId xmlns:p14="http://schemas.microsoft.com/office/powerpoint/2010/main" val="3218276701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C81547-3111-B35A-4CC2-E062486FC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38DF5BF6-3334-62A7-AD14-F0E1B5FB7E95}"/>
              </a:ext>
            </a:extLst>
          </p:cNvPr>
          <p:cNvSpPr/>
          <p:nvPr/>
        </p:nvSpPr>
        <p:spPr>
          <a:xfrm>
            <a:off x="3470986" y="1530219"/>
            <a:ext cx="7200000" cy="138093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ja-JP" sz="1400" dirty="0">
                <a:solidFill>
                  <a:schemeClr val="bg1"/>
                </a:solidFill>
              </a:rPr>
              <a:t>C:\git-test&gt;git commit -m "</a:t>
            </a:r>
            <a:r>
              <a:rPr lang="ja-JP" altLang="en-US" sz="1400" dirty="0">
                <a:solidFill>
                  <a:schemeClr val="bg1"/>
                </a:solidFill>
              </a:rPr>
              <a:t>テストデータ登録</a:t>
            </a:r>
            <a:r>
              <a:rPr lang="en-US" altLang="ja-JP" sz="1400" dirty="0">
                <a:solidFill>
                  <a:schemeClr val="bg1"/>
                </a:solidFill>
              </a:rPr>
              <a:t>"</a:t>
            </a:r>
          </a:p>
          <a:p>
            <a:r>
              <a:rPr lang="en-US" altLang="ja-JP" sz="1400" dirty="0">
                <a:solidFill>
                  <a:schemeClr val="bg1"/>
                </a:solidFill>
              </a:rPr>
              <a:t>[master (root-commit) 92af3d1] </a:t>
            </a:r>
            <a:r>
              <a:rPr lang="ja-JP" altLang="en-US" sz="1400" dirty="0">
                <a:solidFill>
                  <a:schemeClr val="bg1"/>
                </a:solidFill>
              </a:rPr>
              <a:t>テストデータ登録</a:t>
            </a:r>
          </a:p>
          <a:p>
            <a:r>
              <a:rPr lang="ja-JP" altLang="en-US" sz="1400" dirty="0">
                <a:solidFill>
                  <a:schemeClr val="bg1"/>
                </a:solidFill>
              </a:rPr>
              <a:t> </a:t>
            </a:r>
            <a:r>
              <a:rPr lang="en-US" altLang="ja-JP" sz="1400" dirty="0">
                <a:solidFill>
                  <a:schemeClr val="bg1"/>
                </a:solidFill>
              </a:rPr>
              <a:t>1 file changed, 1 insertion(+)</a:t>
            </a:r>
          </a:p>
          <a:p>
            <a:r>
              <a:rPr lang="en-US" altLang="ja-JP" sz="1400" dirty="0">
                <a:solidFill>
                  <a:schemeClr val="bg1"/>
                </a:solidFill>
              </a:rPr>
              <a:t> create mode 100644 test.txt</a:t>
            </a:r>
          </a:p>
          <a:p>
            <a:endParaRPr lang="en-US" altLang="ja-JP" sz="1400" dirty="0">
              <a:solidFill>
                <a:schemeClr val="bg1"/>
              </a:solidFill>
            </a:endParaRPr>
          </a:p>
          <a:p>
            <a:r>
              <a:rPr lang="en-US" altLang="ja-JP" sz="1400" dirty="0">
                <a:solidFill>
                  <a:schemeClr val="bg1"/>
                </a:solidFill>
              </a:rPr>
              <a:t>C:\git-test&gt;</a:t>
            </a:r>
            <a:endParaRPr kumimoji="1" lang="ja-JP" altLang="en-US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0038144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1B24CE-C8B5-337C-A48E-22E1F6F6CD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DB360ECE-D35E-B01A-7D10-0C7C4EEDA5B3}"/>
              </a:ext>
            </a:extLst>
          </p:cNvPr>
          <p:cNvSpPr/>
          <p:nvPr/>
        </p:nvSpPr>
        <p:spPr>
          <a:xfrm>
            <a:off x="3470986" y="1530219"/>
            <a:ext cx="7200000" cy="365760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ja-JP" sz="1400" dirty="0">
                <a:solidFill>
                  <a:schemeClr val="bg1"/>
                </a:solidFill>
              </a:rPr>
              <a:t>C:\git-test&gt;git status</a:t>
            </a:r>
          </a:p>
          <a:p>
            <a:r>
              <a:rPr lang="en-US" altLang="ja-JP" sz="1400" dirty="0">
                <a:solidFill>
                  <a:schemeClr val="bg1"/>
                </a:solidFill>
              </a:rPr>
              <a:t>On branch master</a:t>
            </a:r>
          </a:p>
          <a:p>
            <a:r>
              <a:rPr lang="en-US" altLang="ja-JP" sz="1400" dirty="0">
                <a:solidFill>
                  <a:schemeClr val="bg1"/>
                </a:solidFill>
              </a:rPr>
              <a:t>Changes not staged for commit:</a:t>
            </a:r>
          </a:p>
          <a:p>
            <a:r>
              <a:rPr lang="en-US" altLang="ja-JP" sz="1400" dirty="0">
                <a:solidFill>
                  <a:schemeClr val="bg1"/>
                </a:solidFill>
              </a:rPr>
              <a:t>  (use "git add &lt;file&gt;..." to update what will be committed)</a:t>
            </a:r>
          </a:p>
          <a:p>
            <a:r>
              <a:rPr lang="en-US" altLang="ja-JP" sz="1400" dirty="0">
                <a:solidFill>
                  <a:schemeClr val="bg1"/>
                </a:solidFill>
              </a:rPr>
              <a:t>  (use "git restore &lt;file&gt;..." to discard changes in working directory)</a:t>
            </a:r>
          </a:p>
          <a:p>
            <a:r>
              <a:rPr lang="en-US" altLang="ja-JP" sz="1400" dirty="0">
                <a:solidFill>
                  <a:schemeClr val="bg1"/>
                </a:solidFill>
              </a:rPr>
              <a:t>        modified:   test.txt</a:t>
            </a:r>
          </a:p>
          <a:p>
            <a:endParaRPr lang="en-US" altLang="ja-JP" sz="1400" dirty="0">
              <a:solidFill>
                <a:schemeClr val="bg1"/>
              </a:solidFill>
            </a:endParaRPr>
          </a:p>
          <a:p>
            <a:r>
              <a:rPr lang="en-US" altLang="ja-JP" sz="1400" dirty="0">
                <a:solidFill>
                  <a:schemeClr val="bg1"/>
                </a:solidFill>
              </a:rPr>
              <a:t>no changes added to commit (use "git add" and/or "git commit -a")</a:t>
            </a:r>
          </a:p>
          <a:p>
            <a:endParaRPr lang="en-US" altLang="ja-JP" sz="1400" dirty="0">
              <a:solidFill>
                <a:schemeClr val="bg1"/>
              </a:solidFill>
            </a:endParaRPr>
          </a:p>
          <a:p>
            <a:r>
              <a:rPr lang="en-US" altLang="ja-JP" sz="1400" dirty="0">
                <a:solidFill>
                  <a:schemeClr val="bg1"/>
                </a:solidFill>
              </a:rPr>
              <a:t>C:\git-test&gt;git restore test.txt</a:t>
            </a:r>
          </a:p>
          <a:p>
            <a:endParaRPr lang="en-US" altLang="ja-JP" sz="1400" dirty="0">
              <a:solidFill>
                <a:schemeClr val="bg1"/>
              </a:solidFill>
            </a:endParaRPr>
          </a:p>
          <a:p>
            <a:r>
              <a:rPr lang="en-US" altLang="ja-JP" sz="1400" dirty="0">
                <a:solidFill>
                  <a:schemeClr val="bg1"/>
                </a:solidFill>
              </a:rPr>
              <a:t>C:\git-test&gt;git status</a:t>
            </a:r>
          </a:p>
          <a:p>
            <a:r>
              <a:rPr lang="en-US" altLang="ja-JP" sz="1400" dirty="0">
                <a:solidFill>
                  <a:schemeClr val="bg1"/>
                </a:solidFill>
              </a:rPr>
              <a:t>On branch master</a:t>
            </a:r>
          </a:p>
          <a:p>
            <a:r>
              <a:rPr lang="en-US" altLang="ja-JP" sz="1400" dirty="0">
                <a:solidFill>
                  <a:schemeClr val="bg1"/>
                </a:solidFill>
              </a:rPr>
              <a:t>nothing to commit, working tree clean</a:t>
            </a:r>
          </a:p>
          <a:p>
            <a:endParaRPr lang="en-US" altLang="ja-JP" sz="1400" dirty="0">
              <a:solidFill>
                <a:schemeClr val="bg1"/>
              </a:solidFill>
            </a:endParaRPr>
          </a:p>
          <a:p>
            <a:r>
              <a:rPr lang="en-US" altLang="ja-JP" sz="1400" dirty="0">
                <a:solidFill>
                  <a:schemeClr val="bg1"/>
                </a:solidFill>
              </a:rPr>
              <a:t>C:\git-test&gt;</a:t>
            </a:r>
            <a:endParaRPr kumimoji="1" lang="ja-JP" altLang="en-US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8775541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ED59FF-2F14-2266-7945-358954151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C1BC7331-0DBE-A180-DD43-E34B41C71EE4}"/>
              </a:ext>
            </a:extLst>
          </p:cNvPr>
          <p:cNvSpPr/>
          <p:nvPr/>
        </p:nvSpPr>
        <p:spPr>
          <a:xfrm>
            <a:off x="3452325" y="695131"/>
            <a:ext cx="7200000" cy="430607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ja-JP" sz="1400" dirty="0">
                <a:solidFill>
                  <a:schemeClr val="bg1"/>
                </a:solidFill>
              </a:rPr>
              <a:t>C:\git-test&gt;git status</a:t>
            </a:r>
          </a:p>
          <a:p>
            <a:r>
              <a:rPr lang="en-US" altLang="ja-JP" sz="1400" dirty="0">
                <a:solidFill>
                  <a:schemeClr val="bg1"/>
                </a:solidFill>
              </a:rPr>
              <a:t>On branch master</a:t>
            </a:r>
          </a:p>
          <a:p>
            <a:r>
              <a:rPr lang="en-US" altLang="ja-JP" sz="1400" dirty="0">
                <a:solidFill>
                  <a:schemeClr val="bg1"/>
                </a:solidFill>
              </a:rPr>
              <a:t>Changes to be committed:</a:t>
            </a:r>
          </a:p>
          <a:p>
            <a:r>
              <a:rPr lang="en-US" altLang="ja-JP" sz="1400" dirty="0">
                <a:solidFill>
                  <a:schemeClr val="bg1"/>
                </a:solidFill>
              </a:rPr>
              <a:t>  (use "git restore --staged &lt;file&gt;..." to </a:t>
            </a:r>
            <a:r>
              <a:rPr lang="en-US" altLang="ja-JP" sz="1400" dirty="0" err="1">
                <a:solidFill>
                  <a:schemeClr val="bg1"/>
                </a:solidFill>
              </a:rPr>
              <a:t>unstage</a:t>
            </a:r>
            <a:r>
              <a:rPr lang="en-US" altLang="ja-JP" sz="1400" dirty="0">
                <a:solidFill>
                  <a:schemeClr val="bg1"/>
                </a:solidFill>
              </a:rPr>
              <a:t>)</a:t>
            </a:r>
          </a:p>
          <a:p>
            <a:r>
              <a:rPr lang="en-US" altLang="ja-JP" sz="1400" dirty="0">
                <a:solidFill>
                  <a:schemeClr val="bg1"/>
                </a:solidFill>
              </a:rPr>
              <a:t>        modified:   test.txt</a:t>
            </a:r>
          </a:p>
          <a:p>
            <a:endParaRPr lang="en-US" altLang="ja-JP" sz="1400" dirty="0">
              <a:solidFill>
                <a:schemeClr val="bg1"/>
              </a:solidFill>
            </a:endParaRPr>
          </a:p>
          <a:p>
            <a:endParaRPr lang="en-US" altLang="ja-JP" sz="1400" dirty="0">
              <a:solidFill>
                <a:schemeClr val="bg1"/>
              </a:solidFill>
            </a:endParaRPr>
          </a:p>
          <a:p>
            <a:r>
              <a:rPr lang="en-US" altLang="ja-JP" sz="1400" dirty="0">
                <a:solidFill>
                  <a:schemeClr val="bg1"/>
                </a:solidFill>
              </a:rPr>
              <a:t>C:\git-test&gt;git restore --staged test.txt</a:t>
            </a:r>
          </a:p>
          <a:p>
            <a:endParaRPr lang="en-US" altLang="ja-JP" sz="1400" dirty="0">
              <a:solidFill>
                <a:schemeClr val="bg1"/>
              </a:solidFill>
            </a:endParaRPr>
          </a:p>
          <a:p>
            <a:r>
              <a:rPr lang="en-US" altLang="ja-JP" sz="1400" dirty="0">
                <a:solidFill>
                  <a:schemeClr val="bg1"/>
                </a:solidFill>
              </a:rPr>
              <a:t>C:\git-test&gt;git status</a:t>
            </a:r>
          </a:p>
          <a:p>
            <a:r>
              <a:rPr lang="en-US" altLang="ja-JP" sz="1400" dirty="0">
                <a:solidFill>
                  <a:schemeClr val="bg1"/>
                </a:solidFill>
              </a:rPr>
              <a:t>On branch master</a:t>
            </a:r>
          </a:p>
          <a:p>
            <a:r>
              <a:rPr lang="en-US" altLang="ja-JP" sz="1400" dirty="0">
                <a:solidFill>
                  <a:schemeClr val="bg1"/>
                </a:solidFill>
              </a:rPr>
              <a:t>Changes not staged for commit:</a:t>
            </a:r>
          </a:p>
          <a:p>
            <a:r>
              <a:rPr lang="en-US" altLang="ja-JP" sz="1400" dirty="0">
                <a:solidFill>
                  <a:schemeClr val="bg1"/>
                </a:solidFill>
              </a:rPr>
              <a:t>  (use "git add &lt;file&gt;..." to update what will be committed)</a:t>
            </a:r>
          </a:p>
          <a:p>
            <a:r>
              <a:rPr lang="en-US" altLang="ja-JP" sz="1400" dirty="0">
                <a:solidFill>
                  <a:schemeClr val="bg1"/>
                </a:solidFill>
              </a:rPr>
              <a:t>  (use "git restore &lt;file&gt;..." to discard changes in working directory)</a:t>
            </a:r>
          </a:p>
          <a:p>
            <a:r>
              <a:rPr lang="en-US" altLang="ja-JP" sz="1400" dirty="0">
                <a:solidFill>
                  <a:schemeClr val="bg1"/>
                </a:solidFill>
              </a:rPr>
              <a:t>        modified:   test.txt</a:t>
            </a:r>
          </a:p>
          <a:p>
            <a:endParaRPr lang="en-US" altLang="ja-JP" sz="1400" dirty="0">
              <a:solidFill>
                <a:schemeClr val="bg1"/>
              </a:solidFill>
            </a:endParaRPr>
          </a:p>
          <a:p>
            <a:r>
              <a:rPr lang="en-US" altLang="ja-JP" sz="1400" dirty="0">
                <a:solidFill>
                  <a:schemeClr val="bg1"/>
                </a:solidFill>
              </a:rPr>
              <a:t>no changes added to commit (use "git add" and/or "git commit -a")</a:t>
            </a:r>
          </a:p>
          <a:p>
            <a:endParaRPr lang="en-US" altLang="ja-JP" sz="1400" dirty="0">
              <a:solidFill>
                <a:schemeClr val="bg1"/>
              </a:solidFill>
            </a:endParaRPr>
          </a:p>
          <a:p>
            <a:r>
              <a:rPr lang="en-US" altLang="ja-JP" sz="1400" dirty="0">
                <a:solidFill>
                  <a:schemeClr val="bg1"/>
                </a:solidFill>
              </a:rPr>
              <a:t>C:\git-test&gt;</a:t>
            </a:r>
            <a:endParaRPr kumimoji="1" lang="ja-JP" altLang="en-US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4408662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B99027-BF16-D5DE-0CE0-52E78B5EAC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9613218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10D1BC-5020-1241-5571-C91E2E247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A92ADDFE-2D55-EA3F-A83C-EA5075717876}"/>
              </a:ext>
            </a:extLst>
          </p:cNvPr>
          <p:cNvSpPr/>
          <p:nvPr/>
        </p:nvSpPr>
        <p:spPr>
          <a:xfrm>
            <a:off x="3470986" y="438537"/>
            <a:ext cx="7200000" cy="438539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ja-JP" sz="1400" dirty="0">
                <a:solidFill>
                  <a:schemeClr val="bg1"/>
                </a:solidFill>
              </a:rPr>
              <a:t>C:\&gt;git clone https://github.com/nishida2073/git-test-remote.git</a:t>
            </a:r>
          </a:p>
          <a:p>
            <a:r>
              <a:rPr lang="en-US" altLang="ja-JP" sz="1400" dirty="0">
                <a:solidFill>
                  <a:schemeClr val="bg1"/>
                </a:solidFill>
              </a:rPr>
              <a:t>Cloning into 'git-test-remote'...</a:t>
            </a:r>
          </a:p>
          <a:p>
            <a:r>
              <a:rPr lang="en-US" altLang="ja-JP" sz="1400" dirty="0">
                <a:solidFill>
                  <a:schemeClr val="bg1"/>
                </a:solidFill>
              </a:rPr>
              <a:t>warning: You appear to have cloned an empty repository.</a:t>
            </a:r>
          </a:p>
          <a:p>
            <a:endParaRPr lang="en-US" altLang="ja-JP" sz="1400" dirty="0">
              <a:solidFill>
                <a:schemeClr val="bg1"/>
              </a:solidFill>
            </a:endParaRPr>
          </a:p>
          <a:p>
            <a:r>
              <a:rPr lang="en-US" altLang="ja-JP" sz="1400" dirty="0">
                <a:solidFill>
                  <a:schemeClr val="bg1"/>
                </a:solidFill>
              </a:rPr>
              <a:t>C:\&gt;cd git-test-remote</a:t>
            </a:r>
          </a:p>
          <a:p>
            <a:endParaRPr lang="en-US" altLang="ja-JP" sz="1400" dirty="0">
              <a:solidFill>
                <a:schemeClr val="bg1"/>
              </a:solidFill>
            </a:endParaRPr>
          </a:p>
          <a:p>
            <a:r>
              <a:rPr lang="en-US" altLang="ja-JP" sz="1400" dirty="0">
                <a:solidFill>
                  <a:schemeClr val="bg1"/>
                </a:solidFill>
              </a:rPr>
              <a:t>C:\git-test-remote&gt;dir /a</a:t>
            </a:r>
          </a:p>
          <a:p>
            <a:r>
              <a:rPr lang="en-US" altLang="ja-JP" sz="1400" dirty="0">
                <a:solidFill>
                  <a:schemeClr val="bg1"/>
                </a:solidFill>
              </a:rPr>
              <a:t> </a:t>
            </a:r>
            <a:r>
              <a:rPr lang="ja-JP" altLang="en-US" sz="1400" dirty="0">
                <a:solidFill>
                  <a:schemeClr val="bg1"/>
                </a:solidFill>
              </a:rPr>
              <a:t>ドライブ </a:t>
            </a:r>
            <a:r>
              <a:rPr lang="en-US" altLang="ja-JP" sz="1400" dirty="0">
                <a:solidFill>
                  <a:schemeClr val="bg1"/>
                </a:solidFill>
              </a:rPr>
              <a:t>C </a:t>
            </a:r>
            <a:r>
              <a:rPr lang="ja-JP" altLang="en-US" sz="1400" dirty="0">
                <a:solidFill>
                  <a:schemeClr val="bg1"/>
                </a:solidFill>
              </a:rPr>
              <a:t>のボリューム ラベルがありません。</a:t>
            </a:r>
          </a:p>
          <a:p>
            <a:r>
              <a:rPr lang="ja-JP" altLang="en-US" sz="1400" dirty="0">
                <a:solidFill>
                  <a:schemeClr val="bg1"/>
                </a:solidFill>
              </a:rPr>
              <a:t> ボリューム シリアル番号は </a:t>
            </a:r>
            <a:r>
              <a:rPr lang="en-US" altLang="ja-JP" sz="1400" dirty="0">
                <a:solidFill>
                  <a:schemeClr val="bg1"/>
                </a:solidFill>
              </a:rPr>
              <a:t>A869-D627 </a:t>
            </a:r>
            <a:r>
              <a:rPr lang="ja-JP" altLang="en-US" sz="1400" dirty="0">
                <a:solidFill>
                  <a:schemeClr val="bg1"/>
                </a:solidFill>
              </a:rPr>
              <a:t>です</a:t>
            </a:r>
          </a:p>
          <a:p>
            <a:endParaRPr lang="ja-JP" altLang="en-US" sz="1400" dirty="0">
              <a:solidFill>
                <a:schemeClr val="bg1"/>
              </a:solidFill>
            </a:endParaRPr>
          </a:p>
          <a:p>
            <a:r>
              <a:rPr lang="ja-JP" altLang="en-US" sz="1400" dirty="0">
                <a:solidFill>
                  <a:schemeClr val="bg1"/>
                </a:solidFill>
              </a:rPr>
              <a:t> </a:t>
            </a:r>
            <a:r>
              <a:rPr lang="en-US" altLang="ja-JP" sz="1400" dirty="0">
                <a:solidFill>
                  <a:schemeClr val="bg1"/>
                </a:solidFill>
              </a:rPr>
              <a:t>C:\git-test-remote </a:t>
            </a:r>
            <a:r>
              <a:rPr lang="ja-JP" altLang="en-US" sz="1400" dirty="0">
                <a:solidFill>
                  <a:schemeClr val="bg1"/>
                </a:solidFill>
              </a:rPr>
              <a:t>のディレクトリ</a:t>
            </a:r>
          </a:p>
          <a:p>
            <a:endParaRPr lang="ja-JP" altLang="en-US" sz="1400" dirty="0">
              <a:solidFill>
                <a:schemeClr val="bg1"/>
              </a:solidFill>
            </a:endParaRPr>
          </a:p>
          <a:p>
            <a:r>
              <a:rPr lang="en-US" altLang="ja-JP" sz="1400" dirty="0">
                <a:solidFill>
                  <a:schemeClr val="bg1"/>
                </a:solidFill>
              </a:rPr>
              <a:t>2026/06/21  13:46    &lt;DIR&gt;          .</a:t>
            </a:r>
          </a:p>
          <a:p>
            <a:r>
              <a:rPr lang="en-US" altLang="ja-JP" sz="1400" dirty="0">
                <a:solidFill>
                  <a:schemeClr val="bg1"/>
                </a:solidFill>
              </a:rPr>
              <a:t>2026/06/21  13:03    &lt;DIR&gt;          ..</a:t>
            </a:r>
          </a:p>
          <a:p>
            <a:r>
              <a:rPr lang="en-US" altLang="ja-JP" sz="1400" dirty="0">
                <a:solidFill>
                  <a:schemeClr val="bg1"/>
                </a:solidFill>
              </a:rPr>
              <a:t>2026/06/21  13:46    &lt;DIR&gt;          .git</a:t>
            </a:r>
          </a:p>
          <a:p>
            <a:r>
              <a:rPr lang="en-US" altLang="ja-JP" sz="1400" dirty="0">
                <a:solidFill>
                  <a:schemeClr val="bg1"/>
                </a:solidFill>
              </a:rPr>
              <a:t>2026/06/21  13:46                 6 test.txt</a:t>
            </a:r>
          </a:p>
          <a:p>
            <a:r>
              <a:rPr lang="en-US" altLang="ja-JP" sz="1400" dirty="0">
                <a:solidFill>
                  <a:schemeClr val="bg1"/>
                </a:solidFill>
              </a:rPr>
              <a:t>               1 </a:t>
            </a:r>
            <a:r>
              <a:rPr lang="ja-JP" altLang="en-US" sz="1400" dirty="0">
                <a:solidFill>
                  <a:schemeClr val="bg1"/>
                </a:solidFill>
              </a:rPr>
              <a:t>個のファイル                   </a:t>
            </a:r>
            <a:r>
              <a:rPr lang="en-US" altLang="ja-JP" sz="1400" dirty="0">
                <a:solidFill>
                  <a:schemeClr val="bg1"/>
                </a:solidFill>
              </a:rPr>
              <a:t>6 </a:t>
            </a:r>
            <a:r>
              <a:rPr lang="ja-JP" altLang="en-US" sz="1400" dirty="0">
                <a:solidFill>
                  <a:schemeClr val="bg1"/>
                </a:solidFill>
              </a:rPr>
              <a:t>バイト</a:t>
            </a:r>
          </a:p>
          <a:p>
            <a:r>
              <a:rPr lang="ja-JP" altLang="en-US" sz="1400" dirty="0">
                <a:solidFill>
                  <a:schemeClr val="bg1"/>
                </a:solidFill>
              </a:rPr>
              <a:t>               </a:t>
            </a:r>
            <a:r>
              <a:rPr lang="en-US" altLang="ja-JP" sz="1400" dirty="0">
                <a:solidFill>
                  <a:schemeClr val="bg1"/>
                </a:solidFill>
              </a:rPr>
              <a:t>3 </a:t>
            </a:r>
            <a:r>
              <a:rPr lang="ja-JP" altLang="en-US" sz="1400" dirty="0">
                <a:solidFill>
                  <a:schemeClr val="bg1"/>
                </a:solidFill>
              </a:rPr>
              <a:t>個のディレクトリ  </a:t>
            </a:r>
            <a:r>
              <a:rPr lang="en-US" altLang="ja-JP" sz="1400" dirty="0">
                <a:solidFill>
                  <a:schemeClr val="bg1"/>
                </a:solidFill>
              </a:rPr>
              <a:t>28,382,502,912 </a:t>
            </a:r>
            <a:r>
              <a:rPr lang="ja-JP" altLang="en-US" sz="1400" dirty="0">
                <a:solidFill>
                  <a:schemeClr val="bg1"/>
                </a:solidFill>
              </a:rPr>
              <a:t>バイトの空き領域</a:t>
            </a:r>
          </a:p>
          <a:p>
            <a:endParaRPr lang="ja-JP" altLang="en-US" sz="1400" dirty="0">
              <a:solidFill>
                <a:schemeClr val="bg1"/>
              </a:solidFill>
            </a:endParaRPr>
          </a:p>
          <a:p>
            <a:r>
              <a:rPr lang="en-US" altLang="ja-JP" sz="1400" dirty="0">
                <a:solidFill>
                  <a:schemeClr val="bg1"/>
                </a:solidFill>
              </a:rPr>
              <a:t>C:\git-test-remote&gt;</a:t>
            </a:r>
            <a:endParaRPr kumimoji="1" lang="ja-JP" altLang="en-US" sz="1400" dirty="0">
              <a:solidFill>
                <a:schemeClr val="bg1"/>
              </a:solidFill>
            </a:endParaRP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FA8BF6A1-67FC-63AD-F8C1-11AB1BD1FB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3478" y="438537"/>
            <a:ext cx="980004" cy="223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9621988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0BCA65-953D-4A6A-C002-71E8A1D74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9561DF63-5595-6139-7880-96905D96EF97}"/>
              </a:ext>
            </a:extLst>
          </p:cNvPr>
          <p:cNvSpPr/>
          <p:nvPr/>
        </p:nvSpPr>
        <p:spPr>
          <a:xfrm>
            <a:off x="3470986" y="1530219"/>
            <a:ext cx="7200000" cy="205273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ja-JP" sz="1400" dirty="0">
                <a:solidFill>
                  <a:schemeClr val="bg1"/>
                </a:solidFill>
              </a:rPr>
              <a:t>C:\git-test-remote&gt;git push origin main</a:t>
            </a:r>
          </a:p>
          <a:p>
            <a:r>
              <a:rPr lang="en-US" altLang="ja-JP" sz="1400" dirty="0">
                <a:solidFill>
                  <a:schemeClr val="bg1"/>
                </a:solidFill>
              </a:rPr>
              <a:t>Enumerating objects: 5, done.</a:t>
            </a:r>
          </a:p>
          <a:p>
            <a:r>
              <a:rPr lang="en-US" altLang="ja-JP" sz="1400" dirty="0">
                <a:solidFill>
                  <a:schemeClr val="bg1"/>
                </a:solidFill>
              </a:rPr>
              <a:t>Counting objects: 100% (5/5), done.</a:t>
            </a:r>
          </a:p>
          <a:p>
            <a:r>
              <a:rPr lang="en-US" altLang="ja-JP" sz="1400" dirty="0">
                <a:solidFill>
                  <a:schemeClr val="bg1"/>
                </a:solidFill>
              </a:rPr>
              <a:t>Writing objects: 100% (3/3), 247 bytes | 247.00 KiB/s, done.</a:t>
            </a:r>
          </a:p>
          <a:p>
            <a:r>
              <a:rPr lang="en-US" altLang="ja-JP" sz="1400" dirty="0">
                <a:solidFill>
                  <a:schemeClr val="bg1"/>
                </a:solidFill>
              </a:rPr>
              <a:t>Total 3 (delta 0), reused 0 (delta 0), pack-reused 0</a:t>
            </a:r>
          </a:p>
          <a:p>
            <a:r>
              <a:rPr lang="en-US" altLang="ja-JP" sz="1400" dirty="0">
                <a:solidFill>
                  <a:schemeClr val="bg1"/>
                </a:solidFill>
              </a:rPr>
              <a:t>To https://github.com/nishida2073/git-test-remote.git</a:t>
            </a:r>
          </a:p>
          <a:p>
            <a:r>
              <a:rPr lang="en-US" altLang="ja-JP" sz="1400" dirty="0">
                <a:solidFill>
                  <a:schemeClr val="bg1"/>
                </a:solidFill>
              </a:rPr>
              <a:t>   2e4e3ac..7ceea93  main -&gt; main</a:t>
            </a:r>
          </a:p>
          <a:p>
            <a:endParaRPr lang="en-US" altLang="ja-JP" sz="1400" dirty="0">
              <a:solidFill>
                <a:schemeClr val="bg1"/>
              </a:solidFill>
            </a:endParaRPr>
          </a:p>
          <a:p>
            <a:r>
              <a:rPr lang="en-US" altLang="ja-JP" sz="1400" dirty="0">
                <a:solidFill>
                  <a:schemeClr val="bg1"/>
                </a:solidFill>
              </a:rPr>
              <a:t>C:\git-test-remote&gt;</a:t>
            </a:r>
            <a:endParaRPr kumimoji="1" lang="ja-JP" altLang="en-US" sz="1400" dirty="0">
              <a:solidFill>
                <a:schemeClr val="bg1"/>
              </a:solidFill>
            </a:endParaRP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668CFA45-3B6F-1963-2CCC-960380B4F7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7739" y="2668553"/>
            <a:ext cx="980004" cy="223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0898616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EE2214-693A-2BB0-8489-F7BEA02B61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FD28412C-31CF-E482-8941-E80B7FA268F3}"/>
              </a:ext>
            </a:extLst>
          </p:cNvPr>
          <p:cNvSpPr/>
          <p:nvPr/>
        </p:nvSpPr>
        <p:spPr>
          <a:xfrm>
            <a:off x="3470986" y="1530219"/>
            <a:ext cx="7200000" cy="201541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ja-JP" sz="1400" dirty="0">
                <a:solidFill>
                  <a:schemeClr val="bg1"/>
                </a:solidFill>
              </a:rPr>
              <a:t>C:\git-test-remote&gt;git pull origin main</a:t>
            </a:r>
          </a:p>
          <a:p>
            <a:r>
              <a:rPr lang="en-US" altLang="ja-JP" sz="1400" dirty="0">
                <a:solidFill>
                  <a:schemeClr val="bg1"/>
                </a:solidFill>
              </a:rPr>
              <a:t>From https://github.com/nishida2073/git-test-remote</a:t>
            </a:r>
          </a:p>
          <a:p>
            <a:r>
              <a:rPr lang="en-US" altLang="ja-JP" sz="1400" dirty="0">
                <a:solidFill>
                  <a:schemeClr val="bg1"/>
                </a:solidFill>
              </a:rPr>
              <a:t> * branch            main       -&gt; FETCH_HEAD</a:t>
            </a:r>
          </a:p>
          <a:p>
            <a:r>
              <a:rPr lang="en-US" altLang="ja-JP" sz="1400" dirty="0">
                <a:solidFill>
                  <a:schemeClr val="bg1"/>
                </a:solidFill>
              </a:rPr>
              <a:t>Updating 7ceea93..924ec4d</a:t>
            </a:r>
          </a:p>
          <a:p>
            <a:r>
              <a:rPr lang="en-US" altLang="ja-JP" sz="1400" dirty="0">
                <a:solidFill>
                  <a:schemeClr val="bg1"/>
                </a:solidFill>
              </a:rPr>
              <a:t>Fast-forward</a:t>
            </a:r>
          </a:p>
          <a:p>
            <a:r>
              <a:rPr lang="en-US" altLang="ja-JP" sz="1400" dirty="0">
                <a:solidFill>
                  <a:schemeClr val="bg1"/>
                </a:solidFill>
              </a:rPr>
              <a:t> test.txt | 2 +-</a:t>
            </a:r>
          </a:p>
          <a:p>
            <a:r>
              <a:rPr lang="en-US" altLang="ja-JP" sz="1400" dirty="0">
                <a:solidFill>
                  <a:schemeClr val="bg1"/>
                </a:solidFill>
              </a:rPr>
              <a:t> 1 file changed, 1 insertion(+), 1 deletion(-)</a:t>
            </a:r>
          </a:p>
          <a:p>
            <a:endParaRPr lang="en-US" altLang="ja-JP" sz="1400" dirty="0">
              <a:solidFill>
                <a:schemeClr val="bg1"/>
              </a:solidFill>
            </a:endParaRPr>
          </a:p>
          <a:p>
            <a:r>
              <a:rPr lang="en-US" altLang="ja-JP" sz="1400" dirty="0">
                <a:solidFill>
                  <a:schemeClr val="bg1"/>
                </a:solidFill>
              </a:rPr>
              <a:t>C:\git-test-remote&gt;</a:t>
            </a:r>
            <a:endParaRPr kumimoji="1" lang="ja-JP" altLang="en-US" sz="1400" dirty="0">
              <a:solidFill>
                <a:schemeClr val="bg1"/>
              </a:solidFill>
            </a:endParaRP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27AD116D-967A-5887-C9C1-ED518F56A0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1674" y="1810137"/>
            <a:ext cx="980004" cy="223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3166572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3688E2-4A95-248D-1544-D86850207E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51B04FD3-BA9D-24BC-89E4-8ADF21AE4EF8}"/>
              </a:ext>
            </a:extLst>
          </p:cNvPr>
          <p:cNvSpPr/>
          <p:nvPr/>
        </p:nvSpPr>
        <p:spPr>
          <a:xfrm>
            <a:off x="3470986" y="1530219"/>
            <a:ext cx="7200000" cy="201541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ja-JP" sz="1400" dirty="0">
                <a:solidFill>
                  <a:schemeClr val="bg1"/>
                </a:solidFill>
              </a:rPr>
              <a:t>C:\git-test-remote&gt;git fetch</a:t>
            </a:r>
          </a:p>
          <a:p>
            <a:r>
              <a:rPr lang="en-US" altLang="ja-JP" sz="1400" dirty="0">
                <a:solidFill>
                  <a:schemeClr val="bg1"/>
                </a:solidFill>
              </a:rPr>
              <a:t>remote: Enumerating objects: 5, done.</a:t>
            </a:r>
          </a:p>
          <a:p>
            <a:r>
              <a:rPr lang="en-US" altLang="ja-JP" sz="1400" dirty="0">
                <a:solidFill>
                  <a:schemeClr val="bg1"/>
                </a:solidFill>
              </a:rPr>
              <a:t>remote: Counting objects: 100% (5/5), done.</a:t>
            </a:r>
          </a:p>
          <a:p>
            <a:r>
              <a:rPr lang="en-US" altLang="ja-JP" sz="1400" dirty="0">
                <a:solidFill>
                  <a:schemeClr val="bg1"/>
                </a:solidFill>
              </a:rPr>
              <a:t>remote: Total 3 (delta 0), reused 3 (delta 0), pack-reused 0 (from 0)</a:t>
            </a:r>
          </a:p>
          <a:p>
            <a:r>
              <a:rPr lang="en-US" altLang="ja-JP" sz="1400" dirty="0">
                <a:solidFill>
                  <a:schemeClr val="bg1"/>
                </a:solidFill>
              </a:rPr>
              <a:t>Unpacking objects: 100% (3/3), 225 bytes | 13.00 KiB/s, done.</a:t>
            </a:r>
          </a:p>
          <a:p>
            <a:r>
              <a:rPr lang="en-US" altLang="ja-JP" sz="1400" dirty="0">
                <a:solidFill>
                  <a:schemeClr val="bg1"/>
                </a:solidFill>
              </a:rPr>
              <a:t>From https://github.com/nishida2073/git-test-remote</a:t>
            </a:r>
          </a:p>
          <a:p>
            <a:r>
              <a:rPr lang="en-US" altLang="ja-JP" sz="1400" dirty="0">
                <a:solidFill>
                  <a:schemeClr val="bg1"/>
                </a:solidFill>
              </a:rPr>
              <a:t>   2ecb494..4866ae0  main       -&gt; origin/main</a:t>
            </a:r>
          </a:p>
          <a:p>
            <a:endParaRPr lang="en-US" altLang="ja-JP" sz="1400" dirty="0">
              <a:solidFill>
                <a:schemeClr val="bg1"/>
              </a:solidFill>
            </a:endParaRPr>
          </a:p>
          <a:p>
            <a:r>
              <a:rPr lang="en-US" altLang="ja-JP" sz="1400" dirty="0">
                <a:solidFill>
                  <a:schemeClr val="bg1"/>
                </a:solidFill>
              </a:rPr>
              <a:t>C:\git-test-remote&gt;</a:t>
            </a:r>
            <a:endParaRPr kumimoji="1" lang="ja-JP" altLang="en-US" sz="1400" dirty="0">
              <a:solidFill>
                <a:schemeClr val="bg1"/>
              </a:solidFill>
            </a:endParaRP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32E53419-458E-C3CE-C8D2-A1BF8A33A7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1674" y="2610237"/>
            <a:ext cx="980004" cy="223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6153992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4154BB-3551-8E9E-55D9-7D88F78E5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6390152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21D5FF-5858-712E-ED6A-D93B02FD53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60EE1130-BA8F-6A63-6AB6-5E3EDFF4AA89}"/>
              </a:ext>
            </a:extLst>
          </p:cNvPr>
          <p:cNvSpPr/>
          <p:nvPr/>
        </p:nvSpPr>
        <p:spPr>
          <a:xfrm>
            <a:off x="3470986" y="1530220"/>
            <a:ext cx="7200000" cy="1716834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ja-JP" sz="1400" dirty="0">
                <a:solidFill>
                  <a:schemeClr val="bg1"/>
                </a:solidFill>
              </a:rPr>
              <a:t>C:\git-test-remote&gt;git branch </a:t>
            </a:r>
            <a:r>
              <a:rPr lang="en-US" altLang="ja-JP" sz="1400" dirty="0" err="1">
                <a:solidFill>
                  <a:schemeClr val="bg1"/>
                </a:solidFill>
              </a:rPr>
              <a:t>branchX</a:t>
            </a:r>
            <a:endParaRPr lang="en-US" altLang="ja-JP" sz="1400" dirty="0">
              <a:solidFill>
                <a:schemeClr val="bg1"/>
              </a:solidFill>
            </a:endParaRPr>
          </a:p>
          <a:p>
            <a:endParaRPr lang="en-US" altLang="ja-JP" sz="1400" dirty="0">
              <a:solidFill>
                <a:schemeClr val="bg1"/>
              </a:solidFill>
            </a:endParaRPr>
          </a:p>
          <a:p>
            <a:r>
              <a:rPr lang="en-US" altLang="ja-JP" sz="1400" dirty="0">
                <a:solidFill>
                  <a:schemeClr val="bg1"/>
                </a:solidFill>
              </a:rPr>
              <a:t>C:\git-test-remote&gt;git branch</a:t>
            </a:r>
          </a:p>
          <a:p>
            <a:r>
              <a:rPr lang="en-US" altLang="ja-JP" sz="1400" dirty="0">
                <a:solidFill>
                  <a:schemeClr val="bg1"/>
                </a:solidFill>
              </a:rPr>
              <a:t>  </a:t>
            </a:r>
            <a:r>
              <a:rPr lang="en-US" altLang="ja-JP" sz="1400" dirty="0" err="1">
                <a:solidFill>
                  <a:schemeClr val="bg1"/>
                </a:solidFill>
              </a:rPr>
              <a:t>branchX</a:t>
            </a:r>
            <a:endParaRPr lang="en-US" altLang="ja-JP" sz="1400" dirty="0">
              <a:solidFill>
                <a:schemeClr val="bg1"/>
              </a:solidFill>
            </a:endParaRPr>
          </a:p>
          <a:p>
            <a:r>
              <a:rPr lang="en-US" altLang="ja-JP" sz="1400" dirty="0">
                <a:solidFill>
                  <a:schemeClr val="bg1"/>
                </a:solidFill>
              </a:rPr>
              <a:t>* main</a:t>
            </a:r>
          </a:p>
          <a:p>
            <a:endParaRPr lang="en-US" altLang="ja-JP" sz="1400" dirty="0">
              <a:solidFill>
                <a:schemeClr val="bg1"/>
              </a:solidFill>
            </a:endParaRPr>
          </a:p>
          <a:p>
            <a:r>
              <a:rPr lang="en-US" altLang="ja-JP" sz="1400" dirty="0">
                <a:solidFill>
                  <a:schemeClr val="bg1"/>
                </a:solidFill>
              </a:rPr>
              <a:t>C:\git-test-remote&gt;</a:t>
            </a:r>
            <a:endParaRPr kumimoji="1" lang="ja-JP" altLang="en-US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3291755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69E7E7-D0E8-9A04-E29A-C385012AC8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2B6F1DF1-2127-74E2-8A42-0E269181C1F5}"/>
              </a:ext>
            </a:extLst>
          </p:cNvPr>
          <p:cNvSpPr/>
          <p:nvPr/>
        </p:nvSpPr>
        <p:spPr>
          <a:xfrm>
            <a:off x="3470986" y="1530219"/>
            <a:ext cx="7200000" cy="201541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ja-JP" sz="1400" dirty="0">
                <a:solidFill>
                  <a:schemeClr val="bg1"/>
                </a:solidFill>
              </a:rPr>
              <a:t>C:\git-test-remote&gt;git switch </a:t>
            </a:r>
            <a:r>
              <a:rPr lang="en-US" altLang="ja-JP" sz="1400" dirty="0" err="1">
                <a:solidFill>
                  <a:schemeClr val="bg1"/>
                </a:solidFill>
              </a:rPr>
              <a:t>branchX</a:t>
            </a:r>
            <a:endParaRPr lang="en-US" altLang="ja-JP" sz="1400" dirty="0">
              <a:solidFill>
                <a:schemeClr val="bg1"/>
              </a:solidFill>
            </a:endParaRPr>
          </a:p>
          <a:p>
            <a:r>
              <a:rPr lang="en-US" altLang="ja-JP" sz="1400" dirty="0">
                <a:solidFill>
                  <a:schemeClr val="bg1"/>
                </a:solidFill>
              </a:rPr>
              <a:t>Switched to branch '</a:t>
            </a:r>
            <a:r>
              <a:rPr lang="en-US" altLang="ja-JP" sz="1400" dirty="0" err="1">
                <a:solidFill>
                  <a:schemeClr val="bg1"/>
                </a:solidFill>
              </a:rPr>
              <a:t>branchX</a:t>
            </a:r>
            <a:r>
              <a:rPr lang="en-US" altLang="ja-JP" sz="1400" dirty="0">
                <a:solidFill>
                  <a:schemeClr val="bg1"/>
                </a:solidFill>
              </a:rPr>
              <a:t>'</a:t>
            </a:r>
          </a:p>
          <a:p>
            <a:endParaRPr lang="en-US" altLang="ja-JP" sz="1400" dirty="0">
              <a:solidFill>
                <a:schemeClr val="bg1"/>
              </a:solidFill>
            </a:endParaRPr>
          </a:p>
          <a:p>
            <a:r>
              <a:rPr lang="en-US" altLang="ja-JP" sz="1400" dirty="0">
                <a:solidFill>
                  <a:schemeClr val="bg1"/>
                </a:solidFill>
              </a:rPr>
              <a:t>C:\git-test-remote&gt;git branch</a:t>
            </a:r>
          </a:p>
          <a:p>
            <a:r>
              <a:rPr lang="en-US" altLang="ja-JP" sz="1400" dirty="0">
                <a:solidFill>
                  <a:schemeClr val="bg1"/>
                </a:solidFill>
              </a:rPr>
              <a:t>* </a:t>
            </a:r>
            <a:r>
              <a:rPr lang="en-US" altLang="ja-JP" sz="1400" dirty="0" err="1">
                <a:solidFill>
                  <a:schemeClr val="bg1"/>
                </a:solidFill>
              </a:rPr>
              <a:t>branchX</a:t>
            </a:r>
            <a:endParaRPr lang="en-US" altLang="ja-JP" sz="1400" dirty="0">
              <a:solidFill>
                <a:schemeClr val="bg1"/>
              </a:solidFill>
            </a:endParaRPr>
          </a:p>
          <a:p>
            <a:r>
              <a:rPr lang="en-US" altLang="ja-JP" sz="1400" dirty="0">
                <a:solidFill>
                  <a:schemeClr val="bg1"/>
                </a:solidFill>
              </a:rPr>
              <a:t>main</a:t>
            </a:r>
          </a:p>
          <a:p>
            <a:endParaRPr lang="en-US" altLang="ja-JP" sz="1400" dirty="0">
              <a:solidFill>
                <a:schemeClr val="bg1"/>
              </a:solidFill>
            </a:endParaRPr>
          </a:p>
          <a:p>
            <a:r>
              <a:rPr lang="en-US" altLang="ja-JP" sz="1400" dirty="0">
                <a:solidFill>
                  <a:schemeClr val="bg1"/>
                </a:solidFill>
              </a:rPr>
              <a:t>C:\git-test-remote&gt;</a:t>
            </a:r>
            <a:endParaRPr kumimoji="1" lang="ja-JP" altLang="en-US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4478448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4C038E-CFCB-A9B4-C18B-484443E228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5C8057B1-CDAE-8AB2-3151-EEC68739CBCD}"/>
              </a:ext>
            </a:extLst>
          </p:cNvPr>
          <p:cNvSpPr/>
          <p:nvPr/>
        </p:nvSpPr>
        <p:spPr>
          <a:xfrm>
            <a:off x="3470986" y="1530219"/>
            <a:ext cx="7200000" cy="337768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ja-JP" sz="1400" dirty="0">
                <a:solidFill>
                  <a:schemeClr val="bg1"/>
                </a:solidFill>
              </a:rPr>
              <a:t>C:\git-test-remote&gt;git fetch</a:t>
            </a:r>
          </a:p>
          <a:p>
            <a:r>
              <a:rPr lang="en-US" altLang="ja-JP" sz="1400" dirty="0">
                <a:solidFill>
                  <a:schemeClr val="bg1"/>
                </a:solidFill>
              </a:rPr>
              <a:t>remote: Enumerating objects: 5, done.</a:t>
            </a:r>
          </a:p>
          <a:p>
            <a:r>
              <a:rPr lang="en-US" altLang="ja-JP" sz="1400" dirty="0">
                <a:solidFill>
                  <a:schemeClr val="bg1"/>
                </a:solidFill>
              </a:rPr>
              <a:t>remote: Counting objects: 100% (5/5), done.</a:t>
            </a:r>
          </a:p>
          <a:p>
            <a:r>
              <a:rPr lang="en-US" altLang="ja-JP" sz="1400" dirty="0">
                <a:solidFill>
                  <a:schemeClr val="bg1"/>
                </a:solidFill>
              </a:rPr>
              <a:t>remote: Total 3 (delta 0), reused 3 (delta 0), pack-reused 0 (from 0)</a:t>
            </a:r>
          </a:p>
          <a:p>
            <a:r>
              <a:rPr lang="en-US" altLang="ja-JP" sz="1400" dirty="0">
                <a:solidFill>
                  <a:schemeClr val="bg1"/>
                </a:solidFill>
              </a:rPr>
              <a:t>Unpacking objects: 100% (3/3), 227 bytes | 17.00 KiB/s, done.</a:t>
            </a:r>
          </a:p>
          <a:p>
            <a:r>
              <a:rPr lang="en-US" altLang="ja-JP" sz="1400" dirty="0">
                <a:solidFill>
                  <a:schemeClr val="bg1"/>
                </a:solidFill>
              </a:rPr>
              <a:t>From https://github.com/nishida2073/git-test-remote</a:t>
            </a:r>
          </a:p>
          <a:p>
            <a:r>
              <a:rPr lang="en-US" altLang="ja-JP" sz="1400" dirty="0">
                <a:solidFill>
                  <a:schemeClr val="bg1"/>
                </a:solidFill>
              </a:rPr>
              <a:t>   2d2c8a7..9ae7e8e  </a:t>
            </a:r>
            <a:r>
              <a:rPr lang="en-US" altLang="ja-JP" sz="1400" dirty="0" err="1">
                <a:solidFill>
                  <a:schemeClr val="bg1"/>
                </a:solidFill>
              </a:rPr>
              <a:t>branchX</a:t>
            </a:r>
            <a:r>
              <a:rPr lang="en-US" altLang="ja-JP" sz="1400" dirty="0">
                <a:solidFill>
                  <a:schemeClr val="bg1"/>
                </a:solidFill>
              </a:rPr>
              <a:t>    -&gt; origin/</a:t>
            </a:r>
            <a:r>
              <a:rPr lang="en-US" altLang="ja-JP" sz="1400" dirty="0" err="1">
                <a:solidFill>
                  <a:schemeClr val="bg1"/>
                </a:solidFill>
              </a:rPr>
              <a:t>branchX</a:t>
            </a:r>
            <a:endParaRPr lang="en-US" altLang="ja-JP" sz="1400" dirty="0">
              <a:solidFill>
                <a:schemeClr val="bg1"/>
              </a:solidFill>
            </a:endParaRPr>
          </a:p>
          <a:p>
            <a:endParaRPr lang="en-US" altLang="ja-JP" sz="1400" dirty="0">
              <a:solidFill>
                <a:schemeClr val="bg1"/>
              </a:solidFill>
            </a:endParaRPr>
          </a:p>
          <a:p>
            <a:r>
              <a:rPr lang="en-US" altLang="ja-JP" sz="1400" dirty="0">
                <a:solidFill>
                  <a:schemeClr val="bg1"/>
                </a:solidFill>
              </a:rPr>
              <a:t>C:\git-test-remote&gt;git merge origin/</a:t>
            </a:r>
            <a:r>
              <a:rPr lang="en-US" altLang="ja-JP" sz="1400" dirty="0" err="1">
                <a:solidFill>
                  <a:schemeClr val="bg1"/>
                </a:solidFill>
              </a:rPr>
              <a:t>branchX</a:t>
            </a:r>
            <a:endParaRPr lang="en-US" altLang="ja-JP" sz="1400" dirty="0">
              <a:solidFill>
                <a:schemeClr val="bg1"/>
              </a:solidFill>
            </a:endParaRPr>
          </a:p>
          <a:p>
            <a:r>
              <a:rPr lang="en-US" altLang="ja-JP" sz="1400" dirty="0">
                <a:solidFill>
                  <a:schemeClr val="bg1"/>
                </a:solidFill>
              </a:rPr>
              <a:t>Updating 2ecb494..9ae7e8e</a:t>
            </a:r>
          </a:p>
          <a:p>
            <a:r>
              <a:rPr lang="en-US" altLang="ja-JP" sz="1400" dirty="0">
                <a:solidFill>
                  <a:schemeClr val="bg1"/>
                </a:solidFill>
              </a:rPr>
              <a:t>Fast-forward</a:t>
            </a:r>
          </a:p>
          <a:p>
            <a:r>
              <a:rPr lang="en-US" altLang="ja-JP" sz="1400" dirty="0">
                <a:solidFill>
                  <a:schemeClr val="bg1"/>
                </a:solidFill>
              </a:rPr>
              <a:t> test.txt | 2 +-</a:t>
            </a:r>
          </a:p>
          <a:p>
            <a:r>
              <a:rPr lang="en-US" altLang="ja-JP" sz="1400" dirty="0">
                <a:solidFill>
                  <a:schemeClr val="bg1"/>
                </a:solidFill>
              </a:rPr>
              <a:t> 1 file changed, 1 insertion(+), 1 deletion(-)</a:t>
            </a:r>
          </a:p>
          <a:p>
            <a:endParaRPr lang="en-US" altLang="ja-JP" sz="1400" dirty="0">
              <a:solidFill>
                <a:schemeClr val="bg1"/>
              </a:solidFill>
            </a:endParaRPr>
          </a:p>
          <a:p>
            <a:r>
              <a:rPr lang="en-US" altLang="ja-JP" sz="1400" dirty="0">
                <a:solidFill>
                  <a:schemeClr val="bg1"/>
                </a:solidFill>
              </a:rPr>
              <a:t>C:\git-test-remote&gt;</a:t>
            </a:r>
            <a:endParaRPr kumimoji="1" lang="ja-JP" altLang="en-US" sz="1400" dirty="0">
              <a:solidFill>
                <a:schemeClr val="bg1"/>
              </a:solidFill>
            </a:endParaRP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84514281-DD21-603B-D13F-0759ADB370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2343" y="2640561"/>
            <a:ext cx="980004" cy="223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1006001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240F6A-0F09-69DF-6080-4AAF0F229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D9492C21-5D16-A915-1BAC-1C6D4BD53041}"/>
              </a:ext>
            </a:extLst>
          </p:cNvPr>
          <p:cNvSpPr/>
          <p:nvPr/>
        </p:nvSpPr>
        <p:spPr>
          <a:xfrm>
            <a:off x="3470986" y="1530220"/>
            <a:ext cx="7200000" cy="1567544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ja-JP" sz="1400" dirty="0">
                <a:solidFill>
                  <a:schemeClr val="bg1"/>
                </a:solidFill>
              </a:rPr>
              <a:t>C:\git-test-remote&gt;git merge origin/</a:t>
            </a:r>
            <a:r>
              <a:rPr lang="en-US" altLang="ja-JP" sz="1400" dirty="0" err="1">
                <a:solidFill>
                  <a:schemeClr val="bg1"/>
                </a:solidFill>
              </a:rPr>
              <a:t>branchX</a:t>
            </a:r>
            <a:endParaRPr lang="en-US" altLang="ja-JP" sz="1400" dirty="0">
              <a:solidFill>
                <a:schemeClr val="bg1"/>
              </a:solidFill>
            </a:endParaRPr>
          </a:p>
          <a:p>
            <a:r>
              <a:rPr lang="en-US" altLang="ja-JP" sz="1400" dirty="0">
                <a:solidFill>
                  <a:schemeClr val="bg1"/>
                </a:solidFill>
              </a:rPr>
              <a:t>Auto-merging test.txt</a:t>
            </a:r>
          </a:p>
          <a:p>
            <a:r>
              <a:rPr lang="en-US" altLang="ja-JP" sz="1400" dirty="0">
                <a:solidFill>
                  <a:schemeClr val="bg1"/>
                </a:solidFill>
              </a:rPr>
              <a:t>CONFLICT (content): Merge conflict in test.txt</a:t>
            </a:r>
          </a:p>
          <a:p>
            <a:r>
              <a:rPr lang="en-US" altLang="ja-JP" sz="1400" dirty="0">
                <a:solidFill>
                  <a:schemeClr val="bg1"/>
                </a:solidFill>
              </a:rPr>
              <a:t>Automatic merge failed; fix conflicts and then commit the result.</a:t>
            </a:r>
          </a:p>
          <a:p>
            <a:endParaRPr kumimoji="1" lang="en-US" altLang="ja-JP" sz="1400" dirty="0">
              <a:solidFill>
                <a:schemeClr val="bg1"/>
              </a:solidFill>
            </a:endParaRPr>
          </a:p>
          <a:p>
            <a:r>
              <a:rPr lang="en-US" altLang="ja-JP" sz="1400" dirty="0">
                <a:solidFill>
                  <a:schemeClr val="bg1"/>
                </a:solidFill>
              </a:rPr>
              <a:t>C:\git-test-remote&gt;</a:t>
            </a:r>
            <a:endParaRPr kumimoji="1" lang="ja-JP" altLang="en-US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5755136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CBE842-9B6D-BE17-7102-5922AD97A8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387BA21D-3472-D990-E9A8-4E0EBC9CE0F5}"/>
              </a:ext>
            </a:extLst>
          </p:cNvPr>
          <p:cNvSpPr/>
          <p:nvPr/>
        </p:nvSpPr>
        <p:spPr>
          <a:xfrm>
            <a:off x="3470986" y="1530220"/>
            <a:ext cx="7200000" cy="236215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ja-JP" sz="1400" dirty="0">
                <a:solidFill>
                  <a:schemeClr val="bg1"/>
                </a:solidFill>
              </a:rPr>
              <a:t>C:\git-test&gt;type test.txt</a:t>
            </a:r>
          </a:p>
          <a:p>
            <a:r>
              <a:rPr lang="en-US" altLang="ja-JP" sz="1400" dirty="0">
                <a:solidFill>
                  <a:schemeClr val="bg1"/>
                </a:solidFill>
              </a:rPr>
              <a:t>Good Morning</a:t>
            </a:r>
          </a:p>
          <a:p>
            <a:r>
              <a:rPr lang="en-US" altLang="ja-JP" sz="1400" dirty="0">
                <a:solidFill>
                  <a:schemeClr val="bg1"/>
                </a:solidFill>
              </a:rPr>
              <a:t>C:\git-test&gt;git revert --no-edit HEAD</a:t>
            </a:r>
          </a:p>
          <a:p>
            <a:r>
              <a:rPr lang="en-US" altLang="ja-JP" sz="1400" dirty="0">
                <a:solidFill>
                  <a:schemeClr val="bg1"/>
                </a:solidFill>
              </a:rPr>
              <a:t>[master 600e623] Revert "</a:t>
            </a:r>
            <a:r>
              <a:rPr lang="ja-JP" altLang="en-US" sz="1400" dirty="0">
                <a:solidFill>
                  <a:schemeClr val="bg1"/>
                </a:solidFill>
              </a:rPr>
              <a:t>テストデータ変更</a:t>
            </a:r>
            <a:r>
              <a:rPr lang="en-US" altLang="ja-JP" sz="1400" dirty="0">
                <a:solidFill>
                  <a:schemeClr val="bg1"/>
                </a:solidFill>
              </a:rPr>
              <a:t>"</a:t>
            </a:r>
          </a:p>
          <a:p>
            <a:r>
              <a:rPr lang="en-US" altLang="ja-JP" sz="1400" dirty="0">
                <a:solidFill>
                  <a:schemeClr val="bg1"/>
                </a:solidFill>
              </a:rPr>
              <a:t> Date: Thu Jun 25 18:00:21 2026 +0900</a:t>
            </a:r>
          </a:p>
          <a:p>
            <a:r>
              <a:rPr lang="en-US" altLang="ja-JP" sz="1400" dirty="0">
                <a:solidFill>
                  <a:schemeClr val="bg1"/>
                </a:solidFill>
              </a:rPr>
              <a:t> 1 file changed, 1 insertion(+), 1 deletion(-)</a:t>
            </a:r>
          </a:p>
          <a:p>
            <a:endParaRPr lang="en-US" altLang="ja-JP" sz="1400" dirty="0">
              <a:solidFill>
                <a:schemeClr val="bg1"/>
              </a:solidFill>
            </a:endParaRPr>
          </a:p>
          <a:p>
            <a:r>
              <a:rPr lang="en-US" altLang="ja-JP" sz="1400" dirty="0">
                <a:solidFill>
                  <a:schemeClr val="bg1"/>
                </a:solidFill>
              </a:rPr>
              <a:t>C:\git-test&gt;type test.txt</a:t>
            </a:r>
          </a:p>
          <a:p>
            <a:r>
              <a:rPr lang="en-US" altLang="ja-JP" sz="1400" dirty="0">
                <a:solidFill>
                  <a:schemeClr val="bg1"/>
                </a:solidFill>
              </a:rPr>
              <a:t>Hello</a:t>
            </a:r>
          </a:p>
          <a:p>
            <a:r>
              <a:rPr lang="en-US" altLang="ja-JP" sz="1400" dirty="0">
                <a:solidFill>
                  <a:schemeClr val="bg1"/>
                </a:solidFill>
              </a:rPr>
              <a:t>C:\git-test&gt;</a:t>
            </a:r>
            <a:endParaRPr kumimoji="1" lang="ja-JP" altLang="en-US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4003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2793</TotalTime>
  <Words>1736</Words>
  <Application>Microsoft Office PowerPoint</Application>
  <PresentationFormat>ワイド画面</PresentationFormat>
  <Paragraphs>481</Paragraphs>
  <Slides>146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146</vt:i4>
      </vt:variant>
    </vt:vector>
  </HeadingPairs>
  <TitlesOfParts>
    <vt:vector size="15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直樹 石田</dc:creator>
  <cp:lastModifiedBy>直樹 石田</cp:lastModifiedBy>
  <cp:revision>141</cp:revision>
  <dcterms:created xsi:type="dcterms:W3CDTF">2026-06-19T00:38:07Z</dcterms:created>
  <dcterms:modified xsi:type="dcterms:W3CDTF">2026-06-30T06:26:35Z</dcterms:modified>
</cp:coreProperties>
</file>