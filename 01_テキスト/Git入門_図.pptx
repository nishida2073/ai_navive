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69" r:id="rId24"/>
    <p:sldId id="270" r:id="rId25"/>
    <p:sldId id="271" r:id="rId26"/>
    <p:sldId id="281" r:id="rId27"/>
    <p:sldId id="282" r:id="rId28"/>
    <p:sldId id="286" r:id="rId29"/>
    <p:sldId id="287" r:id="rId30"/>
    <p:sldId id="296" r:id="rId31"/>
    <p:sldId id="291" r:id="rId32"/>
    <p:sldId id="292" r:id="rId33"/>
    <p:sldId id="283" r:id="rId34"/>
    <p:sldId id="284" r:id="rId35"/>
    <p:sldId id="293" r:id="rId36"/>
    <p:sldId id="294" r:id="rId37"/>
    <p:sldId id="297" r:id="rId38"/>
    <p:sldId id="298" r:id="rId39"/>
    <p:sldId id="285" r:id="rId40"/>
    <p:sldId id="299" r:id="rId41"/>
    <p:sldId id="304" r:id="rId42"/>
    <p:sldId id="300" r:id="rId43"/>
    <p:sldId id="305" r:id="rId44"/>
    <p:sldId id="301" r:id="rId45"/>
    <p:sldId id="306" r:id="rId46"/>
    <p:sldId id="310" r:id="rId47"/>
    <p:sldId id="302" r:id="rId48"/>
    <p:sldId id="303" r:id="rId49"/>
    <p:sldId id="311" r:id="rId50"/>
    <p:sldId id="312" r:id="rId51"/>
    <p:sldId id="313" r:id="rId52"/>
    <p:sldId id="314" r:id="rId53"/>
    <p:sldId id="315" r:id="rId54"/>
    <p:sldId id="316" r:id="rId55"/>
    <p:sldId id="317" r:id="rId56"/>
    <p:sldId id="318" r:id="rId57"/>
    <p:sldId id="319" r:id="rId58"/>
    <p:sldId id="320" r:id="rId59"/>
    <p:sldId id="321" r:id="rId60"/>
    <p:sldId id="324" r:id="rId61"/>
    <p:sldId id="325" r:id="rId62"/>
    <p:sldId id="326" r:id="rId63"/>
    <p:sldId id="327" r:id="rId64"/>
    <p:sldId id="322" r:id="rId65"/>
    <p:sldId id="328" r:id="rId66"/>
    <p:sldId id="323" r:id="rId67"/>
    <p:sldId id="329" r:id="rId68"/>
    <p:sldId id="330" r:id="rId69"/>
    <p:sldId id="332" r:id="rId70"/>
    <p:sldId id="331" r:id="rId71"/>
    <p:sldId id="333" r:id="rId72"/>
    <p:sldId id="334" r:id="rId73"/>
    <p:sldId id="335" r:id="rId74"/>
    <p:sldId id="340" r:id="rId75"/>
    <p:sldId id="336" r:id="rId76"/>
    <p:sldId id="341" r:id="rId77"/>
    <p:sldId id="342" r:id="rId78"/>
    <p:sldId id="344" r:id="rId79"/>
    <p:sldId id="337" r:id="rId80"/>
    <p:sldId id="343" r:id="rId81"/>
    <p:sldId id="345" r:id="rId82"/>
    <p:sldId id="346" r:id="rId83"/>
    <p:sldId id="347" r:id="rId84"/>
    <p:sldId id="338" r:id="rId85"/>
    <p:sldId id="348" r:id="rId86"/>
    <p:sldId id="339" r:id="rId87"/>
    <p:sldId id="349" r:id="rId88"/>
    <p:sldId id="350" r:id="rId89"/>
    <p:sldId id="351" r:id="rId90"/>
    <p:sldId id="362" r:id="rId91"/>
    <p:sldId id="352" r:id="rId92"/>
    <p:sldId id="353" r:id="rId93"/>
    <p:sldId id="354" r:id="rId94"/>
    <p:sldId id="355" r:id="rId95"/>
    <p:sldId id="356" r:id="rId96"/>
    <p:sldId id="357" r:id="rId97"/>
    <p:sldId id="358" r:id="rId98"/>
    <p:sldId id="359" r:id="rId99"/>
    <p:sldId id="360" r:id="rId100"/>
    <p:sldId id="361" r:id="rId101"/>
    <p:sldId id="363" r:id="rId102"/>
    <p:sldId id="364" r:id="rId103"/>
    <p:sldId id="365" r:id="rId104"/>
    <p:sldId id="366" r:id="rId105"/>
    <p:sldId id="367" r:id="rId106"/>
    <p:sldId id="369" r:id="rId107"/>
    <p:sldId id="370" r:id="rId108"/>
    <p:sldId id="371" r:id="rId109"/>
    <p:sldId id="372" r:id="rId110"/>
    <p:sldId id="373" r:id="rId111"/>
    <p:sldId id="368" r:id="rId112"/>
    <p:sldId id="374" r:id="rId113"/>
    <p:sldId id="379" r:id="rId114"/>
    <p:sldId id="375" r:id="rId115"/>
    <p:sldId id="378" r:id="rId116"/>
    <p:sldId id="376" r:id="rId117"/>
    <p:sldId id="380" r:id="rId118"/>
    <p:sldId id="385" r:id="rId119"/>
    <p:sldId id="377" r:id="rId120"/>
    <p:sldId id="381" r:id="rId121"/>
    <p:sldId id="382" r:id="rId122"/>
    <p:sldId id="383" r:id="rId123"/>
    <p:sldId id="384" r:id="rId124"/>
    <p:sldId id="386" r:id="rId125"/>
    <p:sldId id="387" r:id="rId126"/>
    <p:sldId id="388" r:id="rId127"/>
    <p:sldId id="392" r:id="rId128"/>
    <p:sldId id="389" r:id="rId129"/>
    <p:sldId id="390" r:id="rId130"/>
    <p:sldId id="391" r:id="rId131"/>
    <p:sldId id="393" r:id="rId132"/>
    <p:sldId id="394" r:id="rId133"/>
    <p:sldId id="399" r:id="rId134"/>
    <p:sldId id="400" r:id="rId135"/>
    <p:sldId id="401" r:id="rId136"/>
    <p:sldId id="405" r:id="rId137"/>
    <p:sldId id="403" r:id="rId138"/>
    <p:sldId id="402" r:id="rId139"/>
    <p:sldId id="404" r:id="rId14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184" autoAdjust="0"/>
  </p:normalViewPr>
  <p:slideViewPr>
    <p:cSldViewPr snapToGrid="0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144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viewProps" Target="view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G"/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A80EB5A0-5A6D-4BD3-EE1C-0CCD92323E07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7B7B67A5-35B8-D52D-870B-8EE0C0DE39BC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972BFA98-2B6E-2E34-7098-A5852F08E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A2A39241-7B36-B66E-EB63-139473F54C70}"/>
              </a:ext>
            </a:extLst>
          </p:cNvPr>
          <p:cNvGrpSpPr/>
          <p:nvPr/>
        </p:nvGrpSpPr>
        <p:grpSpPr>
          <a:xfrm>
            <a:off x="3017710" y="5567557"/>
            <a:ext cx="1217310" cy="1293884"/>
            <a:chOff x="5938864" y="3124197"/>
            <a:chExt cx="1217310" cy="1364976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91EABEE8-009A-FDEE-8A05-A31E5558B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71EA3974-AE2C-B692-54DD-3BB32B61F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5184931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E5BED5A-D86F-3820-1FAB-4D492B9EA4B8}"/>
              </a:ext>
            </a:extLst>
          </p:cNvPr>
          <p:cNvGrpSpPr/>
          <p:nvPr/>
        </p:nvGrpSpPr>
        <p:grpSpPr>
          <a:xfrm>
            <a:off x="4111901" y="2257036"/>
            <a:ext cx="1217310" cy="1293884"/>
            <a:chOff x="5938864" y="3124197"/>
            <a:chExt cx="1217310" cy="136497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F3DA0C4-30D4-A281-89EB-0F2154D9C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E4FA44E5-969E-8323-0C1D-F35118D67C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35AC-F1A8-B0B4-BA7D-B37B05E8B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85BEA2E-432B-2807-3E72-41884802D25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98306C84-8B6C-9CE8-8886-B1F82CB4472E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8BD89B26-D3FB-4B9B-99A0-F01F7166E333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82DF4A-5345-3FB1-3CBD-63D347E1D7C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B7980B84-A156-1C2C-CD56-4C44C12D1693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A50EC7D7-24EA-8158-41DA-75811BAECDF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F3F32988-2F07-724E-069D-DCFD68E0CEC1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F8D038D-C893-87CA-82F9-051B287F8E64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1700060-A145-EB99-47E1-04C8A6FCEE4A}"/>
              </a:ext>
            </a:extLst>
          </p:cNvPr>
          <p:cNvGrpSpPr/>
          <p:nvPr/>
        </p:nvGrpSpPr>
        <p:grpSpPr>
          <a:xfrm>
            <a:off x="4111901" y="2043676"/>
            <a:ext cx="1217310" cy="1293884"/>
            <a:chOff x="5938864" y="3124197"/>
            <a:chExt cx="1217310" cy="1364976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C967C753-AB82-8144-CA57-729E68F237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FD375C7-E4ED-A27B-D788-0E93D82F0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2DCB563A-BE72-B728-5B9B-9DF556F249BF}"/>
              </a:ext>
            </a:extLst>
          </p:cNvPr>
          <p:cNvGrpSpPr/>
          <p:nvPr/>
        </p:nvGrpSpPr>
        <p:grpSpPr>
          <a:xfrm>
            <a:off x="4132360" y="663091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7F1F740D-3B58-9AE6-5E6E-E0FD43276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3A68F92-3830-CF1D-7038-B28A704DC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3509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E78327BF-8BE7-AE56-E7DB-F63242ACFA3D}"/>
              </a:ext>
            </a:extLst>
          </p:cNvPr>
          <p:cNvGrpSpPr/>
          <p:nvPr/>
        </p:nvGrpSpPr>
        <p:grpSpPr>
          <a:xfrm>
            <a:off x="4132360" y="742339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49483B10-DB47-6F04-BE2A-63DC7B9FF3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3B9A9C92-DDBC-574A-A794-B6AFD70A6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E9D9435-3656-9A81-CFCB-9163C8AA5A53}"/>
              </a:ext>
            </a:extLst>
          </p:cNvPr>
          <p:cNvGrpSpPr/>
          <p:nvPr/>
        </p:nvGrpSpPr>
        <p:grpSpPr>
          <a:xfrm>
            <a:off x="3944660" y="2864981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ECE3044D-7BBE-ECA9-A854-1EE48637D7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4B94DFD8-7D83-2B6A-A570-FAA5FFBC23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176499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4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図 1">
            <a:extLst>
              <a:ext uri="{FF2B5EF4-FFF2-40B4-BE49-F238E27FC236}">
                <a16:creationId xmlns:a16="http://schemas.microsoft.com/office/drawing/2014/main" id="{9CB39E36-D204-9010-21BA-A70770FA0A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5606276"/>
            <a:ext cx="871225" cy="87122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3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7808924-7EFE-89F9-F834-A570E0E838BB}"/>
              </a:ext>
            </a:extLst>
          </p:cNvPr>
          <p:cNvSpPr txBox="1"/>
          <p:nvPr/>
        </p:nvSpPr>
        <p:spPr>
          <a:xfrm>
            <a:off x="6748892" y="591055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7E2FDB25-17B0-9D56-0B0B-743510D1854F}"/>
              </a:ext>
            </a:extLst>
          </p:cNvPr>
          <p:cNvGrpSpPr/>
          <p:nvPr/>
        </p:nvGrpSpPr>
        <p:grpSpPr>
          <a:xfrm>
            <a:off x="7472167" y="5617292"/>
            <a:ext cx="1751021" cy="871225"/>
            <a:chOff x="7288481" y="5613979"/>
            <a:chExt cx="1751021" cy="871225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5139B4A2-E884-1187-22FA-F34FCA52D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804D995-F681-0CDE-4C4B-85FCCB319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FF593104-7518-71DF-1EFC-0B7A223C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315B3FF9-F174-6B40-E968-7A5C81AF4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7E34D8A-4920-3483-F894-7036734CBA5F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17668B92-C953-A8CF-8139-37B0503B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0DBB5F54-A426-6EBE-8DD3-B3F1A2C8ECE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91A4A9E6-597B-E5AA-C9EB-F85205FC4D87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3FAADAD7-CD5B-E304-0637-477156CEC9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94EC6CF-B6A2-5592-C4D9-5AD65950F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1B0F3608-98FC-083A-D220-924A41D4D3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5E977EF2-3F70-D08B-1810-5FC11BD2E617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F17319AC-D1FC-69B6-A5D2-12EA8B584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A213BFF7-5449-4023-CA3A-58BADBA6E333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A3FA290D-2288-8E3A-D21D-6E982D2CFFF4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3B6C2770-315B-C7A1-3725-628A5F13E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6E7B2C53-966F-E047-1E9A-2BEE3276E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4667A151-8EC7-B055-24FD-139B88287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A7928930-F316-5FE0-3827-CA804829ECF6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9775F906-4529-C01A-A8C9-B392D4194E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4E5585A-C99F-EC2D-C0EE-4DE99F7381D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3937203E-9DB0-EED5-E5AD-AC61EBFA0A7F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40326CC0-EC06-D22E-2F9C-6F858B0F0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5AF40FE-9E65-63B3-9885-0B8082173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C2E01E75-EFA0-B6B0-A8E9-6B80A94AD2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499973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矢印: 右 5">
            <a:extLst>
              <a:ext uri="{FF2B5EF4-FFF2-40B4-BE49-F238E27FC236}">
                <a16:creationId xmlns:a16="http://schemas.microsoft.com/office/drawing/2014/main" id="{759CEA64-BE0F-3D98-CED7-8DCE68CE92DB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116095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10148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32256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7CFA039-9E73-12E8-E63C-FBEA198B2C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6AF5D2-8F43-1628-CD75-72E6A38E68A4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3413731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40732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43133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1577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843038"/>
            <a:ext cx="8042988" cy="2205946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18275" y="4244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888877"/>
            <a:ext cx="8033706" cy="284694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24488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94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999274"/>
            <a:ext cx="6240225" cy="133411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00F5AD7-EEB8-E61F-FD6D-5A3B19E1C2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23698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80DF093-2800-93CF-61B9-31D0FDB663D8}"/>
              </a:ext>
            </a:extLst>
          </p:cNvPr>
          <p:cNvSpPr txBox="1"/>
          <p:nvPr/>
        </p:nvSpPr>
        <p:spPr>
          <a:xfrm>
            <a:off x="6514666" y="26741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EE45EA83-855C-ED06-A22E-98B47E3A402A}"/>
              </a:ext>
            </a:extLst>
          </p:cNvPr>
          <p:cNvGrpSpPr/>
          <p:nvPr/>
        </p:nvGrpSpPr>
        <p:grpSpPr>
          <a:xfrm>
            <a:off x="7237941" y="23808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476D0108-3CE9-05CA-D091-CF0E8F405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A847350A-B8C8-85C1-C168-5049E204A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A23B67A-3AFA-1ECF-C763-E0E2E06110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5501C5B8-4F24-30ED-FBD3-D2B1A1463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4896294"/>
            <a:ext cx="1080000" cy="1080000"/>
          </a:xfrm>
          <a:prstGeom prst="rect">
            <a:avLst/>
          </a:prstGeom>
        </p:spPr>
      </p:pic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184BC7FF-7C27-EBEB-A6CE-3A1CB9109A0D}"/>
              </a:ext>
            </a:extLst>
          </p:cNvPr>
          <p:cNvCxnSpPr>
            <a:cxnSpLocks/>
          </p:cNvCxnSpPr>
          <p:nvPr/>
        </p:nvCxnSpPr>
        <p:spPr>
          <a:xfrm>
            <a:off x="4414384" y="57911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11595175-61D6-2FFB-E4E6-7C1475F33B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5779775"/>
            <a:ext cx="1080000" cy="1080000"/>
          </a:xfrm>
          <a:prstGeom prst="rect">
            <a:avLst/>
          </a:prstGeom>
        </p:spPr>
      </p:pic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077BAEDC-9790-B005-6A0C-0E56C29C3412}"/>
              </a:ext>
            </a:extLst>
          </p:cNvPr>
          <p:cNvSpPr/>
          <p:nvPr/>
        </p:nvSpPr>
        <p:spPr>
          <a:xfrm>
            <a:off x="5833587" y="5945868"/>
            <a:ext cx="6090935" cy="16360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7075772" y="1684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540774" y="1684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9032249" y="1936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93D009C-BA73-6DA6-30EA-0D199B401649}"/>
              </a:ext>
            </a:extLst>
          </p:cNvPr>
          <p:cNvSpPr/>
          <p:nvPr/>
        </p:nvSpPr>
        <p:spPr>
          <a:xfrm>
            <a:off x="7075772" y="61457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7075772" y="6772528"/>
            <a:ext cx="2725405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36C958FA-F2A0-07D1-CCB0-47996AAC592C}"/>
              </a:ext>
            </a:extLst>
          </p:cNvPr>
          <p:cNvSpPr/>
          <p:nvPr/>
        </p:nvSpPr>
        <p:spPr>
          <a:xfrm>
            <a:off x="7075772" y="10530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DBEA4-831D-DBE4-8EEB-DB4FF67E2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5F73A427-0C4E-4DD3-220F-437A084CB2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7653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2C9F716-D223-906C-F81A-D9EA3080BD90}"/>
              </a:ext>
            </a:extLst>
          </p:cNvPr>
          <p:cNvSpPr txBox="1"/>
          <p:nvPr/>
        </p:nvSpPr>
        <p:spPr>
          <a:xfrm>
            <a:off x="4853937" y="-13862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DFB29D1C-2DE9-CFF5-1033-FC66D6AE2ECA}"/>
              </a:ext>
            </a:extLst>
          </p:cNvPr>
          <p:cNvCxnSpPr>
            <a:cxnSpLocks/>
          </p:cNvCxnSpPr>
          <p:nvPr/>
        </p:nvCxnSpPr>
        <p:spPr>
          <a:xfrm>
            <a:off x="4419224" y="-8705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114C17E-70F3-6612-E428-CF85AB015C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9834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639ADAA4-1311-4123-A9E3-E189DDA2136C}"/>
              </a:ext>
            </a:extLst>
          </p:cNvPr>
          <p:cNvSpPr/>
          <p:nvPr/>
        </p:nvSpPr>
        <p:spPr>
          <a:xfrm>
            <a:off x="4030824" y="-838322"/>
            <a:ext cx="8042988" cy="2205946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0401FFEC-CE45-9E8C-8B4B-CBBD3A468191}"/>
              </a:ext>
            </a:extLst>
          </p:cNvPr>
          <p:cNvSpPr/>
          <p:nvPr/>
        </p:nvSpPr>
        <p:spPr>
          <a:xfrm>
            <a:off x="4282751" y="73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ED4E6A12-DE07-BC6C-EF09-C399F1ED0580}"/>
              </a:ext>
            </a:extLst>
          </p:cNvPr>
          <p:cNvCxnSpPr>
            <a:cxnSpLocks/>
          </p:cNvCxnSpPr>
          <p:nvPr/>
        </p:nvCxnSpPr>
        <p:spPr>
          <a:xfrm>
            <a:off x="4414384" y="-866994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D993472-1811-7796-425E-FCF28CF55014}"/>
              </a:ext>
            </a:extLst>
          </p:cNvPr>
          <p:cNvSpPr/>
          <p:nvPr/>
        </p:nvSpPr>
        <p:spPr>
          <a:xfrm>
            <a:off x="5833587" y="-753873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CD982B7-7A0B-FC81-C378-A64EF364A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-5018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C4857464-8DF6-A9DA-9AA8-200C77A4B62B}"/>
              </a:ext>
            </a:extLst>
          </p:cNvPr>
          <p:cNvSpPr txBox="1"/>
          <p:nvPr/>
        </p:nvSpPr>
        <p:spPr>
          <a:xfrm>
            <a:off x="6514666" y="2992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02C7A24D-2C76-D7BF-C65A-7EF0FCD39EA5}"/>
              </a:ext>
            </a:extLst>
          </p:cNvPr>
          <p:cNvGrpSpPr/>
          <p:nvPr/>
        </p:nvGrpSpPr>
        <p:grpSpPr>
          <a:xfrm>
            <a:off x="7237941" y="59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5AA0A43E-9612-0C07-307E-86D4A8629D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10DBA197-C746-2E3B-9C32-E9DC140B81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FE6AE231-D1F8-617E-8777-4F311E7C45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5F55D4E-96A4-0FC8-621A-60BF4F52FB06}"/>
              </a:ext>
            </a:extLst>
          </p:cNvPr>
          <p:cNvSpPr/>
          <p:nvPr/>
        </p:nvSpPr>
        <p:spPr>
          <a:xfrm>
            <a:off x="7075772" y="-639783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9DAEE392-A7C2-8B59-6136-F42C904337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102917"/>
            <a:ext cx="1080000" cy="1080000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2BF3D0B-95FD-9F12-672C-748C3FAB8A57}"/>
              </a:ext>
            </a:extLst>
          </p:cNvPr>
          <p:cNvSpPr txBox="1"/>
          <p:nvPr/>
        </p:nvSpPr>
        <p:spPr>
          <a:xfrm>
            <a:off x="4853937" y="248204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8626FB93-AC04-4799-FB5D-C50511B5D005}"/>
              </a:ext>
            </a:extLst>
          </p:cNvPr>
          <p:cNvCxnSpPr>
            <a:cxnSpLocks/>
          </p:cNvCxnSpPr>
          <p:nvPr/>
        </p:nvCxnSpPr>
        <p:spPr>
          <a:xfrm>
            <a:off x="4419224" y="2997760"/>
            <a:ext cx="1408521" cy="57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図 23">
            <a:extLst>
              <a:ext uri="{FF2B5EF4-FFF2-40B4-BE49-F238E27FC236}">
                <a16:creationId xmlns:a16="http://schemas.microsoft.com/office/drawing/2014/main" id="{67E69F09-8B82-991B-B786-719BBD4CD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11798"/>
            <a:ext cx="1080000" cy="1080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688142CD-D0F1-B521-0987-8117B91ACD83}"/>
              </a:ext>
            </a:extLst>
          </p:cNvPr>
          <p:cNvSpPr/>
          <p:nvPr/>
        </p:nvSpPr>
        <p:spPr>
          <a:xfrm>
            <a:off x="4030824" y="3029942"/>
            <a:ext cx="8042988" cy="399986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30347AA-F2B2-94B4-FD66-180EF08F41BD}"/>
              </a:ext>
            </a:extLst>
          </p:cNvPr>
          <p:cNvSpPr/>
          <p:nvPr/>
        </p:nvSpPr>
        <p:spPr>
          <a:xfrm>
            <a:off x="4282750" y="4831231"/>
            <a:ext cx="7641772" cy="145269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7645002-BF63-A363-50CB-00E0CBD62FC0}"/>
              </a:ext>
            </a:extLst>
          </p:cNvPr>
          <p:cNvCxnSpPr>
            <a:cxnSpLocks/>
          </p:cNvCxnSpPr>
          <p:nvPr/>
        </p:nvCxnSpPr>
        <p:spPr>
          <a:xfrm>
            <a:off x="4414384" y="3001271"/>
            <a:ext cx="1408521" cy="2160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04E1386-E1C9-70A8-3721-37C677EE68A3}"/>
              </a:ext>
            </a:extLst>
          </p:cNvPr>
          <p:cNvSpPr/>
          <p:nvPr/>
        </p:nvSpPr>
        <p:spPr>
          <a:xfrm>
            <a:off x="5833587" y="3190592"/>
            <a:ext cx="6090935" cy="150294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3BA2D4D9-4C25-ED3F-8ABF-1A9A13F4B3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4752247"/>
            <a:ext cx="871225" cy="871225"/>
          </a:xfrm>
          <a:prstGeom prst="rect">
            <a:avLst/>
          </a:prstGeom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B65C4591-AFDB-9862-4CD7-80F17C6EF579}"/>
              </a:ext>
            </a:extLst>
          </p:cNvPr>
          <p:cNvSpPr txBox="1"/>
          <p:nvPr/>
        </p:nvSpPr>
        <p:spPr>
          <a:xfrm>
            <a:off x="6514666" y="5056521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2325363A-FB06-6A38-9314-401AFEB34A9D}"/>
              </a:ext>
            </a:extLst>
          </p:cNvPr>
          <p:cNvGrpSpPr/>
          <p:nvPr/>
        </p:nvGrpSpPr>
        <p:grpSpPr>
          <a:xfrm>
            <a:off x="7237941" y="4763263"/>
            <a:ext cx="1751021" cy="871225"/>
            <a:chOff x="7288481" y="5613979"/>
            <a:chExt cx="1751021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5656421F-D8E2-7A97-779C-7E2E0AE9C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8" name="図 47">
              <a:extLst>
                <a:ext uri="{FF2B5EF4-FFF2-40B4-BE49-F238E27FC236}">
                  <a16:creationId xmlns:a16="http://schemas.microsoft.com/office/drawing/2014/main" id="{2553ED84-46A6-6726-1660-CC111649C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E53D5F4B-A38F-F642-EA9E-938065C52B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矢印: 右 53">
            <a:extLst>
              <a:ext uri="{FF2B5EF4-FFF2-40B4-BE49-F238E27FC236}">
                <a16:creationId xmlns:a16="http://schemas.microsoft.com/office/drawing/2014/main" id="{D65620AE-7767-0077-4264-10122F9DA385}"/>
              </a:ext>
            </a:extLst>
          </p:cNvPr>
          <p:cNvSpPr/>
          <p:nvPr/>
        </p:nvSpPr>
        <p:spPr>
          <a:xfrm rot="5400000">
            <a:off x="7818275" y="18059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198A9943-F856-6271-0519-1B9A3E348429}"/>
              </a:ext>
            </a:extLst>
          </p:cNvPr>
          <p:cNvSpPr/>
          <p:nvPr/>
        </p:nvSpPr>
        <p:spPr>
          <a:xfrm>
            <a:off x="7075772" y="3991228"/>
            <a:ext cx="2725405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92DCD3F9-D050-2E41-6695-C220EED76CD1}"/>
              </a:ext>
            </a:extLst>
          </p:cNvPr>
          <p:cNvSpPr txBox="1"/>
          <p:nvPr/>
        </p:nvSpPr>
        <p:spPr>
          <a:xfrm>
            <a:off x="6367237" y="574177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pic>
        <p:nvPicPr>
          <p:cNvPr id="58" name="図 57">
            <a:extLst>
              <a:ext uri="{FF2B5EF4-FFF2-40B4-BE49-F238E27FC236}">
                <a16:creationId xmlns:a16="http://schemas.microsoft.com/office/drawing/2014/main" id="{81574717-986B-ED03-AA25-57580B444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436406"/>
            <a:ext cx="871225" cy="871225"/>
          </a:xfrm>
          <a:prstGeom prst="rect">
            <a:avLst/>
          </a:prstGeom>
        </p:spPr>
      </p:pic>
      <p:cxnSp>
        <p:nvCxnSpPr>
          <p:cNvPr id="59" name="コネクタ: カギ線 58">
            <a:extLst>
              <a:ext uri="{FF2B5EF4-FFF2-40B4-BE49-F238E27FC236}">
                <a16:creationId xmlns:a16="http://schemas.microsoft.com/office/drawing/2014/main" id="{D10FF925-E8DB-9258-6073-E4F92F642B1C}"/>
              </a:ext>
            </a:extLst>
          </p:cNvPr>
          <p:cNvCxnSpPr>
            <a:cxnSpLocks/>
          </p:cNvCxnSpPr>
          <p:nvPr/>
        </p:nvCxnSpPr>
        <p:spPr>
          <a:xfrm>
            <a:off x="4418116" y="3817682"/>
            <a:ext cx="1408521" cy="205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F2A9996-922E-FE1F-5083-A1E803B61D4A}"/>
              </a:ext>
            </a:extLst>
          </p:cNvPr>
          <p:cNvSpPr/>
          <p:nvPr/>
        </p:nvSpPr>
        <p:spPr>
          <a:xfrm>
            <a:off x="9540774" y="-639783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16A7FF63-4049-1BCC-66C1-5C40AE385568}"/>
              </a:ext>
            </a:extLst>
          </p:cNvPr>
          <p:cNvCxnSpPr>
            <a:cxnSpLocks/>
          </p:cNvCxnSpPr>
          <p:nvPr/>
        </p:nvCxnSpPr>
        <p:spPr>
          <a:xfrm flipV="1">
            <a:off x="9032249" y="-387783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E17B7FF-1407-137B-8C1C-4A04FEA8C64B}"/>
              </a:ext>
            </a:extLst>
          </p:cNvPr>
          <p:cNvSpPr/>
          <p:nvPr/>
        </p:nvSpPr>
        <p:spPr>
          <a:xfrm>
            <a:off x="7075772" y="3335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F2AF687-C141-80E9-E732-C71CB6BFE1D2}"/>
              </a:ext>
            </a:extLst>
          </p:cNvPr>
          <p:cNvSpPr/>
          <p:nvPr/>
        </p:nvSpPr>
        <p:spPr>
          <a:xfrm>
            <a:off x="9540774" y="3335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63902A9-249A-B0BB-EDBA-2F70498C3951}"/>
              </a:ext>
            </a:extLst>
          </p:cNvPr>
          <p:cNvCxnSpPr>
            <a:cxnSpLocks/>
          </p:cNvCxnSpPr>
          <p:nvPr/>
        </p:nvCxnSpPr>
        <p:spPr>
          <a:xfrm flipV="1">
            <a:off x="9032249" y="3587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5248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C5CF04BB-9428-9ABA-8A6A-5AC584FA426D}"/>
              </a:ext>
            </a:extLst>
          </p:cNvPr>
          <p:cNvSpPr/>
          <p:nvPr/>
        </p:nvSpPr>
        <p:spPr>
          <a:xfrm>
            <a:off x="5461999" y="47355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317FA4A3-7838-5753-FC07-75330D54C38D}"/>
              </a:ext>
            </a:extLst>
          </p:cNvPr>
          <p:cNvCxnSpPr>
            <a:cxnSpLocks/>
            <a:stCxn id="5" idx="4"/>
            <a:endCxn id="4" idx="2"/>
          </p:cNvCxnSpPr>
          <p:nvPr/>
        </p:nvCxnSpPr>
        <p:spPr>
          <a:xfrm>
            <a:off x="3692358" y="3787436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FA4297B-1AA0-DA77-09DA-4CE18E6268A1}"/>
              </a:ext>
            </a:extLst>
          </p:cNvPr>
          <p:cNvSpPr txBox="1"/>
          <p:nvPr/>
        </p:nvSpPr>
        <p:spPr>
          <a:xfrm>
            <a:off x="88907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26EB128-2293-A6C3-1D81-2348A9AE908F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EDE0A36-8532-EFDB-39FD-37AB8595897F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90E187F-602C-F1D1-487F-1609C57286E1}"/>
              </a:ext>
            </a:extLst>
          </p:cNvPr>
          <p:cNvCxnSpPr>
            <a:cxnSpLocks/>
            <a:stCxn id="32" idx="4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862111-4B57-5508-6997-7A4AA1054BD2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CEE23E1D-14CA-E014-0A91-02BC78885E3F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0" name="楕円 59">
            <a:extLst>
              <a:ext uri="{FF2B5EF4-FFF2-40B4-BE49-F238E27FC236}">
                <a16:creationId xmlns:a16="http://schemas.microsoft.com/office/drawing/2014/main" id="{A2AB7F65-263B-73CC-1461-9D35094D7F2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楕円 61">
            <a:extLst>
              <a:ext uri="{FF2B5EF4-FFF2-40B4-BE49-F238E27FC236}">
                <a16:creationId xmlns:a16="http://schemas.microsoft.com/office/drawing/2014/main" id="{C62E3741-51FF-CD59-CE8F-B95E08C770E7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1FA38B46-DA87-3710-2229-5B620613936B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楕円 63">
            <a:extLst>
              <a:ext uri="{FF2B5EF4-FFF2-40B4-BE49-F238E27FC236}">
                <a16:creationId xmlns:a16="http://schemas.microsoft.com/office/drawing/2014/main" id="{0E6C53B9-B7C8-4B64-BCFC-2F0577F4637A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5D57C744-53DB-A26F-4815-DB6767D7CA4C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92CCCB-C6C0-D590-16CD-16A84D25ED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A92CD4-2119-ADB3-37D3-AC6064F80FF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0B7AE10D-9E09-7DF1-9F52-0F528A67A206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92019730-B53A-2413-31DD-F59EE8B37D55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C0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4C392D29-22C9-DD90-0CE1-F1A4ADA6A281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749E1CC9-E4F0-D895-9A43-532DF1FB3CE9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E4508100-9AD0-9E92-D755-4830C082B8CA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EE25C795-190B-1247-B701-90930E6497C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8097D5CB-EB5B-9403-1E1D-89DC23981BAF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331CD8A-8656-6AE9-AEC4-076D1CE4C60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4246C9F-79C7-6574-E821-25B1367F28A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49A2C2A8-D9C6-4D4C-6101-966822141A4D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BB1111C-CAA6-4FC5-C4D0-72CD5F1FCF32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2091452-A84C-5088-BE5A-E9D19C1EC56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3F314137-D5CD-800D-8AE9-B2A4191E959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998090" y="42495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95A77CC4-EE2B-EEC4-7A20-6C523AA84641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69469DF-806C-303C-29DA-24512CCA1318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4FCFC47-65BC-6BE3-83EB-927E1FF203C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1A843BC-E732-5A9C-C179-7B99BF1C2D0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68F2FB7-EAA1-F57E-AB10-DC8F746BC0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B635DF5-B05E-0D7F-8252-43CBC61AC15C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AF99453F-BC5D-D41F-3BF2-DFD04B699525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5D42E7D4-80F2-3A4E-E30B-E4BE1E5A5BA2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bg1">
                    <a:lumMod val="8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C0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89913564-1CAC-0E7B-13CB-E25BDD0E6D25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0E31FD7A-4B50-9B39-89BC-60CEBA121E75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C3606B7D-5095-806E-FB59-09E7A773B75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3A09DD94-4542-26ED-2CDB-A3D73B9BB9BC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1E6E7EAA-431F-B48E-B0EB-F64F838AD23B}"/>
              </a:ext>
            </a:extLst>
          </p:cNvPr>
          <p:cNvCxnSpPr/>
          <p:nvPr/>
        </p:nvCxnSpPr>
        <p:spPr>
          <a:xfrm>
            <a:off x="6345042" y="45875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CDD12DE7-812D-5687-AA01-2E67A7396457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7D179BA8-C81C-83F2-AE01-6292FCAF5F8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C3DC7A86-5A25-9F73-ABA0-88BF21D4CC86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B451D617-37E3-227F-4FB3-A810597414A3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E05067D-1715-8FCE-89D5-D296BAC303F5}"/>
              </a:ext>
            </a:extLst>
          </p:cNvPr>
          <p:cNvSpPr txBox="1"/>
          <p:nvPr/>
        </p:nvSpPr>
        <p:spPr>
          <a:xfrm>
            <a:off x="8744340" y="5491506"/>
            <a:ext cx="6880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800" b="1" dirty="0">
                <a:solidFill>
                  <a:srgbClr val="FF0000"/>
                </a:solidFill>
              </a:rPr>
              <a:t>✕</a:t>
            </a:r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27C00-8C19-80C8-54E9-186603233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7791B62A-9648-EA30-A169-7C899591CDB0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33D078A7-5F8E-2197-3350-D8EB0609F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704EDEC2-845B-26B4-FED2-2FA250820553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4CC93F8-06B7-A8B4-A3EE-CEB4D42DE9CC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5C5AA6F-438F-4F00-DD8F-DEFBA9B3B7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374EAEC2-1390-7C43-3D00-3D33721E37B6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4E610DC-DF2C-9508-0A85-256CD9CA21E8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60E8E7D-B35B-26FE-1FB9-F4F52BA176A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3F3B278-6343-D962-25E4-46C2C1AB5E7D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8BDE1A4D-48D6-1D4F-14C5-31AF8FAB92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26897F87-0839-3650-C3A3-B628D594BFFB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A3BD7DD-625A-0469-3C68-F673DC8D9EC3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9A1B39F-5CA4-2F43-4D52-CC03146BE38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1C6FDAFA-A875-825F-2D51-17781D4F5AFF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27094D77-1FC5-F8FE-12B5-75B58FBA241F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A7C1F02-48BC-ED1B-9897-7163D3C84539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F514685A-E7AA-06B2-979E-0D24359E798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FDE8E91-798E-83B0-BF07-03EBFFDE7A65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04586A7-06C6-CBF5-9175-7755609DBA3A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0081B9E-0010-91F1-B1CF-C4001DFC1EC2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3CCDCDD-17B4-0801-D6D4-165148C1ED6A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89BB7B75-3BCF-B9C3-7A84-71415C4817AC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1FB11349-1396-CE3D-4D53-CB9682241B3B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FE32B037-E24D-54A1-39C3-49221A65ED84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3AC1B121-6CA5-B206-4973-F97ACDA8C6DD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D5A3336B-1475-2DC1-E9E1-E16682EF63A8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C65ED29C-FA4B-CEAD-2355-BA885B2C21BB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C872796-509F-A325-32D0-DA18DEBB2A4D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332E283-362C-F2D4-915B-E3CEACC6B15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666EBEEE-C150-E547-CFF3-38610AB5894C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B106FB74-095A-F3D0-2DAE-38F160E473AD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58892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EE66D-904A-2BED-1F3D-309601D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0096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8C4ED-D83D-9C01-8CBD-FB855DB32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76758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96E8-EA97-7349-AE84-605B0AC72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6499AE2B-6DA7-F6F2-B41E-D1074AD609B0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9558E5C8-5B1C-AE27-C2E4-D72E03976114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5A5F5CBA-F95F-512E-EF73-22030E192D9C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F92A035C-C8E4-D883-D4DD-DB64157496E5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49CDB26-2107-0496-702D-5D677295D2F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78A9850C-50B0-6C69-A636-7D822AA2BBA0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465DCE8-33B4-801B-D5FD-87F1E284906B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22B256F5-3EDA-18F7-75F4-39B6964A064A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79BCEC9-AB36-2533-5ED2-E5475B8CE9FD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A70A16A-B7C2-37A9-EB5C-5F1B9B409BBF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A46D8CDB-03F4-C0BF-5090-F243C9C37728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1B50FDEA-C177-5A6F-7D83-6C0E3D99D1CD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FFAFBDCD-340A-A1B8-A5DF-E62B0D794F9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94C4627-E923-B051-DD99-6A31F8097971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26819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6D92F-062F-1B0A-86BF-63465C68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C1C9101D-8F8B-34BD-E768-0018A405B299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09B77455-62DA-2F4A-4841-DD2281691649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B24111B-92C8-3514-056D-87005C895FDD}"/>
              </a:ext>
            </a:extLst>
          </p:cNvPr>
          <p:cNvSpPr txBox="1"/>
          <p:nvPr/>
        </p:nvSpPr>
        <p:spPr>
          <a:xfrm>
            <a:off x="945493" y="72480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79EBFEB0-3FEB-FFD5-0177-6D1A11B742E5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768DF9A6-8E65-F553-6348-B067990238C7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2454DA8-1C25-C177-EBA3-465DCBCBDA62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AB94D8B0-8555-4A43-2EF6-2936EE985E3A}"/>
              </a:ext>
            </a:extLst>
          </p:cNvPr>
          <p:cNvSpPr/>
          <p:nvPr/>
        </p:nvSpPr>
        <p:spPr>
          <a:xfrm>
            <a:off x="5461999" y="47355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93C855-E684-54E5-54D2-309880C586DA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616725-DB1A-765C-9BDE-E10E822DAE84}"/>
              </a:ext>
            </a:extLst>
          </p:cNvPr>
          <p:cNvSpPr txBox="1"/>
          <p:nvPr/>
        </p:nvSpPr>
        <p:spPr>
          <a:xfrm>
            <a:off x="945493" y="32427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D82D36F-CE73-199F-8827-CDFC684895B7}"/>
              </a:ext>
            </a:extLst>
          </p:cNvPr>
          <p:cNvCxnSpPr>
            <a:cxnSpLocks/>
            <a:stCxn id="5" idx="4"/>
            <a:endCxn id="4" idx="2"/>
          </p:cNvCxnSpPr>
          <p:nvPr/>
        </p:nvCxnSpPr>
        <p:spPr>
          <a:xfrm>
            <a:off x="3692358" y="3787436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39816FF-5BA5-4FE0-DF49-3DD6A82E91FB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FFDB88E-CF38-2608-9120-EB595452C38B}"/>
              </a:ext>
            </a:extLst>
          </p:cNvPr>
          <p:cNvSpPr txBox="1"/>
          <p:nvPr/>
        </p:nvSpPr>
        <p:spPr>
          <a:xfrm>
            <a:off x="88907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891277C2-EF6C-E6E8-AAFF-0FF9C65526B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0312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E6481-0650-782D-B76F-99DDEA802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089C4920-DFC5-9C7A-2745-1A3EE596E9F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BBFFB99A-E45D-CD26-27E7-06A4E1BC7854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4AE13FE3-4926-240B-15F2-68BE8F8C7E4D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CE73EC6-1E21-9DE3-A223-752742B39F13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69204865-B960-868B-E2D8-66E304CFBCB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B87A638-D82F-0493-81B4-D8AF8208E9A7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52F5F97-C698-BC55-CCF9-095642D69D79}"/>
              </a:ext>
            </a:extLst>
          </p:cNvPr>
          <p:cNvCxnSpPr>
            <a:cxnSpLocks/>
            <a:stCxn id="23" idx="4"/>
            <a:endCxn id="50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3F5043F-6021-8617-B67F-EE2E1F188DBD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BEE18E6-BC78-0FCF-51B3-8D408240D47E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03311EA7-04B2-827A-5E9A-1B0BF486096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867F30F-D36E-31E2-BE2A-3A872A0121A3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66AB211E-5056-CCC1-626D-FAD7974CDF6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22D3478-759C-0D10-95FE-C4E201985299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4F27F3E4-981E-F126-CE40-D85E98384ADF}"/>
              </a:ext>
            </a:extLst>
          </p:cNvPr>
          <p:cNvCxnSpPr>
            <a:cxnSpLocks/>
            <a:stCxn id="32" idx="4"/>
            <a:endCxn id="5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EC5615D-34C5-4671-B28A-BA0D8B501F4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C6E0260-FB2D-0C31-8289-382CF30617D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C147B1A6-A0FA-240A-F097-9EE2BEF8BF71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BC04363-D2D0-AD42-6F50-88C2622561FB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F577043D-EBB2-A537-A2BE-E25D617B0B9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4D3E718A-5952-7CC3-52EC-C968763502F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7" name="矢印: 右 56">
            <a:extLst>
              <a:ext uri="{FF2B5EF4-FFF2-40B4-BE49-F238E27FC236}">
                <a16:creationId xmlns:a16="http://schemas.microsoft.com/office/drawing/2014/main" id="{45AEFA3F-3142-0465-18B5-24A55E5F6284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2E0BFF26-7A48-C72F-55AC-A01B96BFAA6B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28DD061C-3B07-F342-1D5B-A922F5092E34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8B2CEB7D-F0C3-3BF1-3FA3-18DDF0344F34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B945DF1F-1B02-920B-672A-EE9635293715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628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C12F-907B-D78E-7132-763FC4EB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DC852D8-88AD-2E4D-D97E-6C43DE0286C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BEA6C9E2-CBF8-EABF-7425-7D4BA130F94B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F2C81266-653A-9575-BC4B-67CBE921E73B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E889F8A8-5822-0256-03DE-1FF19F67FA2D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3BA6F0E-EEF5-7658-3C8D-DB9E769D8D62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64374CB7-917A-DA09-8BDE-7F4617DABB0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D6510DD-893D-253C-C2F8-EB06B418E03C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F67A080-7C43-D32A-C908-AE459975331D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FB009275-78D4-79E0-2AC1-FBEFCFF5D472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ED928163-93C1-F2CB-95CE-FB4DF3C569B1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CDCB2A0A-E931-2317-BAF6-2537ED20CA4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8299709-6009-5DA7-095A-E5218A667D98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6EA62D0-2835-F6DC-1535-561CCB85CDE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C895773-3505-6650-8A5F-7BBBD3583DFA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656B7CD2-AC8A-9518-9168-1E98E630574D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C5DF15-9CC8-53A1-6C03-475477BF8A1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B479A29-8241-210F-013E-3FA1EE75D56D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E39FE4D0-CA07-CE59-4428-A58F534A2665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9B16781F-B01A-7984-C612-BE1A865E9708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36048FA1-2F44-A75A-94C5-5AB0C02E3B14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55B6D6F7-9324-4EC6-A478-7EA250A43E07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74ECC921-2799-4FBB-B2A9-344F00667EEA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BC0F31AA-0DE4-BFEF-7281-6CAEF0D7AE2D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642BBF97-54B9-6CF6-8BF7-378BC49C7D64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28EA9087-6DCA-5771-2109-DB037DF10B6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A206D904-BDB1-2247-42E2-0548272AB423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EB4FC8CF-8977-B5E7-2E8E-A1400F254CFB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8110313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3DCB0-4F43-2B39-ADF8-833B5AFE4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3C0AED78-BDAD-B79F-6248-458295D5F9FB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1C442B47-F9DF-2DD2-80DA-2DA17553A8A6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0EB05B94-CA7B-8F4F-51B6-DC3AF1F97B77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A4A9A1-CC6C-2BA5-3661-1BD9B591F02F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F739651-0F30-2227-5423-841DF4DFEF15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621740E-FB92-4E78-3498-3D879C4659B8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90B8DF94-214E-6F88-A38F-556966D3A479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B4DE69D9-FDDB-37FE-D62B-95618F5C0E4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96479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7CC3-D0EE-0459-4335-D82D6A2A0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ADD7B57-4116-0CFE-73F3-C3C0C95843F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2C322BD-FD88-6DDC-0741-CAA52B1E0CDD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8F668D80-981E-2A96-C81F-E67EF1088422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752F0EFC-2795-C3C2-23AA-AC31718BC51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46E08AEF-3108-AA40-7A82-D4502AF33E53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188E3D13-6D9F-6592-4045-B77076299B5C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FACA543-64BD-EB14-F959-05E06C246289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276CC24F-FEA5-C618-8CC7-269AC632BEA8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15BD372-F65D-88BE-3527-75FD670250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5518D3FD-4763-80FD-DA24-246CBA4FA579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E0FBC699-4D0C-0F6C-98D7-65397F2A62E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C7C249B-1421-F133-2059-EC7C83D18D2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CD4384E-8FD6-0C74-DDB0-9693CE999BD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B56019A-85CB-1E20-B81E-60B4C6D9A890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3E3397EB-7E3E-7EBF-9C23-371CE778DF7D}"/>
              </a:ext>
            </a:extLst>
          </p:cNvPr>
          <p:cNvSpPr/>
          <p:nvPr/>
        </p:nvSpPr>
        <p:spPr>
          <a:xfrm>
            <a:off x="6998090" y="42495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72F73991-C813-952F-7124-43000D2C2002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7ABA6C69-F744-F405-37C5-895DF649A010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837F8AA2-563B-6A34-ABEC-F12FB2F36501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D25AE7A-6C34-2A5F-77B1-EB80B9C4FF7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64DA015-391A-F2BB-7973-9623DEC0CCA8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57676AB-9037-F1E9-4CAE-68AC9C6669E1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510037E-CF81-E677-6D02-E9D0E69325C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E6B58DC7-7F76-961E-7435-0593D68F2893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B7774A0E-3ECB-270D-231C-59EE99A140F2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9DD1FC80-C9B7-C285-A2FC-CB1CD9BB7F1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843FDD05-1F15-48E3-AC49-18D74D1C1F0A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84C6B29-6603-F45F-388B-7D6C178516C6}"/>
              </a:ext>
            </a:extLst>
          </p:cNvPr>
          <p:cNvCxnSpPr/>
          <p:nvPr/>
        </p:nvCxnSpPr>
        <p:spPr>
          <a:xfrm>
            <a:off x="6345042" y="45875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FE58421E-4F20-859D-6A65-F563C3FB3C03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A88C7C24-8C8D-1604-123F-0E3C86DD6CAC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A257D129-91C6-6633-E7F3-B27BF042DC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244E5247-8E19-228F-5C17-FB390B15D536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14141360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94CD7-35F6-1AC6-976F-656D25B78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EAA4A91-9607-B2B0-A587-7F8E78AC6BF9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EBD5960-E314-0482-66C5-FC874F514A27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47F3FE78-902F-C193-859C-8CEDCD38A7C9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6AC5F35E-495D-0DFF-7582-96F24C99042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4547B1E-C5EC-6C84-96E2-BF0166A1BCD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05A45D7A-C27F-EF76-1C40-5A92700CB0D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11E71AA5-56E7-BE01-0DEC-A40153BB9927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F9C4E729-0E14-64D1-E186-B1639C28D09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E6FFFFC-1AF5-0162-EF52-5BB68FCE91C4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06DFA307-AE55-E0E7-112B-5709ED036FD7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C2AA842-7611-2415-5BC4-F4599D5374A1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BA582DFD-E164-8316-729E-696391ABBF7F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91EA08CE-E9BE-B8CF-8E8D-41417D31F91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A1ED658-F63E-4624-9284-7C44A2A1237E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021BF4C9-A5EB-E106-B0C8-2AE05C39976F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D318F8F-32E4-0B8B-19EC-AB72B351FEA1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020B7FA7-B49A-E3C0-7B13-D643818BD0E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84CD2FD-A9A2-E8A5-318A-364E3100018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8E8045E-73F7-CF24-8B31-DEBF8F747387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DC582E5-F7FD-20F3-A295-8ECE849B7DB6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A7A0AEE-2F2C-3782-F77E-9A676554343E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5844411D-DBE6-D528-E11D-865E527F8159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E85F87D9-F581-3C2E-DDE4-8EE330D2EEE9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2BBD6C32-467D-F993-4129-1F1299F48D4D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65709887-2245-9B33-1CFF-EAE102779EE9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367EF417-8767-91E9-738A-C729107D5F35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6B7B1A41-90B1-B067-AB71-58BC664B4943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FBF9DC6-EF8F-2235-DA61-0231BE624BC8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4B11691-6BAE-C67B-CAC3-3D30B21A57FA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84F0556-D90E-EE49-12EB-67133ECE0B32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823C1E80-9F50-0619-6FC4-226B2A210EF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爆発: 8 pt 2">
            <a:extLst>
              <a:ext uri="{FF2B5EF4-FFF2-40B4-BE49-F238E27FC236}">
                <a16:creationId xmlns:a16="http://schemas.microsoft.com/office/drawing/2014/main" id="{0A57CE17-62F6-0F8E-0C47-44585A819D8F}"/>
              </a:ext>
            </a:extLst>
          </p:cNvPr>
          <p:cNvSpPr/>
          <p:nvPr/>
        </p:nvSpPr>
        <p:spPr>
          <a:xfrm>
            <a:off x="6998090" y="6300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CD392B0-6C7F-8B2E-E268-90B1A7BC2BDA}"/>
              </a:ext>
            </a:extLst>
          </p:cNvPr>
          <p:cNvCxnSpPr/>
          <p:nvPr/>
        </p:nvCxnSpPr>
        <p:spPr>
          <a:xfrm>
            <a:off x="6345042" y="9680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83785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64A938-31FD-E8B4-4A11-EE4DD134B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44" y="2238461"/>
            <a:ext cx="6584320" cy="96334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234548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78082" y="2326719"/>
            <a:ext cx="727788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E00B3-CEE5-81CD-A0EB-000FBD9D6D23}"/>
              </a:ext>
            </a:extLst>
          </p:cNvPr>
          <p:cNvSpPr/>
          <p:nvPr/>
        </p:nvSpPr>
        <p:spPr>
          <a:xfrm>
            <a:off x="7484697" y="2661182"/>
            <a:ext cx="684000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3C8F11D-E58E-A955-9281-420FA5A00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704031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7BCBAB-1359-8B09-384E-11D76D972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512" y="1930174"/>
            <a:ext cx="6276975" cy="1952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2EF6662-6DCB-3BEC-5A8E-7216CBF79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FC740-4586-7F3E-A0A2-AFF1311F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052F17A-C3DF-06EE-CF59-079F6EDC2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19275"/>
            <a:ext cx="4019550" cy="32194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0BC4836-EFBB-E6B6-1BCA-7552E6EF1CD7}"/>
              </a:ext>
            </a:extLst>
          </p:cNvPr>
          <p:cNvSpPr/>
          <p:nvPr/>
        </p:nvSpPr>
        <p:spPr>
          <a:xfrm flipV="1">
            <a:off x="4565761" y="442724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4EB76DA-63C0-9F70-E578-78382A937284}"/>
              </a:ext>
            </a:extLst>
          </p:cNvPr>
          <p:cNvSpPr txBox="1"/>
          <p:nvPr/>
        </p:nvSpPr>
        <p:spPr>
          <a:xfrm>
            <a:off x="5898733" y="4451227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30055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50667E3-C732-C730-60AC-028199B3A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124" y="1325432"/>
            <a:ext cx="4391025" cy="26955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743044" y="243982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998D52D-C0A0-A7CD-731E-DF305A7206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28800"/>
            <a:ext cx="4019550" cy="3200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7744403" y="4697831"/>
            <a:ext cx="32400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2975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3FCD6D-7416-DFFE-1E39-C57CC0D3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8455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991495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6B478A4-D3EC-2343-2217-E068C14DD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987" y="1809750"/>
            <a:ext cx="4010025" cy="32385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48491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6821A-6831-E938-9C3B-F7573F25D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BF6AA3D-B096-EA00-21A2-353FD90D7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900" y="1695450"/>
            <a:ext cx="8458200" cy="34671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C43B91-B94C-32B0-B335-F9D97D6B8374}"/>
              </a:ext>
            </a:extLst>
          </p:cNvPr>
          <p:cNvSpPr txBox="1"/>
          <p:nvPr/>
        </p:nvSpPr>
        <p:spPr>
          <a:xfrm>
            <a:off x="3108879" y="4628510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61F51EB-1A85-BBA0-E124-488156158C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457" y="2271874"/>
            <a:ext cx="2752725" cy="1085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B4308E-FEA8-32FE-BF8C-2E478B439AD3}"/>
              </a:ext>
            </a:extLst>
          </p:cNvPr>
          <p:cNvSpPr/>
          <p:nvPr/>
        </p:nvSpPr>
        <p:spPr>
          <a:xfrm flipV="1">
            <a:off x="5335457" y="2481942"/>
            <a:ext cx="4909555" cy="5691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797974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017095-AFF9-59A9-50EB-9B811B345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D17DCB-0B28-903E-8447-52C3C760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804862"/>
            <a:ext cx="10753725" cy="52482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C0355E6-3CAF-C213-B8E3-5A8C5C098200}"/>
              </a:ext>
            </a:extLst>
          </p:cNvPr>
          <p:cNvSpPr/>
          <p:nvPr/>
        </p:nvSpPr>
        <p:spPr>
          <a:xfrm>
            <a:off x="4447590" y="2929807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BEA961-1A12-F119-0E0F-ED97A54EFA54}"/>
              </a:ext>
            </a:extLst>
          </p:cNvPr>
          <p:cNvSpPr/>
          <p:nvPr/>
        </p:nvSpPr>
        <p:spPr>
          <a:xfrm>
            <a:off x="4447590" y="237308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64CFF9-8CB8-302A-8A2A-CB669A5C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1D0B01-1BBE-AF3B-66F3-19D672AF63E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748932-A50F-01F2-E9C2-8CB07FF17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D7AB54-CA6C-DAE7-6D5D-1BC6EC095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37" y="2319337"/>
            <a:ext cx="7096125" cy="2219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8D4F0AD-6449-059D-8813-071177BECB67}"/>
              </a:ext>
            </a:extLst>
          </p:cNvPr>
          <p:cNvSpPr/>
          <p:nvPr/>
        </p:nvSpPr>
        <p:spPr>
          <a:xfrm>
            <a:off x="2680996" y="385354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8E64411-26C1-E1A5-F6CD-775CB72F347C}"/>
              </a:ext>
            </a:extLst>
          </p:cNvPr>
          <p:cNvSpPr/>
          <p:nvPr/>
        </p:nvSpPr>
        <p:spPr>
          <a:xfrm>
            <a:off x="2680996" y="4397827"/>
            <a:ext cx="914400" cy="1221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2680996" y="4114800"/>
            <a:ext cx="6892212" cy="223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A48FDF4-17E7-08AF-7DC4-2A4B380B8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C373E83-2442-6C86-959F-013CB02B37A2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B0CD27-9FD4-32C7-B0AD-1C11CD2F3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5711C9AC-9822-5341-2A7A-6F4619347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12" y="2466975"/>
            <a:ext cx="10848975" cy="19240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3699D0-51FB-0F4A-DB12-F98DC278CA41}"/>
              </a:ext>
            </a:extLst>
          </p:cNvPr>
          <p:cNvSpPr/>
          <p:nvPr/>
        </p:nvSpPr>
        <p:spPr>
          <a:xfrm>
            <a:off x="4435148" y="3247048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4435146" y="3750906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4318228" y="2960067"/>
            <a:ext cx="7046456" cy="5109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52E01105-4A77-DFD5-3738-EF6637598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12" y="2976525"/>
            <a:ext cx="5591175" cy="15049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3628405" y="2976525"/>
            <a:ext cx="5510952" cy="12502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D6FD4C-B592-EEEE-AC59-A2B88DD15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3722" y="3353996"/>
            <a:ext cx="2581275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75C8D-5A73-52CE-E878-96625523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DC037B2-570A-6D03-E80F-BF07620D5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16477A9-F2AF-D68B-0BC2-AC57750BC3C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2AFA7-DDF6-A489-FEB1-13ED351142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9163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ABFEF9-6905-BB44-FEC9-C7AE57B0E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412" y="2000250"/>
            <a:ext cx="4067175" cy="28575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329B5375-B548-7C91-A648-7DE142D40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845" y="2723762"/>
            <a:ext cx="3152775" cy="7239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567045" y="4197026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DE9728-0D2E-3058-FDA1-1EB30DCC75F3}"/>
              </a:ext>
            </a:extLst>
          </p:cNvPr>
          <p:cNvSpPr/>
          <p:nvPr/>
        </p:nvSpPr>
        <p:spPr>
          <a:xfrm>
            <a:off x="6235955" y="3023117"/>
            <a:ext cx="873972" cy="1866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DA48059-A9E2-24F8-B90A-CE06DDF71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114550"/>
            <a:ext cx="94488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E071D5-DB49-D056-C197-AC2B1BBFA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16" y="3037405"/>
            <a:ext cx="9448800" cy="26289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D78FC3-12A8-5134-4A86-12397F6AC6B7}"/>
              </a:ext>
            </a:extLst>
          </p:cNvPr>
          <p:cNvSpPr/>
          <p:nvPr/>
        </p:nvSpPr>
        <p:spPr>
          <a:xfrm flipV="1">
            <a:off x="2346359" y="3655851"/>
            <a:ext cx="5202106" cy="253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1083CF1-9B23-C3AF-62C8-25DFF304C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2576512"/>
            <a:ext cx="3676650" cy="17049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427084" y="2981129"/>
            <a:ext cx="2393593" cy="993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565E928C-1691-6541-EEB7-08A3C2A12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120" y="1883132"/>
            <a:ext cx="4038600" cy="2905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4501729" y="3475653"/>
            <a:ext cx="3205357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4395349" y="3831381"/>
            <a:ext cx="3311737" cy="544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E282FC-F3E2-A90C-560A-C104F7F0D8F3}"/>
              </a:ext>
            </a:extLst>
          </p:cNvPr>
          <p:cNvSpPr/>
          <p:nvPr/>
        </p:nvSpPr>
        <p:spPr>
          <a:xfrm>
            <a:off x="5928047" y="2902696"/>
            <a:ext cx="845977" cy="1764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15C6-2428-4119-1C9D-E5ADB1C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2F42EBA-D11C-47BC-EE88-B399B16A91E7}"/>
              </a:ext>
            </a:extLst>
          </p:cNvPr>
          <p:cNvSpPr/>
          <p:nvPr/>
        </p:nvSpPr>
        <p:spPr>
          <a:xfrm>
            <a:off x="3470986" y="1530218"/>
            <a:ext cx="7200000" cy="34989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</a:t>
            </a:r>
            <a:r>
              <a:rPr lang="en-US" altLang="ja-JP" sz="1400" dirty="0" err="1">
                <a:solidFill>
                  <a:schemeClr val="bg1"/>
                </a:solidFill>
              </a:rPr>
              <a:t>init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Initialized empty Git repository in C:/git-test/.git/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0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0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32,260,476,928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23981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9C5-E02B-09C1-5F66-8CF5ECA6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B6AE237-4E4E-1893-5558-0E3717051E10}"/>
              </a:ext>
            </a:extLst>
          </p:cNvPr>
          <p:cNvSpPr/>
          <p:nvPr/>
        </p:nvSpPr>
        <p:spPr>
          <a:xfrm>
            <a:off x="3470986" y="1530218"/>
            <a:ext cx="7200000" cy="34989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C:\git-test&gt;echo hello &gt;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12:53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12:54                12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</a:t>
            </a:r>
            <a:r>
              <a:rPr lang="en-US" altLang="ja-JP" sz="1400" dirty="0">
                <a:solidFill>
                  <a:schemeClr val="bg1"/>
                </a:solidFill>
              </a:rPr>
              <a:t>12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32,251,666,432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223148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F78A9-831F-CD8B-1F8C-47A315A81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3766FAB-F82B-5251-791B-DC66A0DC3C86}"/>
              </a:ext>
            </a:extLst>
          </p:cNvPr>
          <p:cNvSpPr/>
          <p:nvPr/>
        </p:nvSpPr>
        <p:spPr>
          <a:xfrm>
            <a:off x="3470986" y="1586201"/>
            <a:ext cx="7200000" cy="26312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Untracked files: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include in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nothing added to commit but untracked files present (use "git add" to track)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85587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BFD28-A982-97FA-1FAA-8C1C51FB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191B43-DBAA-8341-5371-A13405C8537C}"/>
              </a:ext>
            </a:extLst>
          </p:cNvPr>
          <p:cNvSpPr/>
          <p:nvPr/>
        </p:nvSpPr>
        <p:spPr>
          <a:xfrm>
            <a:off x="3470986" y="1530220"/>
            <a:ext cx="7200000" cy="7931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add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827670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1EC57-574E-505F-899A-EE0835DF7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C66B004-6E66-EF6B-84F5-C204982FF942}"/>
              </a:ext>
            </a:extLst>
          </p:cNvPr>
          <p:cNvSpPr/>
          <p:nvPr/>
        </p:nvSpPr>
        <p:spPr>
          <a:xfrm>
            <a:off x="3470986" y="1530219"/>
            <a:ext cx="7200000" cy="13809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commit -m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(root-commit) 9e326ae] 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1 file changed, 1 insertion(+)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create mode 100644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0637044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9027-BF16-D5DE-0CE0-52E78B5E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61321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D1BC-5020-1241-5571-C91E2E24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2ADDFE-2D55-EA3F-A83C-EA5075717876}"/>
              </a:ext>
            </a:extLst>
          </p:cNvPr>
          <p:cNvSpPr/>
          <p:nvPr/>
        </p:nvSpPr>
        <p:spPr>
          <a:xfrm>
            <a:off x="3470986" y="1530219"/>
            <a:ext cx="7200000" cy="223001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C:\&gt;git clone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Cloning into 'git-test-remote'...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warning: You appear to have cloned an empty repository.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962198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BCA65-953D-4A6A-C002-71E8A1D7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61DF63-5595-6139-7880-96905D96EF97}"/>
              </a:ext>
            </a:extLst>
          </p:cNvPr>
          <p:cNvSpPr/>
          <p:nvPr/>
        </p:nvSpPr>
        <p:spPr>
          <a:xfrm>
            <a:off x="3470986" y="1530220"/>
            <a:ext cx="7200000" cy="1260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089861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2214-693A-2BB0-8489-F7BEA02B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28412C-31CF-E482-8941-E80B7FA268F3}"/>
              </a:ext>
            </a:extLst>
          </p:cNvPr>
          <p:cNvSpPr/>
          <p:nvPr/>
        </p:nvSpPr>
        <p:spPr>
          <a:xfrm>
            <a:off x="3470986" y="1530220"/>
            <a:ext cx="7200000" cy="1260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3166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2286</TotalTime>
  <Words>909</Words>
  <Application>Microsoft Office PowerPoint</Application>
  <PresentationFormat>ワイド画面</PresentationFormat>
  <Paragraphs>391</Paragraphs>
  <Slides>139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139</vt:i4>
      </vt:variant>
    </vt:vector>
  </HeadingPairs>
  <TitlesOfParts>
    <vt:vector size="14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100</cp:revision>
  <dcterms:created xsi:type="dcterms:W3CDTF">2026-06-19T00:38:07Z</dcterms:created>
  <dcterms:modified xsi:type="dcterms:W3CDTF">2026-06-21T04:47:28Z</dcterms:modified>
</cp:coreProperties>
</file>