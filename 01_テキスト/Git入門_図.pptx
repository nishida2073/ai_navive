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8" r:id="rId3"/>
    <p:sldId id="257" r:id="rId4"/>
    <p:sldId id="279" r:id="rId5"/>
    <p:sldId id="280" r:id="rId6"/>
    <p:sldId id="274" r:id="rId7"/>
    <p:sldId id="277" r:id="rId8"/>
    <p:sldId id="275" r:id="rId9"/>
    <p:sldId id="276" r:id="rId10"/>
    <p:sldId id="273" r:id="rId11"/>
    <p:sldId id="272" r:id="rId12"/>
    <p:sldId id="262" r:id="rId13"/>
    <p:sldId id="258" r:id="rId14"/>
    <p:sldId id="260" r:id="rId15"/>
    <p:sldId id="263" r:id="rId16"/>
    <p:sldId id="288" r:id="rId17"/>
    <p:sldId id="264" r:id="rId18"/>
    <p:sldId id="265" r:id="rId19"/>
    <p:sldId id="261" r:id="rId20"/>
    <p:sldId id="289" r:id="rId21"/>
    <p:sldId id="266" r:id="rId22"/>
    <p:sldId id="267" r:id="rId23"/>
    <p:sldId id="270" r:id="rId24"/>
    <p:sldId id="271" r:id="rId25"/>
    <p:sldId id="281" r:id="rId26"/>
    <p:sldId id="282" r:id="rId27"/>
    <p:sldId id="286" r:id="rId28"/>
    <p:sldId id="287" r:id="rId29"/>
    <p:sldId id="296" r:id="rId30"/>
    <p:sldId id="291" r:id="rId31"/>
    <p:sldId id="292" r:id="rId32"/>
    <p:sldId id="421" r:id="rId33"/>
    <p:sldId id="424" r:id="rId34"/>
    <p:sldId id="427" r:id="rId35"/>
    <p:sldId id="283" r:id="rId36"/>
    <p:sldId id="284" r:id="rId37"/>
    <p:sldId id="293" r:id="rId38"/>
    <p:sldId id="416" r:id="rId39"/>
    <p:sldId id="417" r:id="rId40"/>
    <p:sldId id="294" r:id="rId41"/>
    <p:sldId id="298" r:id="rId42"/>
    <p:sldId id="285" r:id="rId43"/>
    <p:sldId id="299" r:id="rId44"/>
    <p:sldId id="406" r:id="rId45"/>
    <p:sldId id="304" r:id="rId46"/>
    <p:sldId id="420" r:id="rId47"/>
    <p:sldId id="419" r:id="rId48"/>
    <p:sldId id="300" r:id="rId49"/>
    <p:sldId id="305" r:id="rId50"/>
    <p:sldId id="306" r:id="rId51"/>
    <p:sldId id="301" r:id="rId52"/>
    <p:sldId id="407" r:id="rId53"/>
    <p:sldId id="318" r:id="rId54"/>
    <p:sldId id="319" r:id="rId55"/>
    <p:sldId id="320" r:id="rId56"/>
    <p:sldId id="321" r:id="rId57"/>
    <p:sldId id="324" r:id="rId58"/>
    <p:sldId id="325" r:id="rId59"/>
    <p:sldId id="326" r:id="rId60"/>
    <p:sldId id="327" r:id="rId61"/>
    <p:sldId id="322" r:id="rId62"/>
    <p:sldId id="328" r:id="rId63"/>
    <p:sldId id="323" r:id="rId64"/>
    <p:sldId id="329" r:id="rId65"/>
    <p:sldId id="330" r:id="rId66"/>
    <p:sldId id="332" r:id="rId67"/>
    <p:sldId id="331" r:id="rId68"/>
    <p:sldId id="333" r:id="rId69"/>
    <p:sldId id="334" r:id="rId70"/>
    <p:sldId id="335" r:id="rId71"/>
    <p:sldId id="340" r:id="rId72"/>
    <p:sldId id="336" r:id="rId73"/>
    <p:sldId id="341" r:id="rId74"/>
    <p:sldId id="342" r:id="rId75"/>
    <p:sldId id="344" r:id="rId76"/>
    <p:sldId id="337" r:id="rId77"/>
    <p:sldId id="343" r:id="rId78"/>
    <p:sldId id="345" r:id="rId79"/>
    <p:sldId id="346" r:id="rId80"/>
    <p:sldId id="347" r:id="rId81"/>
    <p:sldId id="338" r:id="rId82"/>
    <p:sldId id="348" r:id="rId83"/>
    <p:sldId id="339" r:id="rId84"/>
    <p:sldId id="349" r:id="rId85"/>
    <p:sldId id="350" r:id="rId86"/>
    <p:sldId id="351" r:id="rId87"/>
    <p:sldId id="362" r:id="rId88"/>
    <p:sldId id="352" r:id="rId89"/>
    <p:sldId id="353" r:id="rId90"/>
    <p:sldId id="354" r:id="rId91"/>
    <p:sldId id="361" r:id="rId92"/>
    <p:sldId id="363" r:id="rId93"/>
    <p:sldId id="364" r:id="rId94"/>
    <p:sldId id="365" r:id="rId95"/>
    <p:sldId id="355" r:id="rId96"/>
    <p:sldId id="356" r:id="rId97"/>
    <p:sldId id="430" r:id="rId98"/>
    <p:sldId id="358" r:id="rId99"/>
    <p:sldId id="429" r:id="rId100"/>
    <p:sldId id="359" r:id="rId101"/>
    <p:sldId id="360" r:id="rId102"/>
    <p:sldId id="367" r:id="rId103"/>
    <p:sldId id="369" r:id="rId104"/>
    <p:sldId id="370" r:id="rId105"/>
    <p:sldId id="371" r:id="rId106"/>
    <p:sldId id="372" r:id="rId107"/>
    <p:sldId id="373" r:id="rId108"/>
    <p:sldId id="368" r:id="rId109"/>
    <p:sldId id="374" r:id="rId110"/>
    <p:sldId id="379" r:id="rId111"/>
    <p:sldId id="375" r:id="rId112"/>
    <p:sldId id="378" r:id="rId113"/>
    <p:sldId id="376" r:id="rId114"/>
    <p:sldId id="380" r:id="rId115"/>
    <p:sldId id="385" r:id="rId116"/>
    <p:sldId id="377" r:id="rId117"/>
    <p:sldId id="381" r:id="rId118"/>
    <p:sldId id="382" r:id="rId119"/>
    <p:sldId id="383" r:id="rId120"/>
    <p:sldId id="384" r:id="rId121"/>
    <p:sldId id="386" r:id="rId122"/>
    <p:sldId id="387" r:id="rId123"/>
    <p:sldId id="388" r:id="rId124"/>
    <p:sldId id="392" r:id="rId125"/>
    <p:sldId id="389" r:id="rId126"/>
    <p:sldId id="390" r:id="rId127"/>
    <p:sldId id="391" r:id="rId128"/>
    <p:sldId id="393" r:id="rId129"/>
    <p:sldId id="394" r:id="rId130"/>
    <p:sldId id="399" r:id="rId131"/>
    <p:sldId id="400" r:id="rId132"/>
    <p:sldId id="422" r:id="rId133"/>
    <p:sldId id="425" r:id="rId134"/>
    <p:sldId id="426" r:id="rId135"/>
    <p:sldId id="405" r:id="rId136"/>
    <p:sldId id="403" r:id="rId137"/>
    <p:sldId id="402" r:id="rId138"/>
    <p:sldId id="404" r:id="rId139"/>
    <p:sldId id="415" r:id="rId140"/>
    <p:sldId id="408" r:id="rId141"/>
    <p:sldId id="409" r:id="rId142"/>
    <p:sldId id="410" r:id="rId143"/>
    <p:sldId id="411" r:id="rId144"/>
    <p:sldId id="412" r:id="rId145"/>
    <p:sldId id="428" r:id="rId14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FF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184" autoAdjust="0"/>
  </p:normalViewPr>
  <p:slideViewPr>
    <p:cSldViewPr snapToGrid="0">
      <p:cViewPr varScale="1">
        <p:scale>
          <a:sx n="82" d="100"/>
          <a:sy n="82" d="100"/>
        </p:scale>
        <p:origin x="61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theme" Target="theme/theme1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tableStyles" Target="tableStyles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8C1E49-346C-23D8-8560-72E1840BF5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B602E3-228C-2BD9-A4C5-A3CA399484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94A90A-48D4-5A83-7537-AE7545FEA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54A6B8-A08D-BB57-9549-DC61339B8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10FA59-B3BB-BFDC-98A2-61BFD116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812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E6D8E3-26EE-118E-9F01-2354E7B1C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9FAF00-C30E-AC48-AD8C-1520D3815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C1A78B-306C-F4E0-AFFD-F86F85846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04FADB-C4B2-5297-412E-F763080FA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4A420A-0B67-2FC1-765A-7C7671CEF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192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AA2B21-5C32-7391-32B0-CDA2E9937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377F08E-678B-9895-A1DC-8E7F36769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9FB856-373A-DF4F-486F-B8D3DF0D9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EC8611-F66D-2660-7746-47DEEA9CF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AC3523-374E-3B78-A9F7-CB1BCDF05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1647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6E15CC-FF8E-C43A-5ADA-2FF84F740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A0C7B0-0641-9489-1771-7C25E7589E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2133B8E-9FFC-95BA-4F0D-92C5EB396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2DD395-0BE1-9E19-F071-CD2F84A76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31E29AC-A59D-D3CC-80F5-F82AACAE7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2F3034-B5E6-E929-B219-941B16312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37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8C0822-E99B-6C87-83FB-B301EFE21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A83C52-E56F-5A87-7DB6-2362582C8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1706B4C-A784-5ED1-95CD-10803B2244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CFF41AD-C93C-0701-0FEC-FE88154D88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3BD4639-25F2-E9EE-4E29-03466DC202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0E593D-F2C5-489F-B6C2-73472FB39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0D39A68-4176-4762-1218-F009AA2A7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F0B064-4AC2-2E72-8EE3-3F2515E91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5096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8D697-16AF-FD50-AD48-2EC81FBE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A24745-F7D6-A3EB-CEED-505CA2FA8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891CBCB-E1AE-A582-AC73-7200D1CFE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7A1FC8B-5CF6-1B21-DBA2-3CFC1FC0D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9947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32F64-C55A-6995-0588-D5A4DC7A6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4A8A7DE-10AF-1FC4-9307-39D53AFF6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175DB3-3284-4CE1-0290-0BFC754AF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4606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4206D7-B721-4845-8025-2538BBB93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FB10DA-0FB7-03E5-3D45-9ABB034CC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B7D0BEA-615B-752E-04A1-5801ACC1F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9651DB-C5A2-C839-602D-2BDFA13F6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7CED17-D624-0D14-042E-3F96277E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3330C02-C502-1B5A-9E40-389691DC8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9065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32D607-568F-B665-8DDF-C08CBDBB1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697B728-ECE8-83BE-EE11-41DEC0BDD0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4D0615F-8F57-C602-9651-72711C4C8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7673B73-531D-D10C-499E-191142659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0B9634D-A4E8-A802-89B1-A0934FE5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51A9026-387D-0391-B028-0DF5CCEE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4152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C01306-49CD-70E6-680C-00550373E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485331F-E233-64A8-15EE-BC4D77C325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7FFDF2-13CB-5964-375C-3057729A0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7BD9C0-DEDA-F267-3B68-67FB583B4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92F14B-2F04-7C2E-03BF-62EC681F4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49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6C9F24C-8EC4-1154-04C1-867B4D5AF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FE5037-9BBC-11B2-2D92-AD204F4245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4115CA-881F-BC04-B164-3AE28CEDA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D7E462-66CF-A930-EA89-6A9CA5F11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EEBBE5-D651-9F5C-40E1-2B391EBC4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824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C04E636-CC23-7BF1-D59C-276CEFFBA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AA4370-DAF6-C5CA-8282-199BFF4B0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F31E70-7DED-425B-5ACE-EB0441F44F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D8970-2F0F-4F19-9427-F451CC43E670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036ADF-5EE9-DEB5-79A8-49538AD30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BC7D65-6BE5-3335-F57D-D26562010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9981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G"/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F64F72-E69C-A729-4AD8-945A2E3578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038F144-C19D-E19B-176C-BFAF102533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873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B3AC8-7F53-B3EC-8C78-F629F0639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477E55-7668-9E39-6FCF-BD2A5593F13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6583" y="2000888"/>
            <a:ext cx="756449" cy="75644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9471A06-E386-21B5-E957-807AA90C7A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9503" y="3232852"/>
            <a:ext cx="2359792" cy="176984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9E1F957-9CE1-927D-A7F6-C64CDE85C5E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546" y="2353754"/>
            <a:ext cx="756449" cy="75644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FBB55A2-61A4-B7EE-4500-09AF8CB74244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067" y="2520622"/>
            <a:ext cx="756449" cy="75644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DCB71749-4AE8-E6D8-798A-65D814D5641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1474" y="1577651"/>
            <a:ext cx="756449" cy="756449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722C355-2014-0625-7116-F25FE279BF0F}"/>
              </a:ext>
            </a:extLst>
          </p:cNvPr>
          <p:cNvSpPr txBox="1"/>
          <p:nvPr/>
        </p:nvSpPr>
        <p:spPr>
          <a:xfrm>
            <a:off x="2233020" y="2593656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_v1</a:t>
            </a:r>
            <a:endParaRPr kumimoji="1" lang="ja-JP" altLang="en-US" sz="12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6B78697-051F-B7C3-0BFA-6A5584FF6498}"/>
              </a:ext>
            </a:extLst>
          </p:cNvPr>
          <p:cNvSpPr txBox="1"/>
          <p:nvPr/>
        </p:nvSpPr>
        <p:spPr>
          <a:xfrm>
            <a:off x="3060983" y="2937191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_v2</a:t>
            </a:r>
            <a:endParaRPr kumimoji="1" lang="ja-JP" altLang="en-US" sz="12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94F4B37-A73B-1A37-6735-88211127C46C}"/>
              </a:ext>
            </a:extLst>
          </p:cNvPr>
          <p:cNvSpPr txBox="1"/>
          <p:nvPr/>
        </p:nvSpPr>
        <p:spPr>
          <a:xfrm>
            <a:off x="4183324" y="3105346"/>
            <a:ext cx="8771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_…</a:t>
            </a:r>
            <a:endParaRPr kumimoji="1" lang="ja-JP" altLang="en-US" sz="12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2BD2DF3-815B-E062-9E36-17EC2E205F88}"/>
              </a:ext>
            </a:extLst>
          </p:cNvPr>
          <p:cNvSpPr txBox="1"/>
          <p:nvPr/>
        </p:nvSpPr>
        <p:spPr>
          <a:xfrm>
            <a:off x="3727228" y="2167229"/>
            <a:ext cx="11849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</a:t>
            </a:r>
            <a:r>
              <a:rPr lang="ja-JP" altLang="en-US" sz="1200" dirty="0"/>
              <a:t>最終版</a:t>
            </a: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4441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76C3C845-63E2-25D5-3260-3402A990F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7250" y="2833688"/>
            <a:ext cx="2857500" cy="119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1288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0EDB1-BA91-83E2-B943-A8B013752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06CFAF4-95BD-BC36-6F4C-A0D92B3E98A3}"/>
              </a:ext>
            </a:extLst>
          </p:cNvPr>
          <p:cNvSpPr/>
          <p:nvPr/>
        </p:nvSpPr>
        <p:spPr>
          <a:xfrm>
            <a:off x="979714" y="2453951"/>
            <a:ext cx="4133462" cy="1408922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010BA1-6CEC-B951-5C6A-80D85C4E50A7}"/>
              </a:ext>
            </a:extLst>
          </p:cNvPr>
          <p:cNvSpPr txBox="1"/>
          <p:nvPr/>
        </p:nvSpPr>
        <p:spPr>
          <a:xfrm>
            <a:off x="945244" y="208968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仕様書</a:t>
            </a:r>
            <a:endParaRPr kumimoji="1" lang="ja-JP" altLang="en-US" b="1" dirty="0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FCCE081E-61D4-6AC9-6C8E-02762764F880}"/>
              </a:ext>
            </a:extLst>
          </p:cNvPr>
          <p:cNvCxnSpPr>
            <a:cxnSpLocks/>
          </p:cNvCxnSpPr>
          <p:nvPr/>
        </p:nvCxnSpPr>
        <p:spPr>
          <a:xfrm flipV="1">
            <a:off x="2317229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3DF9E1C8-CD3C-FED7-CDFF-728128CDD98E}"/>
              </a:ext>
            </a:extLst>
          </p:cNvPr>
          <p:cNvCxnSpPr>
            <a:cxnSpLocks/>
          </p:cNvCxnSpPr>
          <p:nvPr/>
        </p:nvCxnSpPr>
        <p:spPr>
          <a:xfrm flipV="1">
            <a:off x="3556410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63F5A78E-4DA2-F082-4334-70B930985D4A}"/>
              </a:ext>
            </a:extLst>
          </p:cNvPr>
          <p:cNvGrpSpPr/>
          <p:nvPr/>
        </p:nvGrpSpPr>
        <p:grpSpPr>
          <a:xfrm>
            <a:off x="1456001" y="2694724"/>
            <a:ext cx="843275" cy="964330"/>
            <a:chOff x="1456001" y="2778396"/>
            <a:chExt cx="843275" cy="96433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175C0D5-5A35-6A02-BC9B-55E08FF76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B3D6D603-90D0-561E-B338-67C44356207C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80690"/>
              <a:chOff x="1545787" y="3462036"/>
              <a:chExt cx="753489" cy="280690"/>
            </a:xfrm>
          </p:grpSpPr>
          <p:sp>
            <p:nvSpPr>
              <p:cNvPr id="17" name="フローチャート: 書類 16">
                <a:extLst>
                  <a:ext uri="{FF2B5EF4-FFF2-40B4-BE49-F238E27FC236}">
                    <a16:creationId xmlns:a16="http://schemas.microsoft.com/office/drawing/2014/main" id="{5181CF98-32F0-209F-1388-0DA2C878B667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5E346611-2F14-D31A-5469-0688C5DECAA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276620" cy="203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V1</a:t>
                </a:r>
                <a:endParaRPr kumimoji="1" lang="ja-JP" altLang="en-US" sz="1100" b="1" dirty="0"/>
              </a:p>
            </p:txBody>
          </p:sp>
        </p:grpSp>
      </p:grpSp>
      <p:sp>
        <p:nvSpPr>
          <p:cNvPr id="26" name="吹き出し: 線 25">
            <a:extLst>
              <a:ext uri="{FF2B5EF4-FFF2-40B4-BE49-F238E27FC236}">
                <a16:creationId xmlns:a16="http://schemas.microsoft.com/office/drawing/2014/main" id="{A0640CC0-0392-BF88-905A-33E093B33D7F}"/>
              </a:ext>
            </a:extLst>
          </p:cNvPr>
          <p:cNvSpPr/>
          <p:nvPr/>
        </p:nvSpPr>
        <p:spPr>
          <a:xfrm>
            <a:off x="5646828" y="2363517"/>
            <a:ext cx="1464906" cy="631609"/>
          </a:xfrm>
          <a:prstGeom prst="borderCallout1">
            <a:avLst>
              <a:gd name="adj1" fmla="val 46818"/>
              <a:gd name="adj2" fmla="val -8333"/>
              <a:gd name="adj3" fmla="val 120089"/>
              <a:gd name="adj4" fmla="val -70642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最終版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AC1409EF-F5D8-B91B-0EDB-78810CBC93FD}"/>
              </a:ext>
            </a:extLst>
          </p:cNvPr>
          <p:cNvGrpSpPr/>
          <p:nvPr/>
        </p:nvGrpSpPr>
        <p:grpSpPr>
          <a:xfrm>
            <a:off x="2695182" y="2685086"/>
            <a:ext cx="843275" cy="983606"/>
            <a:chOff x="1456001" y="2778396"/>
            <a:chExt cx="843275" cy="983606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AFC111F5-A332-8761-0875-BA2C87D59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A0B6D03F-8AD9-02FB-BF92-CE7AB2905DEB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2" name="フローチャート: 書類 31">
                <a:extLst>
                  <a:ext uri="{FF2B5EF4-FFF2-40B4-BE49-F238E27FC236}">
                    <a16:creationId xmlns:a16="http://schemas.microsoft.com/office/drawing/2014/main" id="{76F71627-10B1-2322-C5DD-377D735FD575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8FC96312-6E60-89C6-AB70-DB156304E132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36099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V2</a:t>
                </a:r>
                <a:endParaRPr kumimoji="1" lang="ja-JP" altLang="en-US" sz="1100" b="1" dirty="0"/>
              </a:p>
            </p:txBody>
          </p:sp>
        </p:grp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39F312E6-342F-3C94-BFEE-EDE2520F22D0}"/>
              </a:ext>
            </a:extLst>
          </p:cNvPr>
          <p:cNvGrpSpPr/>
          <p:nvPr/>
        </p:nvGrpSpPr>
        <p:grpSpPr>
          <a:xfrm>
            <a:off x="3934364" y="2685086"/>
            <a:ext cx="843275" cy="983606"/>
            <a:chOff x="1456001" y="2778396"/>
            <a:chExt cx="843275" cy="983606"/>
          </a:xfrm>
        </p:grpSpPr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0CADB9E6-5CF4-B14E-D298-CFBAEFAC8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EC8B446D-8C25-80EE-C89B-0F08B3F5B50D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7" name="フローチャート: 書類 36">
                <a:extLst>
                  <a:ext uri="{FF2B5EF4-FFF2-40B4-BE49-F238E27FC236}">
                    <a16:creationId xmlns:a16="http://schemas.microsoft.com/office/drawing/2014/main" id="{17652807-C517-7F09-D16A-B0A7A31C366A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C9CDCD93-3D15-6C8B-88CA-D1ABAA0D8E7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70403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</a:t>
                </a:r>
                <a:r>
                  <a:rPr kumimoji="1" lang="ja-JP" altLang="en-US" sz="1100" b="1" dirty="0"/>
                  <a:t>・・・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8460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D33B4-F237-7ADF-1955-C5809F4D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3346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A6E4B-D34F-9558-DD3D-691C814EC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D41AE714-5CC7-2426-82D4-69D5DD4AF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951A8F52-7B7A-CDDA-249A-92E530B99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AD461FC0-9EFE-CC82-BA6D-FF8343E9BD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5810DA68-7A5D-8C21-6180-D33ABB27BF73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CD8ACAEA-117B-5B3E-D520-CCA18C8B99A0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27594ED-81D5-AECB-6433-EEA5FAC6E6F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498E612-0918-931A-16D9-A645DBB77331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013C4CE9-63B0-EFB7-7982-F03C8B1A4345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16DA9C5B-8FC0-1E97-B7C6-B7445E57E3A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43E9089A-A473-49F3-F8FF-C7E0B527D169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BF20F755-46F2-BDFF-0BA6-FB305902BB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19" name="四角形: 角を丸くする 18">
              <a:extLst>
                <a:ext uri="{FF2B5EF4-FFF2-40B4-BE49-F238E27FC236}">
                  <a16:creationId xmlns:a16="http://schemas.microsoft.com/office/drawing/2014/main" id="{6E021068-454D-D7A7-AE2C-CCD625C39CAF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1286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FA4EB-1937-8BB7-3BFC-8583DDB0A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045AF82-E393-A598-79A9-6BD75E912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A6CAF1B5-2841-F427-3653-1D05F0805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CB115048-653A-1EF0-241F-53D7EA4F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389F36B9-F56A-3A22-FFD5-ACD43F68613F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38F60766-228F-B356-1E77-F3ADCA23F20A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AA1D066-284D-44FF-3AC2-182679597C8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830991E-F2D8-0842-CAFB-E72CC55DFD29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E9D022F2-B9A0-DAE9-0F82-46C6E53DFFBD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347D9DFD-EF7E-A5C7-E61B-4261D2D8AA5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51812B50-C613-D78C-771B-4DAD4652A8D3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2F8F6CC4-FD6F-8A63-18DE-7CC6E80CB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1E5BE2E2-2A15-0E1F-519B-EE2510F95C6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kumimoji="1" lang="ja-JP" altLang="en-US" b="1" dirty="0">
                  <a:solidFill>
                    <a:schemeClr val="tx1"/>
                  </a:solidFill>
                </a:rPr>
                <a:t>リポジトリ</a:t>
              </a:r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412211B-2602-3E11-D4D0-AA839C0C2570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C1527471-4A83-DE04-5D1E-D7CCFFD6F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1C9E4B79-BE39-666E-AEC7-1036E9058486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6760F33E-A6B5-BC17-454C-8BB9D91D0D73}"/>
              </a:ext>
            </a:extLst>
          </p:cNvPr>
          <p:cNvGrpSpPr/>
          <p:nvPr/>
        </p:nvGrpSpPr>
        <p:grpSpPr>
          <a:xfrm>
            <a:off x="7584587" y="5101015"/>
            <a:ext cx="2272978" cy="1707502"/>
            <a:chOff x="4494330" y="1912776"/>
            <a:chExt cx="2272978" cy="1707502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C3212736-D05A-7211-839E-D49C499DD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30" name="四角形: 角を丸くする 29">
              <a:extLst>
                <a:ext uri="{FF2B5EF4-FFF2-40B4-BE49-F238E27FC236}">
                  <a16:creationId xmlns:a16="http://schemas.microsoft.com/office/drawing/2014/main" id="{C4F2A461-A5A7-D191-87A7-83EECDD0765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33067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CF571-7B7A-6AE7-C741-EBE08968F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64AE69-D814-5707-A3D6-A47DB7677AC6}"/>
              </a:ext>
            </a:extLst>
          </p:cNvPr>
          <p:cNvSpPr txBox="1"/>
          <p:nvPr/>
        </p:nvSpPr>
        <p:spPr>
          <a:xfrm>
            <a:off x="1920412" y="219269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中央集中型</a:t>
            </a:r>
            <a:endParaRPr kumimoji="1" lang="ja-JP" altLang="en-US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C0A959-A4F8-2F4F-795C-3AA09013805D}"/>
              </a:ext>
            </a:extLst>
          </p:cNvPr>
          <p:cNvSpPr txBox="1"/>
          <p:nvPr/>
        </p:nvSpPr>
        <p:spPr>
          <a:xfrm>
            <a:off x="8605961" y="219269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分散型</a:t>
            </a:r>
            <a:endParaRPr kumimoji="1" lang="ja-JP" altLang="en-US" b="1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6314BF5-D09E-FD4D-F67E-9B9F2900F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188" y="3356786"/>
            <a:ext cx="4185276" cy="187837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51711FE-B427-49CF-D725-A0CE66989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520" y="2797107"/>
            <a:ext cx="5032043" cy="299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945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DDF4-F2BA-0DB5-48A8-37CEEAD07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1548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921E-B6AE-672A-D265-D754DAAB6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417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848E8-BBDE-133C-55FD-CF031BC9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6D966593-13C4-A82D-9203-C800B5DC55CB}"/>
              </a:ext>
            </a:extLst>
          </p:cNvPr>
          <p:cNvGrpSpPr/>
          <p:nvPr/>
        </p:nvGrpSpPr>
        <p:grpSpPr>
          <a:xfrm>
            <a:off x="2849214" y="168491"/>
            <a:ext cx="4680000" cy="1080000"/>
            <a:chOff x="2849214" y="288233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7E31A682-DD55-49EB-8BD5-6AE614651D3A}"/>
                </a:ext>
              </a:extLst>
            </p:cNvPr>
            <p:cNvSpPr/>
            <p:nvPr/>
          </p:nvSpPr>
          <p:spPr>
            <a:xfrm>
              <a:off x="2849214" y="288233"/>
              <a:ext cx="4680000" cy="10800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kumimoji="1" lang="ja-JP" altLang="en-US" b="1" dirty="0"/>
                <a:t>ワーキングツリー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04827A8-234F-A1B9-5518-78344CD1B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6365" y="288233"/>
              <a:ext cx="1080000" cy="1080000"/>
            </a:xfrm>
            <a:prstGeom prst="rect">
              <a:avLst/>
            </a:prstGeom>
          </p:spPr>
        </p:pic>
      </p:grp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7B7B67A5-35B8-D52D-870B-8EE0C0DE39BC}"/>
              </a:ext>
            </a:extLst>
          </p:cNvPr>
          <p:cNvSpPr/>
          <p:nvPr/>
        </p:nvSpPr>
        <p:spPr>
          <a:xfrm>
            <a:off x="2849214" y="3809486"/>
            <a:ext cx="4680000" cy="108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ローカルリポジトリ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972BFA98-2B6E-2E34-7098-A5852F08E3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3365" y="3845486"/>
            <a:ext cx="1008000" cy="1008000"/>
          </a:xfrm>
          <a:prstGeom prst="rect">
            <a:avLst/>
          </a:prstGeom>
        </p:spPr>
      </p:pic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53BCC381-1FA9-F551-4F3F-AE52F3F969CF}"/>
              </a:ext>
            </a:extLst>
          </p:cNvPr>
          <p:cNvSpPr/>
          <p:nvPr/>
        </p:nvSpPr>
        <p:spPr>
          <a:xfrm>
            <a:off x="2849214" y="5620069"/>
            <a:ext cx="4680000" cy="108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リモートリポジトリ</a:t>
            </a:r>
          </a:p>
        </p:txBody>
      </p: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241BFA92-7F42-C342-B13A-879CBF336C1C}"/>
              </a:ext>
            </a:extLst>
          </p:cNvPr>
          <p:cNvGrpSpPr/>
          <p:nvPr/>
        </p:nvGrpSpPr>
        <p:grpSpPr>
          <a:xfrm>
            <a:off x="2849214" y="1978100"/>
            <a:ext cx="4680000" cy="1080000"/>
            <a:chOff x="2849214" y="1976205"/>
            <a:chExt cx="4680000" cy="1080000"/>
          </a:xfrm>
        </p:grpSpPr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6960821B-C01C-1959-D15B-082115FAEC61}"/>
                </a:ext>
              </a:extLst>
            </p:cNvPr>
            <p:cNvSpPr/>
            <p:nvPr/>
          </p:nvSpPr>
          <p:spPr>
            <a:xfrm>
              <a:off x="2849214" y="1976205"/>
              <a:ext cx="4680000" cy="10800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ステージングエリア</a:t>
              </a:r>
            </a:p>
          </p:txBody>
        </p: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352AFF58-CBCF-22BD-C899-6A6CA6A9A62C}"/>
                </a:ext>
              </a:extLst>
            </p:cNvPr>
            <p:cNvGrpSpPr/>
            <p:nvPr/>
          </p:nvGrpSpPr>
          <p:grpSpPr>
            <a:xfrm>
              <a:off x="3086365" y="2297869"/>
              <a:ext cx="1080000" cy="534507"/>
              <a:chOff x="3084470" y="2297869"/>
              <a:chExt cx="1080000" cy="534507"/>
            </a:xfrm>
          </p:grpSpPr>
          <p:sp>
            <p:nvSpPr>
              <p:cNvPr id="16" name="フローチャート: 手作業 15">
                <a:extLst>
                  <a:ext uri="{FF2B5EF4-FFF2-40B4-BE49-F238E27FC236}">
                    <a16:creationId xmlns:a16="http://schemas.microsoft.com/office/drawing/2014/main" id="{EB9ADF27-FAA7-E86D-05B2-27E1D95B50B2}"/>
                  </a:ext>
                </a:extLst>
              </p:cNvPr>
              <p:cNvSpPr/>
              <p:nvPr/>
            </p:nvSpPr>
            <p:spPr>
              <a:xfrm flipV="1">
                <a:off x="3102470" y="2297869"/>
                <a:ext cx="1044000" cy="341295"/>
              </a:xfrm>
              <a:prstGeom prst="flowChartManualOperation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ja-JP" altLang="en-US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15" name="四角形: 角を丸くする 14">
                <a:extLst>
                  <a:ext uri="{FF2B5EF4-FFF2-40B4-BE49-F238E27FC236}">
                    <a16:creationId xmlns:a16="http://schemas.microsoft.com/office/drawing/2014/main" id="{1EDE99A0-C775-8EAD-6AB9-3352CFC46616}"/>
                  </a:ext>
                </a:extLst>
              </p:cNvPr>
              <p:cNvSpPr/>
              <p:nvPr/>
            </p:nvSpPr>
            <p:spPr>
              <a:xfrm>
                <a:off x="3084470" y="2644288"/>
                <a:ext cx="1080000" cy="18808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8D73FD9A-34C2-727C-61D9-D5D268A72D37}"/>
              </a:ext>
            </a:extLst>
          </p:cNvPr>
          <p:cNvGrpSpPr/>
          <p:nvPr/>
        </p:nvGrpSpPr>
        <p:grpSpPr>
          <a:xfrm>
            <a:off x="5189214" y="1331158"/>
            <a:ext cx="1099431" cy="540000"/>
            <a:chOff x="925286" y="1153886"/>
            <a:chExt cx="1099431" cy="540000"/>
          </a:xfrm>
        </p:grpSpPr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70D2EB4C-E690-5ACA-D33B-556CC9AEBDE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C6FFCE5C-1AE9-A94E-F2AA-33808A0383BB}"/>
                </a:ext>
              </a:extLst>
            </p:cNvPr>
            <p:cNvSpPr txBox="1"/>
            <p:nvPr/>
          </p:nvSpPr>
          <p:spPr>
            <a:xfrm>
              <a:off x="944717" y="1275220"/>
              <a:ext cx="1080000" cy="36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ステージ</a:t>
              </a:r>
            </a:p>
          </p:txBody>
        </p:sp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AE394B0D-F5C1-516A-C20E-ABE6D86A51CE}"/>
              </a:ext>
            </a:extLst>
          </p:cNvPr>
          <p:cNvGrpSpPr/>
          <p:nvPr/>
        </p:nvGrpSpPr>
        <p:grpSpPr>
          <a:xfrm>
            <a:off x="5189214" y="3165042"/>
            <a:ext cx="1127427" cy="540000"/>
            <a:chOff x="925286" y="1153886"/>
            <a:chExt cx="1127427" cy="540000"/>
          </a:xfrm>
        </p:grpSpPr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BFFDAC02-07A8-691F-C201-7844C2B708A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DA98C0E2-C58C-D1C6-2A11-4394D86E4785}"/>
                </a:ext>
              </a:extLst>
            </p:cNvPr>
            <p:cNvSpPr txBox="1"/>
            <p:nvPr/>
          </p:nvSpPr>
          <p:spPr>
            <a:xfrm>
              <a:off x="944717" y="1264334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コミット</a:t>
              </a:r>
            </a:p>
          </p:txBody>
        </p:sp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B3BCAFB3-C544-52B3-E153-00A4F95BA7F5}"/>
              </a:ext>
            </a:extLst>
          </p:cNvPr>
          <p:cNvGrpSpPr/>
          <p:nvPr/>
        </p:nvGrpSpPr>
        <p:grpSpPr>
          <a:xfrm>
            <a:off x="4419820" y="4969407"/>
            <a:ext cx="1127427" cy="540000"/>
            <a:chOff x="925286" y="1153886"/>
            <a:chExt cx="1127427" cy="540000"/>
          </a:xfrm>
        </p:grpSpPr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DE5CA77C-F7A0-28BF-BDA8-979E3F3DA965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ACB01365-492C-16DA-810D-57D1ECAF1416}"/>
                </a:ext>
              </a:extLst>
            </p:cNvPr>
            <p:cNvSpPr txBox="1"/>
            <p:nvPr/>
          </p:nvSpPr>
          <p:spPr>
            <a:xfrm>
              <a:off x="944717" y="1275220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プッシュ</a:t>
              </a:r>
            </a:p>
          </p:txBody>
        </p:sp>
      </p:grpSp>
      <p:pic>
        <p:nvPicPr>
          <p:cNvPr id="61" name="図 60">
            <a:extLst>
              <a:ext uri="{FF2B5EF4-FFF2-40B4-BE49-F238E27FC236}">
                <a16:creationId xmlns:a16="http://schemas.microsoft.com/office/drawing/2014/main" id="{4C20C321-A104-452C-14F6-66A6B90FFD46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3916" y="1983778"/>
            <a:ext cx="756449" cy="756449"/>
          </a:xfrm>
          <a:prstGeom prst="rect">
            <a:avLst/>
          </a:prstGeom>
        </p:spPr>
      </p:pic>
      <p:pic>
        <p:nvPicPr>
          <p:cNvPr id="5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BD68CEA1-13DC-0A0A-B09D-F770000AD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0218" y="5814271"/>
            <a:ext cx="775708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0E18E603-98DB-0A28-DC84-69153E42AB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4003688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60525653-9DED-EBC0-A021-E8CA336B5D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2124613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2F27B95-159C-C379-7608-648FAA3F5E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362693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630E0EC0-3D5E-8E8C-AC43-0467FB2B4D98}"/>
              </a:ext>
            </a:extLst>
          </p:cNvPr>
          <p:cNvGrpSpPr/>
          <p:nvPr/>
        </p:nvGrpSpPr>
        <p:grpSpPr>
          <a:xfrm>
            <a:off x="5678245" y="4969407"/>
            <a:ext cx="665762" cy="540000"/>
            <a:chOff x="925286" y="1153886"/>
            <a:chExt cx="665762" cy="540000"/>
          </a:xfrm>
        </p:grpSpPr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AE6597DD-3837-37EF-D601-902CC5E11E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C3D947B2-1419-C9E6-897B-D7A172F4778C}"/>
                </a:ext>
              </a:extLst>
            </p:cNvPr>
            <p:cNvSpPr txBox="1"/>
            <p:nvPr/>
          </p:nvSpPr>
          <p:spPr>
            <a:xfrm>
              <a:off x="944717" y="1275220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プル</a:t>
              </a:r>
            </a:p>
          </p:txBody>
        </p:sp>
      </p:grpSp>
      <p:pic>
        <p:nvPicPr>
          <p:cNvPr id="18" name="図 17">
            <a:extLst>
              <a:ext uri="{FF2B5EF4-FFF2-40B4-BE49-F238E27FC236}">
                <a16:creationId xmlns:a16="http://schemas.microsoft.com/office/drawing/2014/main" id="{11E05709-C179-0977-21C3-5DD3DB79CF6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4365" y="5655672"/>
            <a:ext cx="1008000" cy="100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840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32B7D-BF1D-76E8-64C0-C3B761D7D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65A66CD-6ED4-673E-12A4-284EF36BB8E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AE9DBD22-CBF0-54B8-5485-C4F9EEE38A89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982DFC93-0F6B-23D1-5A80-7CCA60D00C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FC12D646-C9D3-538A-E29A-FDB700C29183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12AC01CF-CF43-79F1-E1DC-20E5627A19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BEE6AB6-1E0A-2180-544F-6DBC88F1F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1CC4563A-C092-8704-EF9F-EE3909563099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399D1376-8D20-9930-6B85-66F354BF596E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5F1090A0-B74E-2471-E129-CB99252B8122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00C9384C-7A04-1A6C-B63D-F142D095D41D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7470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9EA8F-6FCE-7543-2F06-DBF373CB6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4C87C0E-ABB4-1C56-ACA7-59FD3A03C302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ワーキングツリー（変更前）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29EED1CB-6C43-9B61-AF76-D5E323BCBCB0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D481E4C4-1F22-9185-E6D4-946168A87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67461121-FA5A-D3A0-D5D4-C6E289D60824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2D0C00D1-AFD9-B65F-91F4-7F7E1EDED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FECDEF6-4693-1B41-F5FE-4BA3803912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6D7ED15A-4CCB-1324-5402-765CEC237E4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224FA7AC-6C43-CF0A-A1AC-331FEC75A182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09B83E75-F996-0902-AF73-69AAD0EE13CC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542948A7-2232-E010-CAD0-528AE4CE3716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F074934-BB8C-0DB7-0400-A01B781F1915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7C80117-81A7-BC01-6221-2924A5CB9F4D}"/>
              </a:ext>
            </a:extLst>
          </p:cNvPr>
          <p:cNvSpPr txBox="1"/>
          <p:nvPr/>
        </p:nvSpPr>
        <p:spPr>
          <a:xfrm>
            <a:off x="6976284" y="388772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ファイルの修正</a:t>
            </a:r>
          </a:p>
        </p:txBody>
      </p:sp>
      <p:sp>
        <p:nvSpPr>
          <p:cNvPr id="100" name="四角形: 角を丸くする 99">
            <a:extLst>
              <a:ext uri="{FF2B5EF4-FFF2-40B4-BE49-F238E27FC236}">
                <a16:creationId xmlns:a16="http://schemas.microsoft.com/office/drawing/2014/main" id="{A882AAB6-113E-4BF9-E625-656A0DF88F67}"/>
              </a:ext>
            </a:extLst>
          </p:cNvPr>
          <p:cNvSpPr/>
          <p:nvPr/>
        </p:nvSpPr>
        <p:spPr>
          <a:xfrm>
            <a:off x="2849212" y="463911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3DFA9779-E6D2-5659-A8F0-1834EF7A439D}"/>
              </a:ext>
            </a:extLst>
          </p:cNvPr>
          <p:cNvGrpSpPr/>
          <p:nvPr/>
        </p:nvGrpSpPr>
        <p:grpSpPr>
          <a:xfrm>
            <a:off x="3890816" y="4954812"/>
            <a:ext cx="5116793" cy="3070884"/>
            <a:chOff x="3717737" y="560389"/>
            <a:chExt cx="5116793" cy="3070884"/>
          </a:xfrm>
        </p:grpSpPr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615D3C1F-3AF0-4EA0-DD67-6EBFAB350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03" name="テキスト ボックス 102">
              <a:extLst>
                <a:ext uri="{FF2B5EF4-FFF2-40B4-BE49-F238E27FC236}">
                  <a16:creationId xmlns:a16="http://schemas.microsoft.com/office/drawing/2014/main" id="{EAC276E1-9245-1B89-466E-E17BBD58E6A2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04" name="図 103">
              <a:extLst>
                <a:ext uri="{FF2B5EF4-FFF2-40B4-BE49-F238E27FC236}">
                  <a16:creationId xmlns:a16="http://schemas.microsoft.com/office/drawing/2014/main" id="{746FC17E-36EC-EEAF-8E4F-87E8FD647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05" name="図 104">
              <a:extLst>
                <a:ext uri="{FF2B5EF4-FFF2-40B4-BE49-F238E27FC236}">
                  <a16:creationId xmlns:a16="http://schemas.microsoft.com/office/drawing/2014/main" id="{04E1D4A8-1513-FCEE-C450-6B05D2CC7E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106" name="コネクタ: カギ線 105">
              <a:extLst>
                <a:ext uri="{FF2B5EF4-FFF2-40B4-BE49-F238E27FC236}">
                  <a16:creationId xmlns:a16="http://schemas.microsoft.com/office/drawing/2014/main" id="{130BE04F-8536-7420-50DA-BA94F9CC651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コネクタ: カギ線 106">
              <a:extLst>
                <a:ext uri="{FF2B5EF4-FFF2-40B4-BE49-F238E27FC236}">
                  <a16:creationId xmlns:a16="http://schemas.microsoft.com/office/drawing/2014/main" id="{81F15262-FD38-4E16-4211-4D0610E168B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8034933F-64B9-4708-E96A-E0E2EDF69D64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BEB74A4C-D5A1-891A-6C3D-77307344433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9130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A152-3C86-B28B-91FE-C38DBF35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178969CD-002D-11A6-3E9D-400A8CB54E2B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0BACBE5F-FE88-92EF-BA61-2CCEE8D2F1BC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95EA8513-7006-B7B8-266D-9D96BC6AED19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86E367A4-B0E8-3379-9F6E-CD9A3BC3B397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12931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42B19-1C70-3577-B12D-1B8C89E4A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E879318-B1C0-B68E-F939-A03EAC4431AA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6592D1E-5327-3ACC-AE13-47C023986C5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5132273-4805-B852-4EB9-0AD858068511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893AC52-D251-9333-CBD8-D1F8B21325E4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FB4F4A9A-60C0-70A8-0FB3-878D81FB76E0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DBBEF8FD-954C-1A2F-064B-93196A178884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72FB705-45AE-A482-29FF-3485AE57AA4F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4A6A7E8-8D0F-33CC-F281-EC00957C10BD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D5B25838-17AE-4A2B-E45F-97D43D6C08A5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15481D97-CE29-8D72-E856-21D75F55FA9F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5E0AB6D-CFBE-09D7-52F2-D17CC2493D8F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2306D39-492B-728D-818A-C0F6A614F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3CF9734-D2A4-129B-3A67-2D18748BF74A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8B42BB13-8CDE-BCC1-CB73-BCF1B813938A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1224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32797-C7B9-4888-3A5D-E2EC3413F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836B60A-C5B4-5DB8-028B-A7DBC8133B4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F14EDB8-9E1F-A43A-471A-3DAC77BD284F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AEA6ED-20D3-2D85-AB7E-6113B36DBFF7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3F4CC07-C3A2-BDBF-EAA6-0878647421AF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5CCCC2A2-3893-BABF-A9F3-D7CD9E7870DF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38829AD5-33AC-259E-EF17-B5AAA7E8734A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CD29A06-BC61-0CAD-3F7E-590AAF214FFB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66F537D-864F-35FB-6F82-F4C8EED9A5CA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783A2740-CC55-4257-909D-1E33BD1FDBCB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C59D1E3D-3B89-D91A-E826-AC892082B805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13D58400-91F9-F5BD-B5C9-B0A4C8062DDA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6CD407F7-0EE9-8914-8003-A911F7C1F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F34F043D-D28F-E679-405B-F13401B2CBF5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027B4A0F-F3B7-0234-48FF-334D4C31F1D4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1DE9B5F-C452-18B6-0D02-5FBF3E0BA138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944CEF9-CAA3-1A12-A17F-2376C3CD9087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8BA20B5B-C108-D549-1DAF-3019F8AD2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6649524C-99A4-77E1-13B4-00502F26A98D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A2171406-C6E4-6D89-FD11-88B11BFEBA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85314EE-CB09-90CD-B4EA-4AF10B209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0" name="コネクタ: カギ線 19">
              <a:extLst>
                <a:ext uri="{FF2B5EF4-FFF2-40B4-BE49-F238E27FC236}">
                  <a16:creationId xmlns:a16="http://schemas.microsoft.com/office/drawing/2014/main" id="{C4A96BF0-DB4B-18C9-78C4-99EAE02646AC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コネクタ: カギ線 20">
              <a:extLst>
                <a:ext uri="{FF2B5EF4-FFF2-40B4-BE49-F238E27FC236}">
                  <a16:creationId xmlns:a16="http://schemas.microsoft.com/office/drawing/2014/main" id="{4FCC33F9-7D3C-F475-ED93-1BB647B985C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76490422-0C2A-3EFC-F580-D718DFC63728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CC5F9D76-DF4E-41DF-E683-88E08EF63045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125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B3069-FED1-EB5F-A52A-554E61259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矢印: 右 85">
            <a:extLst>
              <a:ext uri="{FF2B5EF4-FFF2-40B4-BE49-F238E27FC236}">
                <a16:creationId xmlns:a16="http://schemas.microsoft.com/office/drawing/2014/main" id="{31272275-6D7B-3088-9478-60ED8D8B913A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6AD6515-48A0-07E7-C0AC-04A6EB08AF4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C756BA0-2249-DDF0-C28C-672DA7A8CEA0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1E8E8F3A-5ECA-2A23-A045-D953BA152B21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E6AA96C3-FBC7-45CA-D228-43107691FA58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AA0F9F9F-A67F-E90B-A619-906B1B1CD4B2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6306A08-C5D8-3599-1654-585AD9962620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D6E3F45-A63E-ADC9-3614-7B6667654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75251A39-7F9B-CE1B-60B4-0A49D278EE9F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5C2FA5C-8B21-AF75-3666-97FB8D520196}"/>
              </a:ext>
            </a:extLst>
          </p:cNvPr>
          <p:cNvSpPr/>
          <p:nvPr/>
        </p:nvSpPr>
        <p:spPr>
          <a:xfrm>
            <a:off x="2849212" y="15855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0034437E-4344-AD58-D807-7A2085930B25}"/>
              </a:ext>
            </a:extLst>
          </p:cNvPr>
          <p:cNvGrpSpPr/>
          <p:nvPr/>
        </p:nvGrpSpPr>
        <p:grpSpPr>
          <a:xfrm>
            <a:off x="3890816" y="474252"/>
            <a:ext cx="5116793" cy="3070884"/>
            <a:chOff x="3717737" y="560389"/>
            <a:chExt cx="5116793" cy="307088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8A24920D-0823-CFC0-853B-54BD735D70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6526767-C815-096C-7680-37B89BC7D079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712A8579-5DD1-6DF5-609C-6381863E9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6620FC37-C4DC-32A8-8BEF-CF95EC57FA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tx2">
                  <a:lumMod val="60000"/>
                  <a:lumOff val="40000"/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2" name="コネクタ: カギ線 21">
              <a:extLst>
                <a:ext uri="{FF2B5EF4-FFF2-40B4-BE49-F238E27FC236}">
                  <a16:creationId xmlns:a16="http://schemas.microsoft.com/office/drawing/2014/main" id="{D0A334F1-B295-02E0-8C57-1B649A79C186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コネクタ: カギ線 22">
              <a:extLst>
                <a:ext uri="{FF2B5EF4-FFF2-40B4-BE49-F238E27FC236}">
                  <a16:creationId xmlns:a16="http://schemas.microsoft.com/office/drawing/2014/main" id="{1BC3C927-8DE1-3B9D-8BBF-63823903CE7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EB95B21-B1E6-75E3-D905-F6A9BE4C73F7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5F3A3314-EC34-60EC-FF77-00D18C11BAA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2484390-F0F3-A2DC-5859-443437B8CFAC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7979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BF54C-F2B2-1177-ECCD-057297EF0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5A6D0073-E434-51B0-2E2E-B22785C3135F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45C01E93-4A81-239B-1E57-4B45E35EFA9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C0776DA-F429-BC18-F1CD-6A39A15B9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0F0FE32-31AB-8932-8E8A-C9E5A48B3402}"/>
              </a:ext>
            </a:extLst>
          </p:cNvPr>
          <p:cNvSpPr/>
          <p:nvPr/>
        </p:nvSpPr>
        <p:spPr>
          <a:xfrm>
            <a:off x="6287803" y="1307951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履歴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5066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69975-A3E4-B931-F58B-AD7F2C11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703E717-B4C8-9735-B1B0-B6D343897613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18828A9B-7F59-B32A-8120-E3926CBE6058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4DD1C6C8-DF8E-A5E6-5DB5-0CFCE67651CE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06CE602-C7D9-F18A-DAB5-B6E6D188AFC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96246EA2-538D-EDCC-DBC9-80B7C17DE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998C2E3-E439-D537-798E-2F9C32C321FB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AB3C38C-23CB-3D6D-78E0-610DF8775EDE}"/>
              </a:ext>
            </a:extLst>
          </p:cNvPr>
          <p:cNvSpPr/>
          <p:nvPr/>
        </p:nvSpPr>
        <p:spPr>
          <a:xfrm>
            <a:off x="2849212" y="1896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9BC53769-3EB6-2518-DF3F-17DE2837DC68}"/>
              </a:ext>
            </a:extLst>
          </p:cNvPr>
          <p:cNvGrpSpPr/>
          <p:nvPr/>
        </p:nvGrpSpPr>
        <p:grpSpPr>
          <a:xfrm>
            <a:off x="4272070" y="1167088"/>
            <a:ext cx="4354284" cy="1488464"/>
            <a:chOff x="5764251" y="1853450"/>
            <a:chExt cx="1080000" cy="534507"/>
          </a:xfrm>
        </p:grpSpPr>
        <p:sp>
          <p:nvSpPr>
            <p:cNvPr id="21" name="フローチャート: 手作業 20">
              <a:extLst>
                <a:ext uri="{FF2B5EF4-FFF2-40B4-BE49-F238E27FC236}">
                  <a16:creationId xmlns:a16="http://schemas.microsoft.com/office/drawing/2014/main" id="{8804C603-A035-6A64-CC0F-4CE300922DF6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ABD15A9E-A54C-465E-21C5-63D8E7CC2EC3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DBE0EC9A-7956-7755-F2D7-3DD4AB05C833}"/>
              </a:ext>
            </a:extLst>
          </p:cNvPr>
          <p:cNvSpPr/>
          <p:nvPr/>
        </p:nvSpPr>
        <p:spPr>
          <a:xfrm>
            <a:off x="5428131" y="13705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92892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5C264-F569-7689-27AB-5E1127C51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7DF4739F-9111-8DFE-998C-A578208B5EE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397C8A13-5C45-E6BC-9188-4F99CE005F01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92C4C9D-5127-BFDC-DE49-E72E26D8984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125EE80-6E7B-48B3-06A9-81D8C49C0C1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2541FEC4-B583-4BC0-AB90-2E6ECD8638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6B0AA9F2-5529-9ACA-C46F-B3B74E25317E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2EF36AEA-9CE4-A698-9ED5-C25168D37F00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1119E4C-6205-DC3F-9718-8194B887ED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110D78D-9341-27C7-EC40-B4268B927F5A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34956033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F64E0-DCBA-A10C-3DEF-D712CE5A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460C1F1-ED3C-9715-C975-41E255747B0A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E4CCD4BE-B4B4-92DB-0984-3D2844912B6B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B129C5B2-2266-9C0B-97FD-317E4C4F65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5869" y="2408858"/>
            <a:ext cx="1008000" cy="100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B7EF791-752D-C789-65B2-5014F5DE91D0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7F57688-0D5E-B7B5-BE64-5214C448FB6B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999392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0F32-64FE-CA19-CAE4-A4FE03E3E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102C2E7E-F0D2-B0AA-114D-8332D35BD01C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7B70CD6C-C0A2-E59F-5E06-88CF4D8C2250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A9ED4A9-CF5D-5B4D-BE13-2F0320E951AD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DBCB217B-119A-7215-E06D-99391B9A3D48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79D1735-95CE-53D8-21C4-EAFE29B4CC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2410879"/>
            <a:ext cx="1008000" cy="100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07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8275F-89CA-A608-D720-7D0587162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5790355-C491-6BCB-1AF1-C036E4592FB0}"/>
              </a:ext>
            </a:extLst>
          </p:cNvPr>
          <p:cNvSpPr/>
          <p:nvPr/>
        </p:nvSpPr>
        <p:spPr>
          <a:xfrm>
            <a:off x="2849212" y="4736298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87D0DC1-A2F6-BB46-4F6C-07475B3ABED4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8A37C87-32BB-99FE-C815-74FFBE3ECB4D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9BF06C3-242E-A3F7-8BE0-AF18FC0EA369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A294784-95D2-4D1C-3C17-14C98F1D077B}"/>
              </a:ext>
            </a:extLst>
          </p:cNvPr>
          <p:cNvSpPr/>
          <p:nvPr/>
        </p:nvSpPr>
        <p:spPr>
          <a:xfrm>
            <a:off x="2833972" y="17953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E4BF4AD-12FA-C03E-83A6-9F8C18822C69}"/>
              </a:ext>
            </a:extLst>
          </p:cNvPr>
          <p:cNvSpPr/>
          <p:nvPr/>
        </p:nvSpPr>
        <p:spPr>
          <a:xfrm>
            <a:off x="5349670" y="102811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E52B36B-74CD-D2E0-564B-116B5FD998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6615" y="2203446"/>
            <a:ext cx="1008000" cy="1008000"/>
          </a:xfrm>
          <a:prstGeom prst="rect">
            <a:avLst/>
          </a:prstGeom>
        </p:spPr>
      </p:pic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BFDA74DD-57FD-523C-E8A7-D7390899FA7E}"/>
              </a:ext>
            </a:extLst>
          </p:cNvPr>
          <p:cNvSpPr/>
          <p:nvPr/>
        </p:nvSpPr>
        <p:spPr>
          <a:xfrm>
            <a:off x="6272563" y="1298490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BFE1C366-B10F-2D38-9F9F-CEA852B2A35E}"/>
              </a:ext>
            </a:extLst>
          </p:cNvPr>
          <p:cNvSpPr/>
          <p:nvPr/>
        </p:nvSpPr>
        <p:spPr>
          <a:xfrm>
            <a:off x="5364910" y="5379720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78D7A79-DCB0-86D4-74CD-123A95054530}"/>
              </a:ext>
            </a:extLst>
          </p:cNvPr>
          <p:cNvSpPr/>
          <p:nvPr/>
        </p:nvSpPr>
        <p:spPr>
          <a:xfrm>
            <a:off x="6290073" y="5524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501E9A1-659F-ECD5-098D-7F60E193103B}"/>
              </a:ext>
            </a:extLst>
          </p:cNvPr>
          <p:cNvSpPr/>
          <p:nvPr/>
        </p:nvSpPr>
        <p:spPr>
          <a:xfrm>
            <a:off x="6290073" y="6219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ED357CA1-11AB-989F-DCE3-B8CCA38AB4B6}"/>
              </a:ext>
            </a:extLst>
          </p:cNvPr>
          <p:cNvSpPr/>
          <p:nvPr/>
        </p:nvSpPr>
        <p:spPr>
          <a:xfrm>
            <a:off x="6290073" y="69141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5E79BD0B-6C2D-BED9-D3F3-B887E23E3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7691148"/>
            <a:ext cx="1008000" cy="1008791"/>
          </a:xfrm>
          <a:prstGeom prst="rect">
            <a:avLst/>
          </a:prstGeom>
        </p:spPr>
      </p:pic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8229EA8A-CB2B-D28D-FE3D-3A97A2BCB9DB}"/>
              </a:ext>
            </a:extLst>
          </p:cNvPr>
          <p:cNvCxnSpPr>
            <a:cxnSpLocks/>
          </p:cNvCxnSpPr>
          <p:nvPr/>
        </p:nvCxnSpPr>
        <p:spPr>
          <a:xfrm>
            <a:off x="5498756" y="6864052"/>
            <a:ext cx="36081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17422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2E340-85E8-FB33-24B7-1F0B52049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46B6114-42A3-66E9-5A3C-CB58EC5151D2}"/>
              </a:ext>
            </a:extLst>
          </p:cNvPr>
          <p:cNvSpPr/>
          <p:nvPr/>
        </p:nvSpPr>
        <p:spPr>
          <a:xfrm>
            <a:off x="2833972" y="177884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86AED3C-ABF1-25FE-0908-3492478F4B43}"/>
              </a:ext>
            </a:extLst>
          </p:cNvPr>
          <p:cNvSpPr/>
          <p:nvPr/>
        </p:nvSpPr>
        <p:spPr>
          <a:xfrm rot="5400000">
            <a:off x="6200571" y="4406894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8E5938E4-9CB3-0E1E-699F-A579C2F0E6DF}"/>
              </a:ext>
            </a:extLst>
          </p:cNvPr>
          <p:cNvSpPr txBox="1"/>
          <p:nvPr/>
        </p:nvSpPr>
        <p:spPr>
          <a:xfrm>
            <a:off x="6961686" y="456082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プル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094C39D-CAE7-1E56-BE36-33CE2CBA65DA}"/>
              </a:ext>
            </a:extLst>
          </p:cNvPr>
          <p:cNvSpPr/>
          <p:nvPr/>
        </p:nvSpPr>
        <p:spPr>
          <a:xfrm>
            <a:off x="2833972" y="5332110"/>
            <a:ext cx="7200000" cy="405497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CC3B264A-6266-0D89-9553-404DCFCDE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315" y="8379084"/>
            <a:ext cx="1008000" cy="1008000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D1DAFE4-66EA-F72B-320D-53DDB8E09F7A}"/>
              </a:ext>
            </a:extLst>
          </p:cNvPr>
          <p:cNvSpPr/>
          <p:nvPr/>
        </p:nvSpPr>
        <p:spPr>
          <a:xfrm>
            <a:off x="5349670" y="821306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E1115A5C-009C-7C02-F078-842CAEC9E797}"/>
              </a:ext>
            </a:extLst>
          </p:cNvPr>
          <p:cNvSpPr/>
          <p:nvPr/>
        </p:nvSpPr>
        <p:spPr>
          <a:xfrm>
            <a:off x="5349670" y="6017111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307EF4A-EE66-52CA-5961-B783203EDCD6}"/>
              </a:ext>
            </a:extLst>
          </p:cNvPr>
          <p:cNvSpPr/>
          <p:nvPr/>
        </p:nvSpPr>
        <p:spPr>
          <a:xfrm>
            <a:off x="6290073" y="62101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2C78391-D0A6-090E-FE7D-7CA075587C43}"/>
              </a:ext>
            </a:extLst>
          </p:cNvPr>
          <p:cNvSpPr/>
          <p:nvPr/>
        </p:nvSpPr>
        <p:spPr>
          <a:xfrm>
            <a:off x="6290073" y="69050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59545944-119E-8D6D-6074-6BBB6E78E5C6}"/>
              </a:ext>
            </a:extLst>
          </p:cNvPr>
          <p:cNvSpPr/>
          <p:nvPr/>
        </p:nvSpPr>
        <p:spPr>
          <a:xfrm>
            <a:off x="6290073" y="7599991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7223D01-DE13-8ABA-117C-C5C5964060AE}"/>
              </a:ext>
            </a:extLst>
          </p:cNvPr>
          <p:cNvSpPr/>
          <p:nvPr/>
        </p:nvSpPr>
        <p:spPr>
          <a:xfrm>
            <a:off x="6290073" y="9650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7DEA2FF2-E966-CCB0-6AD0-FE0C20587293}"/>
              </a:ext>
            </a:extLst>
          </p:cNvPr>
          <p:cNvSpPr/>
          <p:nvPr/>
        </p:nvSpPr>
        <p:spPr>
          <a:xfrm>
            <a:off x="6290073" y="16599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90D3182A-F80C-2897-5F40-F58B7599FC88}"/>
              </a:ext>
            </a:extLst>
          </p:cNvPr>
          <p:cNvSpPr/>
          <p:nvPr/>
        </p:nvSpPr>
        <p:spPr>
          <a:xfrm>
            <a:off x="6290073" y="2354891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4EB0F74-E5A8-D385-8139-498F318325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3139931"/>
            <a:ext cx="1008000" cy="1008791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39CB7C3-1218-57F3-5EBD-4E24BFCCDA4A}"/>
              </a:ext>
            </a:extLst>
          </p:cNvPr>
          <p:cNvSpPr/>
          <p:nvPr/>
        </p:nvSpPr>
        <p:spPr>
          <a:xfrm>
            <a:off x="7796475" y="4463548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9590B9B9-BD48-F236-62D9-A2E210D22FFA}"/>
              </a:ext>
            </a:extLst>
          </p:cNvPr>
          <p:cNvCxnSpPr>
            <a:cxnSpLocks/>
          </p:cNvCxnSpPr>
          <p:nvPr/>
        </p:nvCxnSpPr>
        <p:spPr>
          <a:xfrm>
            <a:off x="5498756" y="7543678"/>
            <a:ext cx="36081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18828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C1BAA-C278-6CF6-6B78-7B806AC15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1960EE7-25F0-243B-2A87-39643BBCC9D5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DE788118-A90F-3A74-DE84-F951C36CF753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F0C894CF-29BB-E97B-E7E8-EC04B7C21D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pic>
        <p:nvPicPr>
          <p:cNvPr id="1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762F170C-0C86-43B0-BB9B-A687D092A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287FF660-B168-A24E-6572-852F32DD2566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D204D53-AEC6-D07C-1CC2-1608630536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6F838A21-8A72-9E10-024E-9840FE6307AA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16465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2C918-07A6-148F-D509-C7789271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208FE0-32B6-33D1-18FC-757A397814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3807AFD-4DE2-2A10-C8FB-44F03D19B0D5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B1FAAAD4-FA04-5F72-3BBA-5E91DB9DD1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978E55E-D1F4-61EA-29F7-7FE7588AC8F0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582C82A7-84A5-90A1-242F-296D5F02A17D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25E9AD5A-0F78-CDAD-B26D-41699AF46F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8D489AE9-8BB2-998A-48F5-5A707D1C350E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FF3A030C-F3CC-8C47-B759-082500F8BD03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4A91EF5-DD81-C7F5-E06B-632EFDEA8FCA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0D644E9-E5A1-61E6-D4FC-14934CD4CBED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0BD46DE-2E3D-528A-9DBC-6A77D9C3E0E5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8A9EEEE1-1661-1FCC-1C04-B6A3031ADA99}"/>
              </a:ext>
            </a:extLst>
          </p:cNvPr>
          <p:cNvSpPr/>
          <p:nvPr/>
        </p:nvSpPr>
        <p:spPr>
          <a:xfrm rot="5400000">
            <a:off x="7818275" y="1450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460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517B7-392F-AF19-90F3-E6C20E61A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矢印: 右 11">
            <a:extLst>
              <a:ext uri="{FF2B5EF4-FFF2-40B4-BE49-F238E27FC236}">
                <a16:creationId xmlns:a16="http://schemas.microsoft.com/office/drawing/2014/main" id="{475A0190-6ECA-B767-7BE3-B2C0968AF607}"/>
              </a:ext>
            </a:extLst>
          </p:cNvPr>
          <p:cNvSpPr/>
          <p:nvPr/>
        </p:nvSpPr>
        <p:spPr>
          <a:xfrm rot="5400000">
            <a:off x="6660883" y="344154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858A2D48-31BD-8451-C2E0-B044ADCEF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7535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05DAF5-5502-93C6-81F3-3761D1C7B0D7}"/>
              </a:ext>
            </a:extLst>
          </p:cNvPr>
          <p:cNvSpPr txBox="1"/>
          <p:nvPr/>
        </p:nvSpPr>
        <p:spPr>
          <a:xfrm>
            <a:off x="4853937" y="4226665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708E6CE-5B3D-3CA5-EC5B-A9409E744174}"/>
              </a:ext>
            </a:extLst>
          </p:cNvPr>
          <p:cNvCxnSpPr>
            <a:cxnSpLocks/>
          </p:cNvCxnSpPr>
          <p:nvPr/>
        </p:nvCxnSpPr>
        <p:spPr>
          <a:xfrm>
            <a:off x="4419224" y="4742378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614CA35A-EBDC-533F-E45D-D1A8BDBF94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9416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E0F72E2F-78D1-775C-C67E-0569560C0A65}"/>
              </a:ext>
            </a:extLst>
          </p:cNvPr>
          <p:cNvSpPr/>
          <p:nvPr/>
        </p:nvSpPr>
        <p:spPr>
          <a:xfrm>
            <a:off x="4030824" y="4802553"/>
            <a:ext cx="5467739" cy="220336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11D7DE6-6EB2-DC85-FEAE-D63994B459B1}"/>
              </a:ext>
            </a:extLst>
          </p:cNvPr>
          <p:cNvSpPr/>
          <p:nvPr/>
        </p:nvSpPr>
        <p:spPr>
          <a:xfrm>
            <a:off x="4282751" y="5686849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283EC7C2-45BE-A4D5-26AE-195498E13A7B}"/>
              </a:ext>
            </a:extLst>
          </p:cNvPr>
          <p:cNvCxnSpPr>
            <a:cxnSpLocks/>
          </p:cNvCxnSpPr>
          <p:nvPr/>
        </p:nvCxnSpPr>
        <p:spPr>
          <a:xfrm>
            <a:off x="4414384" y="4745889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" name="図 4">
            <a:extLst>
              <a:ext uri="{FF2B5EF4-FFF2-40B4-BE49-F238E27FC236}">
                <a16:creationId xmlns:a16="http://schemas.microsoft.com/office/drawing/2014/main" id="{C668754C-23A2-9991-E237-33F0083D0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52034"/>
            <a:ext cx="1080000" cy="10800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0BE13FB-3B40-A2A5-8AC9-AFE2F89368A8}"/>
              </a:ext>
            </a:extLst>
          </p:cNvPr>
          <p:cNvSpPr txBox="1"/>
          <p:nvPr/>
        </p:nvSpPr>
        <p:spPr>
          <a:xfrm>
            <a:off x="4853937" y="43116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F8B3338-B660-8479-84FF-3BF3F4FE80FD}"/>
              </a:ext>
            </a:extLst>
          </p:cNvPr>
          <p:cNvCxnSpPr>
            <a:cxnSpLocks/>
          </p:cNvCxnSpPr>
          <p:nvPr/>
        </p:nvCxnSpPr>
        <p:spPr>
          <a:xfrm>
            <a:off x="4419224" y="94687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図 8">
            <a:extLst>
              <a:ext uri="{FF2B5EF4-FFF2-40B4-BE49-F238E27FC236}">
                <a16:creationId xmlns:a16="http://schemas.microsoft.com/office/drawing/2014/main" id="{F2E2D3A8-108F-8192-7E10-A7BBE84A0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33915"/>
            <a:ext cx="1080000" cy="1080000"/>
          </a:xfrm>
          <a:prstGeom prst="rect">
            <a:avLst/>
          </a:prstGeom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C4741B1-34C8-CDA2-431F-EF5C2E997010}"/>
              </a:ext>
            </a:extLst>
          </p:cNvPr>
          <p:cNvSpPr/>
          <p:nvPr/>
        </p:nvSpPr>
        <p:spPr>
          <a:xfrm>
            <a:off x="4030824" y="1007052"/>
            <a:ext cx="5467739" cy="220336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DEDE76D-048A-884B-6E0B-54C3FE117A04}"/>
              </a:ext>
            </a:extLst>
          </p:cNvPr>
          <p:cNvSpPr/>
          <p:nvPr/>
        </p:nvSpPr>
        <p:spPr>
          <a:xfrm>
            <a:off x="4282751" y="189134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5BC9A3F7-F243-298C-033C-DDA3C2864CD9}"/>
              </a:ext>
            </a:extLst>
          </p:cNvPr>
          <p:cNvCxnSpPr>
            <a:cxnSpLocks/>
          </p:cNvCxnSpPr>
          <p:nvPr/>
        </p:nvCxnSpPr>
        <p:spPr>
          <a:xfrm>
            <a:off x="4414384" y="95038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4C58CA9-F931-708E-12F8-7643C4A3D6BE}"/>
              </a:ext>
            </a:extLst>
          </p:cNvPr>
          <p:cNvSpPr txBox="1"/>
          <p:nvPr/>
        </p:nvSpPr>
        <p:spPr>
          <a:xfrm>
            <a:off x="6761672" y="1192382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F8720C4-C7DE-B2FA-1DF2-686AB92C9253}"/>
              </a:ext>
            </a:extLst>
          </p:cNvPr>
          <p:cNvSpPr txBox="1"/>
          <p:nvPr/>
        </p:nvSpPr>
        <p:spPr>
          <a:xfrm>
            <a:off x="6761672" y="4989947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79B2EEAA-EEB6-311B-4964-B9A0C8F31CF4}"/>
              </a:ext>
            </a:extLst>
          </p:cNvPr>
          <p:cNvGrpSpPr/>
          <p:nvPr/>
        </p:nvGrpSpPr>
        <p:grpSpPr>
          <a:xfrm>
            <a:off x="5791689" y="5614730"/>
            <a:ext cx="1751021" cy="871225"/>
            <a:chOff x="7288481" y="5613979"/>
            <a:chExt cx="1751021" cy="87122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8E9C9E76-5FDA-359F-FFE9-B207CCBBE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9F83657C-D3CD-3087-4831-93AE181AA5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FECF7ACE-AFD0-5C3F-2A4C-F85EBD8729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09703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BD472-C2FF-6515-1F0A-E326D66D0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F6BC256-F926-9A86-BEDA-2F4E5710F474}"/>
              </a:ext>
            </a:extLst>
          </p:cNvPr>
          <p:cNvSpPr/>
          <p:nvPr/>
        </p:nvSpPr>
        <p:spPr>
          <a:xfrm>
            <a:off x="5844664" y="3377801"/>
            <a:ext cx="54837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2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8162DE6-BFCA-6DE5-49DB-F73D12216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391958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0499307-C644-0612-974E-A9C34452FD6C}"/>
              </a:ext>
            </a:extLst>
          </p:cNvPr>
          <p:cNvSpPr txBox="1"/>
          <p:nvPr/>
        </p:nvSpPr>
        <p:spPr>
          <a:xfrm>
            <a:off x="4853937" y="277108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4453DACD-759C-8097-984A-39F3DA4FFFA5}"/>
              </a:ext>
            </a:extLst>
          </p:cNvPr>
          <p:cNvCxnSpPr>
            <a:cxnSpLocks/>
          </p:cNvCxnSpPr>
          <p:nvPr/>
        </p:nvCxnSpPr>
        <p:spPr>
          <a:xfrm>
            <a:off x="4419224" y="328680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8181574-FB49-0C4C-6118-99DD3247D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173839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5BA05DF7-A939-F8A5-6D4C-B9D8326A0C45}"/>
              </a:ext>
            </a:extLst>
          </p:cNvPr>
          <p:cNvSpPr/>
          <p:nvPr/>
        </p:nvSpPr>
        <p:spPr>
          <a:xfrm>
            <a:off x="4282751" y="4651157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4"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C1C7292-B9DC-6587-D601-27A6BEEA0B76}"/>
              </a:ext>
            </a:extLst>
          </p:cNvPr>
          <p:cNvCxnSpPr>
            <a:cxnSpLocks/>
          </p:cNvCxnSpPr>
          <p:nvPr/>
        </p:nvCxnSpPr>
        <p:spPr>
          <a:xfrm>
            <a:off x="4414384" y="3290312"/>
            <a:ext cx="1408521" cy="169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B48F111C-5883-5771-4075-AC5D041439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4570584"/>
            <a:ext cx="871225" cy="871225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C6E6382-38D5-090C-805B-E2661597414A}"/>
              </a:ext>
            </a:extLst>
          </p:cNvPr>
          <p:cNvSpPr txBox="1"/>
          <p:nvPr/>
        </p:nvSpPr>
        <p:spPr>
          <a:xfrm>
            <a:off x="7636437" y="42012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比較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CF1A0BD4-FE79-5183-1181-72CC432722EC}"/>
              </a:ext>
            </a:extLst>
          </p:cNvPr>
          <p:cNvSpPr/>
          <p:nvPr/>
        </p:nvSpPr>
        <p:spPr>
          <a:xfrm>
            <a:off x="3890816" y="3238444"/>
            <a:ext cx="7771097" cy="283105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</p:spTree>
    <p:extLst>
      <p:ext uri="{BB962C8B-B14F-4D97-AF65-F5344CB8AC3E}">
        <p14:creationId xmlns:p14="http://schemas.microsoft.com/office/powerpoint/2010/main" val="34788546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45BFD-8FE0-E0D8-50E7-9B3BDFDA7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11AFC6A1-9663-ACEB-9E7D-9B9678959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1926AA5-538C-B90F-B725-919D958B50E7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FB8A0D47-D166-0167-3B80-09C99E55AEC2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37ACE35A-92CC-9B6C-44CC-F55711907D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958E087C-C091-9BBE-9C40-C57C3F63C848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DCAD73E9-77C6-9254-9692-6F27FF86121F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CFA699CA-819B-8FD6-6400-7360F418C618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ED23013D-1190-016C-557F-D386DCD2D2FA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9FC38039-66FE-4ED5-A334-1F0B393F7C7C}"/>
              </a:ext>
            </a:extLst>
          </p:cNvPr>
          <p:cNvGrpSpPr/>
          <p:nvPr/>
        </p:nvGrpSpPr>
        <p:grpSpPr>
          <a:xfrm>
            <a:off x="5791689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CB48F157-58E1-41A8-A5A7-A46D3F6ADE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F431D4F9-3ED5-D04C-DF56-EF42B4FDB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C9413C24-5B9E-C5BA-D09D-03B1E5E219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7DDE0DD-88C8-942A-E37C-E61E9B6DB7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2C387B7-5645-9695-33BA-42BE88808692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4C2CCCC0-2B6C-E585-9FBF-1E0F8029C7EB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EEBD0919-7E68-6B71-0973-A6F7A4C018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4D454CDE-2E83-2424-88AA-00F0B05605AC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335F66B5-92BB-89C2-ADA6-A707D92351DE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DF63CD4C-C3F4-A799-E349-DB909B1AAF05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70C1ECCC-602A-73DE-8E8D-AA84238988C5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25F829FB-B368-8780-40F5-6D8990B0762E}"/>
              </a:ext>
            </a:extLst>
          </p:cNvPr>
          <p:cNvSpPr/>
          <p:nvPr/>
        </p:nvSpPr>
        <p:spPr>
          <a:xfrm>
            <a:off x="7075772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4226FAF2-115C-58E8-C645-890643A28B01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527116D7-AD7F-D595-0FE4-7205DDDF2298}"/>
              </a:ext>
            </a:extLst>
          </p:cNvPr>
          <p:cNvGrpSpPr/>
          <p:nvPr/>
        </p:nvGrpSpPr>
        <p:grpSpPr>
          <a:xfrm>
            <a:off x="5794795" y="5533871"/>
            <a:ext cx="1751021" cy="871225"/>
            <a:chOff x="7288481" y="5613979"/>
            <a:chExt cx="1751021" cy="87122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4A442252-17C6-E044-029D-A553D72C35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1CFD534-142B-81E6-78AB-914974AA641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B2C9884D-81D8-62EB-D7ED-2DA7ED8596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5255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91876-2BFC-32DF-AB25-E8AE148C3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0A156F2-65FB-366E-70F2-61E92390E1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0C903E1-796D-B1FA-9007-848D9D3A56CE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1EEB92A4-3BE0-EB73-AF4E-D0AB5D99ABE7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AB0E52F5-1AE4-8CF0-23BB-15AA81166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9855422C-C74A-1A42-06DB-7DA2BCD47220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B17CE71F-475B-3D59-EA50-63CE4718753A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20712DC1-8039-B2E5-962B-BAF7000D86D9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6C9F4B8E-9EEC-3BA7-0EBA-C43C1F4C7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7E21E00-AFB6-4F15-A889-4A5927091E5C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5764B3D9-96B3-78D2-52FA-3FBD2546EAD1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2062A5EF-0275-A2AD-550E-7CCD983A13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4D8BF8F8-65B0-43A4-8133-FD3C8325BE14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FD05884F-A8A7-61D4-9929-18BC12ECF268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EE7B905D-9789-6596-C3D3-D14AED937138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C1BC62D7-3D9E-1515-0833-7EDABD3174EA}"/>
              </a:ext>
            </a:extLst>
          </p:cNvPr>
          <p:cNvSpPr/>
          <p:nvPr/>
        </p:nvSpPr>
        <p:spPr>
          <a:xfrm>
            <a:off x="7075772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5E919CB3-8EAB-B622-F15B-F42641E896B4}"/>
              </a:ext>
            </a:extLst>
          </p:cNvPr>
          <p:cNvSpPr/>
          <p:nvPr/>
        </p:nvSpPr>
        <p:spPr>
          <a:xfrm>
            <a:off x="7075772" y="1095994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555A984-E3F5-7002-60BD-FC31C608824D}"/>
              </a:ext>
            </a:extLst>
          </p:cNvPr>
          <p:cNvSpPr/>
          <p:nvPr/>
        </p:nvSpPr>
        <p:spPr>
          <a:xfrm>
            <a:off x="9540775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E3720D7-9ED3-7859-D668-5AE5ADA391D2}"/>
              </a:ext>
            </a:extLst>
          </p:cNvPr>
          <p:cNvCxnSpPr>
            <a:cxnSpLocks/>
          </p:cNvCxnSpPr>
          <p:nvPr/>
        </p:nvCxnSpPr>
        <p:spPr>
          <a:xfrm flipV="1">
            <a:off x="9032249" y="5158761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ABED6E2-CC4A-C977-1989-E89712F9F4ED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08029C2E-C46A-9B6B-201F-68164E7BE556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06E2447B-D38E-8ECF-51C6-6FD9540454B4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7C11FE86-A809-C524-0632-3E4485F300D9}"/>
              </a:ext>
            </a:extLst>
          </p:cNvPr>
          <p:cNvGrpSpPr/>
          <p:nvPr/>
        </p:nvGrpSpPr>
        <p:grpSpPr>
          <a:xfrm>
            <a:off x="5791689" y="1733198"/>
            <a:ext cx="1751021" cy="871225"/>
            <a:chOff x="7288481" y="5613979"/>
            <a:chExt cx="1751021" cy="871225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1E80F37F-3095-0BB1-EF01-FD44A29077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DF8893DE-2F47-3308-BDAB-9B680135F1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1C41BF8E-2F9C-6103-8468-D9BAD32685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98630871-36DC-4FDA-5AA3-31F92B164BE5}"/>
              </a:ext>
            </a:extLst>
          </p:cNvPr>
          <p:cNvGrpSpPr/>
          <p:nvPr/>
        </p:nvGrpSpPr>
        <p:grpSpPr>
          <a:xfrm>
            <a:off x="5794795" y="5533871"/>
            <a:ext cx="1751021" cy="871225"/>
            <a:chOff x="7288481" y="5613979"/>
            <a:chExt cx="1751021" cy="871225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01DAC588-EC8F-6037-9F97-3C6C7F3D3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02850B72-2F47-1D72-E9B9-44D84A274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30B83D73-5C89-2AC7-26F7-417E7D6A1A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213375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3E2ED-8060-012F-39B4-54C39E01D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9241ECE-CE2B-147E-EDAC-8623A3233B49}"/>
              </a:ext>
            </a:extLst>
          </p:cNvPr>
          <p:cNvSpPr/>
          <p:nvPr/>
        </p:nvSpPr>
        <p:spPr>
          <a:xfrm>
            <a:off x="7075772" y="3179000"/>
            <a:ext cx="1800000" cy="50400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CD6B5C48-EC2E-81DD-5BEC-7E95F1E47D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1289494"/>
            <a:ext cx="1080000" cy="1080000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78D3202-09EC-793A-002D-BC582B3BB91F}"/>
              </a:ext>
            </a:extLst>
          </p:cNvPr>
          <p:cNvSpPr txBox="1"/>
          <p:nvPr/>
        </p:nvSpPr>
        <p:spPr>
          <a:xfrm>
            <a:off x="4853937" y="16686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A9B6AE7-ACB0-28E0-B076-065DCC90C68C}"/>
              </a:ext>
            </a:extLst>
          </p:cNvPr>
          <p:cNvCxnSpPr>
            <a:cxnSpLocks/>
          </p:cNvCxnSpPr>
          <p:nvPr/>
        </p:nvCxnSpPr>
        <p:spPr>
          <a:xfrm>
            <a:off x="4414384" y="21843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1" name="図 20">
            <a:extLst>
              <a:ext uri="{FF2B5EF4-FFF2-40B4-BE49-F238E27FC236}">
                <a16:creationId xmlns:a16="http://schemas.microsoft.com/office/drawing/2014/main" id="{01CF264A-E915-EF54-1786-E15F873B75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2071375"/>
            <a:ext cx="1080000" cy="1080000"/>
          </a:xfrm>
          <a:prstGeom prst="rect">
            <a:avLst/>
          </a:prstGeom>
        </p:spPr>
      </p:pic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64F3E161-A78E-303C-EF71-1E0C4F1322BA}"/>
              </a:ext>
            </a:extLst>
          </p:cNvPr>
          <p:cNvSpPr/>
          <p:nvPr/>
        </p:nvSpPr>
        <p:spPr>
          <a:xfrm>
            <a:off x="4030824" y="2216520"/>
            <a:ext cx="8042988" cy="248800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48F2D42A-5B94-069A-5020-3C1F529E8719}"/>
              </a:ext>
            </a:extLst>
          </p:cNvPr>
          <p:cNvSpPr/>
          <p:nvPr/>
        </p:nvSpPr>
        <p:spPr>
          <a:xfrm>
            <a:off x="5833587" y="2300969"/>
            <a:ext cx="5075713" cy="177743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F1F30B2A-5A31-BC90-8415-90934C7A38AE}"/>
              </a:ext>
            </a:extLst>
          </p:cNvPr>
          <p:cNvSpPr/>
          <p:nvPr/>
        </p:nvSpPr>
        <p:spPr>
          <a:xfrm>
            <a:off x="7075772" y="23996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9" name="吹き出し: 線 8">
            <a:extLst>
              <a:ext uri="{FF2B5EF4-FFF2-40B4-BE49-F238E27FC236}">
                <a16:creationId xmlns:a16="http://schemas.microsoft.com/office/drawing/2014/main" id="{911B6994-D337-A2B9-A664-2968BC6376ED}"/>
              </a:ext>
            </a:extLst>
          </p:cNvPr>
          <p:cNvSpPr/>
          <p:nvPr/>
        </p:nvSpPr>
        <p:spPr>
          <a:xfrm>
            <a:off x="9440753" y="2862488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/>
              <a:t>入力チェックを追加</a:t>
            </a:r>
          </a:p>
        </p:txBody>
      </p:sp>
      <p:sp>
        <p:nvSpPr>
          <p:cNvPr id="11" name="吹き出し: 線 10">
            <a:extLst>
              <a:ext uri="{FF2B5EF4-FFF2-40B4-BE49-F238E27FC236}">
                <a16:creationId xmlns:a16="http://schemas.microsoft.com/office/drawing/2014/main" id="{D5CD4B9D-F6BD-225E-B399-1D922216317C}"/>
              </a:ext>
            </a:extLst>
          </p:cNvPr>
          <p:cNvSpPr/>
          <p:nvPr/>
        </p:nvSpPr>
        <p:spPr>
          <a:xfrm>
            <a:off x="9440753" y="2138034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 b="1" dirty="0"/>
              <a:t>ログイン機能を実装</a:t>
            </a:r>
            <a:endParaRPr kumimoji="1" lang="ja-JP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6302697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FCC58-A8B9-03AA-1CFD-645DE5CC7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04245BF-F307-0443-E2E2-DBD213E93D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73DC828-94AE-7C6C-1702-F6D052FA5FDF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DF812625-5A56-4049-7C18-F9611C1F4DD8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0DB5CB79-C1FD-8F70-497F-BC80030E4E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BAB6D178-36AA-4BE3-3EB5-155749B73021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9096F0A9-45E7-8141-92FE-81239D37F09C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C063B2C2-9FAE-B311-3D8C-8BD75BB48C89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48A37C5D-1BC4-456A-29D8-D027CADA6A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A2093D48-60B7-7FDD-F559-874C6FD97714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B0383652-6332-520E-96C1-550701DB6E6B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DDCAFDE6-8A43-57BC-3535-446ACF2224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2C59E482-B7B0-5A33-4A63-7ECF52BC1165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7D01923D-4954-65AE-6CF6-B338F506B6D5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81A2F324-9397-2C7B-F8BC-BEB3E89606BA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02B8950A-8B12-138B-760B-97155CEB1CBA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6D428834-B580-1D5C-5163-88F0D303E7D1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74351ED4-B33A-910D-75C1-C31B87FD6FF1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77FB5736-B804-F7B9-B4F9-2A7BEF75D9C2}"/>
              </a:ext>
            </a:extLst>
          </p:cNvPr>
          <p:cNvGrpSpPr/>
          <p:nvPr/>
        </p:nvGrpSpPr>
        <p:grpSpPr>
          <a:xfrm>
            <a:off x="5791689" y="1733198"/>
            <a:ext cx="1751021" cy="871225"/>
            <a:chOff x="7288481" y="5613979"/>
            <a:chExt cx="1751021" cy="871225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A08C3111-E81A-4506-855A-214D38602C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918655C3-EC1D-02CC-623C-CD90BEA348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61AAB5C4-855F-CDC7-BD97-2AB92A698B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4" name="図 13">
            <a:extLst>
              <a:ext uri="{FF2B5EF4-FFF2-40B4-BE49-F238E27FC236}">
                <a16:creationId xmlns:a16="http://schemas.microsoft.com/office/drawing/2014/main" id="{E6068BDC-AF9E-7A2B-BC20-09C5957395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4795" y="5533871"/>
            <a:ext cx="871225" cy="871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1682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6007F-EE34-014E-7B04-CB81E6C11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D08C016-C837-2829-D20F-D5CF49941A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5BA3302-0FA7-3854-A894-EFA68CA206AC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71887134-A37F-2D13-97CC-DDE074F71C87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C6EAE1B2-8419-0619-B2B5-0E43723541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EE203DAA-8E5B-7282-6720-EB8D633D752C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32AC4378-F592-863C-3B90-B7BD90222144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FF98FA4F-2CFF-0D25-8DC3-923E80FF9C9E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4ABA3A7B-CE93-D02A-BA40-60D987A4D2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258A73E-7B47-4072-0CE1-7083564FA7EF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E3045EC8-0429-6E05-F394-2FD49AD1623B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43897156-9506-1A76-0806-B59092312C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E9045FB3-73EC-1819-0A14-2C554D0BCAE3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93DE4F51-83AB-FC42-4ABE-8827C09EFAE9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EDF5FFEE-1E77-79F9-BA17-78E62BB7B967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266F6A32-59DF-06C6-0E59-9EB61E69334C}"/>
              </a:ext>
            </a:extLst>
          </p:cNvPr>
          <p:cNvSpPr/>
          <p:nvPr/>
        </p:nvSpPr>
        <p:spPr>
          <a:xfrm>
            <a:off x="7075772" y="1095994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FFC765C-9699-0450-1CC7-C7B4CC266DEF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7EBFCFEA-64EA-AB83-189C-D7A46B18D0C1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92EAB8D0-4BBF-9749-28D2-A0C9981B9B88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96F90808-2946-14C2-49BD-29B7A3F71589}"/>
              </a:ext>
            </a:extLst>
          </p:cNvPr>
          <p:cNvGrpSpPr/>
          <p:nvPr/>
        </p:nvGrpSpPr>
        <p:grpSpPr>
          <a:xfrm>
            <a:off x="5791689" y="1733198"/>
            <a:ext cx="1751021" cy="871225"/>
            <a:chOff x="7288481" y="5613979"/>
            <a:chExt cx="1751021" cy="871225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76518EE9-E8D9-0BC1-0D08-63159F8CC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F886B656-656C-CFB7-1FEC-4579807D31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DADED526-5074-CD51-13B0-7E6B97D999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2B4820F3-68BC-EED5-D0FA-7C7E42C01DD8}"/>
              </a:ext>
            </a:extLst>
          </p:cNvPr>
          <p:cNvGrpSpPr/>
          <p:nvPr/>
        </p:nvGrpSpPr>
        <p:grpSpPr>
          <a:xfrm>
            <a:off x="5794795" y="5533871"/>
            <a:ext cx="1751021" cy="871225"/>
            <a:chOff x="7288481" y="5613979"/>
            <a:chExt cx="1751021" cy="871225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8C4FDB37-49A9-53A1-D1EC-D41180EDD2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CE48F0E0-B0F9-CA03-7F4A-1CA30C9BDE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57A4F343-91EC-FACB-2B37-2AF979E5D3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767536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2AAB1-E73C-232F-3C4D-8AE4CF9AF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FC497AB6-A52E-016B-971D-033141EF79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ECA8800-9F70-593A-77AC-628AF7936E4C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2F683CF9-D217-78DA-8E03-1BBFEAD6EF08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DA4F5C9D-27F6-7F2B-1EBB-BE59C0A534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8D283EE6-98EE-DEC0-76F4-AE6246AD6123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17E46B08-9424-D426-7CEA-BD75B52235AB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600EC2A4-5BD2-8A94-0A46-2E549C7F4C0C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4DB8D223-B88E-FA63-CFE0-12ABDABB19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E8256B17-D795-0796-C56F-A075B00DC208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B5441CC6-55B8-C133-B199-8D069FD25C13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C56CF96B-363A-0B4D-8AD7-2E3CE4D969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894EBA1D-2077-CE54-6C97-342E0E4D1F80}"/>
              </a:ext>
            </a:extLst>
          </p:cNvPr>
          <p:cNvSpPr/>
          <p:nvPr/>
        </p:nvSpPr>
        <p:spPr>
          <a:xfrm>
            <a:off x="4282751" y="637805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CDD748BF-1277-49E6-2E05-09FB4FFA1ADE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81E076BF-BEA3-B27B-46BD-18D20CBE6510}"/>
              </a:ext>
            </a:extLst>
          </p:cNvPr>
          <p:cNvSpPr/>
          <p:nvPr/>
        </p:nvSpPr>
        <p:spPr>
          <a:xfrm>
            <a:off x="5833587" y="4784092"/>
            <a:ext cx="5748505" cy="1420967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526E689C-6FFC-6903-D368-210201903625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6ED13B17-F854-0EA2-090A-6AAD785CA10C}"/>
              </a:ext>
            </a:extLst>
          </p:cNvPr>
          <p:cNvSpPr/>
          <p:nvPr/>
        </p:nvSpPr>
        <p:spPr>
          <a:xfrm rot="5400000">
            <a:off x="7757770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1E7082D8-B7D1-D6B3-703A-E697A6D0F1EC}"/>
              </a:ext>
            </a:extLst>
          </p:cNvPr>
          <p:cNvSpPr/>
          <p:nvPr/>
        </p:nvSpPr>
        <p:spPr>
          <a:xfrm>
            <a:off x="4030824" y="4699643"/>
            <a:ext cx="8042988" cy="2986259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85A3FEAA-EFCB-1C35-4C26-37C1BF38AD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1689" y="1733198"/>
            <a:ext cx="871225" cy="871225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FD87FD42-F96A-6AE3-1FE6-DFD931B71C39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1485" y="1733198"/>
            <a:ext cx="871225" cy="871225"/>
          </a:xfrm>
          <a:prstGeom prst="rect">
            <a:avLst/>
          </a:prstGeom>
        </p:spPr>
      </p:pic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C94FDBAB-1827-CCF1-3CD1-B2EE7CA700E0}"/>
              </a:ext>
            </a:extLst>
          </p:cNvPr>
          <p:cNvCxnSpPr>
            <a:cxnSpLocks/>
          </p:cNvCxnSpPr>
          <p:nvPr/>
        </p:nvCxnSpPr>
        <p:spPr>
          <a:xfrm flipV="1">
            <a:off x="6487199" y="2168810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D74B09FC-FC87-BE4E-5016-7EE82F9630DC}"/>
              </a:ext>
            </a:extLst>
          </p:cNvPr>
          <p:cNvGrpSpPr/>
          <p:nvPr/>
        </p:nvGrpSpPr>
        <p:grpSpPr>
          <a:xfrm>
            <a:off x="5785535" y="6292797"/>
            <a:ext cx="1754757" cy="871225"/>
            <a:chOff x="5813135" y="5530326"/>
            <a:chExt cx="1754757" cy="871225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5C9A4D0C-AECB-D685-5853-FEA01043A4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96667" y="5530326"/>
              <a:ext cx="871225" cy="871225"/>
            </a:xfrm>
            <a:prstGeom prst="rect">
              <a:avLst/>
            </a:prstGeom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CD87833E-8F08-49A9-9D48-D3262E3006B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13135" y="5530326"/>
              <a:ext cx="871225" cy="871225"/>
            </a:xfrm>
            <a:prstGeom prst="rect">
              <a:avLst/>
            </a:prstGeom>
          </p:spPr>
        </p:pic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2CDE3A23-0505-8F42-0BCB-78E1041E15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90305" y="5965938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65630FB2-22BD-FD23-A9AB-E9903BFE022A}"/>
              </a:ext>
            </a:extLst>
          </p:cNvPr>
          <p:cNvSpPr/>
          <p:nvPr/>
        </p:nvSpPr>
        <p:spPr>
          <a:xfrm>
            <a:off x="7091813" y="1061058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822C5B8-F104-D4EF-4874-098826FC499C}"/>
              </a:ext>
            </a:extLst>
          </p:cNvPr>
          <p:cNvSpPr/>
          <p:nvPr/>
        </p:nvSpPr>
        <p:spPr>
          <a:xfrm>
            <a:off x="7091813" y="5579428"/>
            <a:ext cx="1800000" cy="504000"/>
          </a:xfrm>
          <a:prstGeom prst="round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tx1"/>
                </a:solidFill>
              </a:rPr>
              <a:t>変更履歴</a:t>
            </a:r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C51E1C23-FACA-B013-2CEC-274A75867650}"/>
              </a:ext>
            </a:extLst>
          </p:cNvPr>
          <p:cNvSpPr/>
          <p:nvPr/>
        </p:nvSpPr>
        <p:spPr>
          <a:xfrm>
            <a:off x="7091813" y="4896428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42363157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5A7FD-F001-63B0-FF1E-AF34BEE64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76981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3F069-A745-B247-0F5E-45C0434DD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7023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6ECCA-89DC-8F9D-6599-F6565BC57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7FDFEBE7-3B38-1407-FE4C-E85700BC996C}"/>
              </a:ext>
            </a:extLst>
          </p:cNvPr>
          <p:cNvSpPr/>
          <p:nvPr/>
        </p:nvSpPr>
        <p:spPr>
          <a:xfrm>
            <a:off x="4030824" y="4470278"/>
            <a:ext cx="8042988" cy="229882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9089E4E-3DBD-C615-14A8-1C4E859E3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5432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C9EF7F8-DE95-DC6F-958B-4D8C0B495CE4}"/>
              </a:ext>
            </a:extLst>
          </p:cNvPr>
          <p:cNvSpPr txBox="1"/>
          <p:nvPr/>
        </p:nvSpPr>
        <p:spPr>
          <a:xfrm>
            <a:off x="4853937" y="39223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B2DFD4D-6D47-59DF-C554-BAFE1E141B20}"/>
              </a:ext>
            </a:extLst>
          </p:cNvPr>
          <p:cNvCxnSpPr>
            <a:cxnSpLocks/>
          </p:cNvCxnSpPr>
          <p:nvPr/>
        </p:nvCxnSpPr>
        <p:spPr>
          <a:xfrm>
            <a:off x="4419224" y="44380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CD5D905F-70F7-A17F-0236-3C6DAA922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25133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AD92C19E-AA05-6CE1-8FFD-07B8A1E28CD7}"/>
              </a:ext>
            </a:extLst>
          </p:cNvPr>
          <p:cNvSpPr/>
          <p:nvPr/>
        </p:nvSpPr>
        <p:spPr>
          <a:xfrm>
            <a:off x="4282751" y="53825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392A1186-A4E0-5C06-B2A0-40476B6E60F3}"/>
              </a:ext>
            </a:extLst>
          </p:cNvPr>
          <p:cNvCxnSpPr>
            <a:cxnSpLocks/>
          </p:cNvCxnSpPr>
          <p:nvPr/>
        </p:nvCxnSpPr>
        <p:spPr>
          <a:xfrm>
            <a:off x="4414384" y="44416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8D4CA51E-D86E-7BD2-7407-8DCF36FBE0AD}"/>
              </a:ext>
            </a:extLst>
          </p:cNvPr>
          <p:cNvSpPr/>
          <p:nvPr/>
        </p:nvSpPr>
        <p:spPr>
          <a:xfrm>
            <a:off x="5833587" y="45547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16E85-B87D-3C63-C179-B90A99B562EE}"/>
              </a:ext>
            </a:extLst>
          </p:cNvPr>
          <p:cNvSpPr/>
          <p:nvPr/>
        </p:nvSpPr>
        <p:spPr>
          <a:xfrm>
            <a:off x="6913587" y="4658331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8686CAF-2B62-8734-170D-5A620892027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5317813"/>
            <a:ext cx="871225" cy="87122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B763F2B-3B2B-AF69-FFDD-23974156F686}"/>
              </a:ext>
            </a:extLst>
          </p:cNvPr>
          <p:cNvSpPr txBox="1"/>
          <p:nvPr/>
        </p:nvSpPr>
        <p:spPr>
          <a:xfrm>
            <a:off x="6480352" y="555790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E7E69376-041C-9EA4-FF0C-13B76FD4A80F}"/>
              </a:ext>
            </a:extLst>
          </p:cNvPr>
          <p:cNvSpPr/>
          <p:nvPr/>
        </p:nvSpPr>
        <p:spPr>
          <a:xfrm rot="5400000">
            <a:off x="7818275" y="30505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B10A8052-E0B4-712B-E24B-66172B1049AD}"/>
              </a:ext>
            </a:extLst>
          </p:cNvPr>
          <p:cNvSpPr/>
          <p:nvPr/>
        </p:nvSpPr>
        <p:spPr>
          <a:xfrm>
            <a:off x="4030824" y="1320688"/>
            <a:ext cx="8042988" cy="1408029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EC211977-F3B8-23FA-F485-B85419BD3959}"/>
              </a:ext>
            </a:extLst>
          </p:cNvPr>
          <p:cNvSpPr/>
          <p:nvPr/>
        </p:nvSpPr>
        <p:spPr>
          <a:xfrm>
            <a:off x="4759706" y="16441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C3239ADA-477E-574E-E014-4F35BF14CE35}"/>
              </a:ext>
            </a:extLst>
          </p:cNvPr>
          <p:cNvGrpSpPr/>
          <p:nvPr/>
        </p:nvGrpSpPr>
        <p:grpSpPr>
          <a:xfrm>
            <a:off x="8522218" y="1460570"/>
            <a:ext cx="2914765" cy="871225"/>
            <a:chOff x="5827745" y="1277431"/>
            <a:chExt cx="2914765" cy="871225"/>
          </a:xfrm>
        </p:grpSpPr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4A545F9C-6DFC-0CDE-9DFA-2768543C3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D2FFEF0A-9A31-243C-BEC4-2707A98B2FBA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059912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DC3A7-A94C-7C45-9833-3F8B141BB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CF74497-A5CB-F2D2-B56E-31A9E75570E0}"/>
              </a:ext>
            </a:extLst>
          </p:cNvPr>
          <p:cNvSpPr txBox="1"/>
          <p:nvPr/>
        </p:nvSpPr>
        <p:spPr>
          <a:xfrm>
            <a:off x="4853937" y="42271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2A80BB5C-ACC4-E8D7-6BBD-A1ADDD3EDED1}"/>
              </a:ext>
            </a:extLst>
          </p:cNvPr>
          <p:cNvSpPr/>
          <p:nvPr/>
        </p:nvSpPr>
        <p:spPr>
          <a:xfrm rot="5400000">
            <a:off x="7818275" y="35077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9214A53D-C020-D280-D3F4-3AB8BA3CF467}"/>
              </a:ext>
            </a:extLst>
          </p:cNvPr>
          <p:cNvSpPr/>
          <p:nvPr/>
        </p:nvSpPr>
        <p:spPr>
          <a:xfrm>
            <a:off x="4030824" y="429896"/>
            <a:ext cx="8042988" cy="2884852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CC6087A7-6FBD-A04A-5869-4AD9A8B16B4E}"/>
              </a:ext>
            </a:extLst>
          </p:cNvPr>
          <p:cNvSpPr/>
          <p:nvPr/>
        </p:nvSpPr>
        <p:spPr>
          <a:xfrm>
            <a:off x="4030824" y="4770700"/>
            <a:ext cx="8042988" cy="288485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DFF3DAA-0521-A23F-D4D5-0FD45E1148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3674"/>
            <a:ext cx="1080000" cy="1080000"/>
          </a:xfrm>
          <a:prstGeom prst="rect">
            <a:avLst/>
          </a:prstGeom>
        </p:spPr>
      </p:pic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10BB17C3-0D8C-0029-4190-9B0D156B171A}"/>
              </a:ext>
            </a:extLst>
          </p:cNvPr>
          <p:cNvCxnSpPr>
            <a:cxnSpLocks/>
          </p:cNvCxnSpPr>
          <p:nvPr/>
        </p:nvCxnSpPr>
        <p:spPr>
          <a:xfrm>
            <a:off x="4419224" y="473851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" name="図 9">
            <a:extLst>
              <a:ext uri="{FF2B5EF4-FFF2-40B4-BE49-F238E27FC236}">
                <a16:creationId xmlns:a16="http://schemas.microsoft.com/office/drawing/2014/main" id="{BC04CDD8-4629-CE0F-EDFF-B80CA86391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5555"/>
            <a:ext cx="1080000" cy="1080000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AB37B85E-0768-1809-0565-731FEF86AF02}"/>
              </a:ext>
            </a:extLst>
          </p:cNvPr>
          <p:cNvSpPr/>
          <p:nvPr/>
        </p:nvSpPr>
        <p:spPr>
          <a:xfrm>
            <a:off x="4282751" y="638148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B2940BBB-326C-911B-3A28-B8A118600007}"/>
              </a:ext>
            </a:extLst>
          </p:cNvPr>
          <p:cNvCxnSpPr>
            <a:cxnSpLocks/>
          </p:cNvCxnSpPr>
          <p:nvPr/>
        </p:nvCxnSpPr>
        <p:spPr>
          <a:xfrm>
            <a:off x="4414384" y="4742028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CE111BC8-6CCA-ECED-159C-FCCD24FA67AE}"/>
              </a:ext>
            </a:extLst>
          </p:cNvPr>
          <p:cNvSpPr/>
          <p:nvPr/>
        </p:nvSpPr>
        <p:spPr>
          <a:xfrm>
            <a:off x="5833587" y="4855149"/>
            <a:ext cx="6090935" cy="1368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A666DD05-A021-4694-7245-870FA9733397}"/>
              </a:ext>
            </a:extLst>
          </p:cNvPr>
          <p:cNvSpPr/>
          <p:nvPr/>
        </p:nvSpPr>
        <p:spPr>
          <a:xfrm>
            <a:off x="6913587" y="4958753"/>
            <a:ext cx="240916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5B35D8FC-AEC4-0A73-662C-98DECAD8E4D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6316735"/>
            <a:ext cx="871225" cy="871225"/>
          </a:xfrm>
          <a:prstGeom prst="rect">
            <a:avLst/>
          </a:prstGeom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4C933697-63AE-6393-E62C-14664108ED29}"/>
              </a:ext>
            </a:extLst>
          </p:cNvPr>
          <p:cNvSpPr txBox="1"/>
          <p:nvPr/>
        </p:nvSpPr>
        <p:spPr>
          <a:xfrm>
            <a:off x="6480352" y="655682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54AABF2B-FFF7-5A26-5133-D5FEA71C9757}"/>
              </a:ext>
            </a:extLst>
          </p:cNvPr>
          <p:cNvSpPr/>
          <p:nvPr/>
        </p:nvSpPr>
        <p:spPr>
          <a:xfrm>
            <a:off x="6913587" y="5595588"/>
            <a:ext cx="2409164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53BF2169-9C21-0A49-CD46-B7BA72D2B969}"/>
              </a:ext>
            </a:extLst>
          </p:cNvPr>
          <p:cNvSpPr/>
          <p:nvPr/>
        </p:nvSpPr>
        <p:spPr>
          <a:xfrm>
            <a:off x="4759706" y="8948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AB3B6227-EC4B-F742-2861-889BF72C666F}"/>
              </a:ext>
            </a:extLst>
          </p:cNvPr>
          <p:cNvGrpSpPr/>
          <p:nvPr/>
        </p:nvGrpSpPr>
        <p:grpSpPr>
          <a:xfrm>
            <a:off x="8522218" y="711270"/>
            <a:ext cx="2914765" cy="871225"/>
            <a:chOff x="5827745" y="1277431"/>
            <a:chExt cx="2914765" cy="871225"/>
          </a:xfrm>
        </p:grpSpPr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A0DBBB2E-9613-2638-FEC6-A0A1EC129A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3D1127F9-66F0-7FF8-E63B-B59751D8FF2F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F382190B-B200-E40C-0439-6E8711390600}"/>
              </a:ext>
            </a:extLst>
          </p:cNvPr>
          <p:cNvSpPr/>
          <p:nvPr/>
        </p:nvSpPr>
        <p:spPr>
          <a:xfrm>
            <a:off x="4759706" y="1590149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8A372552-E0E5-7A5C-4013-4DC87AE126C6}"/>
              </a:ext>
            </a:extLst>
          </p:cNvPr>
          <p:cNvGrpSpPr/>
          <p:nvPr/>
        </p:nvGrpSpPr>
        <p:grpSpPr>
          <a:xfrm>
            <a:off x="8522218" y="1406537"/>
            <a:ext cx="2914765" cy="871225"/>
            <a:chOff x="5827745" y="1277431"/>
            <a:chExt cx="2914765" cy="871225"/>
          </a:xfrm>
        </p:grpSpPr>
        <p:pic>
          <p:nvPicPr>
            <p:cNvPr id="46" name="図 45">
              <a:extLst>
                <a:ext uri="{FF2B5EF4-FFF2-40B4-BE49-F238E27FC236}">
                  <a16:creationId xmlns:a16="http://schemas.microsoft.com/office/drawing/2014/main" id="{16D6FA6D-1D4F-516D-3010-6D94127A8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B83A898A-A2E4-397D-C10A-FD8E62388152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1543906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3D0DA-DBB9-283F-3F87-3FEDD78DA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07D9376-263A-89A1-3F03-3F72F72DEB68}"/>
              </a:ext>
            </a:extLst>
          </p:cNvPr>
          <p:cNvSpPr txBox="1"/>
          <p:nvPr/>
        </p:nvSpPr>
        <p:spPr>
          <a:xfrm>
            <a:off x="4853937" y="42271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2DB710CE-60CB-B0CA-C138-3C51EBDE4AE7}"/>
              </a:ext>
            </a:extLst>
          </p:cNvPr>
          <p:cNvSpPr/>
          <p:nvPr/>
        </p:nvSpPr>
        <p:spPr>
          <a:xfrm rot="5400000">
            <a:off x="7818275" y="35077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BA30D64A-4DC0-9287-0E8F-49A1CEBD97AD}"/>
              </a:ext>
            </a:extLst>
          </p:cNvPr>
          <p:cNvSpPr/>
          <p:nvPr/>
        </p:nvSpPr>
        <p:spPr>
          <a:xfrm>
            <a:off x="4030824" y="429896"/>
            <a:ext cx="8042988" cy="2884852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F707068-67ED-A40C-9DDB-859FE728456E}"/>
              </a:ext>
            </a:extLst>
          </p:cNvPr>
          <p:cNvSpPr/>
          <p:nvPr/>
        </p:nvSpPr>
        <p:spPr>
          <a:xfrm>
            <a:off x="4030824" y="4770700"/>
            <a:ext cx="8042988" cy="35478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E4A2480-65BE-061A-3B1C-8B72BB9A76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3674"/>
            <a:ext cx="1080000" cy="1080000"/>
          </a:xfrm>
          <a:prstGeom prst="rect">
            <a:avLst/>
          </a:prstGeom>
        </p:spPr>
      </p:pic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2EEA8168-3C9C-9E44-F78F-818D5EFC54B8}"/>
              </a:ext>
            </a:extLst>
          </p:cNvPr>
          <p:cNvCxnSpPr>
            <a:cxnSpLocks/>
          </p:cNvCxnSpPr>
          <p:nvPr/>
        </p:nvCxnSpPr>
        <p:spPr>
          <a:xfrm>
            <a:off x="4419224" y="473851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" name="図 9">
            <a:extLst>
              <a:ext uri="{FF2B5EF4-FFF2-40B4-BE49-F238E27FC236}">
                <a16:creationId xmlns:a16="http://schemas.microsoft.com/office/drawing/2014/main" id="{C6F3BFFA-CF6C-455D-3EC3-BA3751101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5555"/>
            <a:ext cx="1080000" cy="1080000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782C430A-06A9-CA06-992E-4D89366B0833}"/>
              </a:ext>
            </a:extLst>
          </p:cNvPr>
          <p:cNvSpPr/>
          <p:nvPr/>
        </p:nvSpPr>
        <p:spPr>
          <a:xfrm>
            <a:off x="4282751" y="6381488"/>
            <a:ext cx="5040000" cy="1417652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7F9EFD11-BF84-147B-E433-632105BA71D1}"/>
              </a:ext>
            </a:extLst>
          </p:cNvPr>
          <p:cNvCxnSpPr>
            <a:cxnSpLocks/>
          </p:cNvCxnSpPr>
          <p:nvPr/>
        </p:nvCxnSpPr>
        <p:spPr>
          <a:xfrm>
            <a:off x="4414384" y="4742028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31D708F1-4BD5-207B-B7CF-781D85C4313B}"/>
              </a:ext>
            </a:extLst>
          </p:cNvPr>
          <p:cNvSpPr/>
          <p:nvPr/>
        </p:nvSpPr>
        <p:spPr>
          <a:xfrm>
            <a:off x="5833587" y="4855149"/>
            <a:ext cx="6090935" cy="1368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E9457078-0606-D9AD-0D5A-EA6F83255073}"/>
              </a:ext>
            </a:extLst>
          </p:cNvPr>
          <p:cNvSpPr/>
          <p:nvPr/>
        </p:nvSpPr>
        <p:spPr>
          <a:xfrm>
            <a:off x="6913587" y="4958753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62AB9732-EFC4-BC45-6B6B-B9FA2F68F7C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6316735"/>
            <a:ext cx="871225" cy="871225"/>
          </a:xfrm>
          <a:prstGeom prst="rect">
            <a:avLst/>
          </a:prstGeom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7481FFF3-DD6E-557D-896D-300F71C35F67}"/>
              </a:ext>
            </a:extLst>
          </p:cNvPr>
          <p:cNvSpPr txBox="1"/>
          <p:nvPr/>
        </p:nvSpPr>
        <p:spPr>
          <a:xfrm>
            <a:off x="6480352" y="655682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838DFD38-FD87-3EFA-5696-2AC06D7775F1}"/>
              </a:ext>
            </a:extLst>
          </p:cNvPr>
          <p:cNvSpPr/>
          <p:nvPr/>
        </p:nvSpPr>
        <p:spPr>
          <a:xfrm>
            <a:off x="6913587" y="5595588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230D8719-DAD4-CFBC-CCA1-48A5D3CEF19E}"/>
              </a:ext>
            </a:extLst>
          </p:cNvPr>
          <p:cNvSpPr/>
          <p:nvPr/>
        </p:nvSpPr>
        <p:spPr>
          <a:xfrm>
            <a:off x="4759706" y="8948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1E150E0B-B772-E9E0-C97B-3B5AB2CEF9D1}"/>
              </a:ext>
            </a:extLst>
          </p:cNvPr>
          <p:cNvGrpSpPr/>
          <p:nvPr/>
        </p:nvGrpSpPr>
        <p:grpSpPr>
          <a:xfrm>
            <a:off x="8522218" y="711270"/>
            <a:ext cx="2914765" cy="871225"/>
            <a:chOff x="5827745" y="1277431"/>
            <a:chExt cx="2914765" cy="871225"/>
          </a:xfrm>
        </p:grpSpPr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14273FC9-5BC4-DF0D-C7CA-6D05E48D62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9978B944-019B-D0C8-B90B-3BABA96630A4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FDEAB647-2E31-8BCE-18B8-818B6A63EA25}"/>
              </a:ext>
            </a:extLst>
          </p:cNvPr>
          <p:cNvSpPr/>
          <p:nvPr/>
        </p:nvSpPr>
        <p:spPr>
          <a:xfrm>
            <a:off x="4759706" y="1590149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367B491C-3F8A-D10C-C525-2D6504208AE9}"/>
              </a:ext>
            </a:extLst>
          </p:cNvPr>
          <p:cNvGrpSpPr/>
          <p:nvPr/>
        </p:nvGrpSpPr>
        <p:grpSpPr>
          <a:xfrm>
            <a:off x="8522218" y="1406537"/>
            <a:ext cx="2914765" cy="871225"/>
            <a:chOff x="5827745" y="1277431"/>
            <a:chExt cx="2914765" cy="871225"/>
          </a:xfrm>
        </p:grpSpPr>
        <p:pic>
          <p:nvPicPr>
            <p:cNvPr id="46" name="図 45">
              <a:extLst>
                <a:ext uri="{FF2B5EF4-FFF2-40B4-BE49-F238E27FC236}">
                  <a16:creationId xmlns:a16="http://schemas.microsoft.com/office/drawing/2014/main" id="{1353E0CE-4A7B-2FD9-D771-BA782FBC84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DFF7EA48-6E73-1F55-DAD0-87B3B9C3852C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14B3395F-A221-5068-70E0-FE44119D2059}"/>
              </a:ext>
            </a:extLst>
          </p:cNvPr>
          <p:cNvGrpSpPr/>
          <p:nvPr/>
        </p:nvGrpSpPr>
        <p:grpSpPr>
          <a:xfrm>
            <a:off x="5827626" y="6956587"/>
            <a:ext cx="2914765" cy="871225"/>
            <a:chOff x="5827745" y="1277431"/>
            <a:chExt cx="2914765" cy="871225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F900F8CB-694E-B52E-6E9C-B8ACF35DF1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32D74D0F-2874-0B64-67CF-E538A38A9C8D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cxnSp>
        <p:nvCxnSpPr>
          <p:cNvPr id="6" name="コネクタ: カギ線 5">
            <a:extLst>
              <a:ext uri="{FF2B5EF4-FFF2-40B4-BE49-F238E27FC236}">
                <a16:creationId xmlns:a16="http://schemas.microsoft.com/office/drawing/2014/main" id="{CEF88FC1-6E98-3E39-6F76-3AAE3A2353F9}"/>
              </a:ext>
            </a:extLst>
          </p:cNvPr>
          <p:cNvCxnSpPr>
            <a:cxnSpLocks/>
          </p:cNvCxnSpPr>
          <p:nvPr/>
        </p:nvCxnSpPr>
        <p:spPr>
          <a:xfrm>
            <a:off x="4414928" y="5389584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23506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D8D5C-391C-C9E1-4FC1-0940B749B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7954C2F0-8A12-0415-6780-18FF2A2570B9}"/>
              </a:ext>
            </a:extLst>
          </p:cNvPr>
          <p:cNvGrpSpPr/>
          <p:nvPr/>
        </p:nvGrpSpPr>
        <p:grpSpPr>
          <a:xfrm>
            <a:off x="5827626" y="2447960"/>
            <a:ext cx="2914765" cy="871225"/>
            <a:chOff x="5827745" y="1277431"/>
            <a:chExt cx="2914765" cy="871225"/>
          </a:xfrm>
        </p:grpSpPr>
        <p:pic>
          <p:nvPicPr>
            <p:cNvPr id="54" name="図 53">
              <a:extLst>
                <a:ext uri="{FF2B5EF4-FFF2-40B4-BE49-F238E27FC236}">
                  <a16:creationId xmlns:a16="http://schemas.microsoft.com/office/drawing/2014/main" id="{91C1A54C-3068-382A-3A28-00B94FB5AD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55" name="テキスト ボックス 54">
              <a:extLst>
                <a:ext uri="{FF2B5EF4-FFF2-40B4-BE49-F238E27FC236}">
                  <a16:creationId xmlns:a16="http://schemas.microsoft.com/office/drawing/2014/main" id="{622BD6D0-4FE4-F153-86FB-4735FE65B791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2DF8C2B3-3EEC-8CB8-CF8B-F2D2775E8507}"/>
              </a:ext>
            </a:extLst>
          </p:cNvPr>
          <p:cNvSpPr/>
          <p:nvPr/>
        </p:nvSpPr>
        <p:spPr>
          <a:xfrm>
            <a:off x="4021542" y="5329039"/>
            <a:ext cx="8042988" cy="2846945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4BFCEAAC-E466-8DE1-64D6-E58FF99701D7}"/>
              </a:ext>
            </a:extLst>
          </p:cNvPr>
          <p:cNvSpPr/>
          <p:nvPr/>
        </p:nvSpPr>
        <p:spPr>
          <a:xfrm rot="5400000">
            <a:off x="7808993" y="461790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CFFE98E-2167-F736-3666-905C56FBEE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14224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432C6F2-67DE-DAA0-42EB-B426A13807C2}"/>
              </a:ext>
            </a:extLst>
          </p:cNvPr>
          <p:cNvSpPr txBox="1"/>
          <p:nvPr/>
        </p:nvSpPr>
        <p:spPr>
          <a:xfrm>
            <a:off x="4853937" y="-104331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080352DC-7D23-D027-9F6B-923170DE4E65}"/>
              </a:ext>
            </a:extLst>
          </p:cNvPr>
          <p:cNvCxnSpPr>
            <a:cxnSpLocks/>
          </p:cNvCxnSpPr>
          <p:nvPr/>
        </p:nvCxnSpPr>
        <p:spPr>
          <a:xfrm>
            <a:off x="4419224" y="-52760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7C5BED71-E1B5-1994-85EB-EE7F6F9F23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-640567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E32BF2FC-6940-0702-2345-7078571D8CB1}"/>
              </a:ext>
            </a:extLst>
          </p:cNvPr>
          <p:cNvSpPr/>
          <p:nvPr/>
        </p:nvSpPr>
        <p:spPr>
          <a:xfrm>
            <a:off x="4030824" y="-495423"/>
            <a:ext cx="8033706" cy="505522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304F70B0-7D6D-DD08-E1F1-EF51B76A688D}"/>
              </a:ext>
            </a:extLst>
          </p:cNvPr>
          <p:cNvSpPr/>
          <p:nvPr/>
        </p:nvSpPr>
        <p:spPr>
          <a:xfrm>
            <a:off x="4282751" y="1875105"/>
            <a:ext cx="5040000" cy="1943999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AD633165-13EE-28D3-E36A-72D6C1DD06BD}"/>
              </a:ext>
            </a:extLst>
          </p:cNvPr>
          <p:cNvCxnSpPr>
            <a:cxnSpLocks/>
          </p:cNvCxnSpPr>
          <p:nvPr/>
        </p:nvCxnSpPr>
        <p:spPr>
          <a:xfrm>
            <a:off x="4414384" y="-524094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01C33183-F280-DBD4-DB8F-051B446DC659}"/>
              </a:ext>
            </a:extLst>
          </p:cNvPr>
          <p:cNvSpPr/>
          <p:nvPr/>
        </p:nvSpPr>
        <p:spPr>
          <a:xfrm>
            <a:off x="5755659" y="-385027"/>
            <a:ext cx="6240225" cy="204502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D6BD846C-1506-1019-A0D0-C578D3D866B2}"/>
              </a:ext>
            </a:extLst>
          </p:cNvPr>
          <p:cNvSpPr/>
          <p:nvPr/>
        </p:nvSpPr>
        <p:spPr>
          <a:xfrm>
            <a:off x="6897972" y="935017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4344DD63-806E-2EAF-7CB8-9CFB956A614E}"/>
              </a:ext>
            </a:extLst>
          </p:cNvPr>
          <p:cNvSpPr/>
          <p:nvPr/>
        </p:nvSpPr>
        <p:spPr>
          <a:xfrm>
            <a:off x="9413773" y="935017"/>
            <a:ext cx="2376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2992BBB0-8F91-265E-90DC-FFDF91E89E73}"/>
              </a:ext>
            </a:extLst>
          </p:cNvPr>
          <p:cNvCxnSpPr>
            <a:cxnSpLocks/>
          </p:cNvCxnSpPr>
          <p:nvPr/>
        </p:nvCxnSpPr>
        <p:spPr>
          <a:xfrm flipV="1">
            <a:off x="8905249" y="122511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2FF46A2-13F7-A588-C313-6CF2DFC3B60A}"/>
              </a:ext>
            </a:extLst>
          </p:cNvPr>
          <p:cNvSpPr/>
          <p:nvPr/>
        </p:nvSpPr>
        <p:spPr>
          <a:xfrm>
            <a:off x="4759706" y="7035310"/>
            <a:ext cx="2376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</a:t>
            </a:r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F68E929F-0B74-ED26-80DB-DC1EFECB14F6}"/>
              </a:ext>
            </a:extLst>
          </p:cNvPr>
          <p:cNvSpPr/>
          <p:nvPr/>
        </p:nvSpPr>
        <p:spPr>
          <a:xfrm>
            <a:off x="4759706" y="56192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03980DB4-64F2-4EEB-D032-30008AB9FC98}"/>
              </a:ext>
            </a:extLst>
          </p:cNvPr>
          <p:cNvSpPr/>
          <p:nvPr/>
        </p:nvSpPr>
        <p:spPr>
          <a:xfrm>
            <a:off x="4771616" y="6269006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98A554EB-BE61-6FA3-F626-2D06CB77354C}"/>
              </a:ext>
            </a:extLst>
          </p:cNvPr>
          <p:cNvGrpSpPr/>
          <p:nvPr/>
        </p:nvGrpSpPr>
        <p:grpSpPr>
          <a:xfrm>
            <a:off x="8522218" y="5410270"/>
            <a:ext cx="2914765" cy="871225"/>
            <a:chOff x="5827745" y="1277431"/>
            <a:chExt cx="2914765" cy="871225"/>
          </a:xfrm>
        </p:grpSpPr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838FE353-EF51-3FA3-4E84-E7E65822D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BDD1148-A0A2-0490-F4DD-0C27EEC9DD80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416DB64A-557B-B0F4-F187-489B322EC5D6}"/>
              </a:ext>
            </a:extLst>
          </p:cNvPr>
          <p:cNvGrpSpPr/>
          <p:nvPr/>
        </p:nvGrpSpPr>
        <p:grpSpPr>
          <a:xfrm>
            <a:off x="8522218" y="6105537"/>
            <a:ext cx="2914765" cy="871225"/>
            <a:chOff x="5827745" y="1277431"/>
            <a:chExt cx="2914765" cy="871225"/>
          </a:xfrm>
        </p:grpSpPr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7A6835B2-CDAD-99AE-5945-0BD729A94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2DBC427E-FBCB-819B-EC08-00FD6E743985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3B10FD66-9F59-A461-17F9-C9C31CD7033D}"/>
              </a:ext>
            </a:extLst>
          </p:cNvPr>
          <p:cNvGrpSpPr/>
          <p:nvPr/>
        </p:nvGrpSpPr>
        <p:grpSpPr>
          <a:xfrm>
            <a:off x="8522218" y="6901211"/>
            <a:ext cx="2914765" cy="871225"/>
            <a:chOff x="5827745" y="1277431"/>
            <a:chExt cx="2914765" cy="871225"/>
          </a:xfrm>
        </p:grpSpPr>
        <p:pic>
          <p:nvPicPr>
            <p:cNvPr id="32" name="図 31">
              <a:extLst>
                <a:ext uri="{FF2B5EF4-FFF2-40B4-BE49-F238E27FC236}">
                  <a16:creationId xmlns:a16="http://schemas.microsoft.com/office/drawing/2014/main" id="{B9045886-CED3-1FD2-79C2-6816690D40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33" name="テキスト ボックス 32">
              <a:extLst>
                <a:ext uri="{FF2B5EF4-FFF2-40B4-BE49-F238E27FC236}">
                  <a16:creationId xmlns:a16="http://schemas.microsoft.com/office/drawing/2014/main" id="{758D228C-83CC-25D2-2ECE-A11B7A6FF25B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ローカル</a:t>
              </a:r>
              <a:r>
                <a:rPr kumimoji="1"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のファイル</a:t>
              </a:r>
            </a:p>
          </p:txBody>
        </p:sp>
      </p:grp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6E19BBB2-F80A-1A99-86DB-95056134D118}"/>
              </a:ext>
            </a:extLst>
          </p:cNvPr>
          <p:cNvGrpSpPr/>
          <p:nvPr/>
        </p:nvGrpSpPr>
        <p:grpSpPr>
          <a:xfrm>
            <a:off x="5827626" y="3062286"/>
            <a:ext cx="2914765" cy="871225"/>
            <a:chOff x="5827745" y="1277431"/>
            <a:chExt cx="2914765" cy="871225"/>
          </a:xfrm>
        </p:grpSpPr>
        <p:pic>
          <p:nvPicPr>
            <p:cNvPr id="44" name="図 43">
              <a:extLst>
                <a:ext uri="{FF2B5EF4-FFF2-40B4-BE49-F238E27FC236}">
                  <a16:creationId xmlns:a16="http://schemas.microsoft.com/office/drawing/2014/main" id="{03D56746-806D-93EE-4599-76918C56B7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6A92239C-46A3-ABFF-9256-A3ED4C3DCFD1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ローカル</a:t>
              </a:r>
              <a:r>
                <a:rPr kumimoji="1"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のファイル</a:t>
              </a:r>
            </a:p>
          </p:txBody>
        </p:sp>
      </p:grp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638892C2-30C0-C1A1-3275-A35CC3146650}"/>
              </a:ext>
            </a:extLst>
          </p:cNvPr>
          <p:cNvSpPr/>
          <p:nvPr/>
        </p:nvSpPr>
        <p:spPr>
          <a:xfrm>
            <a:off x="6913587" y="-324447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49" name="四角形: 角を丸くする 48">
            <a:extLst>
              <a:ext uri="{FF2B5EF4-FFF2-40B4-BE49-F238E27FC236}">
                <a16:creationId xmlns:a16="http://schemas.microsoft.com/office/drawing/2014/main" id="{2E75C251-E6E7-3318-4C18-643F530D74DF}"/>
              </a:ext>
            </a:extLst>
          </p:cNvPr>
          <p:cNvSpPr/>
          <p:nvPr/>
        </p:nvSpPr>
        <p:spPr>
          <a:xfrm>
            <a:off x="6913587" y="312388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56" name="グループ化 55">
            <a:extLst>
              <a:ext uri="{FF2B5EF4-FFF2-40B4-BE49-F238E27FC236}">
                <a16:creationId xmlns:a16="http://schemas.microsoft.com/office/drawing/2014/main" id="{A7903635-FAEA-E202-C399-95CBB0D0382C}"/>
              </a:ext>
            </a:extLst>
          </p:cNvPr>
          <p:cNvGrpSpPr/>
          <p:nvPr/>
        </p:nvGrpSpPr>
        <p:grpSpPr>
          <a:xfrm>
            <a:off x="5827626" y="1833635"/>
            <a:ext cx="2914765" cy="871225"/>
            <a:chOff x="5827745" y="1554235"/>
            <a:chExt cx="2914765" cy="871225"/>
          </a:xfrm>
        </p:grpSpPr>
        <p:pic>
          <p:nvPicPr>
            <p:cNvPr id="50" name="図 49">
              <a:extLst>
                <a:ext uri="{FF2B5EF4-FFF2-40B4-BE49-F238E27FC236}">
                  <a16:creationId xmlns:a16="http://schemas.microsoft.com/office/drawing/2014/main" id="{DBEBC21A-4355-9000-E2A2-E214486C2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554235"/>
              <a:ext cx="871225" cy="871225"/>
            </a:xfrm>
            <a:prstGeom prst="rect">
              <a:avLst/>
            </a:prstGeom>
          </p:spPr>
        </p:pic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49FE4A17-6323-2186-E1E2-FAA6E48CBEFA}"/>
                </a:ext>
              </a:extLst>
            </p:cNvPr>
            <p:cNvSpPr txBox="1"/>
            <p:nvPr/>
          </p:nvSpPr>
          <p:spPr>
            <a:xfrm>
              <a:off x="6480352" y="1794322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cxnSp>
        <p:nvCxnSpPr>
          <p:cNvPr id="57" name="コネクタ: カギ線 56">
            <a:extLst>
              <a:ext uri="{FF2B5EF4-FFF2-40B4-BE49-F238E27FC236}">
                <a16:creationId xmlns:a16="http://schemas.microsoft.com/office/drawing/2014/main" id="{BCDD70E8-5AC4-2EA2-B049-257B76C43A19}"/>
              </a:ext>
            </a:extLst>
          </p:cNvPr>
          <p:cNvCxnSpPr>
            <a:cxnSpLocks/>
          </p:cNvCxnSpPr>
          <p:nvPr/>
        </p:nvCxnSpPr>
        <p:spPr>
          <a:xfrm>
            <a:off x="4425844" y="98872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コネクタ: カギ線 57">
            <a:extLst>
              <a:ext uri="{FF2B5EF4-FFF2-40B4-BE49-F238E27FC236}">
                <a16:creationId xmlns:a16="http://schemas.microsoft.com/office/drawing/2014/main" id="{B12128C5-CDFF-67C5-92AF-B2B36C048DE5}"/>
              </a:ext>
            </a:extLst>
          </p:cNvPr>
          <p:cNvCxnSpPr>
            <a:cxnSpLocks/>
          </p:cNvCxnSpPr>
          <p:nvPr/>
        </p:nvCxnSpPr>
        <p:spPr>
          <a:xfrm>
            <a:off x="4425844" y="719680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30300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22F75-4ECD-14C8-AAAF-0A0230FFA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817684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EF3CB-4EC7-3969-7D3F-34E3C6BC3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楕円 2">
            <a:extLst>
              <a:ext uri="{FF2B5EF4-FFF2-40B4-BE49-F238E27FC236}">
                <a16:creationId xmlns:a16="http://schemas.microsoft.com/office/drawing/2014/main" id="{2CA9C9E2-D33D-AD86-D027-536E809BB498}"/>
              </a:ext>
            </a:extLst>
          </p:cNvPr>
          <p:cNvSpPr/>
          <p:nvPr/>
        </p:nvSpPr>
        <p:spPr>
          <a:xfrm flipV="1">
            <a:off x="3302000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D5289148-C8F6-2EA0-37A7-D13A2BDB143A}"/>
              </a:ext>
            </a:extLst>
          </p:cNvPr>
          <p:cNvSpPr/>
          <p:nvPr/>
        </p:nvSpPr>
        <p:spPr>
          <a:xfrm flipV="1">
            <a:off x="5028949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E2545A-CFA6-D462-4231-25055EBAADE8}"/>
              </a:ext>
            </a:extLst>
          </p:cNvPr>
          <p:cNvSpPr/>
          <p:nvPr/>
        </p:nvSpPr>
        <p:spPr>
          <a:xfrm flipV="1">
            <a:off x="3302000" y="34290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cxnSp>
        <p:nvCxnSpPr>
          <p:cNvPr id="9" name="コネクタ: 曲線 8">
            <a:extLst>
              <a:ext uri="{FF2B5EF4-FFF2-40B4-BE49-F238E27FC236}">
                <a16:creationId xmlns:a16="http://schemas.microsoft.com/office/drawing/2014/main" id="{175541DF-82AB-6589-7A7B-0ABAB05B12CD}"/>
              </a:ext>
            </a:extLst>
          </p:cNvPr>
          <p:cNvCxnSpPr>
            <a:cxnSpLocks/>
            <a:stCxn id="4" idx="0"/>
            <a:endCxn id="5" idx="4"/>
          </p:cNvCxnSpPr>
          <p:nvPr/>
        </p:nvCxnSpPr>
        <p:spPr>
          <a:xfrm rot="5400000">
            <a:off x="3977425" y="2017476"/>
            <a:ext cx="1096100" cy="1726949"/>
          </a:xfrm>
          <a:prstGeom prst="curvedConnector3">
            <a:avLst>
              <a:gd name="adj1" fmla="val 50000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C6073FAA-7DA9-F4A7-C441-44FC0B1DA6F4}"/>
              </a:ext>
            </a:extLst>
          </p:cNvPr>
          <p:cNvCxnSpPr>
            <a:cxnSpLocks/>
          </p:cNvCxnSpPr>
          <p:nvPr/>
        </p:nvCxnSpPr>
        <p:spPr>
          <a:xfrm flipV="1">
            <a:off x="3662000" y="2332900"/>
            <a:ext cx="0" cy="109610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49338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29E5F-B17D-1966-DF33-ECC58615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B5DCFB14-1515-83C3-81A2-92D557BDB3C9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8B9D34F1-391B-A971-EA94-6DC6BE641410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67FD2B15-46D3-C974-3518-A3408069486F}"/>
              </a:ext>
            </a:extLst>
          </p:cNvPr>
          <p:cNvSpPr/>
          <p:nvPr/>
        </p:nvSpPr>
        <p:spPr>
          <a:xfrm>
            <a:off x="54365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0B530ED3-D834-8B6C-E524-48A9DB677004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CB003D6-8D62-B4B4-D323-8F88E8FDA5D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87F87225-3941-ED4A-16D6-DC0344DB06E7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442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8C09803-0DA9-A983-A2E0-2E9AF3D4C160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03AD53BB-5A5C-D87F-5CD8-E14FBB0E06E8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A2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810CA3ED-4E4A-0D81-9867-6A1FABF5A46E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83CF51F-DB58-2198-50A9-E2721BF6337B}"/>
              </a:ext>
            </a:extLst>
          </p:cNvPr>
          <p:cNvSpPr txBox="1"/>
          <p:nvPr/>
        </p:nvSpPr>
        <p:spPr>
          <a:xfrm>
            <a:off x="774773" y="2392902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branchA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94851252-61B8-61F5-B064-CFAC26EE438A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043C9DDD-3592-CB6A-46CF-2883148DACEB}"/>
              </a:ext>
            </a:extLst>
          </p:cNvPr>
          <p:cNvSpPr/>
          <p:nvPr/>
        </p:nvSpPr>
        <p:spPr>
          <a:xfrm>
            <a:off x="54365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2DBF2575-29B0-7E24-2B21-549AC0869B4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C3E79ED0-3C11-15F3-69AE-9BA5EF6B6DB5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442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3328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11B58-FCD1-4600-6BCF-BBB7293D1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28DD81DA-9A17-929F-1C69-31225BFD1C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CF27B9C-2604-B2D3-D018-0D86D81B7F73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10EB6E0-D7B7-BB68-9EFE-2E3DDCE53A95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5044BF6-FD6B-F00C-37B5-C6A617D57F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119FEC79-8775-4C4C-AA4B-A7F0D9150785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95D72625-1421-5BCE-35C1-E471DBF33B67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462762B9-D477-C6B9-4D18-90FD420F4A1E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83EC35A-F761-0ADA-9BAD-49907A586DC4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261FD4CB-39F7-48F9-E343-66E06835D6D7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</p:spTree>
    <p:extLst>
      <p:ext uri="{BB962C8B-B14F-4D97-AF65-F5344CB8AC3E}">
        <p14:creationId xmlns:p14="http://schemas.microsoft.com/office/powerpoint/2010/main" val="100355926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FC4A6-D1E3-6BB8-B9D4-1C7C30BF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1CA1980F-C525-4F48-1D8A-C4D9FB5F1ABF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21D61A94-69C6-8B13-0DE8-DC39C69A1E33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ECED1F2-274E-E14B-75B7-21074419BF2B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BB84977-CDC6-121D-94F8-C136F7212653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E341596C-6508-80B6-A2BD-4F9B2E861B0B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A571899A-1A0B-5ED9-9FFD-2647BE82E257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楕円 4">
            <a:extLst>
              <a:ext uri="{FF2B5EF4-FFF2-40B4-BE49-F238E27FC236}">
                <a16:creationId xmlns:a16="http://schemas.microsoft.com/office/drawing/2014/main" id="{1C3AF1B5-E6CD-EE89-340D-507A95ACD47B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562859C-093A-6E5E-141B-F3091F3E9404}"/>
              </a:ext>
            </a:extLst>
          </p:cNvPr>
          <p:cNvSpPr txBox="1"/>
          <p:nvPr/>
        </p:nvSpPr>
        <p:spPr>
          <a:xfrm>
            <a:off x="945493" y="32427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4753439-3E85-6B9A-037E-7C351BEEE8D1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矢印: 右 24">
            <a:extLst>
              <a:ext uri="{FF2B5EF4-FFF2-40B4-BE49-F238E27FC236}">
                <a16:creationId xmlns:a16="http://schemas.microsoft.com/office/drawing/2014/main" id="{0D351762-9DE5-F3A9-5EA9-5433CC05C20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2773B4D-687E-D94A-52E5-6C3736E1EF1F}"/>
              </a:ext>
            </a:extLst>
          </p:cNvPr>
          <p:cNvSpPr txBox="1"/>
          <p:nvPr/>
        </p:nvSpPr>
        <p:spPr>
          <a:xfrm>
            <a:off x="774773" y="489204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7227B25A-8707-FAE8-237E-120CF93A3D4D}"/>
              </a:ext>
            </a:extLst>
          </p:cNvPr>
          <p:cNvSpPr/>
          <p:nvPr/>
        </p:nvSpPr>
        <p:spPr>
          <a:xfrm>
            <a:off x="3332358" y="474564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0DA9BA1C-73D6-0C3C-D752-AD06759A3259}"/>
              </a:ext>
            </a:extLst>
          </p:cNvPr>
          <p:cNvCxnSpPr>
            <a:cxnSpLocks/>
            <a:endCxn id="12" idx="2"/>
          </p:cNvCxnSpPr>
          <p:nvPr/>
        </p:nvCxnSpPr>
        <p:spPr>
          <a:xfrm>
            <a:off x="2202058" y="5096313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746255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2E807-DD1A-8881-34C7-A112E2406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F9E3F394-D608-7BA8-9F5B-8771A939CAB5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64BB9A61-4115-E303-7151-E9DD34636C13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36BCB3B-942C-F72D-3148-2518CB90F029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035AC604-2E17-75F1-2291-92598E52E3A0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9FAA8486-C107-D5BF-2BD4-C7CAF1863982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EB5304B8-A034-90F7-5218-D189BB895A87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77479A03-7B34-D81D-A173-711C6D20164B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EEB9A844-B879-7EDC-CF99-E8080ECC7081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7CB22CF-B3A2-D8E0-6C3F-28B2F744D58F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93E5E5EE-1C08-8076-68AC-F7124764F0EE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ABE4B6B1-D1C1-C100-9252-1A9C92CE8D1D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8D0266D6-2F2E-3048-0E63-3C1DD31D5CA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9F81F84-2CF5-647C-932B-ADBEB97B23E7}"/>
              </a:ext>
            </a:extLst>
          </p:cNvPr>
          <p:cNvSpPr txBox="1"/>
          <p:nvPr/>
        </p:nvSpPr>
        <p:spPr>
          <a:xfrm>
            <a:off x="-1321111" y="66013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1B08B12F-C5D0-7371-69E7-8830F6D2EE3F}"/>
              </a:ext>
            </a:extLst>
          </p:cNvPr>
          <p:cNvSpPr txBox="1"/>
          <p:nvPr/>
        </p:nvSpPr>
        <p:spPr>
          <a:xfrm>
            <a:off x="-1321111" y="571823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95BBC139-713F-CDE8-4AB6-1D15943B7572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3763C2D-DAC7-069E-5641-A4115E9B36A4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0D932E9-BD0D-DB49-DDA7-D6FA89E6A201}"/>
              </a:ext>
            </a:extLst>
          </p:cNvPr>
          <p:cNvSpPr txBox="1"/>
          <p:nvPr/>
        </p:nvSpPr>
        <p:spPr>
          <a:xfrm>
            <a:off x="986807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D43EA4AE-0B25-8E90-703D-F00995D9053B}"/>
              </a:ext>
            </a:extLst>
          </p:cNvPr>
          <p:cNvSpPr/>
          <p:nvPr/>
        </p:nvSpPr>
        <p:spPr>
          <a:xfrm>
            <a:off x="3332358" y="2161063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15CC4DEA-DB21-CC71-3B7B-1EF07C9AEE49}"/>
              </a:ext>
            </a:extLst>
          </p:cNvPr>
          <p:cNvCxnSpPr>
            <a:cxnSpLocks/>
            <a:endCxn id="2" idx="2"/>
          </p:cNvCxnSpPr>
          <p:nvPr/>
        </p:nvCxnSpPr>
        <p:spPr>
          <a:xfrm>
            <a:off x="2202058" y="2511731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BD9B955A-6C55-C1B2-5671-67DB11CE8DE8}"/>
              </a:ext>
            </a:extLst>
          </p:cNvPr>
          <p:cNvSpPr/>
          <p:nvPr/>
        </p:nvSpPr>
        <p:spPr>
          <a:xfrm>
            <a:off x="3332358" y="5557409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5856A00D-EAE9-8309-25BC-33173F036197}"/>
              </a:ext>
            </a:extLst>
          </p:cNvPr>
          <p:cNvCxnSpPr>
            <a:cxnSpLocks/>
            <a:endCxn id="4" idx="2"/>
          </p:cNvCxnSpPr>
          <p:nvPr/>
        </p:nvCxnSpPr>
        <p:spPr>
          <a:xfrm>
            <a:off x="2202058" y="5908077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93325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CD4E3-E9B9-56A0-A96C-51130383A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114D868E-DC39-B9B4-575F-E75D25881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96627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449EFDD-5C3B-BC41-57C0-75242D3D38B2}"/>
              </a:ext>
            </a:extLst>
          </p:cNvPr>
          <p:cNvSpPr txBox="1"/>
          <p:nvPr/>
        </p:nvSpPr>
        <p:spPr>
          <a:xfrm>
            <a:off x="4853937" y="475757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23B1DF23-C7A0-C9F7-5236-D4BBCDBB9923}"/>
              </a:ext>
            </a:extLst>
          </p:cNvPr>
          <p:cNvCxnSpPr>
            <a:cxnSpLocks/>
          </p:cNvCxnSpPr>
          <p:nvPr/>
        </p:nvCxnSpPr>
        <p:spPr>
          <a:xfrm>
            <a:off x="4419224" y="991470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B11147B4-41BA-48AD-8A75-F18D723E9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78508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AF03B0BA-CB73-AB0E-42D4-602DB0E4CC72}"/>
              </a:ext>
            </a:extLst>
          </p:cNvPr>
          <p:cNvSpPr/>
          <p:nvPr/>
        </p:nvSpPr>
        <p:spPr>
          <a:xfrm>
            <a:off x="4030824" y="1023652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C8AD24BC-E92F-3EE1-1107-99CDC702E5CA}"/>
              </a:ext>
            </a:extLst>
          </p:cNvPr>
          <p:cNvSpPr/>
          <p:nvPr/>
        </p:nvSpPr>
        <p:spPr>
          <a:xfrm>
            <a:off x="4282750" y="1935941"/>
            <a:ext cx="7641771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rgbClr val="FF0000"/>
                </a:solidFill>
              </a:rPr>
              <a:t>切り替え元の</a:t>
            </a:r>
            <a:r>
              <a:rPr lang="ja-JP" altLang="en-US" b="1" dirty="0">
                <a:solidFill>
                  <a:srgbClr val="00B050"/>
                </a:solidFill>
              </a:rPr>
              <a:t>ブランチのワーキングツリー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78DFE91-530F-E653-15B8-621FB0B54F27}"/>
              </a:ext>
            </a:extLst>
          </p:cNvPr>
          <p:cNvCxnSpPr>
            <a:cxnSpLocks/>
          </p:cNvCxnSpPr>
          <p:nvPr/>
        </p:nvCxnSpPr>
        <p:spPr>
          <a:xfrm>
            <a:off x="4414384" y="994981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581D2DA7-9F3D-85F6-4E10-3FECFE7D18A7}"/>
              </a:ext>
            </a:extLst>
          </p:cNvPr>
          <p:cNvSpPr txBox="1"/>
          <p:nvPr/>
        </p:nvSpPr>
        <p:spPr>
          <a:xfrm>
            <a:off x="6761672" y="1257701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8BFA31E-C3DF-4919-71F7-C6592F9C4955}"/>
              </a:ext>
            </a:extLst>
          </p:cNvPr>
          <p:cNvSpPr/>
          <p:nvPr/>
        </p:nvSpPr>
        <p:spPr>
          <a:xfrm>
            <a:off x="5833587" y="1108102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EF1CF2ED-CC0F-B8AC-690B-A7AB11744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950172"/>
            <a:ext cx="1080000" cy="1080000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BD656BB-8145-1E53-6B58-0D7115B6BDC2}"/>
              </a:ext>
            </a:extLst>
          </p:cNvPr>
          <p:cNvSpPr txBox="1"/>
          <p:nvPr/>
        </p:nvSpPr>
        <p:spPr>
          <a:xfrm>
            <a:off x="4853937" y="432930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" name="コネクタ: カギ線 3">
            <a:extLst>
              <a:ext uri="{FF2B5EF4-FFF2-40B4-BE49-F238E27FC236}">
                <a16:creationId xmlns:a16="http://schemas.microsoft.com/office/drawing/2014/main" id="{0EEE6D8B-C526-969C-0FF1-F2E41068CD57}"/>
              </a:ext>
            </a:extLst>
          </p:cNvPr>
          <p:cNvCxnSpPr>
            <a:cxnSpLocks/>
          </p:cNvCxnSpPr>
          <p:nvPr/>
        </p:nvCxnSpPr>
        <p:spPr>
          <a:xfrm>
            <a:off x="4419224" y="484501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" name="図 4">
            <a:extLst>
              <a:ext uri="{FF2B5EF4-FFF2-40B4-BE49-F238E27FC236}">
                <a16:creationId xmlns:a16="http://schemas.microsoft.com/office/drawing/2014/main" id="{F7919D4B-B270-0F00-314A-5F7921837D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732053"/>
            <a:ext cx="1080000" cy="1080000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082CFD7-30EC-602E-E324-DE81EE26B80E}"/>
              </a:ext>
            </a:extLst>
          </p:cNvPr>
          <p:cNvSpPr/>
          <p:nvPr/>
        </p:nvSpPr>
        <p:spPr>
          <a:xfrm>
            <a:off x="4030824" y="487719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E665D8FF-60CC-D2B3-AA39-36657F901FF8}"/>
              </a:ext>
            </a:extLst>
          </p:cNvPr>
          <p:cNvSpPr/>
          <p:nvPr/>
        </p:nvSpPr>
        <p:spPr>
          <a:xfrm>
            <a:off x="4282751" y="5789486"/>
            <a:ext cx="764177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切り替え先の</a:t>
            </a:r>
            <a:r>
              <a:rPr kumimoji="1" lang="ja-JP" altLang="en-US" b="1" dirty="0">
                <a:solidFill>
                  <a:srgbClr val="00B050"/>
                </a:solidFill>
              </a:rPr>
              <a:t>ブランチのワーキングツリー</a:t>
            </a:r>
          </a:p>
        </p:txBody>
      </p:sp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32172ECD-17E7-C38E-A985-6935D11B4019}"/>
              </a:ext>
            </a:extLst>
          </p:cNvPr>
          <p:cNvCxnSpPr>
            <a:cxnSpLocks/>
          </p:cNvCxnSpPr>
          <p:nvPr/>
        </p:nvCxnSpPr>
        <p:spPr>
          <a:xfrm>
            <a:off x="4414384" y="484852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F9743E5-EC4F-1AA0-2401-FC6F6468C3FC}"/>
              </a:ext>
            </a:extLst>
          </p:cNvPr>
          <p:cNvSpPr txBox="1"/>
          <p:nvPr/>
        </p:nvSpPr>
        <p:spPr>
          <a:xfrm>
            <a:off x="6761672" y="511124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190EEDE-820E-F5AE-ADB6-268C9AD1E7F3}"/>
              </a:ext>
            </a:extLst>
          </p:cNvPr>
          <p:cNvSpPr/>
          <p:nvPr/>
        </p:nvSpPr>
        <p:spPr>
          <a:xfrm>
            <a:off x="5833587" y="496164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6AEBADA-A3AE-9421-E669-90CEA68116C5}"/>
              </a:ext>
            </a:extLst>
          </p:cNvPr>
          <p:cNvSpPr/>
          <p:nvPr/>
        </p:nvSpPr>
        <p:spPr>
          <a:xfrm rot="5400000">
            <a:off x="7818275" y="366501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64092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DDBB-CBAF-8FCF-DAA4-50DD4B440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B98D9863-9677-0C7E-6DD0-3A5FBAE513DD}"/>
              </a:ext>
            </a:extLst>
          </p:cNvPr>
          <p:cNvSpPr/>
          <p:nvPr/>
        </p:nvSpPr>
        <p:spPr>
          <a:xfrm>
            <a:off x="774773" y="1965658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FB7F9C63-B2AB-7F3F-06B3-87D5AD1B0CE9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94CC3D9-A685-7CFF-4307-2C633E8C7912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90EB966-76C2-3BDF-C51F-42F6D7FA7225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1CC7FE54-9291-D52A-76F7-61A6275EAE06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85A0147-87AD-063A-58D0-6D7DAA969BC4}"/>
              </a:ext>
            </a:extLst>
          </p:cNvPr>
          <p:cNvCxnSpPr>
            <a:cxnSpLocks/>
            <a:stCxn id="23" idx="4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5A72FE4E-EF97-BB60-E4A0-63F54250833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F8672AC-246C-CAD2-AB49-2C3F18568B3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DC7FE43-1374-4A9A-0F78-AFFDF70658A4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FDA5D77-C967-6D52-6704-08F491F56F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04B88A0E-7C0F-0003-6E73-578C8FD6380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EA964BA5-F2DC-1A9F-7D5E-1FFF6995E22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EA61E555-5105-07D6-7CD7-788F5094D3A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59" name="楕円 58">
            <a:extLst>
              <a:ext uri="{FF2B5EF4-FFF2-40B4-BE49-F238E27FC236}">
                <a16:creationId xmlns:a16="http://schemas.microsoft.com/office/drawing/2014/main" id="{BD8AFBD1-EACA-930C-4AAE-12171B7BD36D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E11096B2-1909-C3B0-400B-30E74730C415}"/>
              </a:ext>
            </a:extLst>
          </p:cNvPr>
          <p:cNvSpPr/>
          <p:nvPr/>
        </p:nvSpPr>
        <p:spPr>
          <a:xfrm rot="5400000">
            <a:off x="5714263" y="332092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8C3E3EA-E2A3-E8BC-530F-09CABB74CD2A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F47475E-41A7-0B85-06CB-43487AB68A90}"/>
              </a:ext>
            </a:extLst>
          </p:cNvPr>
          <p:cNvSpPr txBox="1"/>
          <p:nvPr/>
        </p:nvSpPr>
        <p:spPr>
          <a:xfrm>
            <a:off x="986807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F7D6531F-7724-8854-F81A-B389EAE5FFBD}"/>
              </a:ext>
            </a:extLst>
          </p:cNvPr>
          <p:cNvSpPr/>
          <p:nvPr/>
        </p:nvSpPr>
        <p:spPr>
          <a:xfrm>
            <a:off x="3332358" y="2161061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F1933812-392D-4081-BDC9-7B25FDC30051}"/>
              </a:ext>
            </a:extLst>
          </p:cNvPr>
          <p:cNvCxnSpPr>
            <a:cxnSpLocks/>
            <a:endCxn id="2" idx="2"/>
          </p:cNvCxnSpPr>
          <p:nvPr/>
        </p:nvCxnSpPr>
        <p:spPr>
          <a:xfrm>
            <a:off x="2202058" y="2511729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BBE901A-2EC7-5B16-4ADC-E4CAB8A4CAA4}"/>
              </a:ext>
            </a:extLst>
          </p:cNvPr>
          <p:cNvSpPr txBox="1"/>
          <p:nvPr/>
        </p:nvSpPr>
        <p:spPr>
          <a:xfrm>
            <a:off x="-1321111" y="2320992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63DD010-1849-BF4D-C91D-894DBAA44257}"/>
              </a:ext>
            </a:extLst>
          </p:cNvPr>
          <p:cNvSpPr txBox="1"/>
          <p:nvPr/>
        </p:nvSpPr>
        <p:spPr>
          <a:xfrm>
            <a:off x="-1321111" y="571823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</p:spTree>
    <p:extLst>
      <p:ext uri="{BB962C8B-B14F-4D97-AF65-F5344CB8AC3E}">
        <p14:creationId xmlns:p14="http://schemas.microsoft.com/office/powerpoint/2010/main" val="25548547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C1607-4059-7FAE-377E-E9C108B48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1DFA76E-9D8D-CBEE-A6F5-800F01FD88B7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3AFC228-41C1-4D24-33CA-2F42575D9FD1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A9EB31F-65DF-A11E-177D-6B4D8A34D4E8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55AA9CDE-9008-DB7E-34CD-C8A936E4B84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BA298DC-79BE-D643-18AA-6F11AAEEA371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334B388-AFB4-E956-C5CD-6A286930565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01F42D1-62BC-1960-57FA-BB25AA2766F1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37395E01-C857-8948-0E4D-FF426B711506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D5F90D71-5567-E85E-ADF2-08BD2E0EB720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6C1F187C-3456-466D-C128-F386E3CED288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43AB77CF-CEC1-C12C-3E92-DA34CE6996E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26C776C4-A2D3-A031-DF6B-8549A8172D3A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604D9C9-28EF-F2B8-7800-B01BC75B6055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3522DBE-0016-5701-B2AA-F043342B4679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AAE08456-9401-6D7D-CFE2-C8B1E6ED82C2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2A1B3AE1-F992-07B9-63B3-BE3335712C5B}"/>
              </a:ext>
            </a:extLst>
          </p:cNvPr>
          <p:cNvCxnSpPr>
            <a:cxnSpLocks/>
            <a:stCxn id="22" idx="6"/>
            <a:endCxn id="44" idx="4"/>
          </p:cNvCxnSpPr>
          <p:nvPr/>
        </p:nvCxnSpPr>
        <p:spPr>
          <a:xfrm flipV="1">
            <a:off x="6308306" y="4605560"/>
            <a:ext cx="1760594" cy="1302776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楕円 43">
            <a:extLst>
              <a:ext uri="{FF2B5EF4-FFF2-40B4-BE49-F238E27FC236}">
                <a16:creationId xmlns:a16="http://schemas.microsoft.com/office/drawing/2014/main" id="{10E25209-DFB4-868F-9549-809F21DD67D5}"/>
              </a:ext>
            </a:extLst>
          </p:cNvPr>
          <p:cNvSpPr/>
          <p:nvPr/>
        </p:nvSpPr>
        <p:spPr>
          <a:xfrm>
            <a:off x="7708900" y="388556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D8E84E0C-6A4F-4A24-E2FA-B0B0C57DFAAF}"/>
              </a:ext>
            </a:extLst>
          </p:cNvPr>
          <p:cNvCxnSpPr>
            <a:cxnSpLocks/>
            <a:stCxn id="23" idx="6"/>
            <a:endCxn id="44" idx="2"/>
          </p:cNvCxnSpPr>
          <p:nvPr/>
        </p:nvCxnSpPr>
        <p:spPr>
          <a:xfrm>
            <a:off x="4052358" y="4240236"/>
            <a:ext cx="3656542" cy="532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0AF4A00-5508-5E90-34C3-EC836A3555F9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E582FCCE-0AF1-AEF3-CAFE-462FFA4F90AA}"/>
              </a:ext>
            </a:extLst>
          </p:cNvPr>
          <p:cNvSpPr/>
          <p:nvPr/>
        </p:nvSpPr>
        <p:spPr>
          <a:xfrm>
            <a:off x="781401" y="373049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F57482F-42FB-6F3E-B570-986DFD1C7338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FE90C75-DEFC-363D-EED7-48E626D7D957}"/>
              </a:ext>
            </a:extLst>
          </p:cNvPr>
          <p:cNvSpPr txBox="1"/>
          <p:nvPr/>
        </p:nvSpPr>
        <p:spPr>
          <a:xfrm>
            <a:off x="986807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E733555-41B3-79B1-F9EC-C40C721E333F}"/>
              </a:ext>
            </a:extLst>
          </p:cNvPr>
          <p:cNvSpPr txBox="1"/>
          <p:nvPr/>
        </p:nvSpPr>
        <p:spPr>
          <a:xfrm>
            <a:off x="-1321111" y="66013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4D981E-3E81-DAC8-DBC5-9133C4C565F3}"/>
              </a:ext>
            </a:extLst>
          </p:cNvPr>
          <p:cNvSpPr txBox="1"/>
          <p:nvPr/>
        </p:nvSpPr>
        <p:spPr>
          <a:xfrm>
            <a:off x="-1321111" y="408582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</p:spTree>
    <p:extLst>
      <p:ext uri="{BB962C8B-B14F-4D97-AF65-F5344CB8AC3E}">
        <p14:creationId xmlns:p14="http://schemas.microsoft.com/office/powerpoint/2010/main" val="405702605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CE5D-537A-2FCB-E15A-5C539E75B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8FDF4FE-2E3F-A55B-08B0-612E389785E1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A3E14E9-D7B1-07B3-30A7-A3D0BA913D4C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2DA53499-D37E-4818-48E3-623B678E20DF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955F570B-CBED-7179-4C14-77C480ADF9D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19958260-766B-44CE-6D0D-161F1A39CB3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81010AA-703A-3D93-871C-683D3F21428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2E79C79F-A0E7-76CD-1CFE-D8D175C01864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3B7ECA20-B85D-A081-994B-35D7DFA2A986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5CBDBDD-F1AB-6815-3739-7D172E6CCCD4}"/>
              </a:ext>
            </a:extLst>
          </p:cNvPr>
          <p:cNvSpPr txBox="1"/>
          <p:nvPr/>
        </p:nvSpPr>
        <p:spPr>
          <a:xfrm>
            <a:off x="774773" y="5723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B6830C5-54AC-E13C-4285-185A32C7C826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4E1E1618-10BB-A005-7D11-66AA2CA2B432}"/>
              </a:ext>
            </a:extLst>
          </p:cNvPr>
          <p:cNvSpPr/>
          <p:nvPr/>
        </p:nvSpPr>
        <p:spPr>
          <a:xfrm>
            <a:off x="781401" y="373049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FD638D9-8788-2CDB-EA67-88C1D8700010}"/>
              </a:ext>
            </a:extLst>
          </p:cNvPr>
          <p:cNvSpPr txBox="1"/>
          <p:nvPr/>
        </p:nvSpPr>
        <p:spPr>
          <a:xfrm>
            <a:off x="-1321111" y="408582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10" name="爆発: 8 pt 9">
            <a:extLst>
              <a:ext uri="{FF2B5EF4-FFF2-40B4-BE49-F238E27FC236}">
                <a16:creationId xmlns:a16="http://schemas.microsoft.com/office/drawing/2014/main" id="{65410D5E-DC63-DA28-9567-1E90F0218E71}"/>
              </a:ext>
            </a:extLst>
          </p:cNvPr>
          <p:cNvSpPr/>
          <p:nvPr/>
        </p:nvSpPr>
        <p:spPr>
          <a:xfrm>
            <a:off x="6098004" y="4563547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</p:spTree>
    <p:extLst>
      <p:ext uri="{BB962C8B-B14F-4D97-AF65-F5344CB8AC3E}">
        <p14:creationId xmlns:p14="http://schemas.microsoft.com/office/powerpoint/2010/main" val="110939037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3C3D0-D150-32FB-7705-33A79D38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DBE514F7-87EA-BB08-9F37-9ACFCEF33641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E6B7F106-5F6A-B36A-7BA1-ED152DA9D452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0070C0"/>
                </a:solidFill>
              </a:rPr>
              <a:t>buen</a:t>
            </a:r>
            <a:r>
              <a:rPr lang="en-US" altLang="ja-JP" b="1" dirty="0">
                <a:solidFill>
                  <a:srgbClr val="0070C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E0BB960A-27DF-1A57-8B9F-5E79CF878730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08FF7AE-E92E-9966-4CB1-8BC347E82475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469ADF6-A9B4-2401-D421-1B5B115919DB}"/>
              </a:ext>
            </a:extLst>
          </p:cNvPr>
          <p:cNvSpPr txBox="1"/>
          <p:nvPr/>
        </p:nvSpPr>
        <p:spPr>
          <a:xfrm>
            <a:off x="7708899" y="101600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60FF35-B0AC-80DA-8B8A-97385CBD8522}"/>
              </a:ext>
            </a:extLst>
          </p:cNvPr>
          <p:cNvSpPr txBox="1"/>
          <p:nvPr/>
        </p:nvSpPr>
        <p:spPr>
          <a:xfrm>
            <a:off x="7708899" y="4389768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F3ABCB7-3AF1-CE9F-328C-F0A40500A3AE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05596AE1-87D9-E326-AB26-A0812E4DA69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72463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BB867-5CF7-66FE-EC96-2D0F01230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B9E9A0F-80E2-530B-EEE3-7ED96167B4CE}"/>
              </a:ext>
            </a:extLst>
          </p:cNvPr>
          <p:cNvCxnSpPr>
            <a:cxnSpLocks/>
          </p:cNvCxnSpPr>
          <p:nvPr/>
        </p:nvCxnSpPr>
        <p:spPr>
          <a:xfrm flipV="1">
            <a:off x="1816100" y="5899400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9357B5A-EE4A-5CD0-BB1A-0885CB8334C9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83A2C6A-5B3E-C3F1-CCC1-85569B9B3CE1}"/>
              </a:ext>
            </a:extLst>
          </p:cNvPr>
          <p:cNvSpPr/>
          <p:nvPr/>
        </p:nvSpPr>
        <p:spPr>
          <a:xfrm>
            <a:off x="5588306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BD333434-7273-4EF3-F36E-58A7DCD12802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F15B582F-B952-EDDC-2FA1-95C8AF81B608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29916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1E2F77A-C4C6-DE19-51E0-8332C03B9095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A4916312-1086-590C-1318-DA62C39477FC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7011A9C6-1060-4738-9E56-DA39F93E61F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8BFAC68A-C257-4157-3289-07D4C681253A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9EF53D12-601E-CD92-4BFB-B35E63168D25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54D16167-0E7B-ED13-EADA-A6155F3C5D66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18A9A044-5D57-46D4-06B1-93AA91952BA1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283C707-BA86-FC93-C130-4441E87255E7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A0A59863-F161-D947-AB42-323126E0FF68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57275503-481F-11AF-2717-766863021C47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0F5B1189-187E-D33A-2935-3AD5E031CF1E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77E29E0F-81AB-BB74-E48E-DD7A9BF4C6F8}"/>
              </a:ext>
            </a:extLst>
          </p:cNvPr>
          <p:cNvSpPr/>
          <p:nvPr/>
        </p:nvSpPr>
        <p:spPr>
          <a:xfrm rot="5400000">
            <a:off x="5704324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DAE30B0-7573-3373-140E-18EAE65A413C}"/>
              </a:ext>
            </a:extLst>
          </p:cNvPr>
          <p:cNvSpPr txBox="1"/>
          <p:nvPr/>
        </p:nvSpPr>
        <p:spPr>
          <a:xfrm>
            <a:off x="807634" y="5714734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356AC0F-2FA1-6BD3-6E4D-302B15FBEBE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FE34FBCB-6C41-04AD-4F00-7B793F2F9A23}"/>
              </a:ext>
            </a:extLst>
          </p:cNvPr>
          <p:cNvCxnSpPr>
            <a:cxnSpLocks/>
          </p:cNvCxnSpPr>
          <p:nvPr/>
        </p:nvCxnSpPr>
        <p:spPr>
          <a:xfrm flipV="1">
            <a:off x="6316100" y="5894734"/>
            <a:ext cx="1400594" cy="933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5CA4832A-9A73-1754-3AEB-25917FAC8201}"/>
              </a:ext>
            </a:extLst>
          </p:cNvPr>
          <p:cNvSpPr/>
          <p:nvPr/>
        </p:nvSpPr>
        <p:spPr>
          <a:xfrm>
            <a:off x="7708900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7030A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X2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C26DDAE-8A93-107D-DA98-700BB1AD99C1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FA111CCC-B986-AC06-A371-98B1A874B131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爆発: 8 pt 10">
            <a:extLst>
              <a:ext uri="{FF2B5EF4-FFF2-40B4-BE49-F238E27FC236}">
                <a16:creationId xmlns:a16="http://schemas.microsoft.com/office/drawing/2014/main" id="{53130C2E-FD70-A2BC-F1BC-55DA140AC439}"/>
              </a:ext>
            </a:extLst>
          </p:cNvPr>
          <p:cNvSpPr/>
          <p:nvPr/>
        </p:nvSpPr>
        <p:spPr>
          <a:xfrm>
            <a:off x="6212403" y="1120292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A73FE7-12E8-6B86-F63B-902444B856B1}"/>
              </a:ext>
            </a:extLst>
          </p:cNvPr>
          <p:cNvSpPr txBox="1"/>
          <p:nvPr/>
        </p:nvSpPr>
        <p:spPr>
          <a:xfrm>
            <a:off x="999193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F94F32D-F7DB-DBFA-5BDB-71BB1C61E209}"/>
              </a:ext>
            </a:extLst>
          </p:cNvPr>
          <p:cNvSpPr txBox="1"/>
          <p:nvPr/>
        </p:nvSpPr>
        <p:spPr>
          <a:xfrm>
            <a:off x="999193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A8CF3DA-67EA-7042-EEA3-0F5BFEA50998}"/>
              </a:ext>
            </a:extLst>
          </p:cNvPr>
          <p:cNvSpPr txBox="1"/>
          <p:nvPr/>
        </p:nvSpPr>
        <p:spPr>
          <a:xfrm>
            <a:off x="-1321111" y="2320992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650487B-4CBD-F8E2-4441-A0E739F1C51E}"/>
              </a:ext>
            </a:extLst>
          </p:cNvPr>
          <p:cNvSpPr txBox="1"/>
          <p:nvPr/>
        </p:nvSpPr>
        <p:spPr>
          <a:xfrm>
            <a:off x="-1321111" y="571823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</p:spTree>
    <p:extLst>
      <p:ext uri="{BB962C8B-B14F-4D97-AF65-F5344CB8AC3E}">
        <p14:creationId xmlns:p14="http://schemas.microsoft.com/office/powerpoint/2010/main" val="380890705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FAE8D-F7F2-51C2-A616-2DCC53CF7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445154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5DBA-83D9-3964-6974-3C74C3D65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Visual studio code アイコン、ロゴ、シンボル – 無料 ...">
            <a:extLst>
              <a:ext uri="{FF2B5EF4-FFF2-40B4-BE49-F238E27FC236}">
                <a16:creationId xmlns:a16="http://schemas.microsoft.com/office/drawing/2014/main" id="{460A0913-AD25-007C-257F-E2A9E6667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1150" y="2724150"/>
            <a:ext cx="140970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858249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68BA9-6144-5857-EDBC-0DBD9419F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コマンドラインのシルエット | 無料のAi・PNG白黒シルエットイラスト">
            <a:extLst>
              <a:ext uri="{FF2B5EF4-FFF2-40B4-BE49-F238E27FC236}">
                <a16:creationId xmlns:a16="http://schemas.microsoft.com/office/drawing/2014/main" id="{29CD7B5E-D13C-FD79-503A-FF5125AE9A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9751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Gui アイコン、ロゴ、シンボル – 無料ダウンロード PNG、SVG">
            <a:extLst>
              <a:ext uri="{FF2B5EF4-FFF2-40B4-BE49-F238E27FC236}">
                <a16:creationId xmlns:a16="http://schemas.microsoft.com/office/drawing/2014/main" id="{E21A2946-2FA1-84F0-BD86-79E50F1B8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矢印: 右 1">
            <a:extLst>
              <a:ext uri="{FF2B5EF4-FFF2-40B4-BE49-F238E27FC236}">
                <a16:creationId xmlns:a16="http://schemas.microsoft.com/office/drawing/2014/main" id="{C25D7AA4-55B7-3D80-838C-0CCEC76076B2}"/>
              </a:ext>
            </a:extLst>
          </p:cNvPr>
          <p:cNvSpPr/>
          <p:nvPr/>
        </p:nvSpPr>
        <p:spPr>
          <a:xfrm>
            <a:off x="6740950" y="3251200"/>
            <a:ext cx="546100" cy="3302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496379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682E2-D352-A701-9043-CBC0414C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72770B2-309F-75EE-FF87-E7E09F61FF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062" y="2686050"/>
            <a:ext cx="1153636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0550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1574C-373B-1394-C2FE-149B7DA3B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47F8308-3FCA-85C0-D330-726AFE453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8100" y="1509712"/>
            <a:ext cx="5400000" cy="461059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17AC252-6209-FB85-1672-9D2673BC9E62}"/>
              </a:ext>
            </a:extLst>
          </p:cNvPr>
          <p:cNvSpPr/>
          <p:nvPr/>
        </p:nvSpPr>
        <p:spPr>
          <a:xfrm>
            <a:off x="4292600" y="3815009"/>
            <a:ext cx="4495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BF9960E-8BE0-E081-1276-66684EBC7D0D}"/>
              </a:ext>
            </a:extLst>
          </p:cNvPr>
          <p:cNvSpPr/>
          <p:nvPr/>
        </p:nvSpPr>
        <p:spPr>
          <a:xfrm>
            <a:off x="4292600" y="1509712"/>
            <a:ext cx="939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161216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AF9C5-483A-1B4A-75B2-47107B1D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3F984D0-04A8-0BB5-C3A5-66037E75C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8425" y="857212"/>
            <a:ext cx="5400000" cy="5143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82D1A0-E829-325A-98A5-F890DA66570D}"/>
              </a:ext>
            </a:extLst>
          </p:cNvPr>
          <p:cNvSpPr/>
          <p:nvPr/>
        </p:nvSpPr>
        <p:spPr>
          <a:xfrm>
            <a:off x="3933825" y="3428998"/>
            <a:ext cx="790575" cy="6858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97182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5B44D-FA8D-9A3C-D3EB-4AEF68F21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63C1CE-5483-C524-00A4-0C9DA8814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575" y="1171575"/>
            <a:ext cx="3752850" cy="451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1EC945-BDEC-4217-BEB6-736132DDA872}"/>
              </a:ext>
            </a:extLst>
          </p:cNvPr>
          <p:cNvSpPr/>
          <p:nvPr/>
        </p:nvSpPr>
        <p:spPr>
          <a:xfrm>
            <a:off x="5016500" y="3164804"/>
            <a:ext cx="2578100" cy="324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705833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B065-1331-BC8A-1B9C-26B6BA3BB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C5D612-E011-FDA4-226E-2227A3D9B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537" y="2395537"/>
            <a:ext cx="7400925" cy="20669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0C913A8-834B-EB31-0CD7-CBBF003846F9}"/>
              </a:ext>
            </a:extLst>
          </p:cNvPr>
          <p:cNvSpPr/>
          <p:nvPr/>
        </p:nvSpPr>
        <p:spPr>
          <a:xfrm>
            <a:off x="2501900" y="3827708"/>
            <a:ext cx="1892300" cy="3632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50051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E16E9-DA90-2399-E278-5D9507033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E47041A-DA84-EE45-AF11-87C060B8D3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139386"/>
            <a:ext cx="1176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9243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C8A8E-2AFE-56B9-5F4C-AE3BD1DD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555051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6CCE8-E6B2-9826-6396-396B741F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B1CD1364-E63A-D4A1-B645-2B7CEBCAA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7784" y="2174204"/>
            <a:ext cx="3514831" cy="286769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A34684B-54CC-9712-C7B0-F80F32F61C1B}"/>
              </a:ext>
            </a:extLst>
          </p:cNvPr>
          <p:cNvSpPr/>
          <p:nvPr/>
        </p:nvSpPr>
        <p:spPr>
          <a:xfrm>
            <a:off x="4333875" y="2263104"/>
            <a:ext cx="360000" cy="36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671252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FBBB2-CB8C-CF6E-975F-F42178A7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7D26754-A885-46B1-D03B-17C756962F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184" y="2174204"/>
            <a:ext cx="3514831" cy="28676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9DC3F5B-33A7-2D95-EBB7-6865E25FCD0C}"/>
              </a:ext>
            </a:extLst>
          </p:cNvPr>
          <p:cNvSpPr/>
          <p:nvPr/>
        </p:nvSpPr>
        <p:spPr>
          <a:xfrm>
            <a:off x="6619875" y="2567904"/>
            <a:ext cx="288000" cy="2895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184082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3C6FD-7453-5E01-1439-00BB9BE9C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73A1B348-7C88-99EE-9445-26C745FAC1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375" y="2203449"/>
            <a:ext cx="3470275" cy="2724809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B54D55D-2978-9061-04E8-DA02AD0CE0E1}"/>
              </a:ext>
            </a:extLst>
          </p:cNvPr>
          <p:cNvSpPr/>
          <p:nvPr/>
        </p:nvSpPr>
        <p:spPr>
          <a:xfrm>
            <a:off x="4879975" y="2872704"/>
            <a:ext cx="2987675" cy="2641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174926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0C996-A1FD-17C5-12F9-C185A44FA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800585-E009-681D-F973-4FFDBCB24A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7637" y="2800350"/>
            <a:ext cx="4276725" cy="12573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0116AF5-5E12-C6B5-BE85-9EE686683A5D}"/>
              </a:ext>
            </a:extLst>
          </p:cNvPr>
          <p:cNvSpPr/>
          <p:nvPr/>
        </p:nvSpPr>
        <p:spPr>
          <a:xfrm>
            <a:off x="4665661" y="3429000"/>
            <a:ext cx="947739" cy="2794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624151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51AFC-4130-139A-CECD-676A26A3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D83C245D-4ECC-D8EB-A0CA-E6EC5A6A4C03}"/>
              </a:ext>
            </a:extLst>
          </p:cNvPr>
          <p:cNvGrpSpPr/>
          <p:nvPr/>
        </p:nvGrpSpPr>
        <p:grpSpPr>
          <a:xfrm>
            <a:off x="3957637" y="2800350"/>
            <a:ext cx="4276725" cy="1257300"/>
            <a:chOff x="3957637" y="2800350"/>
            <a:chExt cx="4276725" cy="12573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8DCD42D-38A8-BC8A-CB3C-58DC76413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57637" y="2800350"/>
              <a:ext cx="4276725" cy="1257300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2178C988-DC02-CC25-9FBC-D22AE694F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95737" y="2825750"/>
              <a:ext cx="1285875" cy="3143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5878175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04802-E141-B9FF-7634-E5FB3E66D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733859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C49DF-785E-BD87-0171-CE9F139FA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574B4FE-ED6B-38A1-856F-BBE8A8D3D2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94D1158-ADA3-C052-7C70-857CBCFC6021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349273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7D16F-D7E0-4515-2574-852A90551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B724EEF-2F11-420F-0D6D-055A9952A2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14607A0-6631-223C-D702-C6340E3A1416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921416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FB7B0-3EB8-1946-DA5B-A7AA4B181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873855AC-5D2A-4555-B74F-20ED00B5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1725" y="2000250"/>
            <a:ext cx="7448550" cy="28575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3C4905D-2FAD-3A3F-A1C2-2BB5DD273974}"/>
              </a:ext>
            </a:extLst>
          </p:cNvPr>
          <p:cNvSpPr/>
          <p:nvPr/>
        </p:nvSpPr>
        <p:spPr>
          <a:xfrm>
            <a:off x="2997200" y="3721100"/>
            <a:ext cx="2916000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D1C662D-AFAE-F267-4CF3-B12330B20DA6}"/>
              </a:ext>
            </a:extLst>
          </p:cNvPr>
          <p:cNvSpPr/>
          <p:nvPr/>
        </p:nvSpPr>
        <p:spPr>
          <a:xfrm>
            <a:off x="6095999" y="2051050"/>
            <a:ext cx="3568701" cy="26860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82922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081F3-6C64-1B7B-15F8-41C30F6D8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351139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75BC6-0676-9C3A-EC4F-F254C46A2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883FED9-1823-CD29-3F00-A57E8CD0F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15BA4FA-3B33-76B9-522B-7A4145464942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909959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BEFE4-A8ED-484C-8835-D18B8226E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61E736F-AFAF-4690-86FB-5D878EDD7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8DD3970-32D7-F959-5827-761320A5355D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59974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D416E-5B82-4CED-1CD4-B3EBC37F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0560D20-3AFD-7F7C-EFF7-4B5F0C7BB7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AFB0FDD-1B17-CF23-17A0-E3E40168BF18}"/>
              </a:ext>
            </a:extLst>
          </p:cNvPr>
          <p:cNvSpPr/>
          <p:nvPr/>
        </p:nvSpPr>
        <p:spPr>
          <a:xfrm>
            <a:off x="7289800" y="3683000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207985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3F93B-975B-B902-761D-FE8F9E9A4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1FCD0C8-B622-9B6D-6C98-467B17087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5775" y="20478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F03B34E-2C76-5DD7-F3B7-6AC9B92CF3A1}"/>
              </a:ext>
            </a:extLst>
          </p:cNvPr>
          <p:cNvSpPr/>
          <p:nvPr/>
        </p:nvSpPr>
        <p:spPr>
          <a:xfrm flipV="1">
            <a:off x="4965699" y="35560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174792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319D2-0EC2-A0CA-2AC2-0623598CB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6E92F5C-8EA2-8D57-D035-D0E0575147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4BDBDEB-A4AF-B118-40E0-4D5546A31CC0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066553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2E94B-8B4F-8AC4-E9BC-D4FE16995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237554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6D3D3-813D-954F-CFCF-958A96A3E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AA1B8F3-D926-58B2-52B0-FE8303C0B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19335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FB61D85-8EE9-6128-98F5-6209CDD80090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279259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38808-FD72-D939-8921-CC440FC98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504BBC7-4810-5D32-1798-C278CEB136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812" y="2147887"/>
            <a:ext cx="6048375" cy="25622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E58E3CB-F890-7215-990E-D532E4B2DA77}"/>
              </a:ext>
            </a:extLst>
          </p:cNvPr>
          <p:cNvSpPr/>
          <p:nvPr/>
        </p:nvSpPr>
        <p:spPr>
          <a:xfrm flipV="1">
            <a:off x="3122612" y="36957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D44F1F1-A7B3-4597-844C-11A85181F3ED}"/>
              </a:ext>
            </a:extLst>
          </p:cNvPr>
          <p:cNvSpPr/>
          <p:nvPr/>
        </p:nvSpPr>
        <p:spPr>
          <a:xfrm flipV="1">
            <a:off x="6095999" y="2173285"/>
            <a:ext cx="2879725" cy="2398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109973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49005-6198-260F-7D84-2FEEDA76D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D38259B-C9FA-8898-6C2A-E1148B0B32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02A3FC9-48D4-2388-09CC-560BEBBFF9C5}"/>
              </a:ext>
            </a:extLst>
          </p:cNvPr>
          <p:cNvSpPr/>
          <p:nvPr/>
        </p:nvSpPr>
        <p:spPr>
          <a:xfrm flipV="1">
            <a:off x="4303713" y="26162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617699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33294-2155-B136-077A-732F11C4E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7481837-E1CC-A6C7-C860-EE1D5A25E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E6205F5-E501-E79E-FC8C-14D36686CA35}"/>
              </a:ext>
            </a:extLst>
          </p:cNvPr>
          <p:cNvSpPr/>
          <p:nvPr/>
        </p:nvSpPr>
        <p:spPr>
          <a:xfrm flipV="1">
            <a:off x="4303713" y="30226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303134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39A4F-A50F-105F-465D-57A95A47F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C10D705-9E83-8276-1ADC-5BFA6DD8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587" y="1362075"/>
            <a:ext cx="3552825" cy="413385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6D9B17B-8D11-A167-9D71-B161E940DA7A}"/>
              </a:ext>
            </a:extLst>
          </p:cNvPr>
          <p:cNvSpPr txBox="1"/>
          <p:nvPr/>
        </p:nvSpPr>
        <p:spPr>
          <a:xfrm>
            <a:off x="5936057" y="437657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r>
              <a:rPr kumimoji="1" lang="en-US" altLang="ja-JP" sz="1000" dirty="0">
                <a:solidFill>
                  <a:schemeClr val="bg1"/>
                </a:solidFill>
              </a:rPr>
              <a:t>guest</a:t>
            </a:r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D3B72F2-77A9-6B7F-10F2-4A55002829C8}"/>
              </a:ext>
            </a:extLst>
          </p:cNvPr>
          <p:cNvSpPr/>
          <p:nvPr/>
        </p:nvSpPr>
        <p:spPr>
          <a:xfrm flipV="1">
            <a:off x="4761704" y="4368800"/>
            <a:ext cx="3110707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484373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FACD-96D6-906C-6764-40212E995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477006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0D25C-6A29-01E9-846F-046819C39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2978002-0DBB-4251-AE07-FC7EBB6DE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9948" y="1520501"/>
            <a:ext cx="4181475" cy="23241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E7F7BB-B499-878B-24D6-61BDD0C41241}"/>
              </a:ext>
            </a:extLst>
          </p:cNvPr>
          <p:cNvSpPr/>
          <p:nvPr/>
        </p:nvSpPr>
        <p:spPr>
          <a:xfrm flipV="1">
            <a:off x="4341826" y="2505139"/>
            <a:ext cx="3779597" cy="2287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A23A74D-2065-9A02-3508-A7C364F9B168}"/>
              </a:ext>
            </a:extLst>
          </p:cNvPr>
          <p:cNvSpPr/>
          <p:nvPr/>
        </p:nvSpPr>
        <p:spPr>
          <a:xfrm flipV="1">
            <a:off x="4279623" y="1548493"/>
            <a:ext cx="908198" cy="3082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33905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F031F-B6B7-40F1-7623-40E901DC0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B0907B9-ECF1-88BC-F2C8-6D127F0613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7AB3F89-760F-870B-1AD5-2978E08F310A}"/>
              </a:ext>
            </a:extLst>
          </p:cNvPr>
          <p:cNvSpPr/>
          <p:nvPr/>
        </p:nvSpPr>
        <p:spPr>
          <a:xfrm flipV="1">
            <a:off x="4119175" y="3221326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436746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34F90-D11B-B88F-3B83-5669E338D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BF08F29-0B44-0C55-9DA6-5B14CFDA67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82A1EBE-D6DC-37EC-6F15-26376CFEBE50}"/>
              </a:ext>
            </a:extLst>
          </p:cNvPr>
          <p:cNvSpPr/>
          <p:nvPr/>
        </p:nvSpPr>
        <p:spPr>
          <a:xfrm flipV="1">
            <a:off x="4855010" y="3643473"/>
            <a:ext cx="3085341" cy="3033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754043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E88B6-D598-F7E8-A535-3D65B9035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5E57869-176F-19DC-B7D1-B4D5B163B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68216"/>
            <a:ext cx="12192000" cy="2521567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D64A938-31FD-E8B4-4A11-EE4DD134B1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0244" y="2238461"/>
            <a:ext cx="6584320" cy="963344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34CD63A-D6AE-2E8F-52B8-DD2B9FC0873E}"/>
              </a:ext>
            </a:extLst>
          </p:cNvPr>
          <p:cNvSpPr/>
          <p:nvPr/>
        </p:nvSpPr>
        <p:spPr>
          <a:xfrm flipV="1">
            <a:off x="5200243" y="2234548"/>
            <a:ext cx="4382296" cy="3033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BD30DB9-83C6-ED7E-DA6E-CA40C9FC2C2E}"/>
              </a:ext>
            </a:extLst>
          </p:cNvPr>
          <p:cNvSpPr/>
          <p:nvPr/>
        </p:nvSpPr>
        <p:spPr>
          <a:xfrm>
            <a:off x="6578082" y="2326719"/>
            <a:ext cx="727788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15E00B3-CEE5-81CD-A0EB-000FBD9D6D23}"/>
              </a:ext>
            </a:extLst>
          </p:cNvPr>
          <p:cNvSpPr/>
          <p:nvPr/>
        </p:nvSpPr>
        <p:spPr>
          <a:xfrm>
            <a:off x="7484697" y="2661182"/>
            <a:ext cx="684000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60669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0B66A-BEF2-1AA4-FC8E-D2B921C01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AB30BC0-6141-EA0C-AC1F-C0B6869C24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3C8F11D-E58E-A955-9281-420FA5A00F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704031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01529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7FDBF-58E5-D72A-BC91-65598BFBD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B7BCBAB-1359-8B09-384E-11D76D9726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7512" y="1930174"/>
            <a:ext cx="6276975" cy="19526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0723544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82A56-9299-8BA4-A612-FFCC22A77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795081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587C2-D6A7-95CA-6149-A5CFF200D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00A255F-D081-51C6-8C67-977B0E3ACD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515A2A1-7FD1-72CE-A80E-B5446ABC38B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63FCD6D-7416-DFFE-1E39-C57CC0D31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84842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C2442-00DB-6C11-DE82-BC2F7053C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01DF50A-94EF-D0A4-DC32-D76788987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8950" y="2057400"/>
            <a:ext cx="6134100" cy="27432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F6DF857-F8D1-1E3F-2238-A8CB55443FED}"/>
              </a:ext>
            </a:extLst>
          </p:cNvPr>
          <p:cNvSpPr/>
          <p:nvPr/>
        </p:nvSpPr>
        <p:spPr>
          <a:xfrm flipV="1">
            <a:off x="6731745" y="2465548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F1256E8-56AA-F545-94B0-7371D7EAB395}"/>
              </a:ext>
            </a:extLst>
          </p:cNvPr>
          <p:cNvSpPr/>
          <p:nvPr/>
        </p:nvSpPr>
        <p:spPr>
          <a:xfrm flipV="1">
            <a:off x="6759738" y="3594547"/>
            <a:ext cx="2340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201031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697-422D-DCDC-C32B-D693B41EB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D411C7E-72EE-3D1C-E797-BB3766ED3D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24037"/>
            <a:ext cx="4000500" cy="3209925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88F0626-EA91-361F-2FD5-413195406128}"/>
              </a:ext>
            </a:extLst>
          </p:cNvPr>
          <p:cNvSpPr txBox="1"/>
          <p:nvPr/>
        </p:nvSpPr>
        <p:spPr>
          <a:xfrm>
            <a:off x="5898733" y="478712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AF10AC9-162A-8419-0D5D-FE907AFBFD4B}"/>
              </a:ext>
            </a:extLst>
          </p:cNvPr>
          <p:cNvSpPr/>
          <p:nvPr/>
        </p:nvSpPr>
        <p:spPr>
          <a:xfrm flipV="1">
            <a:off x="4609322" y="4707162"/>
            <a:ext cx="344975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654213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DF21A-C93B-12C6-F830-B38DD5F92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380734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7482D-A7D2-8CD5-2A96-65FC5E352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40B3760-AA89-EEB8-D740-832785031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10332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0876F6F-21B3-1621-2208-74AE651A53F9}"/>
              </a:ext>
            </a:extLst>
          </p:cNvPr>
          <p:cNvSpPr/>
          <p:nvPr/>
        </p:nvSpPr>
        <p:spPr>
          <a:xfrm flipV="1">
            <a:off x="4119175" y="3398610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F2EF6662-6DCB-3BEC-5A8E-7216CBF795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00945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E70A-9671-9944-0AB3-41E9D9958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AFFC0A8D-B512-F66A-B39E-9B5BB04B6B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0037" y="1838325"/>
            <a:ext cx="3971925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39D808C-C338-7069-AC23-2E33C87096B1}"/>
              </a:ext>
            </a:extLst>
          </p:cNvPr>
          <p:cNvSpPr/>
          <p:nvPr/>
        </p:nvSpPr>
        <p:spPr>
          <a:xfrm flipV="1">
            <a:off x="4565761" y="4707165"/>
            <a:ext cx="3516201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9A762A0-C86C-3060-F688-D89B60878A9D}"/>
              </a:ext>
            </a:extLst>
          </p:cNvPr>
          <p:cNvSpPr txBox="1"/>
          <p:nvPr/>
        </p:nvSpPr>
        <p:spPr>
          <a:xfrm>
            <a:off x="5898733" y="473114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131086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F6FE1-269F-B8BF-9868-66A48CBE2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C958239-EAC7-0873-A43E-E49177EE45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0037" y="1838325"/>
            <a:ext cx="3971925" cy="318135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232245E-0D02-A71A-E39A-547B1F438506}"/>
              </a:ext>
            </a:extLst>
          </p:cNvPr>
          <p:cNvSpPr txBox="1"/>
          <p:nvPr/>
        </p:nvSpPr>
        <p:spPr>
          <a:xfrm>
            <a:off x="5898733" y="473114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8DB976C-B7D6-14F3-2AF0-92B3953B9B78}"/>
              </a:ext>
            </a:extLst>
          </p:cNvPr>
          <p:cNvSpPr/>
          <p:nvPr/>
        </p:nvSpPr>
        <p:spPr>
          <a:xfrm flipV="1">
            <a:off x="4836350" y="2962699"/>
            <a:ext cx="3169315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324610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F52F9-8A47-54F7-657D-8C802C0B8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F4BB8BEB-BDB4-7D06-3133-F5F299FD78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050" y="1943100"/>
            <a:ext cx="6057900" cy="29718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8C4107A-4849-54D2-E220-D573EEF006D1}"/>
              </a:ext>
            </a:extLst>
          </p:cNvPr>
          <p:cNvSpPr/>
          <p:nvPr/>
        </p:nvSpPr>
        <p:spPr>
          <a:xfrm flipV="1">
            <a:off x="6749124" y="3718249"/>
            <a:ext cx="2376000" cy="26605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84CA507-2414-4ED4-BF91-BD5EFE999E45}"/>
              </a:ext>
            </a:extLst>
          </p:cNvPr>
          <p:cNvSpPr/>
          <p:nvPr/>
        </p:nvSpPr>
        <p:spPr>
          <a:xfrm flipV="1">
            <a:off x="6730462" y="2277254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808483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EFC4D-CF07-DCBA-2B86-244DF57D6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296B37B-34E6-9950-8E79-1CB00A8D32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814512"/>
            <a:ext cx="3990975" cy="322897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6D54B3C-45CA-F48F-6115-9C876FA54D6B}"/>
              </a:ext>
            </a:extLst>
          </p:cNvPr>
          <p:cNvSpPr txBox="1"/>
          <p:nvPr/>
        </p:nvSpPr>
        <p:spPr>
          <a:xfrm>
            <a:off x="5898733" y="4740476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97513E8-FA49-A64E-9FD4-8B6C659E3D55}"/>
              </a:ext>
            </a:extLst>
          </p:cNvPr>
          <p:cNvSpPr/>
          <p:nvPr/>
        </p:nvSpPr>
        <p:spPr>
          <a:xfrm flipV="1">
            <a:off x="4618653" y="4697831"/>
            <a:ext cx="3449750" cy="28886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325663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076F6-F09B-6C65-709A-A33333D53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877309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50DC-84F2-A293-2479-BF267F4B2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593208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A375B-371A-A128-1427-5091F5B56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6033509-3AB7-415C-0F40-16EADC9844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DAEBA38-A7A7-6E7F-9208-7172E5D69514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D017095-AFF9-59A9-50EB-9B811B3453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7611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D1B0B-B912-EB01-C597-3349E8E3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531A52A-105F-1407-656A-AEE5355236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F89996C-6C0F-C407-2218-05D69DB27543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1929769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B310F-1AD5-B2D8-9DE9-E9E21C97F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D17DCB-0B28-903E-8447-52C3C7602E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7" y="804862"/>
            <a:ext cx="10753725" cy="52482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1A85901-8E8D-848E-AAE0-985E558A87BB}"/>
              </a:ext>
            </a:extLst>
          </p:cNvPr>
          <p:cNvSpPr/>
          <p:nvPr/>
        </p:nvSpPr>
        <p:spPr>
          <a:xfrm flipV="1">
            <a:off x="4380432" y="1317885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C0355E6-3CAF-C213-B8E3-5A8C5C098200}"/>
              </a:ext>
            </a:extLst>
          </p:cNvPr>
          <p:cNvSpPr/>
          <p:nvPr/>
        </p:nvSpPr>
        <p:spPr>
          <a:xfrm>
            <a:off x="4447590" y="2929807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2BEA961-1A12-F119-0E0F-ED97A54EFA54}"/>
              </a:ext>
            </a:extLst>
          </p:cNvPr>
          <p:cNvSpPr/>
          <p:nvPr/>
        </p:nvSpPr>
        <p:spPr>
          <a:xfrm>
            <a:off x="4447590" y="237308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952792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FC471-BBAD-E5B5-07B5-21BC635F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DC5B758-CAB3-7764-9571-E962D5AF9B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3650" y="3076575"/>
            <a:ext cx="7124700" cy="70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B6E4A8D-1FF8-AE2E-A24E-BAA54DF79C2B}"/>
              </a:ext>
            </a:extLst>
          </p:cNvPr>
          <p:cNvSpPr/>
          <p:nvPr/>
        </p:nvSpPr>
        <p:spPr>
          <a:xfrm flipV="1">
            <a:off x="2599208" y="3151350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27327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C13C0-CB77-14EF-4668-D29C7B20E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5EBF5F1-3227-267F-F24E-7749F359BB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9AFD9DB-6BEA-1EB8-B943-423114ACDB5D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199172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D4FAB-5896-DF08-15C5-A3C4C39AD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990185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8A96D-7AA4-82CB-D6C6-B6189A133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964CFF9-8CB8-302A-8A2A-CB669A5CC8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C1D0B01-1BBE-AF3B-66F3-19D672AF63E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6748932-A50F-01F2-E9C2-8CB07FF175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0236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636DA-5D53-F4A7-C5DD-22177BA3F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095C851-75E6-4661-B27E-ED17C92898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5D00F09-5C93-6727-A785-D56AC6F095FE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500387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0755A-8DFF-4AB9-93B9-AF9F0DAF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BD7AB54-CA6C-DAE7-6D5D-1BC6EC0955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7937" y="2319337"/>
            <a:ext cx="7096125" cy="2219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8D4F0AD-6449-059D-8813-071177BECB67}"/>
              </a:ext>
            </a:extLst>
          </p:cNvPr>
          <p:cNvSpPr/>
          <p:nvPr/>
        </p:nvSpPr>
        <p:spPr>
          <a:xfrm>
            <a:off x="2680996" y="385354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8E64411-26C1-E1A5-F6CD-775CB72F347C}"/>
              </a:ext>
            </a:extLst>
          </p:cNvPr>
          <p:cNvSpPr/>
          <p:nvPr/>
        </p:nvSpPr>
        <p:spPr>
          <a:xfrm>
            <a:off x="2680996" y="4397827"/>
            <a:ext cx="914400" cy="12217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9CC7C87-3DB8-71A5-87E9-2C3250BDAF0C}"/>
              </a:ext>
            </a:extLst>
          </p:cNvPr>
          <p:cNvSpPr/>
          <p:nvPr/>
        </p:nvSpPr>
        <p:spPr>
          <a:xfrm flipV="1">
            <a:off x="2680996" y="4114800"/>
            <a:ext cx="6892212" cy="2239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720787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44C8-51FB-7423-E16B-A311BE186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27DA15E-ABD3-A8FB-3FFD-C1DDFEDB7D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780EA19-CF10-5F4E-43CA-0148EEAA15BE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19782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3AA0B-99AA-1CE4-D159-C644D5C9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31209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3F891-6507-2667-B945-6F24BB50D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4A48FDF4-17E7-08AF-7DC4-2A4B380B8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C373E83-2442-6C86-959F-013CB02B37A2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5B0CD27-9FD4-32C7-B0AD-1C11CD2F3A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38319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39055-A6EC-C53B-888C-C7A0FFC59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DC5916B-9368-85AB-EBAB-B90458873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9AC71D-F56F-95A9-230F-2BAB83E5EC8D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974877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3B866-BF9A-40CA-34BC-55CC59492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CB8022C-69C4-4D55-BA78-B5F10A76C1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175" y="1328737"/>
            <a:ext cx="8629650" cy="4200525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57D965B-A67D-ACD5-2D42-ABC1C7B46B35}"/>
              </a:ext>
            </a:extLst>
          </p:cNvPr>
          <p:cNvSpPr/>
          <p:nvPr/>
        </p:nvSpPr>
        <p:spPr>
          <a:xfrm flipV="1">
            <a:off x="5770692" y="5012808"/>
            <a:ext cx="2272295" cy="2869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745A6F7-BF32-2795-30DE-C5588FBCAA38}"/>
              </a:ext>
            </a:extLst>
          </p:cNvPr>
          <p:cNvSpPr/>
          <p:nvPr/>
        </p:nvSpPr>
        <p:spPr>
          <a:xfrm flipV="1">
            <a:off x="8138530" y="2608622"/>
            <a:ext cx="2143805" cy="2745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955F9FB-A640-3D0A-59AA-02F538832099}"/>
              </a:ext>
            </a:extLst>
          </p:cNvPr>
          <p:cNvSpPr/>
          <p:nvPr/>
        </p:nvSpPr>
        <p:spPr>
          <a:xfrm flipV="1">
            <a:off x="5447231" y="1720364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818116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E939D-5C1B-B62B-7A57-A3683D8C7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5711C9AC-9822-5341-2A7A-6F4619347A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12" y="2466975"/>
            <a:ext cx="10848975" cy="19240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73699D0-51FB-0F4A-DB12-F98DC278CA41}"/>
              </a:ext>
            </a:extLst>
          </p:cNvPr>
          <p:cNvSpPr/>
          <p:nvPr/>
        </p:nvSpPr>
        <p:spPr>
          <a:xfrm>
            <a:off x="4435148" y="3247048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B24DB6D-E800-38A7-00CF-FAFCF53CEF0B}"/>
              </a:ext>
            </a:extLst>
          </p:cNvPr>
          <p:cNvSpPr/>
          <p:nvPr/>
        </p:nvSpPr>
        <p:spPr>
          <a:xfrm>
            <a:off x="4435146" y="3750906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AEAF9A6-727B-1BA1-AEA7-DE5713313A34}"/>
              </a:ext>
            </a:extLst>
          </p:cNvPr>
          <p:cNvSpPr/>
          <p:nvPr/>
        </p:nvSpPr>
        <p:spPr>
          <a:xfrm flipV="1">
            <a:off x="4318228" y="2960067"/>
            <a:ext cx="7046456" cy="5109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310228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1F151-66D6-FDE3-946B-D2FCF8090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52E01105-4A77-DFD5-3738-EF66375985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412" y="2976525"/>
            <a:ext cx="5591175" cy="15049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E82D26-2444-353C-EC7D-AF29EB82606C}"/>
              </a:ext>
            </a:extLst>
          </p:cNvPr>
          <p:cNvSpPr/>
          <p:nvPr/>
        </p:nvSpPr>
        <p:spPr>
          <a:xfrm flipV="1">
            <a:off x="3628405" y="2976525"/>
            <a:ext cx="5510952" cy="12502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3D6FD4C-B592-EEEE-AC59-A2B88DD15D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3722" y="3353996"/>
            <a:ext cx="2581275" cy="24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07847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CF57-D75B-2BE1-AF4D-21E9B46D6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1842566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AFA2F-85E4-42F0-2B1F-CC1346CC7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7096851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75C8D-5A73-52CE-E878-96625523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ADC037B2-570A-6D03-E80F-BF07620D5E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16477A9-F2AF-D68B-0BC2-AC57750BC3CE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F62AFA7-DDF6-A489-FEB1-13ED351142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09163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1332C-4CDE-9C43-848B-B33DDD66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1ABFEF9-6905-BB44-FEC9-C7AE57B0E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2412" y="2000250"/>
            <a:ext cx="4067175" cy="28575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329B5375-B548-7C91-A648-7DE142D405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845" y="2723762"/>
            <a:ext cx="3152775" cy="7239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976FBC9-9102-6DF7-353F-136BDB55F8AA}"/>
              </a:ext>
            </a:extLst>
          </p:cNvPr>
          <p:cNvSpPr/>
          <p:nvPr/>
        </p:nvSpPr>
        <p:spPr>
          <a:xfrm flipV="1">
            <a:off x="4567045" y="4197026"/>
            <a:ext cx="3562542" cy="30965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6DE9728-0D2E-3058-FDA1-1EB30DCC75F3}"/>
              </a:ext>
            </a:extLst>
          </p:cNvPr>
          <p:cNvSpPr/>
          <p:nvPr/>
        </p:nvSpPr>
        <p:spPr>
          <a:xfrm>
            <a:off x="6235955" y="3023117"/>
            <a:ext cx="873972" cy="18661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593003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13A13-0E67-F602-0AA2-4B88632C7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DA48059-A9E2-24F8-B90A-CE06DDF717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2114550"/>
            <a:ext cx="944880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91752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BBE21-9588-2294-23F3-2B3A90D6A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BE071D5-DB49-D056-C197-AC2B1BBFA8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3916" y="3037405"/>
            <a:ext cx="9448800" cy="26289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DD78FC3-12A8-5134-4A86-12397F6AC6B7}"/>
              </a:ext>
            </a:extLst>
          </p:cNvPr>
          <p:cNvSpPr/>
          <p:nvPr/>
        </p:nvSpPr>
        <p:spPr>
          <a:xfrm flipV="1">
            <a:off x="2346359" y="3655851"/>
            <a:ext cx="5202106" cy="253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179852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EC184-A1C0-9270-C238-BD9256A2C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1083CF1-9B23-C3AF-62C8-25DFF304C1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2576512"/>
            <a:ext cx="3676650" cy="17049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9905C48-E9D9-3059-83D1-13E8BAB5B20F}"/>
              </a:ext>
            </a:extLst>
          </p:cNvPr>
          <p:cNvSpPr/>
          <p:nvPr/>
        </p:nvSpPr>
        <p:spPr>
          <a:xfrm flipV="1">
            <a:off x="4427084" y="2981129"/>
            <a:ext cx="2393593" cy="993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3901759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5E81D-CFBC-FB85-185C-48802FF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565E928C-1691-6541-EEB7-08A3C2A12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120" y="1883132"/>
            <a:ext cx="4038600" cy="2905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99E8ABE-3D73-7EB0-A936-8A6823A0A0DE}"/>
              </a:ext>
            </a:extLst>
          </p:cNvPr>
          <p:cNvSpPr/>
          <p:nvPr/>
        </p:nvSpPr>
        <p:spPr>
          <a:xfrm flipV="1">
            <a:off x="4501729" y="3475653"/>
            <a:ext cx="3205357" cy="3032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88749D9-F0C3-3921-A8CB-A60D88B71D60}"/>
              </a:ext>
            </a:extLst>
          </p:cNvPr>
          <p:cNvSpPr/>
          <p:nvPr/>
        </p:nvSpPr>
        <p:spPr>
          <a:xfrm flipV="1">
            <a:off x="4395349" y="3831381"/>
            <a:ext cx="3311737" cy="544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CE282FC-F3E2-A90C-560A-C104F7F0D8F3}"/>
              </a:ext>
            </a:extLst>
          </p:cNvPr>
          <p:cNvSpPr/>
          <p:nvPr/>
        </p:nvSpPr>
        <p:spPr>
          <a:xfrm>
            <a:off x="5928047" y="2902696"/>
            <a:ext cx="845977" cy="17640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583617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46EE9-5CCA-A21F-4D55-EFB9CB10B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1096504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215C6-2428-4119-1C9D-E5ADB1CA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2F42EBA-D11C-47BC-EE88-B399B16A91E7}"/>
              </a:ext>
            </a:extLst>
          </p:cNvPr>
          <p:cNvSpPr/>
          <p:nvPr/>
        </p:nvSpPr>
        <p:spPr>
          <a:xfrm>
            <a:off x="3470986" y="1530218"/>
            <a:ext cx="7200000" cy="349898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</a:t>
            </a:r>
            <a:r>
              <a:rPr lang="en-US" altLang="ja-JP" sz="1400" dirty="0" err="1">
                <a:solidFill>
                  <a:schemeClr val="bg1"/>
                </a:solidFill>
              </a:rPr>
              <a:t>init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Initialized empty Git repository in C:/git-test/.git/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0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0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32,260,476,928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3239811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BF9C5-E02B-09C1-5F66-8CF5ECA6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B6AE237-4E4E-1893-5558-0E3717051E10}"/>
              </a:ext>
            </a:extLst>
          </p:cNvPr>
          <p:cNvSpPr/>
          <p:nvPr/>
        </p:nvSpPr>
        <p:spPr>
          <a:xfrm>
            <a:off x="3470986" y="1530218"/>
            <a:ext cx="7200000" cy="34989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C:\git-test&gt;echo hello &gt;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12:53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12:54                12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</a:t>
            </a:r>
            <a:r>
              <a:rPr lang="en-US" altLang="ja-JP" sz="1400" dirty="0">
                <a:solidFill>
                  <a:schemeClr val="bg1"/>
                </a:solidFill>
              </a:rPr>
              <a:t>12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32,251,666,432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2231482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F78A9-831F-CD8B-1F8C-47A315A81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3766FAB-F82B-5251-791B-DC66A0DC3C86}"/>
              </a:ext>
            </a:extLst>
          </p:cNvPr>
          <p:cNvSpPr/>
          <p:nvPr/>
        </p:nvSpPr>
        <p:spPr>
          <a:xfrm>
            <a:off x="3470986" y="1586201"/>
            <a:ext cx="7200000" cy="26312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commits yet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Untracked files: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add &lt;file&gt;..." to include in what will be committed)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nothing added to commit but untracked files present (use "git add" to track)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985587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BFD28-A982-97FA-1FAA-8C1C51FBB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191B43-DBAA-8341-5371-A13405C8537C}"/>
              </a:ext>
            </a:extLst>
          </p:cNvPr>
          <p:cNvSpPr/>
          <p:nvPr/>
        </p:nvSpPr>
        <p:spPr>
          <a:xfrm>
            <a:off x="3470986" y="1530219"/>
            <a:ext cx="7200000" cy="307910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add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commits yet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Changes to be committed: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rm --cached &lt;file&gt;..." to </a:t>
            </a:r>
            <a:r>
              <a:rPr lang="en-US" altLang="ja-JP" sz="1400" dirty="0" err="1">
                <a:solidFill>
                  <a:schemeClr val="bg1"/>
                </a:solidFill>
              </a:rPr>
              <a:t>unstage</a:t>
            </a:r>
            <a:r>
              <a:rPr lang="en-US" altLang="ja-JP" sz="1400" dirty="0">
                <a:solidFill>
                  <a:schemeClr val="bg1"/>
                </a:solidFill>
              </a:rPr>
              <a:t>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new file: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</a:p>
        </p:txBody>
      </p:sp>
    </p:spTree>
    <p:extLst>
      <p:ext uri="{BB962C8B-B14F-4D97-AF65-F5344CB8AC3E}">
        <p14:creationId xmlns:p14="http://schemas.microsoft.com/office/powerpoint/2010/main" val="3218276701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81547-3111-B35A-4CC2-E062486FC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DF5BF6-3334-62A7-AD14-F0E1B5FB7E95}"/>
              </a:ext>
            </a:extLst>
          </p:cNvPr>
          <p:cNvSpPr/>
          <p:nvPr/>
        </p:nvSpPr>
        <p:spPr>
          <a:xfrm>
            <a:off x="3470986" y="1530219"/>
            <a:ext cx="7200000" cy="13809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commit -m "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  <a:r>
              <a:rPr lang="en-US" altLang="ja-JP" sz="1400" dirty="0">
                <a:solidFill>
                  <a:schemeClr val="bg1"/>
                </a:solidFill>
              </a:rPr>
              <a:t>"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[master (root-commit) 92af3d1] 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1 file changed, 1 insertion(+)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create mode 100644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003814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B24CE-C8B5-337C-A48E-22E1F6F6C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B360ECE-D35E-B01A-7D10-0C7C4EEDA5B3}"/>
              </a:ext>
            </a:extLst>
          </p:cNvPr>
          <p:cNvSpPr/>
          <p:nvPr/>
        </p:nvSpPr>
        <p:spPr>
          <a:xfrm>
            <a:off x="3470986" y="1530219"/>
            <a:ext cx="7200000" cy="365760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Changes not staged for commit: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add &lt;file&gt;..." to update what will be committed)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restore &lt;file&gt;..." to discard changes in working directory)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modified: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changes added to commit (use "git add" and/or "git commit -a")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restore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nothing to commit, working tree clean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8775541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D59FF-2F14-2266-7945-358954151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1BC7331-0DBE-A180-DD43-E34B41C71EE4}"/>
              </a:ext>
            </a:extLst>
          </p:cNvPr>
          <p:cNvSpPr/>
          <p:nvPr/>
        </p:nvSpPr>
        <p:spPr>
          <a:xfrm>
            <a:off x="3452325" y="695131"/>
            <a:ext cx="7200000" cy="430607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Changes to be committed: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restore --staged &lt;file&gt;..." to </a:t>
            </a:r>
            <a:r>
              <a:rPr lang="en-US" altLang="ja-JP" sz="1400" dirty="0" err="1">
                <a:solidFill>
                  <a:schemeClr val="bg1"/>
                </a:solidFill>
              </a:rPr>
              <a:t>unstage</a:t>
            </a:r>
            <a:r>
              <a:rPr lang="en-US" altLang="ja-JP" sz="1400" dirty="0">
                <a:solidFill>
                  <a:schemeClr val="bg1"/>
                </a:solidFill>
              </a:rPr>
              <a:t>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modified: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restore --staged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Changes not staged for commit: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add &lt;file&gt;..." to update what will be committed)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restore &lt;file&gt;..." to discard changes in working directory)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modified: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changes added to commit (use "git add" and/or "git commit -a")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440866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99027-BF16-D5DE-0CE0-52E78B5EA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9613218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0D1BC-5020-1241-5571-C91E2E247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2ADDFE-2D55-EA3F-A83C-EA5075717876}"/>
              </a:ext>
            </a:extLst>
          </p:cNvPr>
          <p:cNvSpPr/>
          <p:nvPr/>
        </p:nvSpPr>
        <p:spPr>
          <a:xfrm>
            <a:off x="3470986" y="438537"/>
            <a:ext cx="7200000" cy="438539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C:\&gt;git clone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Cloning into 'git-test-remote'...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warning: You appear to have cloned an empty repository.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C:\&gt;cd git-test-remote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C:\git-test-remote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13:03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             6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6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28,382,502,912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A8BF6A1-67FC-63AD-F8C1-11AB1BD1FB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3478" y="4385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621988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BCA65-953D-4A6A-C002-71E8A1D74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561DF63-5595-6139-7880-96905D96EF97}"/>
              </a:ext>
            </a:extLst>
          </p:cNvPr>
          <p:cNvSpPr/>
          <p:nvPr/>
        </p:nvSpPr>
        <p:spPr>
          <a:xfrm>
            <a:off x="3470986" y="1530219"/>
            <a:ext cx="7200000" cy="20527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push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Writing objects: 100% (3/3), 247 bytes | 247.00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Total 3 (delta 0), reused 0 (delta 0), pack-reused 0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2e4e3ac..7ceea93  main -&gt;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68CFA45-3B6F-1963-2CCC-960380B4F7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7739" y="2668553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898616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E2214-693A-2BB0-8489-F7BEA02B6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D28412C-31CF-E482-8941-E80B7FA268F3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pull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* branch            main       -&gt; FETCH_HEAD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7ceea93..924ec4d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7AD116D-967A-5887-C9C1-ED518F56A0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674" y="18101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166572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688E2-4A95-248D-1544-D86850207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1B04FD3-BA9D-24BC-89E4-8ADF21AE4EF8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fetch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Total 3 (delta 0), reused 3 (delta 0), pack-reused 0 (from 0)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Unpacking objects: 100% (3/3), 225 bytes | 13.00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2ecb494..4866ae0  main       -&gt; origin/main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2E53419-458E-C3CE-C8D2-A1BF8A33A7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674" y="26102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153992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154BB-3551-8E9E-55D9-7D88F78E5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639015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1D5FF-5858-712E-ED6A-D93B02FD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0EE1130-BA8F-6A63-6AB6-5E3EDFF4AA89}"/>
              </a:ext>
            </a:extLst>
          </p:cNvPr>
          <p:cNvSpPr/>
          <p:nvPr/>
        </p:nvSpPr>
        <p:spPr>
          <a:xfrm>
            <a:off x="3470986" y="1530220"/>
            <a:ext cx="7200000" cy="171683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*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3291755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9E7E7-D0E8-9A04-E29A-C385012AC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B6F1DF1-2127-74E2-8A42-0E269181C1F5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switch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Switched to branch '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r>
              <a:rPr lang="en-US" altLang="ja-JP" sz="1400" dirty="0">
                <a:solidFill>
                  <a:schemeClr val="bg1"/>
                </a:solidFill>
              </a:rPr>
              <a:t>'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*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447844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C038E-CFCB-A9B4-C18B-484443E22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C8057B1-CDAE-8AB2-3151-EEC68739CBCD}"/>
              </a:ext>
            </a:extLst>
          </p:cNvPr>
          <p:cNvSpPr/>
          <p:nvPr/>
        </p:nvSpPr>
        <p:spPr>
          <a:xfrm>
            <a:off x="3470986" y="1530219"/>
            <a:ext cx="7200000" cy="337768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fetch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Total 3 (delta 0), reused 3 (delta 0), pack-reused 0 (from 0)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Unpacking objects: 100% (3/3), 227 bytes | 17.00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2d2c8a7..9ae7e8e 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r>
              <a:rPr lang="en-US" altLang="ja-JP" sz="1400" dirty="0">
                <a:solidFill>
                  <a:schemeClr val="bg1"/>
                </a:solidFill>
              </a:rPr>
              <a:t>    -&gt; origin/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2ecb494..9ae7e8e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4514281-DD21-603B-D13F-0759ADB370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343" y="2640561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00600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40F6A-0F09-69DF-6080-4AAF0F229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9492C21-5D16-A915-1BAC-1C6D4BD53041}"/>
              </a:ext>
            </a:extLst>
          </p:cNvPr>
          <p:cNvSpPr/>
          <p:nvPr/>
        </p:nvSpPr>
        <p:spPr>
          <a:xfrm>
            <a:off x="3470986" y="1530220"/>
            <a:ext cx="7200000" cy="156754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Auto-merging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CONFLICT (content): Merge conflict in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Automatic merge failed; fix conflicts and then commit the result.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755136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BE842-9B6D-BE17-7102-5922AD97A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7BA21D-3472-D990-E9A8-4E0EBC9CE0F5}"/>
              </a:ext>
            </a:extLst>
          </p:cNvPr>
          <p:cNvSpPr/>
          <p:nvPr/>
        </p:nvSpPr>
        <p:spPr>
          <a:xfrm>
            <a:off x="3470986" y="1530220"/>
            <a:ext cx="7200000" cy="236215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C:\git-test&gt;type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Good Morning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revert --no-edit HEAD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[master 600e623] Revert "</a:t>
            </a:r>
            <a:r>
              <a:rPr lang="ja-JP" altLang="en-US" sz="1400" dirty="0">
                <a:solidFill>
                  <a:schemeClr val="bg1"/>
                </a:solidFill>
              </a:rPr>
              <a:t>テストデータ変更</a:t>
            </a:r>
            <a:r>
              <a:rPr lang="en-US" altLang="ja-JP" sz="1400" dirty="0">
                <a:solidFill>
                  <a:schemeClr val="bg1"/>
                </a:solidFill>
              </a:rPr>
              <a:t>"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Date: Thu Jun 25 18:00:21 2026 +0900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C:\git-test&gt;type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Hello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4003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2756</TotalTime>
  <Words>1736</Words>
  <Application>Microsoft Office PowerPoint</Application>
  <PresentationFormat>ワイド画面</PresentationFormat>
  <Paragraphs>481</Paragraphs>
  <Slides>145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145</vt:i4>
      </vt:variant>
    </vt:vector>
  </HeadingPairs>
  <TitlesOfParts>
    <vt:vector size="14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138</cp:revision>
  <dcterms:created xsi:type="dcterms:W3CDTF">2026-06-19T00:38:07Z</dcterms:created>
  <dcterms:modified xsi:type="dcterms:W3CDTF">2026-06-30T00:59:49Z</dcterms:modified>
</cp:coreProperties>
</file>