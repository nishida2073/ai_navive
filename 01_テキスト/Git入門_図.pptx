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64" r:id="rId17"/>
    <p:sldId id="265" r:id="rId18"/>
    <p:sldId id="261" r:id="rId19"/>
    <p:sldId id="266" r:id="rId20"/>
    <p:sldId id="267" r:id="rId21"/>
    <p:sldId id="269" r:id="rId22"/>
    <p:sldId id="270" r:id="rId23"/>
    <p:sldId id="271" r:id="rId2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AC586BB4-4348-B731-C7EE-10846915D00E}"/>
                </a:ext>
              </a:extLst>
            </p:cNvPr>
            <p:cNvSpPr txBox="1"/>
            <p:nvPr/>
          </p:nvSpPr>
          <p:spPr>
            <a:xfrm>
              <a:off x="4961405" y="230699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リポジトリ</a:t>
              </a:r>
            </a:p>
          </p:txBody>
        </p:sp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26857F98-C92D-DA3A-73AC-EBBB5DE601FD}"/>
                </a:ext>
              </a:extLst>
            </p:cNvPr>
            <p:cNvSpPr txBox="1"/>
            <p:nvPr/>
          </p:nvSpPr>
          <p:spPr>
            <a:xfrm>
              <a:off x="4961405" y="230699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リポジトリ</a:t>
              </a: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3DED1CF9-4E55-4CB0-B9B4-63282F3471A6}"/>
                </a:ext>
              </a:extLst>
            </p:cNvPr>
            <p:cNvSpPr txBox="1"/>
            <p:nvPr/>
          </p:nvSpPr>
          <p:spPr>
            <a:xfrm>
              <a:off x="4961405" y="230699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リポジトリ</a:t>
              </a:r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521D0927-013E-E624-AC9C-FBB92BF68793}"/>
                </a:ext>
              </a:extLst>
            </p:cNvPr>
            <p:cNvSpPr txBox="1"/>
            <p:nvPr/>
          </p:nvSpPr>
          <p:spPr>
            <a:xfrm>
              <a:off x="4961405" y="230699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リポジトリ</a:t>
              </a:r>
            </a:p>
          </p:txBody>
        </p:sp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DBD61B87-176C-AB96-62AF-A7C6A5720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343" y="3388303"/>
            <a:ext cx="4238257" cy="1902153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094DA389-896D-05FA-ADF5-6882554D1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037" y="2801768"/>
            <a:ext cx="4640286" cy="2764353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E20F9D73-5921-C504-CA08-9C945258913D}"/>
              </a:ext>
            </a:extLst>
          </p:cNvPr>
          <p:cNvGrpSpPr/>
          <p:nvPr/>
        </p:nvGrpSpPr>
        <p:grpSpPr>
          <a:xfrm>
            <a:off x="4794961" y="5423041"/>
            <a:ext cx="3308499" cy="1440000"/>
            <a:chOff x="4860910" y="5474477"/>
            <a:chExt cx="3308499" cy="144000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4A1FB15-86B1-B2A4-34E7-1C1A04371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E5751B4-7EA2-E2C5-EE3E-C4E7DA7CA4D2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722B44E-2F01-0271-9936-BFF1169D3E98}"/>
              </a:ext>
            </a:extLst>
          </p:cNvPr>
          <p:cNvGrpSpPr/>
          <p:nvPr/>
        </p:nvGrpSpPr>
        <p:grpSpPr>
          <a:xfrm>
            <a:off x="4794961" y="5423041"/>
            <a:ext cx="3308499" cy="1440000"/>
            <a:chOff x="4860910" y="5474477"/>
            <a:chExt cx="3308499" cy="144000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AD21247F-E246-C73C-A6C9-8AE94EFE8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F76605F-A5D9-F39F-A4F5-8345B08E8383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22554CE-5E78-B295-9CB6-39F8EDD1C961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4DC75B8-DFB1-53EF-FE15-DC19F14BE186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65382958-7007-24C4-30DF-B0CC1BA3CDF1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DEA755F-E447-E1BD-2DB0-028FA880E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5B1759F-5778-4137-91BF-6BBE24796B6F}"/>
              </a:ext>
            </a:extLst>
          </p:cNvPr>
          <p:cNvGrpSpPr/>
          <p:nvPr/>
        </p:nvGrpSpPr>
        <p:grpSpPr>
          <a:xfrm>
            <a:off x="8084280" y="4016450"/>
            <a:ext cx="2067770" cy="324450"/>
            <a:chOff x="5764251" y="1853450"/>
            <a:chExt cx="1080000" cy="534507"/>
          </a:xfrm>
        </p:grpSpPr>
        <p:sp>
          <p:nvSpPr>
            <p:cNvPr id="29" name="フローチャート: 手作業 28">
              <a:extLst>
                <a:ext uri="{FF2B5EF4-FFF2-40B4-BE49-F238E27FC236}">
                  <a16:creationId xmlns:a16="http://schemas.microsoft.com/office/drawing/2014/main" id="{E95EF7E8-2744-EFFC-546E-2CDE59DA43C7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09757CED-E7A0-BDB3-E4D5-FABC4B472C8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pic>
        <p:nvPicPr>
          <p:cNvPr id="31" name="図 30">
            <a:extLst>
              <a:ext uri="{FF2B5EF4-FFF2-40B4-BE49-F238E27FC236}">
                <a16:creationId xmlns:a16="http://schemas.microsoft.com/office/drawing/2014/main" id="{BB476ED2-4412-DCCE-323D-32EBA769357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2552" y="3395484"/>
            <a:ext cx="871225" cy="871225"/>
          </a:xfrm>
          <a:prstGeom prst="rect">
            <a:avLst/>
          </a:prstGeom>
        </p:spPr>
      </p:pic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297A0748-B693-EDE8-554F-2DCFF6A456D4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FD17F26-F1AA-4F08-9EA8-AF323AB20E78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3A4DC48-52C9-A2E5-4F62-A8D86102686E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8779FEC-BF07-D6EE-D4E1-976D4EBB232E}"/>
              </a:ext>
            </a:extLst>
          </p:cNvPr>
          <p:cNvSpPr/>
          <p:nvPr/>
        </p:nvSpPr>
        <p:spPr>
          <a:xfrm>
            <a:off x="6298963" y="552943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FAAF2DBD-3162-971D-AFEC-2C9B76795AB0}"/>
              </a:ext>
            </a:extLst>
          </p:cNvPr>
          <p:cNvSpPr/>
          <p:nvPr/>
        </p:nvSpPr>
        <p:spPr>
          <a:xfrm>
            <a:off x="6298963" y="6232782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D682B44-A40C-73E3-1C1F-8BD234C03F98}"/>
              </a:ext>
            </a:extLst>
          </p:cNvPr>
          <p:cNvSpPr/>
          <p:nvPr/>
        </p:nvSpPr>
        <p:spPr>
          <a:xfrm>
            <a:off x="6298963" y="6936132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10C7F15-4126-967D-BDBC-A6F46ADC320D}"/>
              </a:ext>
            </a:extLst>
          </p:cNvPr>
          <p:cNvSpPr/>
          <p:nvPr/>
        </p:nvSpPr>
        <p:spPr>
          <a:xfrm>
            <a:off x="6273747" y="971017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45EC6968-1B82-897D-4F9E-B458094BBCD8}"/>
              </a:ext>
            </a:extLst>
          </p:cNvPr>
          <p:cNvSpPr/>
          <p:nvPr/>
        </p:nvSpPr>
        <p:spPr>
          <a:xfrm>
            <a:off x="6273747" y="166464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200D8D7-8886-C502-2265-ECCAAB75D5CA}"/>
              </a:ext>
            </a:extLst>
          </p:cNvPr>
          <p:cNvSpPr/>
          <p:nvPr/>
        </p:nvSpPr>
        <p:spPr>
          <a:xfrm>
            <a:off x="6273747" y="2358265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35FBE9E-920D-99C6-6F1E-E5245260B7DD}"/>
              </a:ext>
            </a:extLst>
          </p:cNvPr>
          <p:cNvSpPr/>
          <p:nvPr/>
        </p:nvSpPr>
        <p:spPr>
          <a:xfrm>
            <a:off x="6273747" y="6166822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A0A84FC3-9D93-78F9-6B55-BFBA3E16E93C}"/>
              </a:ext>
            </a:extLst>
          </p:cNvPr>
          <p:cNvSpPr/>
          <p:nvPr/>
        </p:nvSpPr>
        <p:spPr>
          <a:xfrm>
            <a:off x="6273747" y="6860446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80FCBB7-B90F-F56C-3DFF-718DF0EBA926}"/>
              </a:ext>
            </a:extLst>
          </p:cNvPr>
          <p:cNvSpPr/>
          <p:nvPr/>
        </p:nvSpPr>
        <p:spPr>
          <a:xfrm>
            <a:off x="6273747" y="755407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155</Words>
  <Application>Microsoft Office PowerPoint</Application>
  <PresentationFormat>ワイド画面</PresentationFormat>
  <Paragraphs>83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13</cp:revision>
  <dcterms:created xsi:type="dcterms:W3CDTF">2026-06-19T00:38:07Z</dcterms:created>
  <dcterms:modified xsi:type="dcterms:W3CDTF">2026-06-19T23:37:03Z</dcterms:modified>
</cp:coreProperties>
</file>