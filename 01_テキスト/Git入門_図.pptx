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8" r:id="rId3"/>
    <p:sldId id="257" r:id="rId4"/>
    <p:sldId id="279" r:id="rId5"/>
    <p:sldId id="280" r:id="rId6"/>
    <p:sldId id="274" r:id="rId7"/>
    <p:sldId id="277" r:id="rId8"/>
    <p:sldId id="275" r:id="rId9"/>
    <p:sldId id="276" r:id="rId10"/>
    <p:sldId id="273" r:id="rId11"/>
    <p:sldId id="272" r:id="rId12"/>
    <p:sldId id="262" r:id="rId13"/>
    <p:sldId id="258" r:id="rId14"/>
    <p:sldId id="260" r:id="rId15"/>
    <p:sldId id="263" r:id="rId16"/>
    <p:sldId id="288" r:id="rId17"/>
    <p:sldId id="264" r:id="rId18"/>
    <p:sldId id="265" r:id="rId19"/>
    <p:sldId id="261" r:id="rId20"/>
    <p:sldId id="289" r:id="rId21"/>
    <p:sldId id="266" r:id="rId22"/>
    <p:sldId id="267" r:id="rId23"/>
    <p:sldId id="269" r:id="rId24"/>
    <p:sldId id="270" r:id="rId25"/>
    <p:sldId id="271" r:id="rId26"/>
    <p:sldId id="281" r:id="rId27"/>
    <p:sldId id="282" r:id="rId28"/>
    <p:sldId id="286" r:id="rId29"/>
    <p:sldId id="287" r:id="rId30"/>
    <p:sldId id="296" r:id="rId31"/>
    <p:sldId id="291" r:id="rId32"/>
    <p:sldId id="292" r:id="rId33"/>
    <p:sldId id="283" r:id="rId34"/>
    <p:sldId id="284" r:id="rId35"/>
    <p:sldId id="293" r:id="rId36"/>
    <p:sldId id="294" r:id="rId37"/>
    <p:sldId id="297" r:id="rId38"/>
    <p:sldId id="298" r:id="rId39"/>
    <p:sldId id="285" r:id="rId40"/>
    <p:sldId id="299" r:id="rId41"/>
    <p:sldId id="304" r:id="rId42"/>
    <p:sldId id="300" r:id="rId43"/>
    <p:sldId id="305" r:id="rId44"/>
    <p:sldId id="301" r:id="rId45"/>
    <p:sldId id="306" r:id="rId46"/>
    <p:sldId id="310" r:id="rId47"/>
    <p:sldId id="302" r:id="rId48"/>
    <p:sldId id="303" r:id="rId4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FF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184" autoAdjust="0"/>
  </p:normalViewPr>
  <p:slideViewPr>
    <p:cSldViewPr snapToGrid="0">
      <p:cViewPr>
        <p:scale>
          <a:sx n="60" d="100"/>
          <a:sy n="60" d="100"/>
        </p:scale>
        <p:origin x="730" y="52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8C1E49-346C-23D8-8560-72E1840BF5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6B602E3-228C-2BD9-A4C5-A3CA399484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94A90A-48D4-5A83-7537-AE7545FEA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54A6B8-A08D-BB57-9549-DC61339B8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10FA59-B3BB-BFDC-98A2-61BFD1169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812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E6D8E3-26EE-118E-9F01-2354E7B1C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9FAF00-C30E-AC48-AD8C-1520D3815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C1A78B-306C-F4E0-AFFD-F86F85846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404FADB-C4B2-5297-412E-F763080FA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4A420A-0B67-2FC1-765A-7C7671CEF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192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AA2B21-5C32-7391-32B0-CDA2E9937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377F08E-678B-9895-A1DC-8E7F36769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9FB856-373A-DF4F-486F-B8D3DF0D9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EC8611-F66D-2660-7746-47DEEA9CF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AC3523-374E-3B78-A9F7-CB1BCDF05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1647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6E15CC-FF8E-C43A-5ADA-2FF84F740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CA0C7B0-0641-9489-1771-7C25E7589E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2133B8E-9FFC-95BA-4F0D-92C5EB396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2DD395-0BE1-9E19-F071-CD2F84A76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31E29AC-A59D-D3CC-80F5-F82AACAE7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92F3034-B5E6-E929-B219-941B16312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370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8C0822-E99B-6C87-83FB-B301EFE21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A83C52-E56F-5A87-7DB6-2362582C83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1706B4C-A784-5ED1-95CD-10803B2244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CFF41AD-C93C-0701-0FEC-FE88154D88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3BD4639-25F2-E9EE-4E29-03466DC202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0E593D-F2C5-489F-B6C2-73472FB39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0D39A68-4176-4762-1218-F009AA2A7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F0B064-4AC2-2E72-8EE3-3F2515E91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5096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8D697-16AF-FD50-AD48-2EC81FBE0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4A24745-F7D6-A3EB-CEED-505CA2FA8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891CBCB-E1AE-A582-AC73-7200D1CFE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7A1FC8B-5CF6-1B21-DBA2-3CFC1FC0D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9947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D32F64-C55A-6995-0588-D5A4DC7A6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4A8A7DE-10AF-1FC4-9307-39D53AFF6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175DB3-3284-4CE1-0290-0BFC754AF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4606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4206D7-B721-4845-8025-2538BBB93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FB10DA-0FB7-03E5-3D45-9ABB034CC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B7D0BEA-615B-752E-04A1-5801ACC1FE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9651DB-C5A2-C839-602D-2BDFA13F6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47CED17-D624-0D14-042E-3F96277E6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3330C02-C502-1B5A-9E40-389691DC8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9065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32D607-568F-B665-8DDF-C08CBDBB1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697B728-ECE8-83BE-EE11-41DEC0BDD0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4D0615F-8F57-C602-9651-72711C4C8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7673B73-531D-D10C-499E-191142659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0B9634D-A4E8-A802-89B1-A0934FE52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51A9026-387D-0391-B028-0DF5CCEE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4152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C01306-49CD-70E6-680C-00550373E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485331F-E233-64A8-15EE-BC4D77C325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7FFDF2-13CB-5964-375C-3057729A0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7BD9C0-DEDA-F267-3B68-67FB583B4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92F14B-2F04-7C2E-03BF-62EC681F4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549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6C9F24C-8EC4-1154-04C1-867B4D5AFE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FE5037-9BBC-11B2-2D92-AD204F4245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4115CA-881F-BC04-B164-3AE28CEDA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D7E462-66CF-A930-EA89-6A9CA5F11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EEBBE5-D651-9F5C-40E1-2B391EBC4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2824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C04E636-CC23-7BF1-D59C-276CEFFBA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AA4370-DAF6-C5CA-8282-199BFF4B0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F31E70-7DED-425B-5ACE-EB0441F44F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036ADF-5EE9-DEB5-79A8-49538AD302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BC7D65-6BE5-3335-F57D-D26562010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9981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F64F72-E69C-A729-4AD8-945A2E3578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038F144-C19D-E19B-176C-BFAF102533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873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B3AC8-7F53-B3EC-8C78-F629F0639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477E55-7668-9E39-6FCF-BD2A5593F13D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6583" y="2000888"/>
            <a:ext cx="756449" cy="75644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9471A06-E386-21B5-E957-807AA90C7A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9503" y="3232852"/>
            <a:ext cx="2359792" cy="176984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9E1F957-9CE1-927D-A7F6-C64CDE85C5E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546" y="2353754"/>
            <a:ext cx="756449" cy="75644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FBB55A2-61A4-B7EE-4500-09AF8CB74244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067" y="2520622"/>
            <a:ext cx="756449" cy="75644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DCB71749-4AE8-E6D8-798A-65D814D5641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1474" y="1577651"/>
            <a:ext cx="756449" cy="756449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722C355-2014-0625-7116-F25FE279BF0F}"/>
              </a:ext>
            </a:extLst>
          </p:cNvPr>
          <p:cNvSpPr txBox="1"/>
          <p:nvPr/>
        </p:nvSpPr>
        <p:spPr>
          <a:xfrm>
            <a:off x="2233020" y="2593656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_v1</a:t>
            </a:r>
            <a:endParaRPr kumimoji="1" lang="ja-JP" altLang="en-US" sz="12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6B78697-051F-B7C3-0BFA-6A5584FF6498}"/>
              </a:ext>
            </a:extLst>
          </p:cNvPr>
          <p:cNvSpPr txBox="1"/>
          <p:nvPr/>
        </p:nvSpPr>
        <p:spPr>
          <a:xfrm>
            <a:off x="3060983" y="2937191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_v2</a:t>
            </a:r>
            <a:endParaRPr kumimoji="1" lang="ja-JP" altLang="en-US" sz="12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94F4B37-A73B-1A37-6735-88211127C46C}"/>
              </a:ext>
            </a:extLst>
          </p:cNvPr>
          <p:cNvSpPr txBox="1"/>
          <p:nvPr/>
        </p:nvSpPr>
        <p:spPr>
          <a:xfrm>
            <a:off x="4183324" y="3105346"/>
            <a:ext cx="8771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_…</a:t>
            </a:r>
            <a:endParaRPr kumimoji="1" lang="ja-JP" altLang="en-US" sz="12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2BD2DF3-815B-E062-9E36-17EC2E205F88}"/>
              </a:ext>
            </a:extLst>
          </p:cNvPr>
          <p:cNvSpPr txBox="1"/>
          <p:nvPr/>
        </p:nvSpPr>
        <p:spPr>
          <a:xfrm>
            <a:off x="3727228" y="2167229"/>
            <a:ext cx="11849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</a:t>
            </a:r>
            <a:r>
              <a:rPr lang="ja-JP" altLang="en-US" sz="1200" dirty="0"/>
              <a:t>最終版</a:t>
            </a:r>
            <a:endParaRPr kumimoji="1"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24441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76C3C845-63E2-25D5-3260-3402A990F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7250" y="2833688"/>
            <a:ext cx="2857500" cy="119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1288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0EDB1-BA91-83E2-B943-A8B013752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206CFAF4-95BD-BC36-6F4C-A0D92B3E98A3}"/>
              </a:ext>
            </a:extLst>
          </p:cNvPr>
          <p:cNvSpPr/>
          <p:nvPr/>
        </p:nvSpPr>
        <p:spPr>
          <a:xfrm>
            <a:off x="979714" y="2453951"/>
            <a:ext cx="4133462" cy="1408922"/>
          </a:xfrm>
          <a:prstGeom prst="round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010BA1-6CEC-B951-5C6A-80D85C4E50A7}"/>
              </a:ext>
            </a:extLst>
          </p:cNvPr>
          <p:cNvSpPr txBox="1"/>
          <p:nvPr/>
        </p:nvSpPr>
        <p:spPr>
          <a:xfrm>
            <a:off x="945244" y="208968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仕様書</a:t>
            </a:r>
            <a:endParaRPr kumimoji="1" lang="ja-JP" altLang="en-US" b="1" dirty="0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FCCE081E-61D4-6AC9-6C8E-02762764F880}"/>
              </a:ext>
            </a:extLst>
          </p:cNvPr>
          <p:cNvCxnSpPr>
            <a:cxnSpLocks/>
          </p:cNvCxnSpPr>
          <p:nvPr/>
        </p:nvCxnSpPr>
        <p:spPr>
          <a:xfrm flipV="1">
            <a:off x="2317229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3DF9E1C8-CD3C-FED7-CDFF-728128CDD98E}"/>
              </a:ext>
            </a:extLst>
          </p:cNvPr>
          <p:cNvCxnSpPr>
            <a:cxnSpLocks/>
          </p:cNvCxnSpPr>
          <p:nvPr/>
        </p:nvCxnSpPr>
        <p:spPr>
          <a:xfrm flipV="1">
            <a:off x="3556410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63F5A78E-4DA2-F082-4334-70B930985D4A}"/>
              </a:ext>
            </a:extLst>
          </p:cNvPr>
          <p:cNvGrpSpPr/>
          <p:nvPr/>
        </p:nvGrpSpPr>
        <p:grpSpPr>
          <a:xfrm>
            <a:off x="1456001" y="2694724"/>
            <a:ext cx="843275" cy="964330"/>
            <a:chOff x="1456001" y="2778396"/>
            <a:chExt cx="843275" cy="96433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175C0D5-5A35-6A02-BC9B-55E08FF76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B3D6D603-90D0-561E-B338-67C44356207C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80690"/>
              <a:chOff x="1545787" y="3462036"/>
              <a:chExt cx="753489" cy="280690"/>
            </a:xfrm>
          </p:grpSpPr>
          <p:sp>
            <p:nvSpPr>
              <p:cNvPr id="17" name="フローチャート: 書類 16">
                <a:extLst>
                  <a:ext uri="{FF2B5EF4-FFF2-40B4-BE49-F238E27FC236}">
                    <a16:creationId xmlns:a16="http://schemas.microsoft.com/office/drawing/2014/main" id="{5181CF98-32F0-209F-1388-0DA2C878B667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5E346611-2F14-D31A-5469-0688C5DECAA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276620" cy="203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V1</a:t>
                </a:r>
                <a:endParaRPr kumimoji="1" lang="ja-JP" altLang="en-US" sz="1100" b="1" dirty="0"/>
              </a:p>
            </p:txBody>
          </p:sp>
        </p:grpSp>
      </p:grpSp>
      <p:sp>
        <p:nvSpPr>
          <p:cNvPr id="26" name="吹き出し: 線 25">
            <a:extLst>
              <a:ext uri="{FF2B5EF4-FFF2-40B4-BE49-F238E27FC236}">
                <a16:creationId xmlns:a16="http://schemas.microsoft.com/office/drawing/2014/main" id="{A0640CC0-0392-BF88-905A-33E093B33D7F}"/>
              </a:ext>
            </a:extLst>
          </p:cNvPr>
          <p:cNvSpPr/>
          <p:nvPr/>
        </p:nvSpPr>
        <p:spPr>
          <a:xfrm>
            <a:off x="5646828" y="2363517"/>
            <a:ext cx="1464906" cy="631609"/>
          </a:xfrm>
          <a:prstGeom prst="borderCallout1">
            <a:avLst>
              <a:gd name="adj1" fmla="val 46818"/>
              <a:gd name="adj2" fmla="val -8333"/>
              <a:gd name="adj3" fmla="val 120089"/>
              <a:gd name="adj4" fmla="val -70642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最終版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AC1409EF-F5D8-B91B-0EDB-78810CBC93FD}"/>
              </a:ext>
            </a:extLst>
          </p:cNvPr>
          <p:cNvGrpSpPr/>
          <p:nvPr/>
        </p:nvGrpSpPr>
        <p:grpSpPr>
          <a:xfrm>
            <a:off x="2695182" y="2685086"/>
            <a:ext cx="843275" cy="983606"/>
            <a:chOff x="1456001" y="2778396"/>
            <a:chExt cx="843275" cy="983606"/>
          </a:xfrm>
        </p:grpSpPr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AFC111F5-A332-8761-0875-BA2C87D590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1" name="グループ化 30">
              <a:extLst>
                <a:ext uri="{FF2B5EF4-FFF2-40B4-BE49-F238E27FC236}">
                  <a16:creationId xmlns:a16="http://schemas.microsoft.com/office/drawing/2014/main" id="{A0B6D03F-8AD9-02FB-BF92-CE7AB2905DEB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2" name="フローチャート: 書類 31">
                <a:extLst>
                  <a:ext uri="{FF2B5EF4-FFF2-40B4-BE49-F238E27FC236}">
                    <a16:creationId xmlns:a16="http://schemas.microsoft.com/office/drawing/2014/main" id="{76F71627-10B1-2322-C5DD-377D735FD575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8FC96312-6E60-89C6-AB70-DB156304E132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36099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V2</a:t>
                </a:r>
                <a:endParaRPr kumimoji="1" lang="ja-JP" altLang="en-US" sz="1100" b="1" dirty="0"/>
              </a:p>
            </p:txBody>
          </p:sp>
        </p:grp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39F312E6-342F-3C94-BFEE-EDE2520F22D0}"/>
              </a:ext>
            </a:extLst>
          </p:cNvPr>
          <p:cNvGrpSpPr/>
          <p:nvPr/>
        </p:nvGrpSpPr>
        <p:grpSpPr>
          <a:xfrm>
            <a:off x="3934364" y="2685086"/>
            <a:ext cx="843275" cy="983606"/>
            <a:chOff x="1456001" y="2778396"/>
            <a:chExt cx="843275" cy="983606"/>
          </a:xfrm>
        </p:grpSpPr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0CADB9E6-5CF4-B14E-D298-CFBAEFAC8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EC8B446D-8C25-80EE-C89B-0F08B3F5B50D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7" name="フローチャート: 書類 36">
                <a:extLst>
                  <a:ext uri="{FF2B5EF4-FFF2-40B4-BE49-F238E27FC236}">
                    <a16:creationId xmlns:a16="http://schemas.microsoft.com/office/drawing/2014/main" id="{17652807-C517-7F09-D16A-B0A7A31C366A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C9CDCD93-3D15-6C8B-88CA-D1ABAA0D8E7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70403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</a:t>
                </a:r>
                <a:r>
                  <a:rPr kumimoji="1" lang="ja-JP" altLang="en-US" sz="1100" b="1" dirty="0"/>
                  <a:t>・・・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8460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D33B4-F237-7ADF-1955-C5809F4D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3346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A6E4B-D34F-9558-DD3D-691C814EC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D41AE714-5CC7-2426-82D4-69D5DD4AF9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951A8F52-7B7A-CDDA-249A-92E530B993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AD461FC0-9EFE-CC82-BA6D-FF8343E9BD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5810DA68-7A5D-8C21-6180-D33ABB27BF73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CD8ACAEA-117B-5B3E-D520-CCA18C8B99A0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27594ED-81D5-AECB-6433-EEA5FAC6E6F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498E612-0918-931A-16D9-A645DBB77331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013C4CE9-63B0-EFB7-7982-F03C8B1A4345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16DA9C5B-8FC0-1E97-B7C6-B7445E57E3A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43E9089A-A473-49F3-F8FF-C7E0B527D169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BF20F755-46F2-BDFF-0BA6-FB305902BB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19" name="四角形: 角を丸くする 18">
              <a:extLst>
                <a:ext uri="{FF2B5EF4-FFF2-40B4-BE49-F238E27FC236}">
                  <a16:creationId xmlns:a16="http://schemas.microsoft.com/office/drawing/2014/main" id="{6E021068-454D-D7A7-AE2C-CCD625C39CAF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21286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FA4EB-1937-8BB7-3BFC-8583DDB0A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045AF82-E393-A598-79A9-6BD75E912F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A6CAF1B5-2841-F427-3653-1D05F08059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CB115048-653A-1EF0-241F-53D7EA4F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389F36B9-F56A-3A22-FFD5-ACD43F68613F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38F60766-228F-B356-1E77-F3ADCA23F20A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AA1D066-284D-44FF-3AC2-182679597C8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6830991E-F2D8-0842-CAFB-E72CC55DFD29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E9D022F2-B9A0-DAE9-0F82-46C6E53DFFBD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347D9DFD-EF7E-A5C7-E61B-4261D2D8AA5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51812B50-C613-D78C-771B-4DAD4652A8D3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2F8F6CC4-FD6F-8A63-18DE-7CC6E80CB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1E5BE2E2-2A15-0E1F-519B-EE2510F95C6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kumimoji="1" lang="ja-JP" altLang="en-US" b="1" dirty="0">
                  <a:solidFill>
                    <a:schemeClr val="tx1"/>
                  </a:solidFill>
                </a:rPr>
                <a:t>リポジトリ</a:t>
              </a:r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A412211B-2602-3E11-D4D0-AA839C0C2570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C1527471-4A83-DE04-5D1E-D7CCFFD6F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1C9E4B79-BE39-666E-AEC7-1036E9058486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6760F33E-A6B5-BC17-454C-8BB9D91D0D73}"/>
              </a:ext>
            </a:extLst>
          </p:cNvPr>
          <p:cNvGrpSpPr/>
          <p:nvPr/>
        </p:nvGrpSpPr>
        <p:grpSpPr>
          <a:xfrm>
            <a:off x="7584587" y="5101015"/>
            <a:ext cx="2272978" cy="1707502"/>
            <a:chOff x="4494330" y="1912776"/>
            <a:chExt cx="2272978" cy="1707502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C3212736-D05A-7211-839E-D49C499DDE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30" name="四角形: 角を丸くする 29">
              <a:extLst>
                <a:ext uri="{FF2B5EF4-FFF2-40B4-BE49-F238E27FC236}">
                  <a16:creationId xmlns:a16="http://schemas.microsoft.com/office/drawing/2014/main" id="{C4F2A461-A5A7-D191-87A7-83EECDD0765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33067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CF571-7B7A-6AE7-C741-EBE08968F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64AE69-D814-5707-A3D6-A47DB7677AC6}"/>
              </a:ext>
            </a:extLst>
          </p:cNvPr>
          <p:cNvSpPr txBox="1"/>
          <p:nvPr/>
        </p:nvSpPr>
        <p:spPr>
          <a:xfrm>
            <a:off x="1920412" y="219269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中央集中型</a:t>
            </a:r>
            <a:endParaRPr kumimoji="1" lang="ja-JP" altLang="en-US" b="1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C0A959-A4F8-2F4F-795C-3AA09013805D}"/>
              </a:ext>
            </a:extLst>
          </p:cNvPr>
          <p:cNvSpPr txBox="1"/>
          <p:nvPr/>
        </p:nvSpPr>
        <p:spPr>
          <a:xfrm>
            <a:off x="8605961" y="219269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分散型</a:t>
            </a:r>
            <a:endParaRPr kumimoji="1" lang="ja-JP" altLang="en-US" b="1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A6314BF5-D09E-FD4D-F67E-9B9F2900F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188" y="3356786"/>
            <a:ext cx="4185276" cy="187837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151711FE-B427-49CF-D725-A0CE66989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520" y="2797107"/>
            <a:ext cx="5032043" cy="2997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945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2DDF4-F2BA-0DB5-48A8-37CEEAD07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1548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921E-B6AE-672A-D265-D754DAAB6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2417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848E8-BBDE-133C-55FD-CF031BC9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6D966593-13C4-A82D-9203-C800B5DC55CB}"/>
              </a:ext>
            </a:extLst>
          </p:cNvPr>
          <p:cNvGrpSpPr/>
          <p:nvPr/>
        </p:nvGrpSpPr>
        <p:grpSpPr>
          <a:xfrm>
            <a:off x="2849214" y="168491"/>
            <a:ext cx="4680000" cy="1080000"/>
            <a:chOff x="2849214" y="288233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7E31A682-DD55-49EB-8BD5-6AE614651D3A}"/>
                </a:ext>
              </a:extLst>
            </p:cNvPr>
            <p:cNvSpPr/>
            <p:nvPr/>
          </p:nvSpPr>
          <p:spPr>
            <a:xfrm>
              <a:off x="2849214" y="288233"/>
              <a:ext cx="4680000" cy="108000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kumimoji="1" lang="ja-JP" altLang="en-US" b="1" dirty="0"/>
                <a:t>ワーキングツリー</a:t>
              </a:r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104827A8-234F-A1B9-5518-78344CD1B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6365" y="288233"/>
              <a:ext cx="1080000" cy="1080000"/>
            </a:xfrm>
            <a:prstGeom prst="rect">
              <a:avLst/>
            </a:prstGeom>
          </p:spPr>
        </p:pic>
      </p:grp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A80EB5A0-5A6D-4BD3-EE1C-0CCD92323E07}"/>
              </a:ext>
            </a:extLst>
          </p:cNvPr>
          <p:cNvGrpSpPr/>
          <p:nvPr/>
        </p:nvGrpSpPr>
        <p:grpSpPr>
          <a:xfrm>
            <a:off x="2849214" y="3809486"/>
            <a:ext cx="4680000" cy="1080000"/>
            <a:chOff x="2849214" y="3397749"/>
            <a:chExt cx="4680000" cy="1080000"/>
          </a:xfrm>
        </p:grpSpPr>
        <p:sp>
          <p:nvSpPr>
            <p:cNvPr id="27" name="四角形: 角を丸くする 26">
              <a:extLst>
                <a:ext uri="{FF2B5EF4-FFF2-40B4-BE49-F238E27FC236}">
                  <a16:creationId xmlns:a16="http://schemas.microsoft.com/office/drawing/2014/main" id="{7B7B67A5-35B8-D52D-870B-8EE0C0DE39BC}"/>
                </a:ext>
              </a:extLst>
            </p:cNvPr>
            <p:cNvSpPr/>
            <p:nvPr/>
          </p:nvSpPr>
          <p:spPr>
            <a:xfrm>
              <a:off x="2849214" y="3397749"/>
              <a:ext cx="4680000" cy="108000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ローカルリポジトリ</a:t>
              </a:r>
            </a:p>
          </p:txBody>
        </p:sp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972BFA98-2B6E-2E34-7098-A5852F08E3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2365" y="3433749"/>
              <a:ext cx="1008000" cy="1008000"/>
            </a:xfrm>
            <a:prstGeom prst="rect">
              <a:avLst/>
            </a:prstGeom>
          </p:spPr>
        </p:pic>
      </p:grp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53BCC381-1FA9-F551-4F3F-AE52F3F969CF}"/>
              </a:ext>
            </a:extLst>
          </p:cNvPr>
          <p:cNvSpPr/>
          <p:nvPr/>
        </p:nvSpPr>
        <p:spPr>
          <a:xfrm>
            <a:off x="2849214" y="5620069"/>
            <a:ext cx="4680000" cy="108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リモートリポジトリ</a:t>
            </a:r>
          </a:p>
        </p:txBody>
      </p: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A2A39241-7B36-B66E-EB63-139473F54C70}"/>
              </a:ext>
            </a:extLst>
          </p:cNvPr>
          <p:cNvGrpSpPr/>
          <p:nvPr/>
        </p:nvGrpSpPr>
        <p:grpSpPr>
          <a:xfrm>
            <a:off x="3017710" y="5567557"/>
            <a:ext cx="1217310" cy="1293884"/>
            <a:chOff x="5938864" y="3124197"/>
            <a:chExt cx="1217310" cy="1364976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91EABEE8-009A-FDEE-8A05-A31E5558B1E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71EA3974-AE2C-B692-54DD-3BB32B61F8F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241BFA92-7F42-C342-B13A-879CBF336C1C}"/>
              </a:ext>
            </a:extLst>
          </p:cNvPr>
          <p:cNvGrpSpPr/>
          <p:nvPr/>
        </p:nvGrpSpPr>
        <p:grpSpPr>
          <a:xfrm>
            <a:off x="2849214" y="1978100"/>
            <a:ext cx="4680000" cy="1080000"/>
            <a:chOff x="2849214" y="1976205"/>
            <a:chExt cx="4680000" cy="1080000"/>
          </a:xfrm>
        </p:grpSpPr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6960821B-C01C-1959-D15B-082115FAEC61}"/>
                </a:ext>
              </a:extLst>
            </p:cNvPr>
            <p:cNvSpPr/>
            <p:nvPr/>
          </p:nvSpPr>
          <p:spPr>
            <a:xfrm>
              <a:off x="2849214" y="1976205"/>
              <a:ext cx="4680000" cy="10800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ステージングエリア</a:t>
              </a:r>
            </a:p>
          </p:txBody>
        </p: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352AFF58-CBCF-22BD-C899-6A6CA6A9A62C}"/>
                </a:ext>
              </a:extLst>
            </p:cNvPr>
            <p:cNvGrpSpPr/>
            <p:nvPr/>
          </p:nvGrpSpPr>
          <p:grpSpPr>
            <a:xfrm>
              <a:off x="3086365" y="2297869"/>
              <a:ext cx="1080000" cy="534507"/>
              <a:chOff x="3084470" y="2297869"/>
              <a:chExt cx="1080000" cy="534507"/>
            </a:xfrm>
          </p:grpSpPr>
          <p:sp>
            <p:nvSpPr>
              <p:cNvPr id="16" name="フローチャート: 手作業 15">
                <a:extLst>
                  <a:ext uri="{FF2B5EF4-FFF2-40B4-BE49-F238E27FC236}">
                    <a16:creationId xmlns:a16="http://schemas.microsoft.com/office/drawing/2014/main" id="{EB9ADF27-FAA7-E86D-05B2-27E1D95B50B2}"/>
                  </a:ext>
                </a:extLst>
              </p:cNvPr>
              <p:cNvSpPr/>
              <p:nvPr/>
            </p:nvSpPr>
            <p:spPr>
              <a:xfrm flipV="1">
                <a:off x="3102470" y="2297869"/>
                <a:ext cx="1044000" cy="341295"/>
              </a:xfrm>
              <a:prstGeom prst="flowChartManualOperation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ja-JP" altLang="en-US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15" name="四角形: 角を丸くする 14">
                <a:extLst>
                  <a:ext uri="{FF2B5EF4-FFF2-40B4-BE49-F238E27FC236}">
                    <a16:creationId xmlns:a16="http://schemas.microsoft.com/office/drawing/2014/main" id="{1EDE99A0-C775-8EAD-6AB9-3352CFC46616}"/>
                  </a:ext>
                </a:extLst>
              </p:cNvPr>
              <p:cNvSpPr/>
              <p:nvPr/>
            </p:nvSpPr>
            <p:spPr>
              <a:xfrm>
                <a:off x="3084470" y="2644288"/>
                <a:ext cx="1080000" cy="188088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</p:grpSp>
      </p:grp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8D73FD9A-34C2-727C-61D9-D5D268A72D37}"/>
              </a:ext>
            </a:extLst>
          </p:cNvPr>
          <p:cNvGrpSpPr/>
          <p:nvPr/>
        </p:nvGrpSpPr>
        <p:grpSpPr>
          <a:xfrm>
            <a:off x="5189214" y="1331158"/>
            <a:ext cx="1099431" cy="540000"/>
            <a:chOff x="925286" y="1153886"/>
            <a:chExt cx="1099431" cy="540000"/>
          </a:xfrm>
        </p:grpSpPr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70D2EB4C-E690-5ACA-D33B-556CC9AEBDE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C6FFCE5C-1AE9-A94E-F2AA-33808A0383BB}"/>
                </a:ext>
              </a:extLst>
            </p:cNvPr>
            <p:cNvSpPr txBox="1"/>
            <p:nvPr/>
          </p:nvSpPr>
          <p:spPr>
            <a:xfrm>
              <a:off x="944717" y="1275220"/>
              <a:ext cx="1080000" cy="36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ステージ</a:t>
              </a:r>
            </a:p>
          </p:txBody>
        </p:sp>
      </p:grp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AE394B0D-F5C1-516A-C20E-ABE6D86A51CE}"/>
              </a:ext>
            </a:extLst>
          </p:cNvPr>
          <p:cNvGrpSpPr/>
          <p:nvPr/>
        </p:nvGrpSpPr>
        <p:grpSpPr>
          <a:xfrm>
            <a:off x="5189214" y="3165042"/>
            <a:ext cx="1127427" cy="540000"/>
            <a:chOff x="925286" y="1153886"/>
            <a:chExt cx="1127427" cy="540000"/>
          </a:xfrm>
        </p:grpSpPr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BFFDAC02-07A8-691F-C201-7844C2B708A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DA98C0E2-C58C-D1C6-2A11-4394D86E4785}"/>
                </a:ext>
              </a:extLst>
            </p:cNvPr>
            <p:cNvSpPr txBox="1"/>
            <p:nvPr/>
          </p:nvSpPr>
          <p:spPr>
            <a:xfrm>
              <a:off x="944717" y="1264334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コミット</a:t>
              </a:r>
            </a:p>
          </p:txBody>
        </p:sp>
      </p:grp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B3BCAFB3-C544-52B3-E153-00A4F95BA7F5}"/>
              </a:ext>
            </a:extLst>
          </p:cNvPr>
          <p:cNvGrpSpPr/>
          <p:nvPr/>
        </p:nvGrpSpPr>
        <p:grpSpPr>
          <a:xfrm>
            <a:off x="5184931" y="4969407"/>
            <a:ext cx="1127427" cy="540000"/>
            <a:chOff x="925286" y="1153886"/>
            <a:chExt cx="1127427" cy="540000"/>
          </a:xfrm>
        </p:grpSpPr>
        <p:cxnSp>
          <p:nvCxnSpPr>
            <p:cNvPr id="56" name="直線矢印コネクタ 55">
              <a:extLst>
                <a:ext uri="{FF2B5EF4-FFF2-40B4-BE49-F238E27FC236}">
                  <a16:creationId xmlns:a16="http://schemas.microsoft.com/office/drawing/2014/main" id="{DE5CA77C-F7A0-28BF-BDA8-979E3F3DA965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ACB01365-492C-16DA-810D-57D1ECAF1416}"/>
                </a:ext>
              </a:extLst>
            </p:cNvPr>
            <p:cNvSpPr txBox="1"/>
            <p:nvPr/>
          </p:nvSpPr>
          <p:spPr>
            <a:xfrm>
              <a:off x="944717" y="1275220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プッシュ</a:t>
              </a:r>
            </a:p>
          </p:txBody>
        </p:sp>
      </p:grpSp>
      <p:pic>
        <p:nvPicPr>
          <p:cNvPr id="61" name="図 60">
            <a:extLst>
              <a:ext uri="{FF2B5EF4-FFF2-40B4-BE49-F238E27FC236}">
                <a16:creationId xmlns:a16="http://schemas.microsoft.com/office/drawing/2014/main" id="{4C20C321-A104-452C-14F6-66A6B90FFD46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3916" y="1983778"/>
            <a:ext cx="756449" cy="756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840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32B7D-BF1D-76E8-64C0-C3B761D7D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F65A66CD-6ED4-673E-12A4-284EF36BB8E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AE9DBD22-CBF0-54B8-5485-C4F9EEE38A89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982DFC93-0F6B-23D1-5A80-7CCA60D00C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FC12D646-C9D3-538A-E29A-FDB700C29183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12AC01CF-CF43-79F1-E1DC-20E5627A19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BEE6AB6-1E0A-2180-544F-6DBC88F1F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1CC4563A-C092-8704-EF9F-EE3909563099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399D1376-8D20-9930-6B85-66F354BF596E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5F1090A0-B74E-2471-E129-CB99252B8122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00C9384C-7A04-1A6C-B63D-F142D095D41D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7470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9EA8F-6FCE-7543-2F06-DBF373CB6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4C87C0E-ABB4-1C56-ACA7-59FD3A03C302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ワーキングツリー（変更前）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29EED1CB-6C43-9B61-AF76-D5E323BCBCB0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D481E4C4-1F22-9185-E6D4-946168A87A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67461121-FA5A-D3A0-D5D4-C6E289D60824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2D0C00D1-AFD9-B65F-91F4-7F7E1EDED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FECDEF6-4693-1B41-F5FE-4BA3803912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6D7ED15A-4CCB-1324-5402-765CEC237E4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224FA7AC-6C43-CF0A-A1AC-331FEC75A182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09B83E75-F996-0902-AF73-69AAD0EE13CC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542948A7-2232-E010-CAD0-528AE4CE3716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F074934-BB8C-0DB7-0400-A01B781F1915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7C80117-81A7-BC01-6221-2924A5CB9F4D}"/>
              </a:ext>
            </a:extLst>
          </p:cNvPr>
          <p:cNvSpPr txBox="1"/>
          <p:nvPr/>
        </p:nvSpPr>
        <p:spPr>
          <a:xfrm>
            <a:off x="6976284" y="388772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ファイルの修正</a:t>
            </a:r>
          </a:p>
        </p:txBody>
      </p:sp>
      <p:sp>
        <p:nvSpPr>
          <p:cNvPr id="100" name="四角形: 角を丸くする 99">
            <a:extLst>
              <a:ext uri="{FF2B5EF4-FFF2-40B4-BE49-F238E27FC236}">
                <a16:creationId xmlns:a16="http://schemas.microsoft.com/office/drawing/2014/main" id="{A882AAB6-113E-4BF9-E625-656A0DF88F67}"/>
              </a:ext>
            </a:extLst>
          </p:cNvPr>
          <p:cNvSpPr/>
          <p:nvPr/>
        </p:nvSpPr>
        <p:spPr>
          <a:xfrm>
            <a:off x="2849212" y="463911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3DFA9779-E6D2-5659-A8F0-1834EF7A439D}"/>
              </a:ext>
            </a:extLst>
          </p:cNvPr>
          <p:cNvGrpSpPr/>
          <p:nvPr/>
        </p:nvGrpSpPr>
        <p:grpSpPr>
          <a:xfrm>
            <a:off x="3890816" y="4954812"/>
            <a:ext cx="5116793" cy="3070884"/>
            <a:chOff x="3717737" y="560389"/>
            <a:chExt cx="5116793" cy="3070884"/>
          </a:xfrm>
        </p:grpSpPr>
        <p:pic>
          <p:nvPicPr>
            <p:cNvPr id="102" name="図 101">
              <a:extLst>
                <a:ext uri="{FF2B5EF4-FFF2-40B4-BE49-F238E27FC236}">
                  <a16:creationId xmlns:a16="http://schemas.microsoft.com/office/drawing/2014/main" id="{615D3C1F-3AF0-4EA0-DD67-6EBFAB350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03" name="テキスト ボックス 102">
              <a:extLst>
                <a:ext uri="{FF2B5EF4-FFF2-40B4-BE49-F238E27FC236}">
                  <a16:creationId xmlns:a16="http://schemas.microsoft.com/office/drawing/2014/main" id="{EAC276E1-9245-1B89-466E-E17BBD58E6A2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04" name="図 103">
              <a:extLst>
                <a:ext uri="{FF2B5EF4-FFF2-40B4-BE49-F238E27FC236}">
                  <a16:creationId xmlns:a16="http://schemas.microsoft.com/office/drawing/2014/main" id="{746FC17E-36EC-EEAF-8E4F-87E8FD647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05" name="図 104">
              <a:extLst>
                <a:ext uri="{FF2B5EF4-FFF2-40B4-BE49-F238E27FC236}">
                  <a16:creationId xmlns:a16="http://schemas.microsoft.com/office/drawing/2014/main" id="{04E1D4A8-1513-FCEE-C450-6B05D2CC7E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106" name="コネクタ: カギ線 105">
              <a:extLst>
                <a:ext uri="{FF2B5EF4-FFF2-40B4-BE49-F238E27FC236}">
                  <a16:creationId xmlns:a16="http://schemas.microsoft.com/office/drawing/2014/main" id="{130BE04F-8536-7420-50DA-BA94F9CC651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コネクタ: カギ線 106">
              <a:extLst>
                <a:ext uri="{FF2B5EF4-FFF2-40B4-BE49-F238E27FC236}">
                  <a16:creationId xmlns:a16="http://schemas.microsoft.com/office/drawing/2014/main" id="{81F15262-FD38-4E16-4211-4D0610E168B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8" name="テキスト ボックス 107">
              <a:extLst>
                <a:ext uri="{FF2B5EF4-FFF2-40B4-BE49-F238E27FC236}">
                  <a16:creationId xmlns:a16="http://schemas.microsoft.com/office/drawing/2014/main" id="{8034933F-64B9-4708-E96A-E0E2EDF69D64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109" name="テキスト ボックス 108">
              <a:extLst>
                <a:ext uri="{FF2B5EF4-FFF2-40B4-BE49-F238E27FC236}">
                  <a16:creationId xmlns:a16="http://schemas.microsoft.com/office/drawing/2014/main" id="{BEB74A4C-D5A1-891A-6C3D-77307344433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9130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A152-3C86-B28B-91FE-C38DBF35A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178969CD-002D-11A6-3E9D-400A8CB54E2B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0BACBE5F-FE88-92EF-BA61-2CCEE8D2F1BC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95EA8513-7006-B7B8-266D-9D96BC6AED19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86E367A4-B0E8-3379-9F6E-CD9A3BC3B397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129313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42B19-1C70-3577-B12D-1B8C89E4A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E879318-B1C0-B68E-F939-A03EAC4431AA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6592D1E-5327-3ACC-AE13-47C023986C5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5132273-4805-B852-4EB9-0AD858068511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A893AC52-D251-9333-CBD8-D1F8B21325E4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FB4F4A9A-60C0-70A8-0FB3-878D81FB76E0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DBBEF8FD-954C-1A2F-064B-93196A178884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72FB705-45AE-A482-29FF-3485AE57AA4F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4A6A7E8-8D0F-33CC-F281-EC00957C10BD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D5B25838-17AE-4A2B-E45F-97D43D6C08A5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15481D97-CE29-8D72-E856-21D75F55FA9F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45E0AB6D-CFBE-09D7-52F2-D17CC2493D8F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D2306D39-492B-728D-818A-C0F6A614F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3CF9734-D2A4-129B-3A67-2D18748BF74A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8B42BB13-8CDE-BCC1-CB73-BCF1B813938A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1224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32797-C7B9-4888-3A5D-E2EC3413F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836B60A-C5B4-5DB8-028B-A7DBC8133B4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F14EDB8-9E1F-A43A-471A-3DAC77BD284F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7EAEA6ED-20D3-2D85-AB7E-6113B36DBFF7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3F4CC07-C3A2-BDBF-EAA6-0878647421AF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5CCCC2A2-3893-BABF-A9F3-D7CD9E7870DF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38829AD5-33AC-259E-EF17-B5AAA7E8734A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FCD29A06-BC61-0CAD-3F7E-590AAF214FFB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66F537D-864F-35FB-6F82-F4C8EED9A5CA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783A2740-CC55-4257-909D-1E33BD1FDBCB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C59D1E3D-3B89-D91A-E826-AC892082B805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13D58400-91F9-F5BD-B5C9-B0A4C8062DDA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6CD407F7-0EE9-8914-8003-A911F7C1FE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F34F043D-D28F-E679-405B-F13401B2CBF5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027B4A0F-F3B7-0234-48FF-334D4C31F1D4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1DE9B5F-C452-18B6-0D02-5FBF3E0BA138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8944CEF9-CAA3-1A12-A17F-2376C3CD9087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8BA20B5B-C108-D549-1DAF-3019F8AD2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6649524C-99A4-77E1-13B4-00502F26A98D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A2171406-C6E4-6D89-FD11-88B11BFEBA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85314EE-CB09-90CD-B4EA-4AF10B209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0" name="コネクタ: カギ線 19">
              <a:extLst>
                <a:ext uri="{FF2B5EF4-FFF2-40B4-BE49-F238E27FC236}">
                  <a16:creationId xmlns:a16="http://schemas.microsoft.com/office/drawing/2014/main" id="{C4A96BF0-DB4B-18C9-78C4-99EAE02646AC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コネクタ: カギ線 20">
              <a:extLst>
                <a:ext uri="{FF2B5EF4-FFF2-40B4-BE49-F238E27FC236}">
                  <a16:creationId xmlns:a16="http://schemas.microsoft.com/office/drawing/2014/main" id="{4FCC33F9-7D3C-F475-ED93-1BB647B985C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76490422-0C2A-3EFC-F580-D718DFC63728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CC5F9D76-DF4E-41DF-E683-88E08EF63045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125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B3069-FED1-EB5F-A52A-554E61259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矢印: 右 85">
            <a:extLst>
              <a:ext uri="{FF2B5EF4-FFF2-40B4-BE49-F238E27FC236}">
                <a16:creationId xmlns:a16="http://schemas.microsoft.com/office/drawing/2014/main" id="{31272275-6D7B-3088-9478-60ED8D8B913A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6AD6515-48A0-07E7-C0AC-04A6EB08AF4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C756BA0-2249-DDF0-C28C-672DA7A8CEA0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1E8E8F3A-5ECA-2A23-A045-D953BA152B21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E6AA96C3-FBC7-45CA-D228-43107691FA58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AA0F9F9F-A67F-E90B-A619-906B1B1CD4B2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6306A08-C5D8-3599-1654-585AD9962620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ED6E3F45-A63E-ADC9-3614-7B6667654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75251A39-7F9B-CE1B-60B4-0A49D278EE9F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5C2FA5C-8B21-AF75-3666-97FB8D520196}"/>
              </a:ext>
            </a:extLst>
          </p:cNvPr>
          <p:cNvSpPr/>
          <p:nvPr/>
        </p:nvSpPr>
        <p:spPr>
          <a:xfrm>
            <a:off x="2849212" y="15855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0034437E-4344-AD58-D807-7A2085930B25}"/>
              </a:ext>
            </a:extLst>
          </p:cNvPr>
          <p:cNvGrpSpPr/>
          <p:nvPr/>
        </p:nvGrpSpPr>
        <p:grpSpPr>
          <a:xfrm>
            <a:off x="3890816" y="474252"/>
            <a:ext cx="5116793" cy="3070884"/>
            <a:chOff x="3717737" y="560389"/>
            <a:chExt cx="5116793" cy="3070884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8A24920D-0823-CFC0-853B-54BD735D70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6526767-C815-096C-7680-37B89BC7D079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712A8579-5DD1-6DF5-609C-6381863E91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6620FC37-C4DC-32A8-8BEF-CF95EC57FA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tx2">
                  <a:lumMod val="60000"/>
                  <a:lumOff val="40000"/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2" name="コネクタ: カギ線 21">
              <a:extLst>
                <a:ext uri="{FF2B5EF4-FFF2-40B4-BE49-F238E27FC236}">
                  <a16:creationId xmlns:a16="http://schemas.microsoft.com/office/drawing/2014/main" id="{D0A334F1-B295-02E0-8C57-1B649A79C186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コネクタ: カギ線 22">
              <a:extLst>
                <a:ext uri="{FF2B5EF4-FFF2-40B4-BE49-F238E27FC236}">
                  <a16:creationId xmlns:a16="http://schemas.microsoft.com/office/drawing/2014/main" id="{1BC3C927-8DE1-3B9D-8BBF-63823903CE7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EB95B21-B1E6-75E3-D905-F6A9BE4C73F7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5F3A3314-EC34-60EC-FF77-00D18C11BAA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2484390-F0F3-A2DC-5859-443437B8CFAC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17979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BF54C-F2B2-1177-ECCD-057297EF0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5A6D0073-E434-51B0-2E2E-B22785C3135F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45C01E93-4A81-239B-1E57-4B45E35EFA9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C0776DA-F429-BC18-F1CD-6A39A15B9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0F0FE32-31AB-8932-8E8A-C9E5A48B3402}"/>
              </a:ext>
            </a:extLst>
          </p:cNvPr>
          <p:cNvSpPr/>
          <p:nvPr/>
        </p:nvSpPr>
        <p:spPr>
          <a:xfrm>
            <a:off x="6287803" y="1307951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履歴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50663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69975-A3E4-B931-F58B-AD7F2C11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703E717-B4C8-9735-B1B0-B6D343897613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18828A9B-7F59-B32A-8120-E3926CBE6058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4DD1C6C8-DF8E-A5E6-5DB5-0CFCE67651CE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06CE602-C7D9-F18A-DAB5-B6E6D188AFC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96246EA2-538D-EDCC-DBC9-80B7C17DE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998C2E3-E439-D537-798E-2F9C32C321FB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AB3C38C-23CB-3D6D-78E0-610DF8775EDE}"/>
              </a:ext>
            </a:extLst>
          </p:cNvPr>
          <p:cNvSpPr/>
          <p:nvPr/>
        </p:nvSpPr>
        <p:spPr>
          <a:xfrm>
            <a:off x="2849212" y="1896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9BC53769-3EB6-2518-DF3F-17DE2837DC68}"/>
              </a:ext>
            </a:extLst>
          </p:cNvPr>
          <p:cNvGrpSpPr/>
          <p:nvPr/>
        </p:nvGrpSpPr>
        <p:grpSpPr>
          <a:xfrm>
            <a:off x="4272070" y="1167088"/>
            <a:ext cx="4354284" cy="1488464"/>
            <a:chOff x="5764251" y="1853450"/>
            <a:chExt cx="1080000" cy="534507"/>
          </a:xfrm>
        </p:grpSpPr>
        <p:sp>
          <p:nvSpPr>
            <p:cNvPr id="21" name="フローチャート: 手作業 20">
              <a:extLst>
                <a:ext uri="{FF2B5EF4-FFF2-40B4-BE49-F238E27FC236}">
                  <a16:creationId xmlns:a16="http://schemas.microsoft.com/office/drawing/2014/main" id="{8804C603-A035-6A64-CC0F-4CE300922DF6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ABD15A9E-A54C-465E-21C5-63D8E7CC2EC3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DBE0EC9A-7956-7755-F2D7-3DD4AB05C833}"/>
              </a:ext>
            </a:extLst>
          </p:cNvPr>
          <p:cNvSpPr/>
          <p:nvPr/>
        </p:nvSpPr>
        <p:spPr>
          <a:xfrm>
            <a:off x="5428131" y="13705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92892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5C264-F569-7689-27AB-5E1127C51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7DF4739F-9111-8DFE-998C-A578208B5EED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397C8A13-5C45-E6BC-9188-4F99CE005F01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92C4C9D-5127-BFDC-DE49-E72E26D8984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125EE80-6E7B-48B3-06A9-81D8C49C0C18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2541FEC4-B583-4BC0-AB90-2E6ECD8638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6B0AA9F2-5529-9ACA-C46F-B3B74E25317E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2EF36AEA-9CE4-A698-9ED5-C25168D37F00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1119E4C-6205-DC3F-9718-8194B887ED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110D78D-9341-27C7-EC40-B4268B927F5A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34956033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F64E0-DCBA-A10C-3DEF-D712CE5A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A460C1F1-ED3C-9715-C975-41E255747B0A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E4CCD4BE-B4B4-92DB-0984-3D2844912B6B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B129C5B2-2266-9C0B-97FD-317E4C4F65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BB7EF791-752D-C789-65B2-5014F5DE91D0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7F57688-0D5E-B7B5-BE64-5214C448FB6B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9993920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0F32-64FE-CA19-CAE4-A4FE03E3E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102C2E7E-F0D2-B0AA-114D-8332D35BD01C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7B70CD6C-C0A2-E59F-5E06-88CF4D8C2250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AE5BED5A-D86F-3820-1FAB-4D492B9EA4B8}"/>
              </a:ext>
            </a:extLst>
          </p:cNvPr>
          <p:cNvGrpSpPr/>
          <p:nvPr/>
        </p:nvGrpSpPr>
        <p:grpSpPr>
          <a:xfrm>
            <a:off x="4111901" y="2257036"/>
            <a:ext cx="1217310" cy="1293884"/>
            <a:chOff x="5938864" y="3124197"/>
            <a:chExt cx="1217310" cy="1364976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F3DA0C4-30D4-A281-89EB-0F2154D9CB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E4FA44E5-969E-8323-0C1D-F35118D67C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A9ED4A9-CF5D-5B4D-BE13-2F0320E951AD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DBCB217B-119A-7215-E06D-99391B9A3D48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64407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C35AC-F1A8-B0B4-BA7D-B37B05E8B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D85BEA2E-432B-2807-3E72-41884802D25D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98306C84-8B6C-9CE8-8886-B1F82CB4472E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8BD89B26-D3FB-4B9B-99A0-F01F7166E333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7E82DF4A-5345-3FB1-3CBD-63D347E1D7C8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B7980B84-A156-1C2C-CD56-4C44C12D1693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A50EC7D7-24EA-8158-41DA-75811BAECDF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7" name="四角形: 角を丸くする 36">
            <a:extLst>
              <a:ext uri="{FF2B5EF4-FFF2-40B4-BE49-F238E27FC236}">
                <a16:creationId xmlns:a16="http://schemas.microsoft.com/office/drawing/2014/main" id="{F3F32988-2F07-724E-069D-DCFD68E0CEC1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2F8D038D-C893-87CA-82F9-051B287F8E64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1700060-A145-EB99-47E1-04C8A6FCEE4A}"/>
              </a:ext>
            </a:extLst>
          </p:cNvPr>
          <p:cNvGrpSpPr/>
          <p:nvPr/>
        </p:nvGrpSpPr>
        <p:grpSpPr>
          <a:xfrm>
            <a:off x="4111901" y="2043676"/>
            <a:ext cx="1217310" cy="1293884"/>
            <a:chOff x="5938864" y="3124197"/>
            <a:chExt cx="1217310" cy="1364976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C967C753-AB82-8144-CA57-729E68F237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AFD375C7-E4ED-A27B-D788-0E93D82F06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2DCB563A-BE72-B728-5B9B-9DF556F249BF}"/>
              </a:ext>
            </a:extLst>
          </p:cNvPr>
          <p:cNvGrpSpPr/>
          <p:nvPr/>
        </p:nvGrpSpPr>
        <p:grpSpPr>
          <a:xfrm>
            <a:off x="4132360" y="6630916"/>
            <a:ext cx="1217310" cy="1293884"/>
            <a:chOff x="5938864" y="3124197"/>
            <a:chExt cx="1217310" cy="1364976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7F1F740D-3B58-9AE6-5E6E-E0FD43276D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C3A68F92-3830-CF1D-7038-B28A704DC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35095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8275F-89CA-A608-D720-7D0587162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5790355-C491-6BCB-1AF1-C036E4592FB0}"/>
              </a:ext>
            </a:extLst>
          </p:cNvPr>
          <p:cNvSpPr/>
          <p:nvPr/>
        </p:nvSpPr>
        <p:spPr>
          <a:xfrm>
            <a:off x="2849212" y="4736298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87D0DC1-A2F6-BB46-4F6C-07475B3ABED4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8A37C87-32BB-99FE-C815-74FFBE3ECB4D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9BF06C3-242E-A3F7-8BE0-AF18FC0EA369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E78327BF-8BE7-AE56-E7DB-F63242ACFA3D}"/>
              </a:ext>
            </a:extLst>
          </p:cNvPr>
          <p:cNvGrpSpPr/>
          <p:nvPr/>
        </p:nvGrpSpPr>
        <p:grpSpPr>
          <a:xfrm>
            <a:off x="4132360" y="7423396"/>
            <a:ext cx="1217310" cy="1293884"/>
            <a:chOff x="5938864" y="3124197"/>
            <a:chExt cx="1217310" cy="1364976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49483B10-DB47-6F04-BE2A-63DC7B9FF3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3B9A9C92-DDBC-574A-A794-B6AFD70A62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8A294784-95D2-4D1C-3C17-14C98F1D077B}"/>
              </a:ext>
            </a:extLst>
          </p:cNvPr>
          <p:cNvSpPr/>
          <p:nvPr/>
        </p:nvSpPr>
        <p:spPr>
          <a:xfrm>
            <a:off x="2833972" y="17953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DE4BF4AD-12FA-C03E-83A6-9F8C18822C69}"/>
              </a:ext>
            </a:extLst>
          </p:cNvPr>
          <p:cNvSpPr/>
          <p:nvPr/>
        </p:nvSpPr>
        <p:spPr>
          <a:xfrm>
            <a:off x="5349670" y="102811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FE52B36B-74CD-D2E0-564B-116B5FD998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6615" y="2203446"/>
            <a:ext cx="1008000" cy="1008000"/>
          </a:xfrm>
          <a:prstGeom prst="rect">
            <a:avLst/>
          </a:prstGeom>
        </p:spPr>
      </p:pic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BFDA74DD-57FD-523C-E8A7-D7390899FA7E}"/>
              </a:ext>
            </a:extLst>
          </p:cNvPr>
          <p:cNvSpPr/>
          <p:nvPr/>
        </p:nvSpPr>
        <p:spPr>
          <a:xfrm>
            <a:off x="6272563" y="1298490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BFE1C366-B10F-2D38-9F9F-CEA852B2A35E}"/>
              </a:ext>
            </a:extLst>
          </p:cNvPr>
          <p:cNvSpPr/>
          <p:nvPr/>
        </p:nvSpPr>
        <p:spPr>
          <a:xfrm>
            <a:off x="5364910" y="5379720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78D7A79-DCB0-86D4-74CD-123A95054530}"/>
              </a:ext>
            </a:extLst>
          </p:cNvPr>
          <p:cNvSpPr/>
          <p:nvPr/>
        </p:nvSpPr>
        <p:spPr>
          <a:xfrm>
            <a:off x="6290073" y="5524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501E9A1-659F-ECD5-098D-7F60E193103B}"/>
              </a:ext>
            </a:extLst>
          </p:cNvPr>
          <p:cNvSpPr/>
          <p:nvPr/>
        </p:nvSpPr>
        <p:spPr>
          <a:xfrm>
            <a:off x="6290073" y="6219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ED357CA1-11AB-989F-DCE3-B8CCA38AB4B6}"/>
              </a:ext>
            </a:extLst>
          </p:cNvPr>
          <p:cNvSpPr/>
          <p:nvPr/>
        </p:nvSpPr>
        <p:spPr>
          <a:xfrm>
            <a:off x="6290073" y="69141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9817422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2E340-85E8-FB33-24B7-1F0B52049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46B6114-42A3-66E9-5A3C-CB58EC5151D2}"/>
              </a:ext>
            </a:extLst>
          </p:cNvPr>
          <p:cNvSpPr/>
          <p:nvPr/>
        </p:nvSpPr>
        <p:spPr>
          <a:xfrm>
            <a:off x="2833972" y="177884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86AED3C-ABF1-25FE-0908-3492478F4B43}"/>
              </a:ext>
            </a:extLst>
          </p:cNvPr>
          <p:cNvSpPr/>
          <p:nvPr/>
        </p:nvSpPr>
        <p:spPr>
          <a:xfrm rot="5400000">
            <a:off x="6200571" y="4406894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8E5938E4-9CB3-0E1E-699F-A579C2F0E6DF}"/>
              </a:ext>
            </a:extLst>
          </p:cNvPr>
          <p:cNvSpPr txBox="1"/>
          <p:nvPr/>
        </p:nvSpPr>
        <p:spPr>
          <a:xfrm>
            <a:off x="6961686" y="456082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プル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AE9D9435-3656-9A81-CFCB-9163C8AA5A53}"/>
              </a:ext>
            </a:extLst>
          </p:cNvPr>
          <p:cNvGrpSpPr/>
          <p:nvPr/>
        </p:nvGrpSpPr>
        <p:grpSpPr>
          <a:xfrm>
            <a:off x="3944660" y="2864981"/>
            <a:ext cx="1217310" cy="1293884"/>
            <a:chOff x="5938864" y="3124197"/>
            <a:chExt cx="1217310" cy="1364976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ECE3044D-7BBE-ECA9-A854-1EE48637D7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4B94DFD8-7D83-2B6A-A570-FAA5FFBC23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094C39D-CAE7-1E56-BE36-33CE2CBA65DA}"/>
              </a:ext>
            </a:extLst>
          </p:cNvPr>
          <p:cNvSpPr/>
          <p:nvPr/>
        </p:nvSpPr>
        <p:spPr>
          <a:xfrm>
            <a:off x="2833972" y="5332110"/>
            <a:ext cx="7200000" cy="405497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CC3B264A-6266-0D89-9553-404DCFCDEA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315" y="8379084"/>
            <a:ext cx="1008000" cy="1008000"/>
          </a:xfrm>
          <a:prstGeom prst="rect">
            <a:avLst/>
          </a:prstGeom>
        </p:spPr>
      </p:pic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6D1DAFE4-66EA-F72B-320D-53DDB8E09F7A}"/>
              </a:ext>
            </a:extLst>
          </p:cNvPr>
          <p:cNvSpPr/>
          <p:nvPr/>
        </p:nvSpPr>
        <p:spPr>
          <a:xfrm>
            <a:off x="5349670" y="821306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E1115A5C-009C-7C02-F078-842CAEC9E797}"/>
              </a:ext>
            </a:extLst>
          </p:cNvPr>
          <p:cNvSpPr/>
          <p:nvPr/>
        </p:nvSpPr>
        <p:spPr>
          <a:xfrm>
            <a:off x="5349670" y="6017111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307EF4A-EE66-52CA-5961-B783203EDCD6}"/>
              </a:ext>
            </a:extLst>
          </p:cNvPr>
          <p:cNvSpPr/>
          <p:nvPr/>
        </p:nvSpPr>
        <p:spPr>
          <a:xfrm>
            <a:off x="6290073" y="62101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2C78391-D0A6-090E-FE7D-7CA075587C43}"/>
              </a:ext>
            </a:extLst>
          </p:cNvPr>
          <p:cNvSpPr/>
          <p:nvPr/>
        </p:nvSpPr>
        <p:spPr>
          <a:xfrm>
            <a:off x="6290073" y="69050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59545944-119E-8D6D-6074-6BBB6E78E5C6}"/>
              </a:ext>
            </a:extLst>
          </p:cNvPr>
          <p:cNvSpPr/>
          <p:nvPr/>
        </p:nvSpPr>
        <p:spPr>
          <a:xfrm>
            <a:off x="6290073" y="75999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07223D01-DE13-8ABA-117C-C5C5964060AE}"/>
              </a:ext>
            </a:extLst>
          </p:cNvPr>
          <p:cNvSpPr/>
          <p:nvPr/>
        </p:nvSpPr>
        <p:spPr>
          <a:xfrm>
            <a:off x="6290073" y="9650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7DEA2FF2-E966-CCB0-6AD0-FE0C20587293}"/>
              </a:ext>
            </a:extLst>
          </p:cNvPr>
          <p:cNvSpPr/>
          <p:nvPr/>
        </p:nvSpPr>
        <p:spPr>
          <a:xfrm>
            <a:off x="6290073" y="16599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90D3182A-F80C-2897-5F40-F58B7599FC88}"/>
              </a:ext>
            </a:extLst>
          </p:cNvPr>
          <p:cNvSpPr/>
          <p:nvPr/>
        </p:nvSpPr>
        <p:spPr>
          <a:xfrm>
            <a:off x="6290073" y="23548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4618828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C1BAA-C278-6CF6-6B78-7B806AC15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1960EE7-25F0-243B-2A87-39643BBCC9D5}"/>
              </a:ext>
            </a:extLst>
          </p:cNvPr>
          <p:cNvGrpSpPr/>
          <p:nvPr/>
        </p:nvGrpSpPr>
        <p:grpSpPr>
          <a:xfrm>
            <a:off x="2849214" y="3809486"/>
            <a:ext cx="4680000" cy="1080000"/>
            <a:chOff x="2849214" y="3397749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DE788118-A90F-3A74-DE84-F951C36CF753}"/>
                </a:ext>
              </a:extLst>
            </p:cNvPr>
            <p:cNvSpPr/>
            <p:nvPr/>
          </p:nvSpPr>
          <p:spPr>
            <a:xfrm>
              <a:off x="2849214" y="3397749"/>
              <a:ext cx="4680000" cy="108000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ローカルリポジトリ</a:t>
              </a:r>
            </a:p>
          </p:txBody>
        </p: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F0C894CF-29BB-E97B-E7E8-EC04B7C21D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2365" y="3433749"/>
              <a:ext cx="1008000" cy="1008000"/>
            </a:xfrm>
            <a:prstGeom prst="rect">
              <a:avLst/>
            </a:prstGeom>
          </p:spPr>
        </p:pic>
      </p:grpSp>
      <p:pic>
        <p:nvPicPr>
          <p:cNvPr id="1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762F170C-0C86-43B0-BB9B-A687D092A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287FF660-B168-A24E-6572-852F32DD2566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D204D53-AEC6-D07C-1CC2-1608630536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0" name="四角形: 角を丸くする 19">
              <a:extLst>
                <a:ext uri="{FF2B5EF4-FFF2-40B4-BE49-F238E27FC236}">
                  <a16:creationId xmlns:a16="http://schemas.microsoft.com/office/drawing/2014/main" id="{6F838A21-8A72-9E10-024E-9840FE6307AA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16465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2C918-07A6-148F-D509-C7789271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208FE0-32B6-33D1-18FC-757A397814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04269"/>
            <a:ext cx="1080000" cy="1080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3807AFD-4DE2-2A10-C8FB-44F03D19B0D5}"/>
              </a:ext>
            </a:extLst>
          </p:cNvPr>
          <p:cNvSpPr txBox="1"/>
          <p:nvPr/>
        </p:nvSpPr>
        <p:spPr>
          <a:xfrm>
            <a:off x="4853937" y="58339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B1FAAAD4-FA04-5F72-3BBA-5E91DB9DD1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978E55E-D1F4-61EA-29F7-7FE7588AC8F0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582C82A7-84A5-90A1-242F-296D5F02A17D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25E9AD5A-0F78-CDAD-B26D-41699AF46F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8D489AE9-8BB2-998A-48F5-5A707D1C350E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FF3A030C-F3CC-8C47-B759-082500F8BD03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4A91EF5-DD81-C7F5-E06B-632EFDEA8FCA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0D644E9-E5A1-61E6-D4FC-14934CD4CBED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E0BD46DE-2E3D-528A-9DBC-6A77D9C3E0E5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sp>
        <p:nvSpPr>
          <p:cNvPr id="41" name="矢印: 右 40">
            <a:extLst>
              <a:ext uri="{FF2B5EF4-FFF2-40B4-BE49-F238E27FC236}">
                <a16:creationId xmlns:a16="http://schemas.microsoft.com/office/drawing/2014/main" id="{8A9EEEE1-1661-1FCC-1C04-B6A3031ADA99}"/>
              </a:ext>
            </a:extLst>
          </p:cNvPr>
          <p:cNvSpPr/>
          <p:nvPr/>
        </p:nvSpPr>
        <p:spPr>
          <a:xfrm rot="5400000">
            <a:off x="7818275" y="1450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460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517B7-392F-AF19-90F3-E6C20E61A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矢印: 右 11">
            <a:extLst>
              <a:ext uri="{FF2B5EF4-FFF2-40B4-BE49-F238E27FC236}">
                <a16:creationId xmlns:a16="http://schemas.microsoft.com/office/drawing/2014/main" id="{475A0190-6ECA-B767-7BE3-B2C0968AF607}"/>
              </a:ext>
            </a:extLst>
          </p:cNvPr>
          <p:cNvSpPr/>
          <p:nvPr/>
        </p:nvSpPr>
        <p:spPr>
          <a:xfrm rot="5400000">
            <a:off x="6660883" y="3176499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858A2D48-31BD-8451-C2E0-B044ADCEF8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7535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05DAF5-5502-93C6-81F3-3761D1C7B0D7}"/>
              </a:ext>
            </a:extLst>
          </p:cNvPr>
          <p:cNvSpPr txBox="1"/>
          <p:nvPr/>
        </p:nvSpPr>
        <p:spPr>
          <a:xfrm>
            <a:off x="4853937" y="4226665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708E6CE-5B3D-3CA5-EC5B-A9409E744174}"/>
              </a:ext>
            </a:extLst>
          </p:cNvPr>
          <p:cNvCxnSpPr>
            <a:cxnSpLocks/>
          </p:cNvCxnSpPr>
          <p:nvPr/>
        </p:nvCxnSpPr>
        <p:spPr>
          <a:xfrm>
            <a:off x="4419224" y="4742378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614CA35A-EBDC-533F-E45D-D1A8BDBF94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9416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E0F72E2F-78D1-775C-C67E-0569560C0A65}"/>
              </a:ext>
            </a:extLst>
          </p:cNvPr>
          <p:cNvSpPr/>
          <p:nvPr/>
        </p:nvSpPr>
        <p:spPr>
          <a:xfrm>
            <a:off x="4030824" y="4802554"/>
            <a:ext cx="5467739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311D7DE6-6EB2-DC85-FEAE-D63994B459B1}"/>
              </a:ext>
            </a:extLst>
          </p:cNvPr>
          <p:cNvSpPr/>
          <p:nvPr/>
        </p:nvSpPr>
        <p:spPr>
          <a:xfrm>
            <a:off x="4282751" y="5686849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283EC7C2-45BE-A4D5-26AE-195498E13A7B}"/>
              </a:ext>
            </a:extLst>
          </p:cNvPr>
          <p:cNvCxnSpPr>
            <a:cxnSpLocks/>
          </p:cNvCxnSpPr>
          <p:nvPr/>
        </p:nvCxnSpPr>
        <p:spPr>
          <a:xfrm>
            <a:off x="4414384" y="4745889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" name="図 1">
            <a:extLst>
              <a:ext uri="{FF2B5EF4-FFF2-40B4-BE49-F238E27FC236}">
                <a16:creationId xmlns:a16="http://schemas.microsoft.com/office/drawing/2014/main" id="{9CB39E36-D204-9010-21BA-A70770FA0A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5606276"/>
            <a:ext cx="871225" cy="871225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C668754C-23A2-9991-E237-33F0083D0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52034"/>
            <a:ext cx="1080000" cy="10800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0BE13FB-3B40-A2A5-8AC9-AFE2F89368A8}"/>
              </a:ext>
            </a:extLst>
          </p:cNvPr>
          <p:cNvSpPr txBox="1"/>
          <p:nvPr/>
        </p:nvSpPr>
        <p:spPr>
          <a:xfrm>
            <a:off x="4853937" y="43116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F8B3338-B660-8479-84FF-3BF3F4FE80FD}"/>
              </a:ext>
            </a:extLst>
          </p:cNvPr>
          <p:cNvCxnSpPr>
            <a:cxnSpLocks/>
          </p:cNvCxnSpPr>
          <p:nvPr/>
        </p:nvCxnSpPr>
        <p:spPr>
          <a:xfrm>
            <a:off x="4419224" y="94687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図 8">
            <a:extLst>
              <a:ext uri="{FF2B5EF4-FFF2-40B4-BE49-F238E27FC236}">
                <a16:creationId xmlns:a16="http://schemas.microsoft.com/office/drawing/2014/main" id="{F2E2D3A8-108F-8192-7E10-A7BBE84A0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833915"/>
            <a:ext cx="1080000" cy="1080000"/>
          </a:xfrm>
          <a:prstGeom prst="rect">
            <a:avLst/>
          </a:prstGeom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DC4741B1-34C8-CDA2-431F-EF5C2E997010}"/>
              </a:ext>
            </a:extLst>
          </p:cNvPr>
          <p:cNvSpPr/>
          <p:nvPr/>
        </p:nvSpPr>
        <p:spPr>
          <a:xfrm>
            <a:off x="4030824" y="1007053"/>
            <a:ext cx="5467739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DEDE76D-048A-884B-6E0B-54C3FE117A04}"/>
              </a:ext>
            </a:extLst>
          </p:cNvPr>
          <p:cNvSpPr/>
          <p:nvPr/>
        </p:nvSpPr>
        <p:spPr>
          <a:xfrm>
            <a:off x="4282751" y="189134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5BC9A3F7-F243-298C-033C-DDA3C2864CD9}"/>
              </a:ext>
            </a:extLst>
          </p:cNvPr>
          <p:cNvCxnSpPr>
            <a:cxnSpLocks/>
          </p:cNvCxnSpPr>
          <p:nvPr/>
        </p:nvCxnSpPr>
        <p:spPr>
          <a:xfrm>
            <a:off x="4414384" y="95038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7808924-7EFE-89F9-F834-A570E0E838BB}"/>
              </a:ext>
            </a:extLst>
          </p:cNvPr>
          <p:cNvSpPr txBox="1"/>
          <p:nvPr/>
        </p:nvSpPr>
        <p:spPr>
          <a:xfrm>
            <a:off x="6748892" y="591055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7E2FDB25-17B0-9D56-0B0B-743510D1854F}"/>
              </a:ext>
            </a:extLst>
          </p:cNvPr>
          <p:cNvGrpSpPr/>
          <p:nvPr/>
        </p:nvGrpSpPr>
        <p:grpSpPr>
          <a:xfrm>
            <a:off x="7472167" y="5617292"/>
            <a:ext cx="1751021" cy="871225"/>
            <a:chOff x="7288481" y="5613979"/>
            <a:chExt cx="1751021" cy="871225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5139B4A2-E884-1187-22FA-F34FCA52DD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1804D995-F681-0CDE-4C4B-85FCCB319B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FF593104-7518-71DF-1EFC-0B7A223CF0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4C58CA9-F931-708E-12F8-7643C4A3D6BE}"/>
              </a:ext>
            </a:extLst>
          </p:cNvPr>
          <p:cNvSpPr txBox="1"/>
          <p:nvPr/>
        </p:nvSpPr>
        <p:spPr>
          <a:xfrm>
            <a:off x="6761672" y="1192382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F8720C4-C7DE-B2FA-1DF2-686AB92C9253}"/>
              </a:ext>
            </a:extLst>
          </p:cNvPr>
          <p:cNvSpPr txBox="1"/>
          <p:nvPr/>
        </p:nvSpPr>
        <p:spPr>
          <a:xfrm>
            <a:off x="6761672" y="4989947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33309703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BD472-C2FF-6515-1F0A-E326D66D0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F6BC256-F926-9A86-BEDA-2F4E5710F474}"/>
              </a:ext>
            </a:extLst>
          </p:cNvPr>
          <p:cNvSpPr/>
          <p:nvPr/>
        </p:nvSpPr>
        <p:spPr>
          <a:xfrm>
            <a:off x="5844664" y="3377801"/>
            <a:ext cx="54837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2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8162DE6-BFCA-6DE5-49DB-F73D12216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391958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0499307-C644-0612-974E-A9C34452FD6C}"/>
              </a:ext>
            </a:extLst>
          </p:cNvPr>
          <p:cNvSpPr txBox="1"/>
          <p:nvPr/>
        </p:nvSpPr>
        <p:spPr>
          <a:xfrm>
            <a:off x="4853937" y="277108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4453DACD-759C-8097-984A-39F3DA4FFFA5}"/>
              </a:ext>
            </a:extLst>
          </p:cNvPr>
          <p:cNvCxnSpPr>
            <a:cxnSpLocks/>
          </p:cNvCxnSpPr>
          <p:nvPr/>
        </p:nvCxnSpPr>
        <p:spPr>
          <a:xfrm>
            <a:off x="4419224" y="328680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8181574-FB49-0C4C-6118-99DD3247D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173839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5BA05DF7-A939-F8A5-6D4C-B9D8326A0C45}"/>
              </a:ext>
            </a:extLst>
          </p:cNvPr>
          <p:cNvSpPr/>
          <p:nvPr/>
        </p:nvSpPr>
        <p:spPr>
          <a:xfrm>
            <a:off x="4282751" y="4651157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4"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C1C7292-B9DC-6587-D601-27A6BEEA0B76}"/>
              </a:ext>
            </a:extLst>
          </p:cNvPr>
          <p:cNvCxnSpPr>
            <a:cxnSpLocks/>
          </p:cNvCxnSpPr>
          <p:nvPr/>
        </p:nvCxnSpPr>
        <p:spPr>
          <a:xfrm>
            <a:off x="4414384" y="3290312"/>
            <a:ext cx="1408521" cy="169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図 7">
            <a:extLst>
              <a:ext uri="{FF2B5EF4-FFF2-40B4-BE49-F238E27FC236}">
                <a16:creationId xmlns:a16="http://schemas.microsoft.com/office/drawing/2014/main" id="{B48F111C-5883-5771-4075-AC5D041439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4570584"/>
            <a:ext cx="871225" cy="871225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7C6E6382-38D5-090C-805B-E2661597414A}"/>
              </a:ext>
            </a:extLst>
          </p:cNvPr>
          <p:cNvSpPr txBox="1"/>
          <p:nvPr/>
        </p:nvSpPr>
        <p:spPr>
          <a:xfrm>
            <a:off x="7636437" y="42012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比較</a:t>
            </a:r>
          </a:p>
        </p:txBody>
      </p:sp>
    </p:spTree>
    <p:extLst>
      <p:ext uri="{BB962C8B-B14F-4D97-AF65-F5344CB8AC3E}">
        <p14:creationId xmlns:p14="http://schemas.microsoft.com/office/powerpoint/2010/main" val="34788546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45BFD-8FE0-E0D8-50E7-9B3BDFDA7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11AFC6A1-9663-ACEB-9E7D-9B9678959F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1926AA5-538C-B90F-B725-919D958B50E7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FB8A0D47-D166-0167-3B80-09C99E55AEC2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37ACE35A-92CC-9B6C-44CC-F55711907D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958E087C-C091-9BBE-9C40-C57C3F63C848}"/>
              </a:ext>
            </a:extLst>
          </p:cNvPr>
          <p:cNvSpPr/>
          <p:nvPr/>
        </p:nvSpPr>
        <p:spPr>
          <a:xfrm>
            <a:off x="4030824" y="888878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DCAD73E9-77C6-9254-9692-6F27FF86121F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CFA699CA-819B-8FD6-6400-7360F418C618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ED23013D-1190-016C-557F-D386DCD2D2FA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315B3FF9-F174-6B40-E968-7A5C81AF46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1722182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7E34D8A-4920-3483-F894-7036734CBA5F}"/>
              </a:ext>
            </a:extLst>
          </p:cNvPr>
          <p:cNvSpPr txBox="1"/>
          <p:nvPr/>
        </p:nvSpPr>
        <p:spPr>
          <a:xfrm>
            <a:off x="6514666" y="20264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9FC38039-66FE-4ED5-A334-1F0B393F7C7C}"/>
              </a:ext>
            </a:extLst>
          </p:cNvPr>
          <p:cNvGrpSpPr/>
          <p:nvPr/>
        </p:nvGrpSpPr>
        <p:grpSpPr>
          <a:xfrm>
            <a:off x="7237941" y="17331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CB48F157-58E1-41A8-A5A7-A46D3F6ADE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F431D4F9-3ED5-D04C-DF56-EF42B4FDB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C9413C24-5B9E-C5BA-D09D-03B1E5E219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67DDE0DD-88C8-942A-E37C-E61E9B6DB7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613594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82C387B7-5645-9695-33BA-42BE88808692}"/>
              </a:ext>
            </a:extLst>
          </p:cNvPr>
          <p:cNvSpPr txBox="1"/>
          <p:nvPr/>
        </p:nvSpPr>
        <p:spPr>
          <a:xfrm>
            <a:off x="4853937" y="39927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4C2CCCC0-2B6C-E585-9FBF-1E0F8029C7EB}"/>
              </a:ext>
            </a:extLst>
          </p:cNvPr>
          <p:cNvCxnSpPr>
            <a:cxnSpLocks/>
          </p:cNvCxnSpPr>
          <p:nvPr/>
        </p:nvCxnSpPr>
        <p:spPr>
          <a:xfrm>
            <a:off x="4414384" y="45084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EEBD0919-7E68-6B71-0973-A6F7A4C018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395475"/>
            <a:ext cx="1080000" cy="1080000"/>
          </a:xfrm>
          <a:prstGeom prst="rect">
            <a:avLst/>
          </a:prstGeom>
        </p:spPr>
      </p:pic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4D454CDE-2E83-2424-88AA-00F0B05605AC}"/>
              </a:ext>
            </a:extLst>
          </p:cNvPr>
          <p:cNvSpPr/>
          <p:nvPr/>
        </p:nvSpPr>
        <p:spPr>
          <a:xfrm>
            <a:off x="4030824" y="4540620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335F66B5-92BB-89C2-ADA6-A707D92351DE}"/>
              </a:ext>
            </a:extLst>
          </p:cNvPr>
          <p:cNvSpPr/>
          <p:nvPr/>
        </p:nvSpPr>
        <p:spPr>
          <a:xfrm>
            <a:off x="4282751" y="545290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DF63CD4C-C3F4-A799-E349-DB909B1AAF05}"/>
              </a:ext>
            </a:extLst>
          </p:cNvPr>
          <p:cNvCxnSpPr>
            <a:cxnSpLocks/>
          </p:cNvCxnSpPr>
          <p:nvPr/>
        </p:nvCxnSpPr>
        <p:spPr>
          <a:xfrm>
            <a:off x="4414384" y="451194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70C1ECCC-602A-73DE-8E8D-AA84238988C5}"/>
              </a:ext>
            </a:extLst>
          </p:cNvPr>
          <p:cNvSpPr/>
          <p:nvPr/>
        </p:nvSpPr>
        <p:spPr>
          <a:xfrm>
            <a:off x="5833587" y="4625069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52" name="図 51">
            <a:extLst>
              <a:ext uri="{FF2B5EF4-FFF2-40B4-BE49-F238E27FC236}">
                <a16:creationId xmlns:a16="http://schemas.microsoft.com/office/drawing/2014/main" id="{17668B92-C953-A8CF-8139-37B0503B80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5373924"/>
            <a:ext cx="871225" cy="871225"/>
          </a:xfrm>
          <a:prstGeom prst="rect">
            <a:avLst/>
          </a:prstGeom>
        </p:spPr>
      </p:pic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0DBB5F54-A426-6EBE-8DD3-B3F1A2C8ECEE}"/>
              </a:ext>
            </a:extLst>
          </p:cNvPr>
          <p:cNvSpPr txBox="1"/>
          <p:nvPr/>
        </p:nvSpPr>
        <p:spPr>
          <a:xfrm>
            <a:off x="6514666" y="567819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91A4A9E6-597B-E5AA-C9EB-F85205FC4D87}"/>
              </a:ext>
            </a:extLst>
          </p:cNvPr>
          <p:cNvGrpSpPr/>
          <p:nvPr/>
        </p:nvGrpSpPr>
        <p:grpSpPr>
          <a:xfrm>
            <a:off x="7237941" y="5384940"/>
            <a:ext cx="1751021" cy="871225"/>
            <a:chOff x="7288481" y="5613979"/>
            <a:chExt cx="1751021" cy="871225"/>
          </a:xfrm>
        </p:grpSpPr>
        <p:pic>
          <p:nvPicPr>
            <p:cNvPr id="55" name="図 54">
              <a:extLst>
                <a:ext uri="{FF2B5EF4-FFF2-40B4-BE49-F238E27FC236}">
                  <a16:creationId xmlns:a16="http://schemas.microsoft.com/office/drawing/2014/main" id="{3FAADAD7-CD5B-E304-0637-477156CEC9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56" name="図 55">
              <a:extLst>
                <a:ext uri="{FF2B5EF4-FFF2-40B4-BE49-F238E27FC236}">
                  <a16:creationId xmlns:a16="http://schemas.microsoft.com/office/drawing/2014/main" id="{794EC6CF-B6A2-5592-C4D9-5AD65950F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57" name="直線矢印コネクタ 56">
              <a:extLst>
                <a:ext uri="{FF2B5EF4-FFF2-40B4-BE49-F238E27FC236}">
                  <a16:creationId xmlns:a16="http://schemas.microsoft.com/office/drawing/2014/main" id="{1B0F3608-98FC-083A-D220-924A41D4D3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25F829FB-B368-8780-40F5-6D8990B0762E}"/>
              </a:ext>
            </a:extLst>
          </p:cNvPr>
          <p:cNvSpPr/>
          <p:nvPr/>
        </p:nvSpPr>
        <p:spPr>
          <a:xfrm>
            <a:off x="7075772" y="47237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4226FAF2-115C-58E8-C645-890643A28B01}"/>
              </a:ext>
            </a:extLst>
          </p:cNvPr>
          <p:cNvSpPr/>
          <p:nvPr/>
        </p:nvSpPr>
        <p:spPr>
          <a:xfrm rot="5400000">
            <a:off x="7818275" y="32156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5255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91876-2BFC-32DF-AB25-E8AE148C3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0A156F2-65FB-366E-70F2-61E92390E1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0C903E1-796D-B1FA-9007-848D9D3A56CE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1EEB92A4-3BE0-EB73-AF4E-D0AB5D99ABE7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AB0E52F5-1AE4-8CF0-23BB-15AA81166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5E977EF2-3F70-D08B-1810-5FC11BD2E617}"/>
              </a:ext>
            </a:extLst>
          </p:cNvPr>
          <p:cNvSpPr/>
          <p:nvPr/>
        </p:nvSpPr>
        <p:spPr>
          <a:xfrm>
            <a:off x="4030824" y="888878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9855422C-C74A-1A42-06DB-7DA2BCD47220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B17CE71F-475B-3D59-EA50-63CE4718753A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20712DC1-8039-B2E5-962B-BAF7000D86D9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F17319AC-D1FC-69B6-A5D2-12EA8B5845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1722182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A213BFF7-5449-4023-CA3A-58BADBA6E333}"/>
              </a:ext>
            </a:extLst>
          </p:cNvPr>
          <p:cNvSpPr txBox="1"/>
          <p:nvPr/>
        </p:nvSpPr>
        <p:spPr>
          <a:xfrm>
            <a:off x="6514666" y="20264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A3FA290D-2288-8E3A-D21D-6E982D2CFFF4}"/>
              </a:ext>
            </a:extLst>
          </p:cNvPr>
          <p:cNvGrpSpPr/>
          <p:nvPr/>
        </p:nvGrpSpPr>
        <p:grpSpPr>
          <a:xfrm>
            <a:off x="7237941" y="17331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3B6C2770-315B-C7A1-3725-628A5F13E8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6E7B2C53-966F-E047-1E9A-2BEE3276E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4667A151-8EC7-B055-24FD-139B882870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6C9F4B8E-9EEC-3BA7-0EBA-C43C1F4C7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613594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7E21E00-AFB6-4F15-A889-4A5927091E5C}"/>
              </a:ext>
            </a:extLst>
          </p:cNvPr>
          <p:cNvSpPr txBox="1"/>
          <p:nvPr/>
        </p:nvSpPr>
        <p:spPr>
          <a:xfrm>
            <a:off x="4853937" y="39927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5764B3D9-96B3-78D2-52FA-3FBD2546EAD1}"/>
              </a:ext>
            </a:extLst>
          </p:cNvPr>
          <p:cNvCxnSpPr>
            <a:cxnSpLocks/>
          </p:cNvCxnSpPr>
          <p:nvPr/>
        </p:nvCxnSpPr>
        <p:spPr>
          <a:xfrm>
            <a:off x="4414384" y="45084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2062A5EF-0275-A2AD-550E-7CCD983A13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395475"/>
            <a:ext cx="1080000" cy="1080000"/>
          </a:xfrm>
          <a:prstGeom prst="rect">
            <a:avLst/>
          </a:prstGeom>
        </p:spPr>
      </p:pic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A7928930-F316-5FE0-3827-CA804829ECF6}"/>
              </a:ext>
            </a:extLst>
          </p:cNvPr>
          <p:cNvSpPr/>
          <p:nvPr/>
        </p:nvSpPr>
        <p:spPr>
          <a:xfrm>
            <a:off x="4030824" y="4540620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4D8BF8F8-65B0-43A4-8133-FD3C8325BE14}"/>
              </a:ext>
            </a:extLst>
          </p:cNvPr>
          <p:cNvSpPr/>
          <p:nvPr/>
        </p:nvSpPr>
        <p:spPr>
          <a:xfrm>
            <a:off x="4282751" y="545290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FD05884F-A8A7-61D4-9929-18BC12ECF268}"/>
              </a:ext>
            </a:extLst>
          </p:cNvPr>
          <p:cNvCxnSpPr>
            <a:cxnSpLocks/>
          </p:cNvCxnSpPr>
          <p:nvPr/>
        </p:nvCxnSpPr>
        <p:spPr>
          <a:xfrm>
            <a:off x="4414384" y="451194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EE7B905D-9789-6596-C3D3-D14AED937138}"/>
              </a:ext>
            </a:extLst>
          </p:cNvPr>
          <p:cNvSpPr/>
          <p:nvPr/>
        </p:nvSpPr>
        <p:spPr>
          <a:xfrm>
            <a:off x="5833587" y="4625069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52" name="図 51">
            <a:extLst>
              <a:ext uri="{FF2B5EF4-FFF2-40B4-BE49-F238E27FC236}">
                <a16:creationId xmlns:a16="http://schemas.microsoft.com/office/drawing/2014/main" id="{9775F906-4529-C01A-A8C9-B392D4194E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5373924"/>
            <a:ext cx="871225" cy="871225"/>
          </a:xfrm>
          <a:prstGeom prst="rect">
            <a:avLst/>
          </a:prstGeom>
        </p:spPr>
      </p:pic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54E5585A-C99F-EC2D-C0EE-4DE99F7381DE}"/>
              </a:ext>
            </a:extLst>
          </p:cNvPr>
          <p:cNvSpPr txBox="1"/>
          <p:nvPr/>
        </p:nvSpPr>
        <p:spPr>
          <a:xfrm>
            <a:off x="6514666" y="567819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3937203E-9DB0-EED5-E5AD-AC61EBFA0A7F}"/>
              </a:ext>
            </a:extLst>
          </p:cNvPr>
          <p:cNvGrpSpPr/>
          <p:nvPr/>
        </p:nvGrpSpPr>
        <p:grpSpPr>
          <a:xfrm>
            <a:off x="7237941" y="5384940"/>
            <a:ext cx="1751021" cy="871225"/>
            <a:chOff x="7288481" y="5613979"/>
            <a:chExt cx="1751021" cy="871225"/>
          </a:xfrm>
        </p:grpSpPr>
        <p:pic>
          <p:nvPicPr>
            <p:cNvPr id="55" name="図 54">
              <a:extLst>
                <a:ext uri="{FF2B5EF4-FFF2-40B4-BE49-F238E27FC236}">
                  <a16:creationId xmlns:a16="http://schemas.microsoft.com/office/drawing/2014/main" id="{40326CC0-EC06-D22E-2F9C-6F858B0F09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56" name="図 55">
              <a:extLst>
                <a:ext uri="{FF2B5EF4-FFF2-40B4-BE49-F238E27FC236}">
                  <a16:creationId xmlns:a16="http://schemas.microsoft.com/office/drawing/2014/main" id="{75AF40FE-9E65-63B3-9885-0B80821735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57" name="直線矢印コネクタ 56">
              <a:extLst>
                <a:ext uri="{FF2B5EF4-FFF2-40B4-BE49-F238E27FC236}">
                  <a16:creationId xmlns:a16="http://schemas.microsoft.com/office/drawing/2014/main" id="{C2E01E75-EFA0-B6B0-A8E9-6B80A94AD2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C1BC62D7-3D9E-1515-0833-7EDABD3174EA}"/>
              </a:ext>
            </a:extLst>
          </p:cNvPr>
          <p:cNvSpPr/>
          <p:nvPr/>
        </p:nvSpPr>
        <p:spPr>
          <a:xfrm>
            <a:off x="7075772" y="47237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5E919CB3-8EAB-B622-F15B-F42641E896B4}"/>
              </a:ext>
            </a:extLst>
          </p:cNvPr>
          <p:cNvSpPr/>
          <p:nvPr/>
        </p:nvSpPr>
        <p:spPr>
          <a:xfrm>
            <a:off x="7075772" y="1095994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555A984-E3F5-7002-60BD-FC31C608824D}"/>
              </a:ext>
            </a:extLst>
          </p:cNvPr>
          <p:cNvSpPr/>
          <p:nvPr/>
        </p:nvSpPr>
        <p:spPr>
          <a:xfrm>
            <a:off x="9540775" y="47237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4E3720D7-9ED3-7859-D668-5AE5ADA391D2}"/>
              </a:ext>
            </a:extLst>
          </p:cNvPr>
          <p:cNvCxnSpPr>
            <a:cxnSpLocks/>
          </p:cNvCxnSpPr>
          <p:nvPr/>
        </p:nvCxnSpPr>
        <p:spPr>
          <a:xfrm flipV="1">
            <a:off x="9032249" y="499973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矢印: 右 5">
            <a:extLst>
              <a:ext uri="{FF2B5EF4-FFF2-40B4-BE49-F238E27FC236}">
                <a16:creationId xmlns:a16="http://schemas.microsoft.com/office/drawing/2014/main" id="{759CEA64-BE0F-3D98-CED7-8DCE68CE92DB}"/>
              </a:ext>
            </a:extLst>
          </p:cNvPr>
          <p:cNvSpPr/>
          <p:nvPr/>
        </p:nvSpPr>
        <p:spPr>
          <a:xfrm rot="5400000">
            <a:off x="7818275" y="32156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13375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3E2ED-8060-012F-39B4-54C39E01D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9241ECE-CE2B-147E-EDAC-8623A3233B49}"/>
              </a:ext>
            </a:extLst>
          </p:cNvPr>
          <p:cNvSpPr/>
          <p:nvPr/>
        </p:nvSpPr>
        <p:spPr>
          <a:xfrm>
            <a:off x="7116095" y="3179000"/>
            <a:ext cx="1800000" cy="50400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CD6B5C48-EC2E-81DD-5BEC-7E95F1E47D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1289494"/>
            <a:ext cx="1080000" cy="1080000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78D3202-09EC-793A-002D-BC582B3BB91F}"/>
              </a:ext>
            </a:extLst>
          </p:cNvPr>
          <p:cNvSpPr txBox="1"/>
          <p:nvPr/>
        </p:nvSpPr>
        <p:spPr>
          <a:xfrm>
            <a:off x="4853937" y="16686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A9B6AE7-ACB0-28E0-B076-065DCC90C68C}"/>
              </a:ext>
            </a:extLst>
          </p:cNvPr>
          <p:cNvCxnSpPr>
            <a:cxnSpLocks/>
          </p:cNvCxnSpPr>
          <p:nvPr/>
        </p:nvCxnSpPr>
        <p:spPr>
          <a:xfrm>
            <a:off x="4414384" y="21843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1" name="図 20">
            <a:extLst>
              <a:ext uri="{FF2B5EF4-FFF2-40B4-BE49-F238E27FC236}">
                <a16:creationId xmlns:a16="http://schemas.microsoft.com/office/drawing/2014/main" id="{01CF264A-E915-EF54-1786-E15F873B75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2071375"/>
            <a:ext cx="1080000" cy="1080000"/>
          </a:xfrm>
          <a:prstGeom prst="rect">
            <a:avLst/>
          </a:prstGeom>
        </p:spPr>
      </p:pic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64F3E161-A78E-303C-EF71-1E0C4F1322BA}"/>
              </a:ext>
            </a:extLst>
          </p:cNvPr>
          <p:cNvSpPr/>
          <p:nvPr/>
        </p:nvSpPr>
        <p:spPr>
          <a:xfrm>
            <a:off x="4030824" y="2216520"/>
            <a:ext cx="8042988" cy="210148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48F2D42A-5B94-069A-5020-3C1F529E8719}"/>
              </a:ext>
            </a:extLst>
          </p:cNvPr>
          <p:cNvSpPr/>
          <p:nvPr/>
        </p:nvSpPr>
        <p:spPr>
          <a:xfrm>
            <a:off x="5833587" y="2300969"/>
            <a:ext cx="5075713" cy="177743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F1F30B2A-5A31-BC90-8415-90934C7A38AE}"/>
              </a:ext>
            </a:extLst>
          </p:cNvPr>
          <p:cNvSpPr/>
          <p:nvPr/>
        </p:nvSpPr>
        <p:spPr>
          <a:xfrm>
            <a:off x="7075772" y="23996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9" name="吹き出し: 線 8">
            <a:extLst>
              <a:ext uri="{FF2B5EF4-FFF2-40B4-BE49-F238E27FC236}">
                <a16:creationId xmlns:a16="http://schemas.microsoft.com/office/drawing/2014/main" id="{911B6994-D337-A2B9-A664-2968BC6376ED}"/>
              </a:ext>
            </a:extLst>
          </p:cNvPr>
          <p:cNvSpPr/>
          <p:nvPr/>
        </p:nvSpPr>
        <p:spPr>
          <a:xfrm>
            <a:off x="9440753" y="2862488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/>
              <a:t>入力チェックを追加</a:t>
            </a:r>
          </a:p>
        </p:txBody>
      </p:sp>
      <p:sp>
        <p:nvSpPr>
          <p:cNvPr id="11" name="吹き出し: 線 10">
            <a:extLst>
              <a:ext uri="{FF2B5EF4-FFF2-40B4-BE49-F238E27FC236}">
                <a16:creationId xmlns:a16="http://schemas.microsoft.com/office/drawing/2014/main" id="{D5CD4B9D-F6BD-225E-B399-1D922216317C}"/>
              </a:ext>
            </a:extLst>
          </p:cNvPr>
          <p:cNvSpPr/>
          <p:nvPr/>
        </p:nvSpPr>
        <p:spPr>
          <a:xfrm>
            <a:off x="9440753" y="2138034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400" b="1" dirty="0"/>
              <a:t>ログイン機能を実装</a:t>
            </a:r>
            <a:endParaRPr kumimoji="1" lang="ja-JP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6302697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5A7FD-F001-63B0-FF1E-AF34BEE64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76981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3F069-A745-B247-0F5E-45C0434DD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7023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6ECCA-89DC-8F9D-6599-F6565BC57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7FDFEBE7-3B38-1407-FE4C-E85700BC996C}"/>
              </a:ext>
            </a:extLst>
          </p:cNvPr>
          <p:cNvSpPr/>
          <p:nvPr/>
        </p:nvSpPr>
        <p:spPr>
          <a:xfrm>
            <a:off x="4030824" y="3225678"/>
            <a:ext cx="8042988" cy="229882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7CFA039-9E73-12E8-E63C-FBEA198B2C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04269"/>
            <a:ext cx="1080000" cy="1080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B6AF5D2-8F43-1628-CD75-72E6A38E68A4}"/>
              </a:ext>
            </a:extLst>
          </p:cNvPr>
          <p:cNvSpPr txBox="1"/>
          <p:nvPr/>
        </p:nvSpPr>
        <p:spPr>
          <a:xfrm>
            <a:off x="4853937" y="58339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9089E4E-3DBD-C615-14A8-1C4E859E3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C9EF7F8-DE95-DC6F-958B-4D8C0B495CE4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B2DFD4D-6D47-59DF-C554-BAFE1E141B20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CD5D905F-70F7-A17F-0236-3C6DAA9226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AD92C19E-AA05-6CE1-8FFD-07B8A1E28CD7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392A1186-A4E0-5C06-B2A0-40476B6E60F3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8D4CA51E-D86E-7BD2-7407-8DCF36FBE0AD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16E85-B87D-3C63-C179-B90A99B562EE}"/>
              </a:ext>
            </a:extLst>
          </p:cNvPr>
          <p:cNvSpPr/>
          <p:nvPr/>
        </p:nvSpPr>
        <p:spPr>
          <a:xfrm>
            <a:off x="6913587" y="3413731"/>
            <a:ext cx="240916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8686CAF-2B62-8734-170D-5A620892027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4073213"/>
            <a:ext cx="871225" cy="87122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B763F2B-3B2B-AF69-FFDD-23974156F686}"/>
              </a:ext>
            </a:extLst>
          </p:cNvPr>
          <p:cNvSpPr txBox="1"/>
          <p:nvPr/>
        </p:nvSpPr>
        <p:spPr>
          <a:xfrm>
            <a:off x="6480352" y="4313300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E7E69376-041C-9EA4-FF0C-13B76FD4A80F}"/>
              </a:ext>
            </a:extLst>
          </p:cNvPr>
          <p:cNvSpPr/>
          <p:nvPr/>
        </p:nvSpPr>
        <p:spPr>
          <a:xfrm rot="5400000">
            <a:off x="7818275" y="1577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59912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D8D5C-391C-C9E1-4FC1-0940B749B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2DF8C2B3-3EEC-8CB8-CF8B-F2D2775E8507}"/>
              </a:ext>
            </a:extLst>
          </p:cNvPr>
          <p:cNvSpPr/>
          <p:nvPr/>
        </p:nvSpPr>
        <p:spPr>
          <a:xfrm>
            <a:off x="4021542" y="5843038"/>
            <a:ext cx="8042988" cy="2205946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4BFCEAAC-E466-8DE1-64D6-E58FF99701D7}"/>
              </a:ext>
            </a:extLst>
          </p:cNvPr>
          <p:cNvSpPr/>
          <p:nvPr/>
        </p:nvSpPr>
        <p:spPr>
          <a:xfrm rot="5400000">
            <a:off x="7818275" y="4244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CFFE98E-2167-F736-3666-905C56FBEE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432C6F2-67DE-DAA0-42EB-B426A13807C2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080352DC-7D23-D027-9F6B-923170DE4E65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7C5BED71-E1B5-1994-85EB-EE7F6F9F23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E32BF2FC-6940-0702-2345-7078571D8CB1}"/>
              </a:ext>
            </a:extLst>
          </p:cNvPr>
          <p:cNvSpPr/>
          <p:nvPr/>
        </p:nvSpPr>
        <p:spPr>
          <a:xfrm>
            <a:off x="4030824" y="888877"/>
            <a:ext cx="8033706" cy="2846945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304F70B0-7D6D-DD08-E1F1-EF51B76A688D}"/>
              </a:ext>
            </a:extLst>
          </p:cNvPr>
          <p:cNvSpPr/>
          <p:nvPr/>
        </p:nvSpPr>
        <p:spPr>
          <a:xfrm>
            <a:off x="4282751" y="24488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AD633165-13EE-28D3-E36A-72D6C1DD06BD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94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01C33183-F280-DBD4-DB8F-051B446DC659}"/>
              </a:ext>
            </a:extLst>
          </p:cNvPr>
          <p:cNvSpPr/>
          <p:nvPr/>
        </p:nvSpPr>
        <p:spPr>
          <a:xfrm>
            <a:off x="5755659" y="999274"/>
            <a:ext cx="6240225" cy="133411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D00F5AD7-EEB8-E61F-FD6D-5A3B19E1C2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2369882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780DF093-2800-93CF-61B9-31D0FDB663D8}"/>
              </a:ext>
            </a:extLst>
          </p:cNvPr>
          <p:cNvSpPr txBox="1"/>
          <p:nvPr/>
        </p:nvSpPr>
        <p:spPr>
          <a:xfrm>
            <a:off x="6514666" y="26741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EE45EA83-855C-ED06-A22E-98B47E3A402A}"/>
              </a:ext>
            </a:extLst>
          </p:cNvPr>
          <p:cNvGrpSpPr/>
          <p:nvPr/>
        </p:nvGrpSpPr>
        <p:grpSpPr>
          <a:xfrm>
            <a:off x="7237941" y="23808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476D0108-3CE9-05CA-D091-CF0E8F405A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A847350A-B8C8-85C1-C168-5049E204A4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0A23B67A-3AFA-1ECF-C763-E0E2E06110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5501C5B8-4F24-30ED-FBD3-D2B1A1463A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4896294"/>
            <a:ext cx="1080000" cy="1080000"/>
          </a:xfrm>
          <a:prstGeom prst="rect">
            <a:avLst/>
          </a:prstGeom>
        </p:spPr>
      </p:pic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184BC7FF-7C27-EBEB-A6CE-3A1CB9109A0D}"/>
              </a:ext>
            </a:extLst>
          </p:cNvPr>
          <p:cNvCxnSpPr>
            <a:cxnSpLocks/>
          </p:cNvCxnSpPr>
          <p:nvPr/>
        </p:nvCxnSpPr>
        <p:spPr>
          <a:xfrm>
            <a:off x="4414384" y="57911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11595175-61D6-2FFB-E4E6-7C1475F33B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5779775"/>
            <a:ext cx="1080000" cy="1080000"/>
          </a:xfrm>
          <a:prstGeom prst="rect">
            <a:avLst/>
          </a:prstGeom>
        </p:spPr>
      </p:pic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077BAEDC-9790-B005-6A0C-0E56C29C3412}"/>
              </a:ext>
            </a:extLst>
          </p:cNvPr>
          <p:cNvSpPr/>
          <p:nvPr/>
        </p:nvSpPr>
        <p:spPr>
          <a:xfrm>
            <a:off x="5833587" y="5945868"/>
            <a:ext cx="6090935" cy="163603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D6BD846C-1506-1019-A0D0-C578D3D866B2}"/>
              </a:ext>
            </a:extLst>
          </p:cNvPr>
          <p:cNvSpPr/>
          <p:nvPr/>
        </p:nvSpPr>
        <p:spPr>
          <a:xfrm>
            <a:off x="7075772" y="1684317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4344DD63-806E-2EAF-7CB8-9CFB956A614E}"/>
              </a:ext>
            </a:extLst>
          </p:cNvPr>
          <p:cNvSpPr/>
          <p:nvPr/>
        </p:nvSpPr>
        <p:spPr>
          <a:xfrm>
            <a:off x="9540774" y="1684317"/>
            <a:ext cx="2383747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2992BBB0-8F91-265E-90DC-FFDF91E89E73}"/>
              </a:ext>
            </a:extLst>
          </p:cNvPr>
          <p:cNvCxnSpPr>
            <a:cxnSpLocks/>
          </p:cNvCxnSpPr>
          <p:nvPr/>
        </p:nvCxnSpPr>
        <p:spPr>
          <a:xfrm flipV="1">
            <a:off x="9032249" y="193631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93D009C-BA73-6DA6-30EA-0D199B401649}"/>
              </a:ext>
            </a:extLst>
          </p:cNvPr>
          <p:cNvSpPr/>
          <p:nvPr/>
        </p:nvSpPr>
        <p:spPr>
          <a:xfrm>
            <a:off x="7075772" y="6145782"/>
            <a:ext cx="272540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02FF46A2-13F7-A588-C313-6CF2DFC3B60A}"/>
              </a:ext>
            </a:extLst>
          </p:cNvPr>
          <p:cNvSpPr/>
          <p:nvPr/>
        </p:nvSpPr>
        <p:spPr>
          <a:xfrm>
            <a:off x="7075772" y="6772528"/>
            <a:ext cx="2725405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</a:t>
            </a:r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36C958FA-F2A0-07D1-CCB0-47996AAC592C}"/>
              </a:ext>
            </a:extLst>
          </p:cNvPr>
          <p:cNvSpPr/>
          <p:nvPr/>
        </p:nvSpPr>
        <p:spPr>
          <a:xfrm>
            <a:off x="7075772" y="1053082"/>
            <a:ext cx="272540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</p:spTree>
    <p:extLst>
      <p:ext uri="{BB962C8B-B14F-4D97-AF65-F5344CB8AC3E}">
        <p14:creationId xmlns:p14="http://schemas.microsoft.com/office/powerpoint/2010/main" val="35243030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DBEA4-831D-DBE4-8EEB-DB4FF67E2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5F73A427-0C4E-4DD3-220F-437A084CB2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17653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2C9F716-D223-906C-F81A-D9EA3080BD90}"/>
              </a:ext>
            </a:extLst>
          </p:cNvPr>
          <p:cNvSpPr txBox="1"/>
          <p:nvPr/>
        </p:nvSpPr>
        <p:spPr>
          <a:xfrm>
            <a:off x="4853937" y="-138621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DFB29D1C-2DE9-CFF5-1033-FC66D6AE2ECA}"/>
              </a:ext>
            </a:extLst>
          </p:cNvPr>
          <p:cNvCxnSpPr>
            <a:cxnSpLocks/>
          </p:cNvCxnSpPr>
          <p:nvPr/>
        </p:nvCxnSpPr>
        <p:spPr>
          <a:xfrm>
            <a:off x="4419224" y="-87050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3114C17E-70F3-6612-E428-CF85AB015C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-983467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639ADAA4-1311-4123-A9E3-E189DDA2136C}"/>
              </a:ext>
            </a:extLst>
          </p:cNvPr>
          <p:cNvSpPr/>
          <p:nvPr/>
        </p:nvSpPr>
        <p:spPr>
          <a:xfrm>
            <a:off x="4030824" y="-838322"/>
            <a:ext cx="8042988" cy="2205946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0401FFEC-CE45-9E8C-8B4B-CBBD3A468191}"/>
              </a:ext>
            </a:extLst>
          </p:cNvPr>
          <p:cNvSpPr/>
          <p:nvPr/>
        </p:nvSpPr>
        <p:spPr>
          <a:xfrm>
            <a:off x="4282751" y="73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ED4E6A12-DE07-BC6C-EF09-C399F1ED0580}"/>
              </a:ext>
            </a:extLst>
          </p:cNvPr>
          <p:cNvCxnSpPr>
            <a:cxnSpLocks/>
          </p:cNvCxnSpPr>
          <p:nvPr/>
        </p:nvCxnSpPr>
        <p:spPr>
          <a:xfrm>
            <a:off x="4414384" y="-866994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5D993472-1811-7796-425E-FCF28CF55014}"/>
              </a:ext>
            </a:extLst>
          </p:cNvPr>
          <p:cNvSpPr/>
          <p:nvPr/>
        </p:nvSpPr>
        <p:spPr>
          <a:xfrm>
            <a:off x="5833587" y="-753873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DCD982B7-7A0B-FC81-C378-A64EF364A1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-5018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C4857464-8DF6-A9DA-9AA8-200C77A4B62B}"/>
              </a:ext>
            </a:extLst>
          </p:cNvPr>
          <p:cNvSpPr txBox="1"/>
          <p:nvPr/>
        </p:nvSpPr>
        <p:spPr>
          <a:xfrm>
            <a:off x="6514666" y="2992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02C7A24D-2C76-D7BF-C65A-7EF0FCD39EA5}"/>
              </a:ext>
            </a:extLst>
          </p:cNvPr>
          <p:cNvGrpSpPr/>
          <p:nvPr/>
        </p:nvGrpSpPr>
        <p:grpSpPr>
          <a:xfrm>
            <a:off x="7237941" y="59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5AA0A43E-9612-0C07-307E-86D4A8629D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10DBA197-C746-2E3B-9C32-E9DC140B813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FE6AE231-D1F8-617E-8777-4F311E7C45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5F55D4E-96A4-0FC8-621A-60BF4F52FB06}"/>
              </a:ext>
            </a:extLst>
          </p:cNvPr>
          <p:cNvSpPr/>
          <p:nvPr/>
        </p:nvSpPr>
        <p:spPr>
          <a:xfrm>
            <a:off x="7075772" y="-639783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9DAEE392-A7C2-8B59-6136-F42C904337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102917"/>
            <a:ext cx="1080000" cy="1080000"/>
          </a:xfrm>
          <a:prstGeom prst="rect">
            <a:avLst/>
          </a:prstGeom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F2BF3D0B-95FD-9F12-672C-748C3FAB8A57}"/>
              </a:ext>
            </a:extLst>
          </p:cNvPr>
          <p:cNvSpPr txBox="1"/>
          <p:nvPr/>
        </p:nvSpPr>
        <p:spPr>
          <a:xfrm>
            <a:off x="4853937" y="2482047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3" name="コネクタ: カギ線 22">
            <a:extLst>
              <a:ext uri="{FF2B5EF4-FFF2-40B4-BE49-F238E27FC236}">
                <a16:creationId xmlns:a16="http://schemas.microsoft.com/office/drawing/2014/main" id="{8626FB93-AC04-4799-FB5D-C50511B5D005}"/>
              </a:ext>
            </a:extLst>
          </p:cNvPr>
          <p:cNvCxnSpPr>
            <a:cxnSpLocks/>
          </p:cNvCxnSpPr>
          <p:nvPr/>
        </p:nvCxnSpPr>
        <p:spPr>
          <a:xfrm>
            <a:off x="4419224" y="2997760"/>
            <a:ext cx="1408521" cy="57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4" name="図 23">
            <a:extLst>
              <a:ext uri="{FF2B5EF4-FFF2-40B4-BE49-F238E27FC236}">
                <a16:creationId xmlns:a16="http://schemas.microsoft.com/office/drawing/2014/main" id="{67E69F09-8B82-991B-B786-719BBD4CD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11798"/>
            <a:ext cx="1080000" cy="1080000"/>
          </a:xfrm>
          <a:prstGeom prst="rect">
            <a:avLst/>
          </a:prstGeom>
        </p:spPr>
      </p:pic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688142CD-D0F1-B521-0987-8117B91ACD83}"/>
              </a:ext>
            </a:extLst>
          </p:cNvPr>
          <p:cNvSpPr/>
          <p:nvPr/>
        </p:nvSpPr>
        <p:spPr>
          <a:xfrm>
            <a:off x="4030824" y="3029942"/>
            <a:ext cx="8042988" cy="399986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930347AA-F2B2-94B4-FD66-180EF08F41BD}"/>
              </a:ext>
            </a:extLst>
          </p:cNvPr>
          <p:cNvSpPr/>
          <p:nvPr/>
        </p:nvSpPr>
        <p:spPr>
          <a:xfrm>
            <a:off x="4282750" y="4831231"/>
            <a:ext cx="7641772" cy="145269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37645002-BF63-A363-50CB-00E0CBD62FC0}"/>
              </a:ext>
            </a:extLst>
          </p:cNvPr>
          <p:cNvCxnSpPr>
            <a:cxnSpLocks/>
          </p:cNvCxnSpPr>
          <p:nvPr/>
        </p:nvCxnSpPr>
        <p:spPr>
          <a:xfrm>
            <a:off x="4414384" y="3001271"/>
            <a:ext cx="1408521" cy="2160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204E1386-E1C9-70A8-3721-37C677EE68A3}"/>
              </a:ext>
            </a:extLst>
          </p:cNvPr>
          <p:cNvSpPr/>
          <p:nvPr/>
        </p:nvSpPr>
        <p:spPr>
          <a:xfrm>
            <a:off x="5833587" y="3190592"/>
            <a:ext cx="6090935" cy="150294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2" name="図 31">
            <a:extLst>
              <a:ext uri="{FF2B5EF4-FFF2-40B4-BE49-F238E27FC236}">
                <a16:creationId xmlns:a16="http://schemas.microsoft.com/office/drawing/2014/main" id="{3BA2D4D9-4C25-ED3F-8ABF-1A9A13F4B3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4752247"/>
            <a:ext cx="871225" cy="871225"/>
          </a:xfrm>
          <a:prstGeom prst="rect">
            <a:avLst/>
          </a:prstGeom>
        </p:spPr>
      </p:pic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B65C4591-AFDB-9862-4CD7-80F17C6EF579}"/>
              </a:ext>
            </a:extLst>
          </p:cNvPr>
          <p:cNvSpPr txBox="1"/>
          <p:nvPr/>
        </p:nvSpPr>
        <p:spPr>
          <a:xfrm>
            <a:off x="6514666" y="5056521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2325363A-FB06-6A38-9314-401AFEB34A9D}"/>
              </a:ext>
            </a:extLst>
          </p:cNvPr>
          <p:cNvGrpSpPr/>
          <p:nvPr/>
        </p:nvGrpSpPr>
        <p:grpSpPr>
          <a:xfrm>
            <a:off x="7237941" y="4763263"/>
            <a:ext cx="1751021" cy="871225"/>
            <a:chOff x="7288481" y="5613979"/>
            <a:chExt cx="1751021" cy="871225"/>
          </a:xfrm>
        </p:grpSpPr>
        <p:pic>
          <p:nvPicPr>
            <p:cNvPr id="44" name="図 43">
              <a:extLst>
                <a:ext uri="{FF2B5EF4-FFF2-40B4-BE49-F238E27FC236}">
                  <a16:creationId xmlns:a16="http://schemas.microsoft.com/office/drawing/2014/main" id="{5656421F-D8E2-7A97-779C-7E2E0AE9CB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8" name="図 47">
              <a:extLst>
                <a:ext uri="{FF2B5EF4-FFF2-40B4-BE49-F238E27FC236}">
                  <a16:creationId xmlns:a16="http://schemas.microsoft.com/office/drawing/2014/main" id="{2553ED84-46A6-6726-1660-CC111649C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E53D5F4B-A38F-F642-EA9E-938065C52B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4" name="矢印: 右 53">
            <a:extLst>
              <a:ext uri="{FF2B5EF4-FFF2-40B4-BE49-F238E27FC236}">
                <a16:creationId xmlns:a16="http://schemas.microsoft.com/office/drawing/2014/main" id="{D65620AE-7767-0077-4264-10122F9DA385}"/>
              </a:ext>
            </a:extLst>
          </p:cNvPr>
          <p:cNvSpPr/>
          <p:nvPr/>
        </p:nvSpPr>
        <p:spPr>
          <a:xfrm rot="5400000">
            <a:off x="7818275" y="18059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198A9943-F856-6271-0519-1B9A3E348429}"/>
              </a:ext>
            </a:extLst>
          </p:cNvPr>
          <p:cNvSpPr/>
          <p:nvPr/>
        </p:nvSpPr>
        <p:spPr>
          <a:xfrm>
            <a:off x="7075772" y="3991228"/>
            <a:ext cx="2725405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92DCD3F9-D050-2E41-6695-C220EED76CD1}"/>
              </a:ext>
            </a:extLst>
          </p:cNvPr>
          <p:cNvSpPr txBox="1"/>
          <p:nvPr/>
        </p:nvSpPr>
        <p:spPr>
          <a:xfrm>
            <a:off x="6367237" y="574177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pic>
        <p:nvPicPr>
          <p:cNvPr id="58" name="図 57">
            <a:extLst>
              <a:ext uri="{FF2B5EF4-FFF2-40B4-BE49-F238E27FC236}">
                <a16:creationId xmlns:a16="http://schemas.microsoft.com/office/drawing/2014/main" id="{81574717-986B-ED03-AA25-57580B444B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5436406"/>
            <a:ext cx="871225" cy="871225"/>
          </a:xfrm>
          <a:prstGeom prst="rect">
            <a:avLst/>
          </a:prstGeom>
        </p:spPr>
      </p:pic>
      <p:cxnSp>
        <p:nvCxnSpPr>
          <p:cNvPr id="59" name="コネクタ: カギ線 58">
            <a:extLst>
              <a:ext uri="{FF2B5EF4-FFF2-40B4-BE49-F238E27FC236}">
                <a16:creationId xmlns:a16="http://schemas.microsoft.com/office/drawing/2014/main" id="{D10FF925-E8DB-9258-6073-E4F92F642B1C}"/>
              </a:ext>
            </a:extLst>
          </p:cNvPr>
          <p:cNvCxnSpPr>
            <a:cxnSpLocks/>
          </p:cNvCxnSpPr>
          <p:nvPr/>
        </p:nvCxnSpPr>
        <p:spPr>
          <a:xfrm>
            <a:off x="4418116" y="3817682"/>
            <a:ext cx="1408521" cy="205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F2A9996-922E-FE1F-5083-A1E803B61D4A}"/>
              </a:ext>
            </a:extLst>
          </p:cNvPr>
          <p:cNvSpPr/>
          <p:nvPr/>
        </p:nvSpPr>
        <p:spPr>
          <a:xfrm>
            <a:off x="9540774" y="-639783"/>
            <a:ext cx="2383747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16A7FF63-4049-1BCC-66C1-5C40AE385568}"/>
              </a:ext>
            </a:extLst>
          </p:cNvPr>
          <p:cNvCxnSpPr>
            <a:cxnSpLocks/>
          </p:cNvCxnSpPr>
          <p:nvPr/>
        </p:nvCxnSpPr>
        <p:spPr>
          <a:xfrm flipV="1">
            <a:off x="9032249" y="-387783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8E17B7FF-1407-137B-8C1C-4A04FEA8C64B}"/>
              </a:ext>
            </a:extLst>
          </p:cNvPr>
          <p:cNvSpPr/>
          <p:nvPr/>
        </p:nvSpPr>
        <p:spPr>
          <a:xfrm>
            <a:off x="7075772" y="3335317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DF2AF687-C141-80E9-E732-C71CB6BFE1D2}"/>
              </a:ext>
            </a:extLst>
          </p:cNvPr>
          <p:cNvSpPr/>
          <p:nvPr/>
        </p:nvSpPr>
        <p:spPr>
          <a:xfrm>
            <a:off x="9540774" y="3335317"/>
            <a:ext cx="2383747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63902A9-249A-B0BB-EDBA-2F70498C3951}"/>
              </a:ext>
            </a:extLst>
          </p:cNvPr>
          <p:cNvCxnSpPr>
            <a:cxnSpLocks/>
          </p:cNvCxnSpPr>
          <p:nvPr/>
        </p:nvCxnSpPr>
        <p:spPr>
          <a:xfrm flipV="1">
            <a:off x="9032249" y="358731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05248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22F75-4ECD-14C8-AAAF-0A0230FFA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81768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EF3CB-4EC7-3969-7D3F-34E3C6BC3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楕円 2">
            <a:extLst>
              <a:ext uri="{FF2B5EF4-FFF2-40B4-BE49-F238E27FC236}">
                <a16:creationId xmlns:a16="http://schemas.microsoft.com/office/drawing/2014/main" id="{2CA9C9E2-D33D-AD86-D027-536E809BB498}"/>
              </a:ext>
            </a:extLst>
          </p:cNvPr>
          <p:cNvSpPr/>
          <p:nvPr/>
        </p:nvSpPr>
        <p:spPr>
          <a:xfrm flipV="1">
            <a:off x="3302000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D5289148-C8F6-2EA0-37A7-D13A2BDB143A}"/>
              </a:ext>
            </a:extLst>
          </p:cNvPr>
          <p:cNvSpPr/>
          <p:nvPr/>
        </p:nvSpPr>
        <p:spPr>
          <a:xfrm flipV="1">
            <a:off x="5028949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3E2545A-CFA6-D462-4231-25055EBAADE8}"/>
              </a:ext>
            </a:extLst>
          </p:cNvPr>
          <p:cNvSpPr/>
          <p:nvPr/>
        </p:nvSpPr>
        <p:spPr>
          <a:xfrm flipV="1">
            <a:off x="3302000" y="34290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cxnSp>
        <p:nvCxnSpPr>
          <p:cNvPr id="9" name="コネクタ: 曲線 8">
            <a:extLst>
              <a:ext uri="{FF2B5EF4-FFF2-40B4-BE49-F238E27FC236}">
                <a16:creationId xmlns:a16="http://schemas.microsoft.com/office/drawing/2014/main" id="{175541DF-82AB-6589-7A7B-0ABAB05B12CD}"/>
              </a:ext>
            </a:extLst>
          </p:cNvPr>
          <p:cNvCxnSpPr>
            <a:cxnSpLocks/>
            <a:stCxn id="4" idx="0"/>
            <a:endCxn id="5" idx="4"/>
          </p:cNvCxnSpPr>
          <p:nvPr/>
        </p:nvCxnSpPr>
        <p:spPr>
          <a:xfrm rot="5400000">
            <a:off x="3977425" y="2017476"/>
            <a:ext cx="1096100" cy="1726949"/>
          </a:xfrm>
          <a:prstGeom prst="curvedConnector3">
            <a:avLst>
              <a:gd name="adj1" fmla="val 50000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C6073FAA-7DA9-F4A7-C441-44FC0B1DA6F4}"/>
              </a:ext>
            </a:extLst>
          </p:cNvPr>
          <p:cNvCxnSpPr>
            <a:cxnSpLocks/>
          </p:cNvCxnSpPr>
          <p:nvPr/>
        </p:nvCxnSpPr>
        <p:spPr>
          <a:xfrm flipV="1">
            <a:off x="3662000" y="2332900"/>
            <a:ext cx="0" cy="109610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94933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29E5F-B17D-1966-DF33-ECC586158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B5DCFB14-1515-83C3-81A2-92D557BDB3C9}"/>
              </a:ext>
            </a:extLst>
          </p:cNvPr>
          <p:cNvCxnSpPr>
            <a:cxnSpLocks/>
          </p:cNvCxnSpPr>
          <p:nvPr/>
        </p:nvCxnSpPr>
        <p:spPr>
          <a:xfrm>
            <a:off x="1816100" y="256901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8B9D34F1-391B-A971-EA94-6DC6BE641410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67FD2B15-46D3-C974-3518-A3408069486F}"/>
              </a:ext>
            </a:extLst>
          </p:cNvPr>
          <p:cNvSpPr/>
          <p:nvPr/>
        </p:nvSpPr>
        <p:spPr>
          <a:xfrm>
            <a:off x="546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0B530ED3-D834-8B6C-E524-48A9DB677004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CB003D6-8D62-B4B4-D323-8F88E8FDA5D1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87F87225-3941-ED4A-16D6-DC0344DB06E7}"/>
              </a:ext>
            </a:extLst>
          </p:cNvPr>
          <p:cNvCxnSpPr>
            <a:cxnSpLocks/>
            <a:stCxn id="9" idx="4"/>
            <a:endCxn id="8" idx="2"/>
          </p:cNvCxnSpPr>
          <p:nvPr/>
        </p:nvCxnSpPr>
        <p:spPr>
          <a:xfrm>
            <a:off x="3692358" y="1269468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B8C09803-0DA9-A983-A2E0-2E9AF3D4C160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03AD53BB-5A5C-D87F-5CD8-E14FBB0E06E8}"/>
              </a:ext>
            </a:extLst>
          </p:cNvPr>
          <p:cNvSpPr/>
          <p:nvPr/>
        </p:nvSpPr>
        <p:spPr>
          <a:xfrm>
            <a:off x="762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C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810CA3ED-4E4A-0D81-9867-6A1FABF5A46E}"/>
              </a:ext>
            </a:extLst>
          </p:cNvPr>
          <p:cNvCxnSpPr>
            <a:cxnSpLocks/>
          </p:cNvCxnSpPr>
          <p:nvPr/>
        </p:nvCxnSpPr>
        <p:spPr>
          <a:xfrm flipV="1">
            <a:off x="6181999" y="2577568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83CF51F-DB58-2198-50A9-E2721BF6337B}"/>
              </a:ext>
            </a:extLst>
          </p:cNvPr>
          <p:cNvSpPr txBox="1"/>
          <p:nvPr/>
        </p:nvSpPr>
        <p:spPr>
          <a:xfrm>
            <a:off x="774773" y="2392902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branch1 </a:t>
            </a:r>
            <a:endParaRPr kumimoji="1" lang="ja-JP" altLang="en-US" b="1" dirty="0"/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94851252-61B8-61F5-B064-CFAC26EE438A}"/>
              </a:ext>
            </a:extLst>
          </p:cNvPr>
          <p:cNvCxnSpPr>
            <a:cxnSpLocks/>
          </p:cNvCxnSpPr>
          <p:nvPr/>
        </p:nvCxnSpPr>
        <p:spPr>
          <a:xfrm>
            <a:off x="1816100" y="42285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043C9DDD-3592-CB6A-46CF-2883148DACEB}"/>
              </a:ext>
            </a:extLst>
          </p:cNvPr>
          <p:cNvSpPr/>
          <p:nvPr/>
        </p:nvSpPr>
        <p:spPr>
          <a:xfrm>
            <a:off x="5411199" y="3868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2DBF2575-29B0-7E24-2B21-549AC0869B4B}"/>
              </a:ext>
            </a:extLst>
          </p:cNvPr>
          <p:cNvSpPr txBox="1"/>
          <p:nvPr/>
        </p:nvSpPr>
        <p:spPr>
          <a:xfrm>
            <a:off x="774773" y="4043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C3E79ED0-3C11-15F3-69AE-9BA5EF6B6DB5}"/>
              </a:ext>
            </a:extLst>
          </p:cNvPr>
          <p:cNvCxnSpPr>
            <a:cxnSpLocks/>
            <a:stCxn id="9" idx="4"/>
            <a:endCxn id="45" idx="2"/>
          </p:cNvCxnSpPr>
          <p:nvPr/>
        </p:nvCxnSpPr>
        <p:spPr>
          <a:xfrm>
            <a:off x="3692358" y="1269468"/>
            <a:ext cx="1718841" cy="2959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23328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FC4A6-D1E3-6BB8-B9D4-1C7C30BF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1CA1980F-C525-4F48-1D8A-C4D9FB5F1ABF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21D61A94-69C6-8B13-0DE8-DC39C69A1E33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ECED1F2-274E-E14B-75B7-21074419BF2B}"/>
              </a:ext>
            </a:extLst>
          </p:cNvPr>
          <p:cNvSpPr txBox="1"/>
          <p:nvPr/>
        </p:nvSpPr>
        <p:spPr>
          <a:xfrm>
            <a:off x="945493" y="724802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xxx</a:t>
            </a:r>
            <a:endParaRPr kumimoji="1" lang="ja-JP" altLang="en-US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CBB84977-CDC6-121D-94F8-C136F7212653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E341596C-6508-80B6-A2BD-4F9B2E861B0B}"/>
              </a:ext>
            </a:extLst>
          </p:cNvPr>
          <p:cNvCxnSpPr>
            <a:cxnSpLocks/>
          </p:cNvCxnSpPr>
          <p:nvPr/>
        </p:nvCxnSpPr>
        <p:spPr>
          <a:xfrm>
            <a:off x="1816100" y="50869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A571899A-1A0B-5ED9-9FFD-2647BE82E257}"/>
              </a:ext>
            </a:extLst>
          </p:cNvPr>
          <p:cNvCxnSpPr>
            <a:cxnSpLocks/>
          </p:cNvCxnSpPr>
          <p:nvPr/>
        </p:nvCxnSpPr>
        <p:spPr>
          <a:xfrm>
            <a:off x="1816100" y="34274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楕円 3">
            <a:extLst>
              <a:ext uri="{FF2B5EF4-FFF2-40B4-BE49-F238E27FC236}">
                <a16:creationId xmlns:a16="http://schemas.microsoft.com/office/drawing/2014/main" id="{C5CF04BB-9428-9ABA-8A6A-5AC584FA426D}"/>
              </a:ext>
            </a:extLst>
          </p:cNvPr>
          <p:cNvSpPr/>
          <p:nvPr/>
        </p:nvSpPr>
        <p:spPr>
          <a:xfrm>
            <a:off x="5461999" y="47355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1C3AF1B5-E6CD-EE89-340D-507A95ACD47B}"/>
              </a:ext>
            </a:extLst>
          </p:cNvPr>
          <p:cNvSpPr/>
          <p:nvPr/>
        </p:nvSpPr>
        <p:spPr>
          <a:xfrm>
            <a:off x="3332358" y="306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562859C-093A-6E5E-141B-F3091F3E9404}"/>
              </a:ext>
            </a:extLst>
          </p:cNvPr>
          <p:cNvSpPr txBox="1"/>
          <p:nvPr/>
        </p:nvSpPr>
        <p:spPr>
          <a:xfrm>
            <a:off x="945493" y="3242770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xxx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317FA4A3-7838-5753-FC07-75330D54C38D}"/>
              </a:ext>
            </a:extLst>
          </p:cNvPr>
          <p:cNvCxnSpPr>
            <a:cxnSpLocks/>
            <a:stCxn id="5" idx="4"/>
            <a:endCxn id="4" idx="2"/>
          </p:cNvCxnSpPr>
          <p:nvPr/>
        </p:nvCxnSpPr>
        <p:spPr>
          <a:xfrm>
            <a:off x="3692358" y="3787436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4753439-3E85-6B9A-037E-7C351BEEE8D1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2202058" y="34181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FA4297B-1AA0-DA77-09DA-4CE18E6268A1}"/>
              </a:ext>
            </a:extLst>
          </p:cNvPr>
          <p:cNvSpPr txBox="1"/>
          <p:nvPr/>
        </p:nvSpPr>
        <p:spPr>
          <a:xfrm>
            <a:off x="889073" y="4910870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new </a:t>
            </a:r>
            <a:endParaRPr kumimoji="1" lang="ja-JP" altLang="en-US" b="1" dirty="0"/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0D351762-9DE5-F3A9-5EA9-5433CC05C200}"/>
              </a:ext>
            </a:extLst>
          </p:cNvPr>
          <p:cNvSpPr/>
          <p:nvPr/>
        </p:nvSpPr>
        <p:spPr>
          <a:xfrm rot="5400000">
            <a:off x="5676469" y="176530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74625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DDBB-CBAF-8FCF-DAA4-50DD4B440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B98D9863-9677-0C7E-6DD0-3A5FBAE513DD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FB7F9C63-B2AB-7F3F-06B3-87D5AD1B0CE9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94CC3D9-A685-7CFF-4307-2C633E8C7912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90EB966-76C2-3BDF-C51F-42F6D7FA7225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1CC7FE54-9291-D52A-76F7-61A6275EAE06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D26EB128-2293-A6C3-1D81-2348A9AE908F}"/>
              </a:ext>
            </a:extLst>
          </p:cNvPr>
          <p:cNvSpPr txBox="1"/>
          <p:nvPr/>
        </p:nvSpPr>
        <p:spPr>
          <a:xfrm>
            <a:off x="774773" y="40555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85A0147-87AD-063A-58D0-6D7DAA969BC4}"/>
              </a:ext>
            </a:extLst>
          </p:cNvPr>
          <p:cNvCxnSpPr>
            <a:cxnSpLocks/>
            <a:stCxn id="23" idx="4"/>
            <a:endCxn id="50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5A72FE4E-EF97-BB60-E4A0-63F54250833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F8672AC-246C-CAD2-AB49-2C3F18568B39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DC7FE43-1374-4A9A-0F78-AFFDF70658A4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FDA5D77-C967-6D52-6704-08F491F56F37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04B88A0E-7C0F-0003-6E73-578C8FD63804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6EDE0A36-8532-EFDB-39FD-37AB8595897F}"/>
              </a:ext>
            </a:extLst>
          </p:cNvPr>
          <p:cNvSpPr txBox="1"/>
          <p:nvPr/>
        </p:nvSpPr>
        <p:spPr>
          <a:xfrm>
            <a:off x="774773" y="6646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890E187F-602C-F1D1-487F-1609C57286E1}"/>
              </a:ext>
            </a:extLst>
          </p:cNvPr>
          <p:cNvCxnSpPr>
            <a:cxnSpLocks/>
            <a:stCxn id="32" idx="4"/>
            <a:endCxn id="5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EA964BA5-F2DC-1A9F-7D5E-1FFF6995E229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EA61E555-5105-07D6-7CD7-788F5094D3A5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1D862111-4B57-5508-6997-7A4AA1054BD2}"/>
              </a:ext>
            </a:extLst>
          </p:cNvPr>
          <p:cNvSpPr txBox="1"/>
          <p:nvPr/>
        </p:nvSpPr>
        <p:spPr>
          <a:xfrm>
            <a:off x="-910561" y="6601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CEE23E1D-14CA-E014-0A91-02BC78885E3F}"/>
              </a:ext>
            </a:extLst>
          </p:cNvPr>
          <p:cNvSpPr txBox="1"/>
          <p:nvPr/>
        </p:nvSpPr>
        <p:spPr>
          <a:xfrm>
            <a:off x="-911935" y="571823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0" name="楕円 49">
            <a:extLst>
              <a:ext uri="{FF2B5EF4-FFF2-40B4-BE49-F238E27FC236}">
                <a16:creationId xmlns:a16="http://schemas.microsoft.com/office/drawing/2014/main" id="{D10E63CA-2543-110D-CB67-EB01C134531B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51" name="楕円 50">
            <a:extLst>
              <a:ext uri="{FF2B5EF4-FFF2-40B4-BE49-F238E27FC236}">
                <a16:creationId xmlns:a16="http://schemas.microsoft.com/office/drawing/2014/main" id="{59AAF9E6-E5D1-4AF2-53FF-53018A4B487C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57" name="矢印: 右 56">
            <a:extLst>
              <a:ext uri="{FF2B5EF4-FFF2-40B4-BE49-F238E27FC236}">
                <a16:creationId xmlns:a16="http://schemas.microsoft.com/office/drawing/2014/main" id="{A938820C-6980-359E-956A-EA80EAE27235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48547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C1607-4059-7FAE-377E-E9C108B48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81DFA76E-9D8D-CBEE-A6F5-800F01FD88B7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3AFC228-41C1-4D24-33CA-2F42575D9FD1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A9EB31F-65DF-A11E-177D-6B4D8A34D4E8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55AA9CDE-9008-DB7E-34CD-C8A936E4B84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BA298DC-79BE-D643-18AA-6F11AAEEA371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334B388-AFB4-E956-C5CD-6A286930565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01F42D1-62BC-1960-57FA-BB25AA2766F1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37395E01-C857-8948-0E4D-FF426B711506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D5F90D71-5567-E85E-ADF2-08BD2E0EB720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6C1F187C-3456-466D-C128-F386E3CED288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43AB77CF-CEC1-C12C-3E92-DA34CE6996E8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26C776C4-A2D3-A031-DF6B-8549A8172D3A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604D9C9-28EF-F2B8-7800-B01BC75B6055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33522DBE-0016-5701-B2AA-F043342B4679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AAE08456-9401-6D7D-CFE2-C8B1E6ED82C2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892CCCB-C6C0-D590-16CD-16A84D25ED39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AA92CD4-2119-ADB3-37D3-AC6064F80FF8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2A1B3AE1-F992-07B9-63B3-BE3335712C5B}"/>
              </a:ext>
            </a:extLst>
          </p:cNvPr>
          <p:cNvCxnSpPr>
            <a:cxnSpLocks/>
            <a:stCxn id="22" idx="6"/>
          </p:cNvCxnSpPr>
          <p:nvPr/>
        </p:nvCxnSpPr>
        <p:spPr>
          <a:xfrm flipV="1">
            <a:off x="6308306" y="5899003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0B7AE10D-9E09-7DF1-9F52-0F528A67A206}"/>
              </a:ext>
            </a:extLst>
          </p:cNvPr>
          <p:cNvCxnSpPr>
            <a:cxnSpLocks/>
            <a:stCxn id="32" idx="6"/>
            <a:endCxn id="19" idx="2"/>
          </p:cNvCxnSpPr>
          <p:nvPr/>
        </p:nvCxnSpPr>
        <p:spPr>
          <a:xfrm>
            <a:off x="4052358" y="849336"/>
            <a:ext cx="1535948" cy="69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楕円 18">
            <a:extLst>
              <a:ext uri="{FF2B5EF4-FFF2-40B4-BE49-F238E27FC236}">
                <a16:creationId xmlns:a16="http://schemas.microsoft.com/office/drawing/2014/main" id="{92019730-B53A-2413-31DD-F59EE8B37D55}"/>
              </a:ext>
            </a:extLst>
          </p:cNvPr>
          <p:cNvSpPr/>
          <p:nvPr/>
        </p:nvSpPr>
        <p:spPr>
          <a:xfrm>
            <a:off x="5588306" y="496322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44" name="楕円 43">
            <a:extLst>
              <a:ext uri="{FF2B5EF4-FFF2-40B4-BE49-F238E27FC236}">
                <a16:creationId xmlns:a16="http://schemas.microsoft.com/office/drawing/2014/main" id="{10E25209-DFB4-868F-9549-809F21DD67D5}"/>
              </a:ext>
            </a:extLst>
          </p:cNvPr>
          <p:cNvSpPr/>
          <p:nvPr/>
        </p:nvSpPr>
        <p:spPr>
          <a:xfrm>
            <a:off x="7708900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C0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D8E84E0C-6A4F-4A24-E2FA-B0B0C57DFAAF}"/>
              </a:ext>
            </a:extLst>
          </p:cNvPr>
          <p:cNvCxnSpPr>
            <a:cxnSpLocks/>
            <a:stCxn id="23" idx="6"/>
            <a:endCxn id="46" idx="2"/>
          </p:cNvCxnSpPr>
          <p:nvPr/>
        </p:nvCxnSpPr>
        <p:spPr>
          <a:xfrm>
            <a:off x="4052358" y="4240236"/>
            <a:ext cx="1535948" cy="65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楕円 45">
            <a:extLst>
              <a:ext uri="{FF2B5EF4-FFF2-40B4-BE49-F238E27FC236}">
                <a16:creationId xmlns:a16="http://schemas.microsoft.com/office/drawing/2014/main" id="{4C392D29-22C9-DD90-0CE1-F1A4ADA6A281}"/>
              </a:ext>
            </a:extLst>
          </p:cNvPr>
          <p:cNvSpPr/>
          <p:nvPr/>
        </p:nvSpPr>
        <p:spPr>
          <a:xfrm>
            <a:off x="5588306" y="3886830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749E1CC9-E4F0-D895-9A43-532DF1FB3CE9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E4508100-9AD0-9E92-D755-4830C082B8CA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8" name="四角形: 角を丸くする 57">
            <a:extLst>
              <a:ext uri="{FF2B5EF4-FFF2-40B4-BE49-F238E27FC236}">
                <a16:creationId xmlns:a16="http://schemas.microsoft.com/office/drawing/2014/main" id="{EE25C795-190B-1247-B701-90930E6497C9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8097D5CB-EB5B-9403-1E1D-89DC23981BAF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</p:spTree>
    <p:extLst>
      <p:ext uri="{BB962C8B-B14F-4D97-AF65-F5344CB8AC3E}">
        <p14:creationId xmlns:p14="http://schemas.microsoft.com/office/powerpoint/2010/main" val="405702605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3C3D0-D150-32FB-7705-33A79D38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書類 1">
            <a:extLst>
              <a:ext uri="{FF2B5EF4-FFF2-40B4-BE49-F238E27FC236}">
                <a16:creationId xmlns:a16="http://schemas.microsoft.com/office/drawing/2014/main" id="{DBE514F7-87EA-BB08-9F37-9ACFCEF33641}"/>
              </a:ext>
            </a:extLst>
          </p:cNvPr>
          <p:cNvSpPr/>
          <p:nvPr/>
        </p:nvSpPr>
        <p:spPr>
          <a:xfrm>
            <a:off x="7708899" y="47752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>
                <a:solidFill>
                  <a:srgbClr val="FF0000"/>
                </a:solidFill>
              </a:rPr>
              <a:t>good morning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4" name="フローチャート: 書類 3">
            <a:extLst>
              <a:ext uri="{FF2B5EF4-FFF2-40B4-BE49-F238E27FC236}">
                <a16:creationId xmlns:a16="http://schemas.microsoft.com/office/drawing/2014/main" id="{E6B7F106-5F6A-B36A-7BA1-ED152DA9D452}"/>
              </a:ext>
            </a:extLst>
          </p:cNvPr>
          <p:cNvSpPr/>
          <p:nvPr/>
        </p:nvSpPr>
        <p:spPr>
          <a:xfrm>
            <a:off x="7708899" y="13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 err="1">
                <a:solidFill>
                  <a:srgbClr val="FF0000"/>
                </a:solidFill>
              </a:rPr>
              <a:t>buen</a:t>
            </a:r>
            <a:r>
              <a:rPr lang="en-US" altLang="ja-JP" b="1" dirty="0">
                <a:solidFill>
                  <a:srgbClr val="FF0000"/>
                </a:solidFill>
              </a:rPr>
              <a:t> día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5" name="フローチャート: 書類 4">
            <a:extLst>
              <a:ext uri="{FF2B5EF4-FFF2-40B4-BE49-F238E27FC236}">
                <a16:creationId xmlns:a16="http://schemas.microsoft.com/office/drawing/2014/main" id="{E0BB960A-27DF-1A57-8B9F-5E79CF878730}"/>
              </a:ext>
            </a:extLst>
          </p:cNvPr>
          <p:cNvSpPr/>
          <p:nvPr/>
        </p:nvSpPr>
        <p:spPr>
          <a:xfrm>
            <a:off x="1727200" y="31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おはようございます。</a:t>
            </a:r>
            <a:endParaRPr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08FF7AE-E92E-9966-4CB1-8BC347E82475}"/>
              </a:ext>
            </a:extLst>
          </p:cNvPr>
          <p:cNvSpPr txBox="1"/>
          <p:nvPr/>
        </p:nvSpPr>
        <p:spPr>
          <a:xfrm>
            <a:off x="1727200" y="28160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元の内容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469ADF6-A9B4-2401-D421-1B5B115919DB}"/>
              </a:ext>
            </a:extLst>
          </p:cNvPr>
          <p:cNvSpPr txBox="1"/>
          <p:nvPr/>
        </p:nvSpPr>
        <p:spPr>
          <a:xfrm>
            <a:off x="7708899" y="101600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branchA</a:t>
            </a:r>
            <a:endParaRPr kumimoji="1" lang="ja-JP" altLang="en-US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60FF35-B0AC-80DA-8B8A-97385CBD8522}"/>
              </a:ext>
            </a:extLst>
          </p:cNvPr>
          <p:cNvSpPr txBox="1"/>
          <p:nvPr/>
        </p:nvSpPr>
        <p:spPr>
          <a:xfrm>
            <a:off x="7708899" y="4389768"/>
            <a:ext cx="1125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branchB</a:t>
            </a:r>
            <a:endParaRPr kumimoji="1" lang="ja-JP" altLang="en-US" b="1" dirty="0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5F3ABCB7-3AF1-CE9F-328C-F0A40500A3AE}"/>
              </a:ext>
            </a:extLst>
          </p:cNvPr>
          <p:cNvSpPr/>
          <p:nvPr/>
        </p:nvSpPr>
        <p:spPr>
          <a:xfrm>
            <a:off x="5861957" y="19583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05596AE1-87D9-E326-AB26-A0812E4DA69D}"/>
              </a:ext>
            </a:extLst>
          </p:cNvPr>
          <p:cNvSpPr/>
          <p:nvPr/>
        </p:nvSpPr>
        <p:spPr>
          <a:xfrm>
            <a:off x="5861957" y="53365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72463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4CE5D-537A-2FCB-E15A-5C539E75B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8FDF4FE-2E3F-A55B-08B0-612E389785E1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A3E14E9-D7B1-07B3-30A7-A3D0BA913D4C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2DA53499-D37E-4818-48E3-623B678E20DF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955F570B-CBED-7179-4C14-77C480ADF9DF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19958260-766B-44CE-6D0D-161F1A39CB3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81010AA-703A-3D93-871C-683D3F214289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2E79C79F-A0E7-76CD-1CFE-D8D175C01864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9331CD8A-8656-6AE9-AEC4-076D1CE4C60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4246C9F-79C7-6574-E821-25B1367F28AA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49A2C2A8-D9C6-4D4C-6101-966822141A4D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1BB1111C-CAA6-4FC5-C4D0-72CD5F1FCF32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72091452-A84C-5088-BE5A-E9D19C1EC56C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3F314137-D5CD-800D-8AE9-B2A4191E959A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3B7ECA20-B85D-A081-994B-35D7DFA2A986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0" name="爆発: 8 pt 9">
            <a:extLst>
              <a:ext uri="{FF2B5EF4-FFF2-40B4-BE49-F238E27FC236}">
                <a16:creationId xmlns:a16="http://schemas.microsoft.com/office/drawing/2014/main" id="{65410D5E-DC63-DA28-9567-1E90F0218E71}"/>
              </a:ext>
            </a:extLst>
          </p:cNvPr>
          <p:cNvSpPr/>
          <p:nvPr/>
        </p:nvSpPr>
        <p:spPr>
          <a:xfrm>
            <a:off x="6998090" y="4249568"/>
            <a:ext cx="3492500" cy="1222449"/>
          </a:xfrm>
          <a:prstGeom prst="irregularSeal1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コンフリクト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95A77CC4-EE2B-EEC4-7A20-6C523AA84641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869469DF-806C-303C-29DA-24512CCA1318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74FCFC47-65BC-6BE3-83EB-927E1FF203C3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5CBDBDD-F1AB-6815-3739-7D172E6CCCD4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31A843BC-E732-5A9C-C179-7B99BF1C2D0D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268F2FB7-EAA1-F57E-AB10-DC8F746BC039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B635DF5-B05E-0D7F-8252-43CBC61AC15C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AF99453F-BC5D-D41F-3BF2-DFD04B699525}"/>
              </a:ext>
            </a:extLst>
          </p:cNvPr>
          <p:cNvCxnSpPr>
            <a:cxnSpLocks/>
          </p:cNvCxnSpPr>
          <p:nvPr/>
        </p:nvCxnSpPr>
        <p:spPr>
          <a:xfrm flipV="1">
            <a:off x="8448950" y="5902338"/>
            <a:ext cx="1400594" cy="9333"/>
          </a:xfrm>
          <a:prstGeom prst="straightConnector1">
            <a:avLst/>
          </a:prstGeom>
          <a:ln w="381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楕円 40">
            <a:extLst>
              <a:ext uri="{FF2B5EF4-FFF2-40B4-BE49-F238E27FC236}">
                <a16:creationId xmlns:a16="http://schemas.microsoft.com/office/drawing/2014/main" id="{5D42E7D4-80F2-3A4E-E30B-E4BE1E5A5BA2}"/>
              </a:ext>
            </a:extLst>
          </p:cNvPr>
          <p:cNvSpPr/>
          <p:nvPr/>
        </p:nvSpPr>
        <p:spPr>
          <a:xfrm>
            <a:off x="9829494" y="5547004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bg1">
                <a:lumMod val="8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bg1">
                    <a:lumMod val="8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C0</a:t>
            </a: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89913564-1CAC-0E7B-13CB-E25BDD0E6D25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0E31FD7A-4B50-9B39-89BC-60CEBA121E75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C3606B7D-5095-806E-FB59-09E7A773B75E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3A09DD94-4542-26ED-2CDB-A3D73B9BB9BC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1E6E7EAA-431F-B48E-B0EB-F64F838AD23B}"/>
              </a:ext>
            </a:extLst>
          </p:cNvPr>
          <p:cNvCxnSpPr/>
          <p:nvPr/>
        </p:nvCxnSpPr>
        <p:spPr>
          <a:xfrm>
            <a:off x="6345042" y="4587513"/>
            <a:ext cx="1130300" cy="896451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CDD12DE7-812D-5687-AA01-2E67A7396457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7D179BA8-C81C-83F2-AE01-6292FCAF5F85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C3DC7A86-5A25-9F73-ABA0-88BF21D4CC86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B451D617-37E3-227F-4FB3-A810597414A3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E05067D-1715-8FCE-89D5-D296BAC303F5}"/>
              </a:ext>
            </a:extLst>
          </p:cNvPr>
          <p:cNvSpPr txBox="1"/>
          <p:nvPr/>
        </p:nvSpPr>
        <p:spPr>
          <a:xfrm>
            <a:off x="8744340" y="5491506"/>
            <a:ext cx="6880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800" b="1" dirty="0">
                <a:solidFill>
                  <a:srgbClr val="FF0000"/>
                </a:solidFill>
              </a:rPr>
              <a:t>✕</a:t>
            </a:r>
          </a:p>
        </p:txBody>
      </p:sp>
    </p:spTree>
    <p:extLst>
      <p:ext uri="{BB962C8B-B14F-4D97-AF65-F5344CB8AC3E}">
        <p14:creationId xmlns:p14="http://schemas.microsoft.com/office/powerpoint/2010/main" val="110939037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27C00-8C19-80C8-54E9-186603233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7791B62A-9648-EA30-A169-7C899591CDB0}"/>
              </a:ext>
            </a:extLst>
          </p:cNvPr>
          <p:cNvCxnSpPr>
            <a:cxnSpLocks/>
          </p:cNvCxnSpPr>
          <p:nvPr/>
        </p:nvCxnSpPr>
        <p:spPr>
          <a:xfrm flipV="1">
            <a:off x="1816100" y="5890453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33D078A7-5F8E-2197-3350-D8EB0609F225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704EDEC2-845B-26B4-FED2-2FA250820553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B4CC93F8-06B7-A8B4-A3EE-CEB4D42DE9CC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F5C5AA6F-438F-4F00-DD8F-DEFBA9B3B73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374EAEC2-1390-7C43-3D00-3D33721E37B6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C4E610DC-DF2C-9508-0A85-256CD9CA21E8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60E8E7D-B35B-26FE-1FB9-F4F52BA176A6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13F3B278-6343-D962-25E4-46C2C1AB5E7D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8BDE1A4D-48D6-1D4F-14C5-31AF8FAB9225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26897F87-0839-3650-C3A3-B628D594BFFB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8A3BD7DD-625A-0469-3C68-F673DC8D9EC3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29A1B39F-5CA4-2F43-4D52-CC03146BE385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1C6FDAFA-A875-825F-2D51-17781D4F5AFF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27094D77-1FC5-F8FE-12B5-75B58FBA241F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3A7C1F02-48BC-ED1B-9897-7163D3C84539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F514685A-E7AA-06B2-979E-0D24359E7985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FDE8E91-798E-83B0-BF07-03EBFFDE7A65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104586A7-06C6-CBF5-9175-7755609DBA3A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0081B9E-0010-91F1-B1CF-C4001DFC1EC2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23CCDCDD-17B4-0801-D6D4-165148C1ED6A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89BB7B75-3BCF-B9C3-7A84-71415C4817AC}"/>
              </a:ext>
            </a:extLst>
          </p:cNvPr>
          <p:cNvCxnSpPr>
            <a:cxnSpLocks/>
          </p:cNvCxnSpPr>
          <p:nvPr/>
        </p:nvCxnSpPr>
        <p:spPr>
          <a:xfrm flipV="1">
            <a:off x="844895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楕円 40">
            <a:extLst>
              <a:ext uri="{FF2B5EF4-FFF2-40B4-BE49-F238E27FC236}">
                <a16:creationId xmlns:a16="http://schemas.microsoft.com/office/drawing/2014/main" id="{1FB11349-1396-CE3D-4D53-CB9682241B3B}"/>
              </a:ext>
            </a:extLst>
          </p:cNvPr>
          <p:cNvSpPr/>
          <p:nvPr/>
        </p:nvSpPr>
        <p:spPr>
          <a:xfrm>
            <a:off x="9829494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B2</a:t>
            </a: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FE32B037-E24D-54A1-39C3-49221A65ED84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3AC1B121-6CA5-B206-4973-F97ACDA8C6DD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D5A3336B-1475-2DC1-E9E1-E16682EF63A8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C65ED29C-FA4B-CEAD-2355-BA885B2C21BB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C872796-509F-A325-32D0-DA18DEBB2A4D}"/>
              </a:ext>
            </a:extLst>
          </p:cNvPr>
          <p:cNvSpPr txBox="1"/>
          <p:nvPr/>
        </p:nvSpPr>
        <p:spPr>
          <a:xfrm>
            <a:off x="-918304" y="2323834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332E283-362C-F2D4-915B-E3CEACC6B15C}"/>
              </a:ext>
            </a:extLst>
          </p:cNvPr>
          <p:cNvSpPr txBox="1"/>
          <p:nvPr/>
        </p:nvSpPr>
        <p:spPr>
          <a:xfrm>
            <a:off x="-918304" y="5702155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666EBEEE-C150-E547-CFF3-38610AB5894C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B106FB74-095A-F3D0-2DAE-38F160E473AD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588926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EE66D-904A-2BED-1F3D-309601D8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40096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8C4ED-D83D-9C01-8CBD-FB855DB32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76758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1057</TotalTime>
  <Words>468</Words>
  <Application>Microsoft Office PowerPoint</Application>
  <PresentationFormat>ワイド画面</PresentationFormat>
  <Paragraphs>243</Paragraphs>
  <Slides>48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48</vt:i4>
      </vt:variant>
    </vt:vector>
  </HeadingPairs>
  <TitlesOfParts>
    <vt:vector size="52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64</cp:revision>
  <dcterms:created xsi:type="dcterms:W3CDTF">2026-06-19T00:38:07Z</dcterms:created>
  <dcterms:modified xsi:type="dcterms:W3CDTF">2026-06-20T07:39:36Z</dcterms:modified>
</cp:coreProperties>
</file>