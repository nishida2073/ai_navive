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294" r:id="rId36"/>
    <p:sldId id="297" r:id="rId37"/>
    <p:sldId id="298" r:id="rId38"/>
    <p:sldId id="285" r:id="rId39"/>
    <p:sldId id="406" r:id="rId40"/>
    <p:sldId id="299" r:id="rId41"/>
    <p:sldId id="304" r:id="rId42"/>
    <p:sldId id="300" r:id="rId43"/>
    <p:sldId id="305" r:id="rId44"/>
    <p:sldId id="301" r:id="rId45"/>
    <p:sldId id="306" r:id="rId46"/>
    <p:sldId id="407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  <p:sldId id="350" r:id="rId89"/>
    <p:sldId id="351" r:id="rId90"/>
    <p:sldId id="362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3" r:id="rId102"/>
    <p:sldId id="364" r:id="rId103"/>
    <p:sldId id="365" r:id="rId104"/>
    <p:sldId id="366" r:id="rId105"/>
    <p:sldId id="367" r:id="rId106"/>
    <p:sldId id="369" r:id="rId107"/>
    <p:sldId id="370" r:id="rId108"/>
    <p:sldId id="371" r:id="rId109"/>
    <p:sldId id="372" r:id="rId110"/>
    <p:sldId id="373" r:id="rId111"/>
    <p:sldId id="368" r:id="rId112"/>
    <p:sldId id="374" r:id="rId113"/>
    <p:sldId id="379" r:id="rId114"/>
    <p:sldId id="375" r:id="rId115"/>
    <p:sldId id="378" r:id="rId116"/>
    <p:sldId id="376" r:id="rId117"/>
    <p:sldId id="380" r:id="rId118"/>
    <p:sldId id="385" r:id="rId119"/>
    <p:sldId id="377" r:id="rId120"/>
    <p:sldId id="381" r:id="rId121"/>
    <p:sldId id="382" r:id="rId122"/>
    <p:sldId id="383" r:id="rId123"/>
    <p:sldId id="384" r:id="rId124"/>
    <p:sldId id="386" r:id="rId125"/>
    <p:sldId id="387" r:id="rId126"/>
    <p:sldId id="388" r:id="rId127"/>
    <p:sldId id="392" r:id="rId128"/>
    <p:sldId id="389" r:id="rId129"/>
    <p:sldId id="390" r:id="rId130"/>
    <p:sldId id="391" r:id="rId131"/>
    <p:sldId id="393" r:id="rId132"/>
    <p:sldId id="394" r:id="rId133"/>
    <p:sldId id="399" r:id="rId134"/>
    <p:sldId id="400" r:id="rId135"/>
    <p:sldId id="401" r:id="rId136"/>
    <p:sldId id="405" r:id="rId137"/>
    <p:sldId id="403" r:id="rId138"/>
    <p:sldId id="402" r:id="rId139"/>
    <p:sldId id="404" r:id="rId140"/>
    <p:sldId id="408" r:id="rId141"/>
    <p:sldId id="409" r:id="rId142"/>
    <p:sldId id="410" r:id="rId143"/>
    <p:sldId id="411" r:id="rId144"/>
    <p:sldId id="412" r:id="rId145"/>
    <p:sldId id="413" r:id="rId1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96152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9F37FD5A-AD01-5DB5-3BBF-EF36B103CF36}"/>
              </a:ext>
            </a:extLst>
          </p:cNvPr>
          <p:cNvCxnSpPr>
            <a:cxnSpLocks/>
          </p:cNvCxnSpPr>
          <p:nvPr/>
        </p:nvCxnSpPr>
        <p:spPr>
          <a:xfrm>
            <a:off x="6286920" y="4595055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637647" y="4245418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D905DDA-D82A-090A-7092-05D6566E807F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7069D6E-0E97-DF95-1AB2-67C4CA1E48F6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43E383D-4D7E-A58D-00E4-EDFA08ED4C48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DB921EF5-2DB8-4811-6500-CA21B7AEF02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4A0E17CF-CD99-093C-AD55-50D1B21F113A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D74AAB-D2F7-D4CC-CC0E-5CEB42C62041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08244BB-BA6B-3CD9-3EF3-2737CF22F522}"/>
              </a:ext>
            </a:extLst>
          </p:cNvPr>
          <p:cNvCxnSpPr>
            <a:cxnSpLocks/>
          </p:cNvCxnSpPr>
          <p:nvPr/>
        </p:nvCxnSpPr>
        <p:spPr>
          <a:xfrm>
            <a:off x="6286920" y="1217372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637647" y="867735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'branch1'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branch1    -&gt; origin/branch1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89A-AD32-78E3-A791-FF8DB707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3418CD-C525-88D0-70C8-63C9CC69E9EE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91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2411</TotalTime>
  <Words>1323</Words>
  <Application>Microsoft Office PowerPoint</Application>
  <PresentationFormat>ワイド画面</PresentationFormat>
  <Paragraphs>461</Paragraphs>
  <Slides>145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145</vt:i4>
      </vt:variant>
    </vt:vector>
  </HeadingPairs>
  <TitlesOfParts>
    <vt:vector size="14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117</cp:revision>
  <dcterms:created xsi:type="dcterms:W3CDTF">2026-06-19T00:38:07Z</dcterms:created>
  <dcterms:modified xsi:type="dcterms:W3CDTF">2026-06-22T09:50:43Z</dcterms:modified>
</cp:coreProperties>
</file>