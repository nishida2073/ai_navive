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64" r:id="rId17"/>
    <p:sldId id="265" r:id="rId18"/>
    <p:sldId id="261" r:id="rId19"/>
    <p:sldId id="266" r:id="rId20"/>
    <p:sldId id="267" r:id="rId21"/>
    <p:sldId id="269" r:id="rId22"/>
    <p:sldId id="270" r:id="rId23"/>
    <p:sldId id="271" r:id="rId24"/>
    <p:sldId id="281" r:id="rId25"/>
    <p:sldId id="282" r:id="rId26"/>
    <p:sldId id="286" r:id="rId27"/>
    <p:sldId id="287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FF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84" autoAdjust="0"/>
  </p:normalViewPr>
  <p:slideViewPr>
    <p:cSldViewPr snapToGrid="0">
      <p:cViewPr varScale="1">
        <p:scale>
          <a:sx n="82" d="100"/>
          <a:sy n="82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A80EB5A0-5A6D-4BD3-EE1C-0CCD92323E07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7B7B67A5-35B8-D52D-870B-8EE0C0DE39BC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972BFA98-2B6E-2E34-7098-A5852F08E3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A2A39241-7B36-B66E-EB63-139473F54C70}"/>
              </a:ext>
            </a:extLst>
          </p:cNvPr>
          <p:cNvGrpSpPr/>
          <p:nvPr/>
        </p:nvGrpSpPr>
        <p:grpSpPr>
          <a:xfrm>
            <a:off x="3017710" y="5567557"/>
            <a:ext cx="1217310" cy="1293884"/>
            <a:chOff x="5938864" y="3124197"/>
            <a:chExt cx="1217310" cy="1364976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91EABEE8-009A-FDEE-8A05-A31E5558B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71EA3974-AE2C-B692-54DD-3BB32B61F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5184931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E20F9D73-5921-C504-CA08-9C945258913D}"/>
              </a:ext>
            </a:extLst>
          </p:cNvPr>
          <p:cNvGrpSpPr/>
          <p:nvPr/>
        </p:nvGrpSpPr>
        <p:grpSpPr>
          <a:xfrm>
            <a:off x="4794961" y="5423041"/>
            <a:ext cx="3308499" cy="1440000"/>
            <a:chOff x="4860910" y="5474477"/>
            <a:chExt cx="3308499" cy="1440000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4A1FB15-86B1-B2A4-34E7-1C1A04371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FE5751B4-7EA2-E2C5-EE3E-C4E7DA7CA4D2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D722B44E-2F01-0271-9936-BFF1169D3E98}"/>
              </a:ext>
            </a:extLst>
          </p:cNvPr>
          <p:cNvGrpSpPr/>
          <p:nvPr/>
        </p:nvGrpSpPr>
        <p:grpSpPr>
          <a:xfrm>
            <a:off x="4794961" y="5423041"/>
            <a:ext cx="3308499" cy="1440000"/>
            <a:chOff x="4860910" y="5474477"/>
            <a:chExt cx="3308499" cy="1440000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AD21247F-E246-C73C-A6C9-8AE94EFE8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9F76605F-A5D9-F39F-A4F5-8345B08E8383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422554CE-5E78-B295-9CB6-39F8EDD1C961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4DC75B8-DFB1-53EF-FE15-DC19F14BE186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65382958-7007-24C4-30DF-B0CC1BA3CDF1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DEA755F-E447-E1BD-2DB0-028FA880E9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D5B1759F-5778-4137-91BF-6BBE24796B6F}"/>
              </a:ext>
            </a:extLst>
          </p:cNvPr>
          <p:cNvGrpSpPr/>
          <p:nvPr/>
        </p:nvGrpSpPr>
        <p:grpSpPr>
          <a:xfrm>
            <a:off x="8084280" y="4016450"/>
            <a:ext cx="2067770" cy="324450"/>
            <a:chOff x="5764251" y="1853450"/>
            <a:chExt cx="1080000" cy="534507"/>
          </a:xfrm>
        </p:grpSpPr>
        <p:sp>
          <p:nvSpPr>
            <p:cNvPr id="29" name="フローチャート: 手作業 28">
              <a:extLst>
                <a:ext uri="{FF2B5EF4-FFF2-40B4-BE49-F238E27FC236}">
                  <a16:creationId xmlns:a16="http://schemas.microsoft.com/office/drawing/2014/main" id="{E95EF7E8-2744-EFFC-546E-2CDE59DA43C7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09757CED-E7A0-BDB3-E4D5-FABC4B472C8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pic>
        <p:nvPicPr>
          <p:cNvPr id="31" name="図 30">
            <a:extLst>
              <a:ext uri="{FF2B5EF4-FFF2-40B4-BE49-F238E27FC236}">
                <a16:creationId xmlns:a16="http://schemas.microsoft.com/office/drawing/2014/main" id="{BB476ED2-4412-DCCE-323D-32EBA769357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2552" y="3395484"/>
            <a:ext cx="871225" cy="871225"/>
          </a:xfrm>
          <a:prstGeom prst="rect">
            <a:avLst/>
          </a:prstGeom>
        </p:spPr>
      </p:pic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297A0748-B693-EDE8-554F-2DCFF6A456D4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E5BED5A-D86F-3820-1FAB-4D492B9EA4B8}"/>
              </a:ext>
            </a:extLst>
          </p:cNvPr>
          <p:cNvGrpSpPr/>
          <p:nvPr/>
        </p:nvGrpSpPr>
        <p:grpSpPr>
          <a:xfrm>
            <a:off x="4111901" y="2257036"/>
            <a:ext cx="1217310" cy="1293884"/>
            <a:chOff x="5938864" y="3124197"/>
            <a:chExt cx="1217310" cy="136497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F3DA0C4-30D4-A281-89EB-0F2154D9C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E4FA44E5-969E-8323-0C1D-F35118D67C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FD17F26-F1AA-4F08-9EA8-AF323AB20E78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3A4DC48-52C9-A2E5-4F62-A8D86102686E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C35AC-F1A8-B0B4-BA7D-B37B05E8B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85BEA2E-432B-2807-3E72-41884802D25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98306C84-8B6C-9CE8-8886-B1F82CB4472E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8BD89B26-D3FB-4B9B-99A0-F01F7166E333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82DF4A-5345-3FB1-3CBD-63D347E1D7C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B7980B84-A156-1C2C-CD56-4C44C12D1693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A50EC7D7-24EA-8158-41DA-75811BAECDF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F3F32988-2F07-724E-069D-DCFD68E0CEC1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F8D038D-C893-87CA-82F9-051B287F8E64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1700060-A145-EB99-47E1-04C8A6FCEE4A}"/>
              </a:ext>
            </a:extLst>
          </p:cNvPr>
          <p:cNvGrpSpPr/>
          <p:nvPr/>
        </p:nvGrpSpPr>
        <p:grpSpPr>
          <a:xfrm>
            <a:off x="4111901" y="2043676"/>
            <a:ext cx="1217310" cy="1293884"/>
            <a:chOff x="5938864" y="3124197"/>
            <a:chExt cx="1217310" cy="1364976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C967C753-AB82-8144-CA57-729E68F237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FD375C7-E4ED-A27B-D788-0E93D82F0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2DCB563A-BE72-B728-5B9B-9DF556F249BF}"/>
              </a:ext>
            </a:extLst>
          </p:cNvPr>
          <p:cNvGrpSpPr/>
          <p:nvPr/>
        </p:nvGrpSpPr>
        <p:grpSpPr>
          <a:xfrm>
            <a:off x="4132360" y="663091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7F1F740D-3B58-9AE6-5E6E-E0FD43276D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C3A68F92-3830-CF1D-7038-B28A704DC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35095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E78327BF-8BE7-AE56-E7DB-F63242ACFA3D}"/>
              </a:ext>
            </a:extLst>
          </p:cNvPr>
          <p:cNvGrpSpPr/>
          <p:nvPr/>
        </p:nvGrpSpPr>
        <p:grpSpPr>
          <a:xfrm>
            <a:off x="4132360" y="742339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49483B10-DB47-6F04-BE2A-63DC7B9FF3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3B9A9C92-DDBC-574A-A794-B6AFD70A6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28779FEC-BF07-D6EE-D4E1-976D4EBB232E}"/>
              </a:ext>
            </a:extLst>
          </p:cNvPr>
          <p:cNvSpPr/>
          <p:nvPr/>
        </p:nvSpPr>
        <p:spPr>
          <a:xfrm>
            <a:off x="6298963" y="552943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FAAF2DBD-3162-971D-AFEC-2C9B76795AB0}"/>
              </a:ext>
            </a:extLst>
          </p:cNvPr>
          <p:cNvSpPr/>
          <p:nvPr/>
        </p:nvSpPr>
        <p:spPr>
          <a:xfrm>
            <a:off x="6298963" y="6232782"/>
            <a:ext cx="2042160" cy="563880"/>
          </a:xfrm>
          <a:prstGeom prst="roundRect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D682B44-A40C-73E3-1C1F-8BD234C03F98}"/>
              </a:ext>
            </a:extLst>
          </p:cNvPr>
          <p:cNvSpPr/>
          <p:nvPr/>
        </p:nvSpPr>
        <p:spPr>
          <a:xfrm>
            <a:off x="6298963" y="6936132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E9D9435-3656-9A81-CFCB-9163C8AA5A53}"/>
              </a:ext>
            </a:extLst>
          </p:cNvPr>
          <p:cNvGrpSpPr/>
          <p:nvPr/>
        </p:nvGrpSpPr>
        <p:grpSpPr>
          <a:xfrm>
            <a:off x="3944660" y="2864981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ECE3044D-7BBE-ECA9-A854-1EE48637D7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4B94DFD8-7D83-2B6A-A570-FAA5FFBC23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10C7F15-4126-967D-BDBC-A6F46ADC320D}"/>
              </a:ext>
            </a:extLst>
          </p:cNvPr>
          <p:cNvSpPr/>
          <p:nvPr/>
        </p:nvSpPr>
        <p:spPr>
          <a:xfrm>
            <a:off x="6273747" y="971017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45EC6968-1B82-897D-4F9E-B458094BBCD8}"/>
              </a:ext>
            </a:extLst>
          </p:cNvPr>
          <p:cNvSpPr/>
          <p:nvPr/>
        </p:nvSpPr>
        <p:spPr>
          <a:xfrm>
            <a:off x="6273747" y="1664641"/>
            <a:ext cx="2042160" cy="563880"/>
          </a:xfrm>
          <a:prstGeom prst="roundRect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200D8D7-8886-C502-2265-ECCAAB75D5CA}"/>
              </a:ext>
            </a:extLst>
          </p:cNvPr>
          <p:cNvSpPr/>
          <p:nvPr/>
        </p:nvSpPr>
        <p:spPr>
          <a:xfrm>
            <a:off x="6273747" y="2358265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35FBE9E-920D-99C6-6F1E-E5245260B7DD}"/>
              </a:ext>
            </a:extLst>
          </p:cNvPr>
          <p:cNvSpPr/>
          <p:nvPr/>
        </p:nvSpPr>
        <p:spPr>
          <a:xfrm>
            <a:off x="6273747" y="6166822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A0A84FC3-9D93-78F9-6B55-BFBA3E16E93C}"/>
              </a:ext>
            </a:extLst>
          </p:cNvPr>
          <p:cNvSpPr/>
          <p:nvPr/>
        </p:nvSpPr>
        <p:spPr>
          <a:xfrm>
            <a:off x="6273747" y="6860446"/>
            <a:ext cx="2042160" cy="563880"/>
          </a:xfrm>
          <a:prstGeom prst="roundRect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80FCBB7-B90F-F56C-3DFF-718DF0EBA926}"/>
              </a:ext>
            </a:extLst>
          </p:cNvPr>
          <p:cNvSpPr/>
          <p:nvPr/>
        </p:nvSpPr>
        <p:spPr>
          <a:xfrm>
            <a:off x="6273747" y="755407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EFACEC3-9A56-A1B8-AB47-8E802BDD7300}"/>
              </a:ext>
            </a:extLst>
          </p:cNvPr>
          <p:cNvSpPr txBox="1"/>
          <p:nvPr/>
        </p:nvSpPr>
        <p:spPr>
          <a:xfrm>
            <a:off x="5642149" y="531104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270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矢印: 右 31">
            <a:extLst>
              <a:ext uri="{FF2B5EF4-FFF2-40B4-BE49-F238E27FC236}">
                <a16:creationId xmlns:a16="http://schemas.microsoft.com/office/drawing/2014/main" id="{490B61F3-7FA6-A7E9-3FA8-CF12C922251C}"/>
              </a:ext>
            </a:extLst>
          </p:cNvPr>
          <p:cNvSpPr/>
          <p:nvPr/>
        </p:nvSpPr>
        <p:spPr>
          <a:xfrm rot="5400000">
            <a:off x="7818275" y="151654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ja-JP" altLang="en-US" b="1" dirty="0">
                <a:solidFill>
                  <a:srgbClr val="FFC000"/>
                </a:solidFill>
              </a:rPr>
              <a:t>ステージングエリアや変更履歴などの情報</a:t>
            </a:r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176499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4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270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" name="図 1">
            <a:extLst>
              <a:ext uri="{FF2B5EF4-FFF2-40B4-BE49-F238E27FC236}">
                <a16:creationId xmlns:a16="http://schemas.microsoft.com/office/drawing/2014/main" id="{9CB39E36-D204-9010-21BA-A70770FA0A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5606276"/>
            <a:ext cx="871225" cy="87122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3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270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7808924-7EFE-89F9-F834-A570E0E838BB}"/>
              </a:ext>
            </a:extLst>
          </p:cNvPr>
          <p:cNvSpPr txBox="1"/>
          <p:nvPr/>
        </p:nvSpPr>
        <p:spPr>
          <a:xfrm>
            <a:off x="6748892" y="591055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7E2FDB25-17B0-9D56-0B0B-743510D1854F}"/>
              </a:ext>
            </a:extLst>
          </p:cNvPr>
          <p:cNvGrpSpPr/>
          <p:nvPr/>
        </p:nvGrpSpPr>
        <p:grpSpPr>
          <a:xfrm>
            <a:off x="7472167" y="5617292"/>
            <a:ext cx="1751021" cy="871225"/>
            <a:chOff x="7288481" y="5613979"/>
            <a:chExt cx="1751021" cy="871225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5139B4A2-E884-1187-22FA-F34FCA52D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804D995-F681-0CDE-4C4B-85FCCB319B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FF593104-7518-71DF-1EFC-0B7A223C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5" y="3377801"/>
            <a:ext cx="5040000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r>
              <a:rPr kumimoji="1" lang="ja-JP" altLang="en-US" b="1" dirty="0">
                <a:solidFill>
                  <a:srgbClr val="FFC000"/>
                </a:solidFill>
              </a:rPr>
              <a:t>ステージングエリア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270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657</TotalTime>
  <Words>192</Words>
  <Application>Microsoft Office PowerPoint</Application>
  <PresentationFormat>ワイド画面</PresentationFormat>
  <Paragraphs>100</Paragraphs>
  <Slides>30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30</vt:i4>
      </vt:variant>
    </vt:vector>
  </HeadingPairs>
  <TitlesOfParts>
    <vt:vector size="3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27</cp:revision>
  <dcterms:created xsi:type="dcterms:W3CDTF">2026-06-19T00:38:07Z</dcterms:created>
  <dcterms:modified xsi:type="dcterms:W3CDTF">2026-06-20T00:59:33Z</dcterms:modified>
</cp:coreProperties>
</file>