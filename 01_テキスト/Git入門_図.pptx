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283" r:id="rId33"/>
    <p:sldId id="284" r:id="rId34"/>
    <p:sldId id="293" r:id="rId35"/>
    <p:sldId id="416" r:id="rId36"/>
    <p:sldId id="417" r:id="rId37"/>
    <p:sldId id="294" r:id="rId38"/>
    <p:sldId id="298" r:id="rId39"/>
    <p:sldId id="285" r:id="rId40"/>
    <p:sldId id="406" r:id="rId41"/>
    <p:sldId id="299" r:id="rId42"/>
    <p:sldId id="304" r:id="rId43"/>
    <p:sldId id="300" r:id="rId44"/>
    <p:sldId id="305" r:id="rId45"/>
    <p:sldId id="301" r:id="rId46"/>
    <p:sldId id="306" r:id="rId47"/>
    <p:sldId id="407" r:id="rId48"/>
    <p:sldId id="418" r:id="rId49"/>
    <p:sldId id="302" r:id="rId50"/>
    <p:sldId id="303" r:id="rId51"/>
    <p:sldId id="311" r:id="rId52"/>
    <p:sldId id="312" r:id="rId53"/>
    <p:sldId id="313" r:id="rId54"/>
    <p:sldId id="314" r:id="rId55"/>
    <p:sldId id="315" r:id="rId56"/>
    <p:sldId id="316" r:id="rId57"/>
    <p:sldId id="317" r:id="rId58"/>
    <p:sldId id="318" r:id="rId59"/>
    <p:sldId id="319" r:id="rId60"/>
    <p:sldId id="320" r:id="rId61"/>
    <p:sldId id="321" r:id="rId62"/>
    <p:sldId id="324" r:id="rId63"/>
    <p:sldId id="325" r:id="rId64"/>
    <p:sldId id="326" r:id="rId65"/>
    <p:sldId id="327" r:id="rId66"/>
    <p:sldId id="322" r:id="rId67"/>
    <p:sldId id="328" r:id="rId68"/>
    <p:sldId id="323" r:id="rId69"/>
    <p:sldId id="329" r:id="rId70"/>
    <p:sldId id="330" r:id="rId71"/>
    <p:sldId id="332" r:id="rId72"/>
    <p:sldId id="331" r:id="rId73"/>
    <p:sldId id="333" r:id="rId74"/>
    <p:sldId id="334" r:id="rId75"/>
    <p:sldId id="335" r:id="rId76"/>
    <p:sldId id="340" r:id="rId77"/>
    <p:sldId id="336" r:id="rId78"/>
    <p:sldId id="341" r:id="rId79"/>
    <p:sldId id="342" r:id="rId80"/>
    <p:sldId id="344" r:id="rId81"/>
    <p:sldId id="337" r:id="rId82"/>
    <p:sldId id="343" r:id="rId83"/>
    <p:sldId id="345" r:id="rId84"/>
    <p:sldId id="346" r:id="rId85"/>
    <p:sldId id="347" r:id="rId86"/>
    <p:sldId id="338" r:id="rId87"/>
    <p:sldId id="348" r:id="rId88"/>
    <p:sldId id="339" r:id="rId89"/>
    <p:sldId id="349" r:id="rId90"/>
    <p:sldId id="350" r:id="rId91"/>
    <p:sldId id="351" r:id="rId92"/>
    <p:sldId id="362" r:id="rId93"/>
    <p:sldId id="352" r:id="rId94"/>
    <p:sldId id="353" r:id="rId95"/>
    <p:sldId id="354" r:id="rId96"/>
    <p:sldId id="355" r:id="rId97"/>
    <p:sldId id="356" r:id="rId98"/>
    <p:sldId id="357" r:id="rId99"/>
    <p:sldId id="358" r:id="rId100"/>
    <p:sldId id="359" r:id="rId101"/>
    <p:sldId id="360" r:id="rId102"/>
    <p:sldId id="361" r:id="rId103"/>
    <p:sldId id="363" r:id="rId104"/>
    <p:sldId id="364" r:id="rId105"/>
    <p:sldId id="365" r:id="rId106"/>
    <p:sldId id="366" r:id="rId107"/>
    <p:sldId id="367" r:id="rId108"/>
    <p:sldId id="369" r:id="rId109"/>
    <p:sldId id="370" r:id="rId110"/>
    <p:sldId id="371" r:id="rId111"/>
    <p:sldId id="372" r:id="rId112"/>
    <p:sldId id="373" r:id="rId113"/>
    <p:sldId id="368" r:id="rId114"/>
    <p:sldId id="374" r:id="rId115"/>
    <p:sldId id="379" r:id="rId116"/>
    <p:sldId id="375" r:id="rId117"/>
    <p:sldId id="378" r:id="rId118"/>
    <p:sldId id="376" r:id="rId119"/>
    <p:sldId id="380" r:id="rId120"/>
    <p:sldId id="385" r:id="rId121"/>
    <p:sldId id="377" r:id="rId122"/>
    <p:sldId id="381" r:id="rId123"/>
    <p:sldId id="382" r:id="rId124"/>
    <p:sldId id="383" r:id="rId125"/>
    <p:sldId id="384" r:id="rId126"/>
    <p:sldId id="386" r:id="rId127"/>
    <p:sldId id="387" r:id="rId128"/>
    <p:sldId id="388" r:id="rId129"/>
    <p:sldId id="392" r:id="rId130"/>
    <p:sldId id="389" r:id="rId131"/>
    <p:sldId id="390" r:id="rId132"/>
    <p:sldId id="391" r:id="rId133"/>
    <p:sldId id="393" r:id="rId134"/>
    <p:sldId id="394" r:id="rId135"/>
    <p:sldId id="399" r:id="rId136"/>
    <p:sldId id="400" r:id="rId137"/>
    <p:sldId id="401" r:id="rId138"/>
    <p:sldId id="405" r:id="rId139"/>
    <p:sldId id="403" r:id="rId140"/>
    <p:sldId id="402" r:id="rId141"/>
    <p:sldId id="404" r:id="rId142"/>
    <p:sldId id="415" r:id="rId143"/>
    <p:sldId id="408" r:id="rId144"/>
    <p:sldId id="409" r:id="rId145"/>
    <p:sldId id="410" r:id="rId146"/>
    <p:sldId id="411" r:id="rId147"/>
    <p:sldId id="412" r:id="rId148"/>
    <p:sldId id="413" r:id="rId14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>
        <p:scale>
          <a:sx n="58" d="100"/>
          <a:sy n="58" d="100"/>
        </p:scale>
        <p:origin x="154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presProps" Target="pres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tableStyles" Target="tableStyle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44154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3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2"/>
            <a:ext cx="5467739" cy="220336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CF1A0BD4-FE79-5183-1181-72CC432722EC}"/>
              </a:ext>
            </a:extLst>
          </p:cNvPr>
          <p:cNvSpPr/>
          <p:nvPr/>
        </p:nvSpPr>
        <p:spPr>
          <a:xfrm>
            <a:off x="3890816" y="3238444"/>
            <a:ext cx="7771097" cy="28310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315B3FF9-F174-6B40-E968-7A5C81AF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7E34D8A-4920-3483-F894-7036734CBA5F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17668B92-C953-A8CF-8139-37B0503B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532948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DBB5F54-A426-6EBE-8DD3-B3F1A2C8ECEE}"/>
              </a:ext>
            </a:extLst>
          </p:cNvPr>
          <p:cNvSpPr txBox="1"/>
          <p:nvPr/>
        </p:nvSpPr>
        <p:spPr>
          <a:xfrm>
            <a:off x="6514666" y="583722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1A4A9E6-597B-E5AA-C9EB-F85205FC4D87}"/>
              </a:ext>
            </a:extLst>
          </p:cNvPr>
          <p:cNvGrpSpPr/>
          <p:nvPr/>
        </p:nvGrpSpPr>
        <p:grpSpPr>
          <a:xfrm>
            <a:off x="7237941" y="5543964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3FAADAD7-CD5B-E304-0637-477156CEC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94EC6CF-B6A2-5592-C4D9-5AD65950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1B0F3608-98FC-083A-D220-924A41D4D3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F17319AC-D1FC-69B6-A5D2-12EA8B584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13BFF7-5449-4023-CA3A-58BADBA6E333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3FA290D-2288-8E3A-D21D-6E982D2CFFF4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3B6C2770-315B-C7A1-3725-628A5F13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6E7B2C53-966F-E047-1E9A-2BEE3276E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4667A151-8EC7-B055-24FD-139B88287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772618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415174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66746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554499"/>
            <a:ext cx="1080000" cy="1080000"/>
          </a:xfrm>
          <a:prstGeom prst="rect">
            <a:avLst/>
          </a:prstGeom>
        </p:spPr>
      </p:pic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611932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670972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784093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9775F906-4529-C01A-A8C9-B392D4194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532948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E5585A-C99F-EC2D-C0EE-4DE99F7381DE}"/>
              </a:ext>
            </a:extLst>
          </p:cNvPr>
          <p:cNvSpPr txBox="1"/>
          <p:nvPr/>
        </p:nvSpPr>
        <p:spPr>
          <a:xfrm>
            <a:off x="6514666" y="583722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937203E-9DB0-EED5-E5AD-AC61EBFA0A7F}"/>
              </a:ext>
            </a:extLst>
          </p:cNvPr>
          <p:cNvGrpSpPr/>
          <p:nvPr/>
        </p:nvGrpSpPr>
        <p:grpSpPr>
          <a:xfrm>
            <a:off x="7237941" y="5543964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40326CC0-EC06-D22E-2F9C-6F858B0F0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5AF40FE-9E65-63B3-9885-0B8082173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2E01E75-EFA0-B6B0-A8E9-6B80A94AD2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882765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5158761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ABED6E2-CC4A-C977-1989-E89712F9F4ED}"/>
              </a:ext>
            </a:extLst>
          </p:cNvPr>
          <p:cNvSpPr/>
          <p:nvPr/>
        </p:nvSpPr>
        <p:spPr>
          <a:xfrm>
            <a:off x="4030824" y="888878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08029C2E-C46A-9B6B-201F-68164E7BE556}"/>
              </a:ext>
            </a:extLst>
          </p:cNvPr>
          <p:cNvSpPr/>
          <p:nvPr/>
        </p:nvSpPr>
        <p:spPr>
          <a:xfrm rot="5400000">
            <a:off x="7818275" y="3374682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06E2447B-D38E-8ECF-51C6-6FD9540454B4}"/>
              </a:ext>
            </a:extLst>
          </p:cNvPr>
          <p:cNvSpPr/>
          <p:nvPr/>
        </p:nvSpPr>
        <p:spPr>
          <a:xfrm>
            <a:off x="4030824" y="4699644"/>
            <a:ext cx="8042988" cy="23040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075772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48800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44702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5432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39223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44380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251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53825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44416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45547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4658331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53178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55579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30505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10A8052-E0B4-712B-E24B-66172B1049AD}"/>
              </a:ext>
            </a:extLst>
          </p:cNvPr>
          <p:cNvSpPr/>
          <p:nvPr/>
        </p:nvSpPr>
        <p:spPr>
          <a:xfrm>
            <a:off x="4030824" y="1320688"/>
            <a:ext cx="8042988" cy="1408029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EC211977-F3B8-23FA-F485-B85419BD3959}"/>
              </a:ext>
            </a:extLst>
          </p:cNvPr>
          <p:cNvSpPr/>
          <p:nvPr/>
        </p:nvSpPr>
        <p:spPr>
          <a:xfrm>
            <a:off x="4759706" y="16441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3239ADA-477E-574E-E014-4F35BF14CE35}"/>
              </a:ext>
            </a:extLst>
          </p:cNvPr>
          <p:cNvGrpSpPr/>
          <p:nvPr/>
        </p:nvGrpSpPr>
        <p:grpSpPr>
          <a:xfrm>
            <a:off x="8522218" y="1460570"/>
            <a:ext cx="2914765" cy="871225"/>
            <a:chOff x="5827745" y="1277431"/>
            <a:chExt cx="2914765" cy="871225"/>
          </a:xfrm>
        </p:grpSpPr>
        <p:pic>
          <p:nvPicPr>
            <p:cNvPr id="31" name="図 30">
              <a:extLst>
                <a:ext uri="{FF2B5EF4-FFF2-40B4-BE49-F238E27FC236}">
                  <a16:creationId xmlns:a16="http://schemas.microsoft.com/office/drawing/2014/main" id="{4A545F9C-6DFC-0CDE-9DFA-2768543C36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D2FFEF0A-9A31-243C-BEC4-2707A98B2FBA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C3A7-A94C-7C45-9833-3F8B141B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CF74497-A5CB-F2D2-B56E-31A9E75570E0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A80BB5C-ACC4-E8D7-6BBD-A1ADDD3EDED1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9214A53D-C020-D280-D3F4-3AB8BA3CF467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CC6087A7-6FBD-A04A-5869-4AD9A8B16B4E}"/>
              </a:ext>
            </a:extLst>
          </p:cNvPr>
          <p:cNvSpPr/>
          <p:nvPr/>
        </p:nvSpPr>
        <p:spPr>
          <a:xfrm>
            <a:off x="4030824" y="4770700"/>
            <a:ext cx="8042988" cy="288485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DFF3DAA-0521-A23F-D4D5-0FD45E1148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10BB17C3-0D8C-0029-4190-9B0D156B171A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BC04CDD8-4629-CE0F-EDFF-B80CA86391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AB37B85E-0768-1809-0565-731FEF86AF02}"/>
              </a:ext>
            </a:extLst>
          </p:cNvPr>
          <p:cNvSpPr/>
          <p:nvPr/>
        </p:nvSpPr>
        <p:spPr>
          <a:xfrm>
            <a:off x="4282751" y="638148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B2940BBB-326C-911B-3A28-B8A118600007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CE111BC8-6CCA-ECED-159C-FCCD24FA67AE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666DD05-A021-4694-7245-870FA9733397}"/>
              </a:ext>
            </a:extLst>
          </p:cNvPr>
          <p:cNvSpPr/>
          <p:nvPr/>
        </p:nvSpPr>
        <p:spPr>
          <a:xfrm>
            <a:off x="6913587" y="4958753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5B35D8FC-AEC4-0A73-662C-98DECAD8E4D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4C933697-63AE-6393-E62C-14664108ED29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4AABF2B-FFF7-5A26-5133-D5FEA71C9757}"/>
              </a:ext>
            </a:extLst>
          </p:cNvPr>
          <p:cNvSpPr/>
          <p:nvPr/>
        </p:nvSpPr>
        <p:spPr>
          <a:xfrm>
            <a:off x="6913587" y="5595588"/>
            <a:ext cx="2409164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53BF2169-9C21-0A49-CD46-B7BA72D2B969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AB3B6227-EC4B-F742-2861-889BF72C666F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A0DBBB2E-9613-2638-FEC6-A0A1EC129A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D1127F9-66F0-7FF8-E63B-B59751D8FF2F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382190B-B200-E40C-0439-6E8711390600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A372552-E0E5-7A5C-4013-4DC87AE126C6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6D6FA6D-1D4F-516D-3010-6D94127A8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B83A898A-A2E4-397D-C10A-FD8E62388152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54390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3D0DA-DBB9-283F-3F87-3FEDD78D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07D9376-263A-89A1-3F03-3F72F72DEB68}"/>
              </a:ext>
            </a:extLst>
          </p:cNvPr>
          <p:cNvSpPr txBox="1"/>
          <p:nvPr/>
        </p:nvSpPr>
        <p:spPr>
          <a:xfrm>
            <a:off x="4853937" y="42271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2DB710CE-60CB-B0CA-C138-3C51EBDE4AE7}"/>
              </a:ext>
            </a:extLst>
          </p:cNvPr>
          <p:cNvSpPr/>
          <p:nvPr/>
        </p:nvSpPr>
        <p:spPr>
          <a:xfrm rot="5400000">
            <a:off x="7818275" y="35077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BA30D64A-4DC0-9287-0E8F-49A1CEBD97AD}"/>
              </a:ext>
            </a:extLst>
          </p:cNvPr>
          <p:cNvSpPr/>
          <p:nvPr/>
        </p:nvSpPr>
        <p:spPr>
          <a:xfrm>
            <a:off x="4030824" y="429896"/>
            <a:ext cx="8042988" cy="2884852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F707068-67ED-A40C-9DDB-859FE728456E}"/>
              </a:ext>
            </a:extLst>
          </p:cNvPr>
          <p:cNvSpPr/>
          <p:nvPr/>
        </p:nvSpPr>
        <p:spPr>
          <a:xfrm>
            <a:off x="4030824" y="4770700"/>
            <a:ext cx="8042988" cy="354780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E4A2480-65BE-061A-3B1C-8B72BB9A76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3674"/>
            <a:ext cx="1080000" cy="1080000"/>
          </a:xfrm>
          <a:prstGeom prst="rect">
            <a:avLst/>
          </a:prstGeom>
        </p:spPr>
      </p:pic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2EEA8168-3C9C-9E44-F78F-818D5EFC54B8}"/>
              </a:ext>
            </a:extLst>
          </p:cNvPr>
          <p:cNvCxnSpPr>
            <a:cxnSpLocks/>
          </p:cNvCxnSpPr>
          <p:nvPr/>
        </p:nvCxnSpPr>
        <p:spPr>
          <a:xfrm>
            <a:off x="4419224" y="473851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0" name="図 9">
            <a:extLst>
              <a:ext uri="{FF2B5EF4-FFF2-40B4-BE49-F238E27FC236}">
                <a16:creationId xmlns:a16="http://schemas.microsoft.com/office/drawing/2014/main" id="{C6F3BFFA-CF6C-455D-3EC3-BA3751101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5555"/>
            <a:ext cx="1080000" cy="1080000"/>
          </a:xfrm>
          <a:prstGeom prst="rect">
            <a:avLst/>
          </a:prstGeom>
        </p:spPr>
      </p:pic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782C430A-06A9-CA06-992E-4D89366B0833}"/>
              </a:ext>
            </a:extLst>
          </p:cNvPr>
          <p:cNvSpPr/>
          <p:nvPr/>
        </p:nvSpPr>
        <p:spPr>
          <a:xfrm>
            <a:off x="4282751" y="6381488"/>
            <a:ext cx="5040000" cy="1417652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7F9EFD11-BF84-147B-E433-632105BA71D1}"/>
              </a:ext>
            </a:extLst>
          </p:cNvPr>
          <p:cNvCxnSpPr>
            <a:cxnSpLocks/>
          </p:cNvCxnSpPr>
          <p:nvPr/>
        </p:nvCxnSpPr>
        <p:spPr>
          <a:xfrm>
            <a:off x="4414384" y="4742028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31D708F1-4BD5-207B-B7CF-781D85C4313B}"/>
              </a:ext>
            </a:extLst>
          </p:cNvPr>
          <p:cNvSpPr/>
          <p:nvPr/>
        </p:nvSpPr>
        <p:spPr>
          <a:xfrm>
            <a:off x="5833587" y="4855149"/>
            <a:ext cx="6090935" cy="1368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E9457078-0606-D9AD-0D5A-EA6F83255073}"/>
              </a:ext>
            </a:extLst>
          </p:cNvPr>
          <p:cNvSpPr/>
          <p:nvPr/>
        </p:nvSpPr>
        <p:spPr>
          <a:xfrm>
            <a:off x="6913587" y="4958753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62AB9732-EFC4-BC45-6B6B-B9FA2F68F7C3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6316735"/>
            <a:ext cx="871225" cy="871225"/>
          </a:xfrm>
          <a:prstGeom prst="rect">
            <a:avLst/>
          </a:prstGeom>
        </p:spPr>
      </p:pic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481FFF3-DD6E-557D-896D-300F71C35F67}"/>
              </a:ext>
            </a:extLst>
          </p:cNvPr>
          <p:cNvSpPr txBox="1"/>
          <p:nvPr/>
        </p:nvSpPr>
        <p:spPr>
          <a:xfrm>
            <a:off x="6480352" y="655682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838DFD38-FD87-3EFA-5696-2AC06D7775F1}"/>
              </a:ext>
            </a:extLst>
          </p:cNvPr>
          <p:cNvSpPr/>
          <p:nvPr/>
        </p:nvSpPr>
        <p:spPr>
          <a:xfrm>
            <a:off x="6913587" y="55955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230D8719-DAD4-CFBC-CCA1-48A5D3CEF19E}"/>
              </a:ext>
            </a:extLst>
          </p:cNvPr>
          <p:cNvSpPr/>
          <p:nvPr/>
        </p:nvSpPr>
        <p:spPr>
          <a:xfrm>
            <a:off x="4759706" y="8948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grpSp>
        <p:nvGrpSpPr>
          <p:cNvPr id="41" name="グループ化 40">
            <a:extLst>
              <a:ext uri="{FF2B5EF4-FFF2-40B4-BE49-F238E27FC236}">
                <a16:creationId xmlns:a16="http://schemas.microsoft.com/office/drawing/2014/main" id="{1E150E0B-B772-E9E0-C97B-3B5AB2CEF9D1}"/>
              </a:ext>
            </a:extLst>
          </p:cNvPr>
          <p:cNvGrpSpPr/>
          <p:nvPr/>
        </p:nvGrpSpPr>
        <p:grpSpPr>
          <a:xfrm>
            <a:off x="8522218" y="711270"/>
            <a:ext cx="2914765" cy="871225"/>
            <a:chOff x="5827745" y="1277431"/>
            <a:chExt cx="2914765" cy="871225"/>
          </a:xfrm>
        </p:grpSpPr>
        <p:pic>
          <p:nvPicPr>
            <p:cNvPr id="42" name="図 41">
              <a:extLst>
                <a:ext uri="{FF2B5EF4-FFF2-40B4-BE49-F238E27FC236}">
                  <a16:creationId xmlns:a16="http://schemas.microsoft.com/office/drawing/2014/main" id="{14273FC9-5BC4-DF0D-C7CA-6D05E48D62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78B944-019B-D0C8-B90B-3BABA96630A4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sp>
        <p:nvSpPr>
          <p:cNvPr id="44" name="四角形: 角を丸くする 43">
            <a:extLst>
              <a:ext uri="{FF2B5EF4-FFF2-40B4-BE49-F238E27FC236}">
                <a16:creationId xmlns:a16="http://schemas.microsoft.com/office/drawing/2014/main" id="{FDEAB647-2E31-8BCE-18B8-818B6A63EA25}"/>
              </a:ext>
            </a:extLst>
          </p:cNvPr>
          <p:cNvSpPr/>
          <p:nvPr/>
        </p:nvSpPr>
        <p:spPr>
          <a:xfrm>
            <a:off x="4759706" y="1590149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367B491C-3F8A-D10C-C525-2D6504208AE9}"/>
              </a:ext>
            </a:extLst>
          </p:cNvPr>
          <p:cNvGrpSpPr/>
          <p:nvPr/>
        </p:nvGrpSpPr>
        <p:grpSpPr>
          <a:xfrm>
            <a:off x="8522218" y="1406537"/>
            <a:ext cx="2914765" cy="871225"/>
            <a:chOff x="5827745" y="1277431"/>
            <a:chExt cx="2914765" cy="871225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353E0CE-4A7B-2FD9-D771-BA782FBC8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DFF7EA48-6E73-1F55-DAD0-87B3B9C3852C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4B3395F-A221-5068-70E0-FE44119D2059}"/>
              </a:ext>
            </a:extLst>
          </p:cNvPr>
          <p:cNvGrpSpPr/>
          <p:nvPr/>
        </p:nvGrpSpPr>
        <p:grpSpPr>
          <a:xfrm>
            <a:off x="5827626" y="6956587"/>
            <a:ext cx="2914765" cy="871225"/>
            <a:chOff x="5827745" y="1277431"/>
            <a:chExt cx="2914765" cy="871225"/>
          </a:xfrm>
        </p:grpSpPr>
        <p:pic>
          <p:nvPicPr>
            <p:cNvPr id="3" name="図 2">
              <a:extLst>
                <a:ext uri="{FF2B5EF4-FFF2-40B4-BE49-F238E27FC236}">
                  <a16:creationId xmlns:a16="http://schemas.microsoft.com/office/drawing/2014/main" id="{F900F8CB-694E-B52E-6E9C-B8ACF35DF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2D74D0F-2874-0B64-67CF-E538A38A9C8D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cxnSp>
        <p:nvCxnSpPr>
          <p:cNvPr id="6" name="コネクタ: カギ線 5">
            <a:extLst>
              <a:ext uri="{FF2B5EF4-FFF2-40B4-BE49-F238E27FC236}">
                <a16:creationId xmlns:a16="http://schemas.microsoft.com/office/drawing/2014/main" id="{CEF88FC1-6E98-3E39-6F76-3AAE3A2353F9}"/>
              </a:ext>
            </a:extLst>
          </p:cNvPr>
          <p:cNvCxnSpPr>
            <a:cxnSpLocks/>
          </p:cNvCxnSpPr>
          <p:nvPr/>
        </p:nvCxnSpPr>
        <p:spPr>
          <a:xfrm>
            <a:off x="4414928" y="5389584"/>
            <a:ext cx="1408521" cy="201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23506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グループ化 52">
            <a:extLst>
              <a:ext uri="{FF2B5EF4-FFF2-40B4-BE49-F238E27FC236}">
                <a16:creationId xmlns:a16="http://schemas.microsoft.com/office/drawing/2014/main" id="{7954C2F0-8A12-0415-6780-18FF2A2570B9}"/>
              </a:ext>
            </a:extLst>
          </p:cNvPr>
          <p:cNvGrpSpPr/>
          <p:nvPr/>
        </p:nvGrpSpPr>
        <p:grpSpPr>
          <a:xfrm>
            <a:off x="5827626" y="2447960"/>
            <a:ext cx="2914765" cy="871225"/>
            <a:chOff x="5827745" y="1277431"/>
            <a:chExt cx="2914765" cy="871225"/>
          </a:xfrm>
        </p:grpSpPr>
        <p:pic>
          <p:nvPicPr>
            <p:cNvPr id="54" name="図 53">
              <a:extLst>
                <a:ext uri="{FF2B5EF4-FFF2-40B4-BE49-F238E27FC236}">
                  <a16:creationId xmlns:a16="http://schemas.microsoft.com/office/drawing/2014/main" id="{91C1A54C-3068-382A-3A28-00B94FB5A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622BD6D0-4FE4-F153-86FB-4735FE65B79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329039"/>
            <a:ext cx="8042988" cy="2846945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08993" y="461790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4224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-10433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-5276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6405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-495423"/>
            <a:ext cx="8033706" cy="505522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1875105"/>
            <a:ext cx="5040000" cy="1943999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-524094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-385027"/>
            <a:ext cx="6240225" cy="204502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6897972" y="9350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413773" y="935017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8905249" y="12251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4759706" y="7035310"/>
            <a:ext cx="2376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F68E929F-0B74-ED26-80DB-DC1EFECB14F6}"/>
              </a:ext>
            </a:extLst>
          </p:cNvPr>
          <p:cNvSpPr/>
          <p:nvPr/>
        </p:nvSpPr>
        <p:spPr>
          <a:xfrm>
            <a:off x="4759706" y="5619282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03980DB4-64F2-4EEB-D032-30008AB9FC98}"/>
              </a:ext>
            </a:extLst>
          </p:cNvPr>
          <p:cNvSpPr/>
          <p:nvPr/>
        </p:nvSpPr>
        <p:spPr>
          <a:xfrm>
            <a:off x="4771616" y="6269006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98A554EB-BE61-6FA3-F626-2D06CB77354C}"/>
              </a:ext>
            </a:extLst>
          </p:cNvPr>
          <p:cNvGrpSpPr/>
          <p:nvPr/>
        </p:nvGrpSpPr>
        <p:grpSpPr>
          <a:xfrm>
            <a:off x="8522218" y="5410270"/>
            <a:ext cx="2914765" cy="871225"/>
            <a:chOff x="5827745" y="1277431"/>
            <a:chExt cx="2914765" cy="871225"/>
          </a:xfrm>
        </p:grpSpPr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838FE353-EF51-3FA3-4E84-E7E65822D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DD1148-A0A2-0490-F4DD-0C27EEC9DD80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416DB64A-557B-B0F4-F187-489B322EC5D6}"/>
              </a:ext>
            </a:extLst>
          </p:cNvPr>
          <p:cNvGrpSpPr/>
          <p:nvPr/>
        </p:nvGrpSpPr>
        <p:grpSpPr>
          <a:xfrm>
            <a:off x="8522218" y="6105537"/>
            <a:ext cx="2914765" cy="871225"/>
            <a:chOff x="5827745" y="1277431"/>
            <a:chExt cx="2914765" cy="871225"/>
          </a:xfrm>
        </p:grpSpPr>
        <p:pic>
          <p:nvPicPr>
            <p:cNvPr id="27" name="図 26">
              <a:extLst>
                <a:ext uri="{FF2B5EF4-FFF2-40B4-BE49-F238E27FC236}">
                  <a16:creationId xmlns:a16="http://schemas.microsoft.com/office/drawing/2014/main" id="{7A6835B2-CDAD-99AE-5945-0BD729A94B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2DBC427E-FBCB-819B-EC08-00FD6E743985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chemeClr val="accent3"/>
                  </a:solidFill>
                </a:rPr>
                <a:t>リモートのファイル</a:t>
              </a: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3B10FD66-9F59-A461-17F9-C9C31CD7033D}"/>
              </a:ext>
            </a:extLst>
          </p:cNvPr>
          <p:cNvGrpSpPr/>
          <p:nvPr/>
        </p:nvGrpSpPr>
        <p:grpSpPr>
          <a:xfrm>
            <a:off x="8522218" y="6901211"/>
            <a:ext cx="2914765" cy="871225"/>
            <a:chOff x="5827745" y="1277431"/>
            <a:chExt cx="2914765" cy="871225"/>
          </a:xfrm>
        </p:grpSpPr>
        <p:pic>
          <p:nvPicPr>
            <p:cNvPr id="32" name="図 31">
              <a:extLst>
                <a:ext uri="{FF2B5EF4-FFF2-40B4-BE49-F238E27FC236}">
                  <a16:creationId xmlns:a16="http://schemas.microsoft.com/office/drawing/2014/main" id="{B9045886-CED3-1FD2-79C2-6816690D40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758D228C-83CC-25D2-2ECE-A11B7A6FF25B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6E19BBB2-F80A-1A99-86DB-95056134D118}"/>
              </a:ext>
            </a:extLst>
          </p:cNvPr>
          <p:cNvGrpSpPr/>
          <p:nvPr/>
        </p:nvGrpSpPr>
        <p:grpSpPr>
          <a:xfrm>
            <a:off x="5827626" y="3062286"/>
            <a:ext cx="2914765" cy="871225"/>
            <a:chOff x="5827745" y="1277431"/>
            <a:chExt cx="2914765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03D56746-806D-93EE-4599-76918C56B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277431"/>
              <a:ext cx="871225" cy="871225"/>
            </a:xfrm>
            <a:prstGeom prst="rect">
              <a:avLst/>
            </a:prstGeom>
          </p:spPr>
        </p:pic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6A92239C-46A3-ABFF-9256-A3ED4C3DCFD1}"/>
                </a:ext>
              </a:extLst>
            </p:cNvPr>
            <p:cNvSpPr txBox="1"/>
            <p:nvPr/>
          </p:nvSpPr>
          <p:spPr>
            <a:xfrm>
              <a:off x="6480352" y="1517518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ローカル</a:t>
              </a:r>
              <a:r>
                <a:rPr kumimoji="1" lang="ja-JP" altLang="en-US" b="1" dirty="0">
                  <a:solidFill>
                    <a:schemeClr val="accent4">
                      <a:lumMod val="75000"/>
                    </a:schemeClr>
                  </a:solidFill>
                </a:rPr>
                <a:t>のファイル</a:t>
              </a:r>
            </a:p>
          </p:txBody>
        </p:sp>
      </p:grp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638892C2-30C0-C1A1-3275-A35CC3146650}"/>
              </a:ext>
            </a:extLst>
          </p:cNvPr>
          <p:cNvSpPr/>
          <p:nvPr/>
        </p:nvSpPr>
        <p:spPr>
          <a:xfrm>
            <a:off x="6913587" y="-324447"/>
            <a:ext cx="2376000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49" name="四角形: 角を丸くする 48">
            <a:extLst>
              <a:ext uri="{FF2B5EF4-FFF2-40B4-BE49-F238E27FC236}">
                <a16:creationId xmlns:a16="http://schemas.microsoft.com/office/drawing/2014/main" id="{2E75C251-E6E7-3318-4C18-643F530D74DF}"/>
              </a:ext>
            </a:extLst>
          </p:cNvPr>
          <p:cNvSpPr/>
          <p:nvPr/>
        </p:nvSpPr>
        <p:spPr>
          <a:xfrm>
            <a:off x="6913587" y="312388"/>
            <a:ext cx="2376000" cy="504000"/>
          </a:xfrm>
          <a:prstGeom prst="roundRect">
            <a:avLst/>
          </a:prstGeom>
          <a:ln w="38100">
            <a:solidFill>
              <a:schemeClr val="accent3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3"/>
                </a:solidFill>
              </a:rPr>
              <a:t>リモートの変更履歴</a:t>
            </a: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A7903635-FAEA-E202-C399-95CBB0D0382C}"/>
              </a:ext>
            </a:extLst>
          </p:cNvPr>
          <p:cNvGrpSpPr/>
          <p:nvPr/>
        </p:nvGrpSpPr>
        <p:grpSpPr>
          <a:xfrm>
            <a:off x="5827626" y="1833635"/>
            <a:ext cx="2914765" cy="871225"/>
            <a:chOff x="5827745" y="1554235"/>
            <a:chExt cx="2914765" cy="871225"/>
          </a:xfrm>
        </p:grpSpPr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DBEBC21A-4355-9000-E2A2-E214486C2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prstClr val="black"/>
                <a:srgbClr val="FF99FF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7745" y="1554235"/>
              <a:ext cx="871225" cy="871225"/>
            </a:xfrm>
            <a:prstGeom prst="rect">
              <a:avLst/>
            </a:prstGeom>
          </p:spPr>
        </p:pic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49FE4A17-6323-2186-E1E2-FAA6E48CBEFA}"/>
                </a:ext>
              </a:extLst>
            </p:cNvPr>
            <p:cNvSpPr txBox="1"/>
            <p:nvPr/>
          </p:nvSpPr>
          <p:spPr>
            <a:xfrm>
              <a:off x="6480352" y="1794322"/>
              <a:ext cx="2262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>
                  <a:solidFill>
                    <a:srgbClr val="7030A0"/>
                  </a:solidFill>
                </a:rPr>
                <a:t>リモートのファイル</a:t>
              </a:r>
            </a:p>
          </p:txBody>
        </p:sp>
      </p:grpSp>
      <p:cxnSp>
        <p:nvCxnSpPr>
          <p:cNvPr id="57" name="コネクタ: カギ線 56">
            <a:extLst>
              <a:ext uri="{FF2B5EF4-FFF2-40B4-BE49-F238E27FC236}">
                <a16:creationId xmlns:a16="http://schemas.microsoft.com/office/drawing/2014/main" id="{BCDD70E8-5AC4-2EA2-B049-257B76C43A19}"/>
              </a:ext>
            </a:extLst>
          </p:cNvPr>
          <p:cNvCxnSpPr>
            <a:cxnSpLocks/>
          </p:cNvCxnSpPr>
          <p:nvPr/>
        </p:nvCxnSpPr>
        <p:spPr>
          <a:xfrm>
            <a:off x="4425844" y="98872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コネクタ: カギ線 57">
            <a:extLst>
              <a:ext uri="{FF2B5EF4-FFF2-40B4-BE49-F238E27FC236}">
                <a16:creationId xmlns:a16="http://schemas.microsoft.com/office/drawing/2014/main" id="{B12128C5-CDFF-67C5-92AF-B2B36C048DE5}"/>
              </a:ext>
            </a:extLst>
          </p:cNvPr>
          <p:cNvCxnSpPr>
            <a:cxnSpLocks/>
          </p:cNvCxnSpPr>
          <p:nvPr/>
        </p:nvCxnSpPr>
        <p:spPr>
          <a:xfrm>
            <a:off x="4425844" y="719680"/>
            <a:ext cx="1408521" cy="277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2773B4D-687E-D94A-52E5-6C3736E1EF1F}"/>
              </a:ext>
            </a:extLst>
          </p:cNvPr>
          <p:cNvSpPr txBox="1"/>
          <p:nvPr/>
        </p:nvSpPr>
        <p:spPr>
          <a:xfrm>
            <a:off x="774773" y="489204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A2AB7F65-263B-73CC-1461-9D35094D7F2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楕円 61">
            <a:extLst>
              <a:ext uri="{FF2B5EF4-FFF2-40B4-BE49-F238E27FC236}">
                <a16:creationId xmlns:a16="http://schemas.microsoft.com/office/drawing/2014/main" id="{C62E3741-51FF-CD59-CE8F-B95E08C770E7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1FA38B46-DA87-3710-2229-5B620613936B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楕円 63">
            <a:extLst>
              <a:ext uri="{FF2B5EF4-FFF2-40B4-BE49-F238E27FC236}">
                <a16:creationId xmlns:a16="http://schemas.microsoft.com/office/drawing/2014/main" id="{0E6C53B9-B7C8-4B64-BCFC-2F0577F4637A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5D57C744-53DB-A26F-4815-DB6767D7CA4C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8C3E3EA-E2A3-E8BC-530F-09CABB74CD2A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F47475E-41A7-0B85-06CB-43487AB68A90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  <a:endCxn id="44" idx="4"/>
          </p:cNvCxnSpPr>
          <p:nvPr/>
        </p:nvCxnSpPr>
        <p:spPr>
          <a:xfrm flipV="1">
            <a:off x="6308306" y="4605560"/>
            <a:ext cx="1760594" cy="1302776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0B7AE10D-9E09-7DF1-9F52-0F528A67A206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92019730-B53A-2413-31DD-F59EE8B37D55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388556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A3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4C392D29-22C9-DD90-0CE1-F1A4ADA6A281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0AF4A00-5508-5E90-34C3-EC836A3555F9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02DA908-9748-7032-5A53-9A848B55F58F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E582FCCE-0AF1-AEF3-CAFE-462FFA4F90AA}"/>
              </a:ext>
            </a:extLst>
          </p:cNvPr>
          <p:cNvSpPr/>
          <p:nvPr/>
        </p:nvSpPr>
        <p:spPr>
          <a:xfrm>
            <a:off x="781401" y="373049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9A90982-1FF9-8626-B588-3AE893730A01}"/>
              </a:ext>
            </a:extLst>
          </p:cNvPr>
          <p:cNvSpPr txBox="1"/>
          <p:nvPr/>
        </p:nvSpPr>
        <p:spPr>
          <a:xfrm>
            <a:off x="-903933" y="408582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A32CBFBD-585E-C25E-46E1-80070CDF214F}"/>
              </a:ext>
            </a:extLst>
          </p:cNvPr>
          <p:cNvCxnSpPr>
            <a:cxnSpLocks/>
            <a:stCxn id="46" idx="6"/>
            <a:endCxn id="44" idx="2"/>
          </p:cNvCxnSpPr>
          <p:nvPr/>
        </p:nvCxnSpPr>
        <p:spPr>
          <a:xfrm flipV="1">
            <a:off x="6308306" y="4245560"/>
            <a:ext cx="1400594" cy="127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F57482F-42FB-6F3E-B570-986DFD1C7338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FE90C75-DEFC-363D-EED7-48E626D7D957}"/>
              </a:ext>
            </a:extLst>
          </p:cNvPr>
          <p:cNvSpPr txBox="1"/>
          <p:nvPr/>
        </p:nvSpPr>
        <p:spPr>
          <a:xfrm>
            <a:off x="986807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0070C0"/>
                </a:solidFill>
              </a:rPr>
              <a:t>buen</a:t>
            </a:r>
            <a:r>
              <a:rPr lang="en-US" altLang="ja-JP" b="1" dirty="0">
                <a:solidFill>
                  <a:srgbClr val="0070C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098004" y="4563547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6830C5-54AC-E13C-4285-185A32C7C826}"/>
              </a:ext>
            </a:extLst>
          </p:cNvPr>
          <p:cNvSpPr txBox="1"/>
          <p:nvPr/>
        </p:nvSpPr>
        <p:spPr>
          <a:xfrm>
            <a:off x="986807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  <a:endParaRPr lang="en-US" altLang="ja-JP" b="1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  <a:endParaRPr lang="en-US" altLang="ja-JP" b="1" dirty="0">
              <a:ln w="0"/>
              <a:solidFill>
                <a:srgbClr val="7030A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9B66781-F288-C206-ED4E-123087A2B894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EA621B-191A-B072-0C09-E47A8736CBE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A73FE7-12E8-6B86-F63B-902444B856B1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F94F32D-F7DB-DBFA-5BDB-71BB1C61E209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F4022-D9F7-2BE5-BEFB-79BCDC117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19FA3A50-1136-C0CF-CF44-2AF2E71DA12E}"/>
              </a:ext>
            </a:extLst>
          </p:cNvPr>
          <p:cNvCxnSpPr>
            <a:cxnSpLocks/>
          </p:cNvCxnSpPr>
          <p:nvPr/>
        </p:nvCxnSpPr>
        <p:spPr>
          <a:xfrm flipV="1">
            <a:off x="1816100" y="5899400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04A3FCF-BD3F-2F2C-CE2B-E338D65EF098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D2571C54-EA91-0E63-4885-2146A6C623AF}"/>
              </a:ext>
            </a:extLst>
          </p:cNvPr>
          <p:cNvSpPr/>
          <p:nvPr/>
        </p:nvSpPr>
        <p:spPr>
          <a:xfrm>
            <a:off x="5588306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DA0A91C-8C5D-892F-155C-A7A1116B2D5C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8D824E50-198D-E448-7393-FD845A62A587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29916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3F55ED5B-B7B4-FE2B-B871-38A7973ABF9E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5204A73-8071-CC97-EDCD-B6720F07366F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BEEE2C07-4924-7882-44F9-FCF4C9C488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9735A37-32EA-5231-2FC6-A9C09364C81D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4CAD24B-BC86-68FB-C826-86D7092E040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00167EA7-E150-C11C-4AA4-7C38709A603C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49940FF-245F-3A9B-FED5-39562AD33E8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CE62CD14-2278-5ABE-3300-45396F8C5E70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9E5A721E-7272-9F9A-1D47-1E8C508CC9BC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  <a:endParaRPr lang="en-US" altLang="ja-JP" b="1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D845FE1-050F-65AB-353C-EB4C2E1719F8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BAA9843-49D2-A3AF-49E6-02478871614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CC5B2D8-97C0-BF8A-2EF1-12A3C52E0164}"/>
              </a:ext>
            </a:extLst>
          </p:cNvPr>
          <p:cNvSpPr/>
          <p:nvPr/>
        </p:nvSpPr>
        <p:spPr>
          <a:xfrm rot="5400000">
            <a:off x="5704324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6ADE055-2CBC-5FE5-6442-51CAEEF53366}"/>
              </a:ext>
            </a:extLst>
          </p:cNvPr>
          <p:cNvSpPr txBox="1"/>
          <p:nvPr/>
        </p:nvSpPr>
        <p:spPr>
          <a:xfrm>
            <a:off x="807634" y="5714734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64723AE-BED5-A553-ACF2-7969AF281D9B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0CC8413-45E3-C3D1-4D22-9A7E288D9D65}"/>
              </a:ext>
            </a:extLst>
          </p:cNvPr>
          <p:cNvCxnSpPr>
            <a:cxnSpLocks/>
          </p:cNvCxnSpPr>
          <p:nvPr/>
        </p:nvCxnSpPr>
        <p:spPr>
          <a:xfrm flipV="1">
            <a:off x="6316100" y="5894734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81328B9-2F82-AA2D-8AA5-AB91E2937952}"/>
              </a:ext>
            </a:extLst>
          </p:cNvPr>
          <p:cNvSpPr/>
          <p:nvPr/>
        </p:nvSpPr>
        <p:spPr>
          <a:xfrm>
            <a:off x="7708900" y="5539400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  <a:endParaRPr lang="en-US" altLang="ja-JP" b="1" dirty="0">
              <a:ln w="0"/>
              <a:solidFill>
                <a:srgbClr val="7030A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1D878E-9AAB-ECD3-F315-C7338E15E3FC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9D49057-C877-1D88-D298-9E0DDFFE589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58191CF-6484-6160-6AAE-3541F5D8B190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1B4D245B-5431-B348-6E9F-D1677057CA75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030B99E2-5E71-2874-6A05-ED1E955BBB81}"/>
              </a:ext>
            </a:extLst>
          </p:cNvPr>
          <p:cNvSpPr/>
          <p:nvPr/>
        </p:nvSpPr>
        <p:spPr>
          <a:xfrm>
            <a:off x="6212403" y="1120292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BD6074B-242A-19D1-F089-A67533B09B1E}"/>
              </a:ext>
            </a:extLst>
          </p:cNvPr>
          <p:cNvSpPr txBox="1"/>
          <p:nvPr/>
        </p:nvSpPr>
        <p:spPr>
          <a:xfrm>
            <a:off x="999193" y="40555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A23DF4-7664-1C02-E43C-48F8E3C20461}"/>
              </a:ext>
            </a:extLst>
          </p:cNvPr>
          <p:cNvSpPr txBox="1"/>
          <p:nvPr/>
        </p:nvSpPr>
        <p:spPr>
          <a:xfrm>
            <a:off x="999193" y="6646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96299E3B-1A0B-D701-D2F4-20EC7FDC21A6}"/>
              </a:ext>
            </a:extLst>
          </p:cNvPr>
          <p:cNvCxnSpPr>
            <a:cxnSpLocks/>
          </p:cNvCxnSpPr>
          <p:nvPr/>
        </p:nvCxnSpPr>
        <p:spPr>
          <a:xfrm flipV="1">
            <a:off x="1822727" y="9236624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B596A1B1-E5F9-104C-03FA-B61766C32B1F}"/>
              </a:ext>
            </a:extLst>
          </p:cNvPr>
          <p:cNvCxnSpPr>
            <a:cxnSpLocks/>
          </p:cNvCxnSpPr>
          <p:nvPr/>
        </p:nvCxnSpPr>
        <p:spPr>
          <a:xfrm>
            <a:off x="1822727" y="7589147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楕円 27">
            <a:extLst>
              <a:ext uri="{FF2B5EF4-FFF2-40B4-BE49-F238E27FC236}">
                <a16:creationId xmlns:a16="http://schemas.microsoft.com/office/drawing/2014/main" id="{E6E24BE5-A2B8-42FE-543C-249098ADC465}"/>
              </a:ext>
            </a:extLst>
          </p:cNvPr>
          <p:cNvSpPr/>
          <p:nvPr/>
        </p:nvSpPr>
        <p:spPr>
          <a:xfrm>
            <a:off x="5594933" y="889317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  <a:endParaRPr lang="en-US" altLang="ja-JP" b="1" dirty="0">
              <a:ln w="0"/>
              <a:solidFill>
                <a:srgbClr val="FF000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7" name="楕円 36">
            <a:extLst>
              <a:ext uri="{FF2B5EF4-FFF2-40B4-BE49-F238E27FC236}">
                <a16:creationId xmlns:a16="http://schemas.microsoft.com/office/drawing/2014/main" id="{AE795FC1-3183-B0C3-0560-4AAC145BE0F4}"/>
              </a:ext>
            </a:extLst>
          </p:cNvPr>
          <p:cNvSpPr/>
          <p:nvPr/>
        </p:nvSpPr>
        <p:spPr>
          <a:xfrm>
            <a:off x="3338985" y="722914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A1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267CBD82-3ABA-5CB0-DFFD-C39B46F1BF42}"/>
              </a:ext>
            </a:extLst>
          </p:cNvPr>
          <p:cNvCxnSpPr>
            <a:cxnSpLocks/>
            <a:stCxn id="37" idx="4"/>
            <a:endCxn id="28" idx="2"/>
          </p:cNvCxnSpPr>
          <p:nvPr/>
        </p:nvCxnSpPr>
        <p:spPr>
          <a:xfrm>
            <a:off x="3698985" y="7949147"/>
            <a:ext cx="1895948" cy="130402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FEC13AD7-9D36-3A05-5E2A-451E8FE4A71E}"/>
              </a:ext>
            </a:extLst>
          </p:cNvPr>
          <p:cNvCxnSpPr>
            <a:cxnSpLocks/>
          </p:cNvCxnSpPr>
          <p:nvPr/>
        </p:nvCxnSpPr>
        <p:spPr>
          <a:xfrm>
            <a:off x="2208685" y="7583111"/>
            <a:ext cx="1130300" cy="1207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EE353364-9468-0621-3440-7AB1DC8014EA}"/>
              </a:ext>
            </a:extLst>
          </p:cNvPr>
          <p:cNvCxnSpPr>
            <a:cxnSpLocks/>
          </p:cNvCxnSpPr>
          <p:nvPr/>
        </p:nvCxnSpPr>
        <p:spPr>
          <a:xfrm flipV="1">
            <a:off x="4058985" y="7585187"/>
            <a:ext cx="1535948" cy="792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楕円 46">
            <a:extLst>
              <a:ext uri="{FF2B5EF4-FFF2-40B4-BE49-F238E27FC236}">
                <a16:creationId xmlns:a16="http://schemas.microsoft.com/office/drawing/2014/main" id="{D6DB1CC6-FEC7-336B-4FDA-1D8D1E605302}"/>
              </a:ext>
            </a:extLst>
          </p:cNvPr>
          <p:cNvSpPr/>
          <p:nvPr/>
        </p:nvSpPr>
        <p:spPr>
          <a:xfrm>
            <a:off x="5594933" y="722914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A2</a:t>
            </a:r>
            <a:endParaRPr lang="en-US" altLang="ja-JP" b="1" dirty="0">
              <a:ln w="0"/>
              <a:solidFill>
                <a:srgbClr val="0070C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D263861A-136E-884F-BE2F-0D45B03E2771}"/>
              </a:ext>
            </a:extLst>
          </p:cNvPr>
          <p:cNvSpPr txBox="1"/>
          <p:nvPr/>
        </p:nvSpPr>
        <p:spPr>
          <a:xfrm>
            <a:off x="807634" y="9069841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11EE254-563B-F24C-60F0-17341810738F}"/>
              </a:ext>
            </a:extLst>
          </p:cNvPr>
          <p:cNvCxnSpPr>
            <a:cxnSpLocks/>
          </p:cNvCxnSpPr>
          <p:nvPr/>
        </p:nvCxnSpPr>
        <p:spPr>
          <a:xfrm flipV="1">
            <a:off x="6322727" y="9248509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楕円 49">
            <a:extLst>
              <a:ext uri="{FF2B5EF4-FFF2-40B4-BE49-F238E27FC236}">
                <a16:creationId xmlns:a16="http://schemas.microsoft.com/office/drawing/2014/main" id="{49EF939A-63F4-8867-812D-3C71483689F1}"/>
              </a:ext>
            </a:extLst>
          </p:cNvPr>
          <p:cNvSpPr/>
          <p:nvPr/>
        </p:nvSpPr>
        <p:spPr>
          <a:xfrm>
            <a:off x="7715527" y="889317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  <a:endParaRPr lang="en-US" altLang="ja-JP" b="1" dirty="0">
              <a:ln w="0"/>
              <a:solidFill>
                <a:srgbClr val="7030A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554DE670-003B-77DC-26B3-47A55233752C}"/>
              </a:ext>
            </a:extLst>
          </p:cNvPr>
          <p:cNvSpPr txBox="1"/>
          <p:nvPr/>
        </p:nvSpPr>
        <p:spPr>
          <a:xfrm>
            <a:off x="-918304" y="9048326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19D545E2-AEF2-F0C8-427F-A86E92681785}"/>
              </a:ext>
            </a:extLst>
          </p:cNvPr>
          <p:cNvSpPr/>
          <p:nvPr/>
        </p:nvSpPr>
        <p:spPr>
          <a:xfrm>
            <a:off x="774773" y="8705571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BA06EF55-3837-3EA9-AE6F-2236B628B90A}"/>
              </a:ext>
            </a:extLst>
          </p:cNvPr>
          <p:cNvSpPr txBox="1"/>
          <p:nvPr/>
        </p:nvSpPr>
        <p:spPr>
          <a:xfrm>
            <a:off x="999193" y="7404481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lang="ja-JP" altLang="en-US" b="1" dirty="0"/>
          </a:p>
        </p:txBody>
      </p:sp>
      <p:sp>
        <p:nvSpPr>
          <p:cNvPr id="54" name="矢印: 右 53">
            <a:extLst>
              <a:ext uri="{FF2B5EF4-FFF2-40B4-BE49-F238E27FC236}">
                <a16:creationId xmlns:a16="http://schemas.microsoft.com/office/drawing/2014/main" id="{B11B559F-7BAF-66E9-6F53-57913CC9DE4F}"/>
              </a:ext>
            </a:extLst>
          </p:cNvPr>
          <p:cNvSpPr/>
          <p:nvPr/>
        </p:nvSpPr>
        <p:spPr>
          <a:xfrm rot="5400000">
            <a:off x="5704324" y="650997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CA817454-1894-8DBC-398C-FC4286D84C84}"/>
              </a:ext>
            </a:extLst>
          </p:cNvPr>
          <p:cNvSpPr/>
          <p:nvPr/>
        </p:nvSpPr>
        <p:spPr>
          <a:xfrm>
            <a:off x="9171990" y="722914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A3</a:t>
            </a:r>
          </a:p>
        </p:txBody>
      </p:sp>
      <p:cxnSp>
        <p:nvCxnSpPr>
          <p:cNvPr id="56" name="直線矢印コネクタ 55">
            <a:extLst>
              <a:ext uri="{FF2B5EF4-FFF2-40B4-BE49-F238E27FC236}">
                <a16:creationId xmlns:a16="http://schemas.microsoft.com/office/drawing/2014/main" id="{23F829DA-D516-BA07-2DCF-137EE5CF16D7}"/>
              </a:ext>
            </a:extLst>
          </p:cNvPr>
          <p:cNvCxnSpPr>
            <a:cxnSpLocks/>
            <a:stCxn id="50" idx="6"/>
            <a:endCxn id="55" idx="4"/>
          </p:cNvCxnSpPr>
          <p:nvPr/>
        </p:nvCxnSpPr>
        <p:spPr>
          <a:xfrm flipV="1">
            <a:off x="8435527" y="7949147"/>
            <a:ext cx="1096463" cy="13040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CD76CE7A-87DC-1F38-9B35-DFCB339DA7BE}"/>
              </a:ext>
            </a:extLst>
          </p:cNvPr>
          <p:cNvCxnSpPr>
            <a:cxnSpLocks/>
          </p:cNvCxnSpPr>
          <p:nvPr/>
        </p:nvCxnSpPr>
        <p:spPr>
          <a:xfrm>
            <a:off x="6314933" y="7589147"/>
            <a:ext cx="285705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862283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66D-904A-2BED-1F3D-309601D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0096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8C4ED-D83D-9C01-8CBD-FB855DB3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76758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96E8-EA97-7349-AE84-605B0AC7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499AE2B-6DA7-F6F2-B41E-D1074AD609B0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9558E5C8-5B1C-AE27-C2E4-D72E03976114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5A5F5CBA-F95F-512E-EF73-22030E192D9C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F92A035C-C8E4-D883-D4DD-DB64157496E5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49CDB26-2107-0496-702D-5D677295D2F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78A9850C-50B0-6C69-A636-7D822AA2BBA0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465DCE8-33B4-801B-D5FD-87F1E284906B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22B256F5-3EDA-18F7-75F4-39B6964A064A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79BCEC9-AB36-2533-5ED2-E5475B8CE9FD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A70A16A-B7C2-37A9-EB5C-5F1B9B409BBF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A46D8CDB-03F4-C0BF-5090-F243C9C37728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1B50FDEA-C177-5A6F-7D83-6C0E3D99D1CD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FAFBDCD-340A-A1B8-A5DF-E62B0D794F9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94C4627-E923-B051-DD99-6A31F8097971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68197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6D92F-062F-1B0A-86BF-63465C68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C1C9101D-8F8B-34BD-E768-0018A405B299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09B77455-62DA-2F4A-4841-DD2281691649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B24111B-92C8-3514-056D-87005C895FDD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9EBFEB0-3FEB-FFD5-0177-6D1A11B742E5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68DF9A6-8E65-F553-6348-B067990238C7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2454DA8-1C25-C177-EBA3-465DCBCBDA62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AB94D8B0-8555-4A43-2EF6-2936EE985E3A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93C855-E684-54E5-54D2-309880C586DA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616725-DB1A-765C-9BDE-E10E822DAE8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D82D36F-CE73-199F-8827-CDFC684895B7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39816FF-5BA5-4FE0-DF49-3DD6A82E91FB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FFDB88E-CF38-2608-9120-EB595452C38B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891277C2-EF6C-E6E8-AAFF-0FF9C65526B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03121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E6481-0650-782D-B76F-99DDEA80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089C4920-DFC5-9C7A-2745-1A3EE596E9F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BFFB99A-E45D-CD26-27E7-06A4E1BC7854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AE13FE3-4926-240B-15F2-68BE8F8C7E4D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CE73EC6-1E21-9DE3-A223-752742B39F13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69204865-B960-868B-E2D8-66E304CFBCB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B87A638-D82F-0493-81B4-D8AF8208E9A7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52F5F97-C698-BC55-CCF9-095642D69D79}"/>
              </a:ext>
            </a:extLst>
          </p:cNvPr>
          <p:cNvCxnSpPr>
            <a:cxnSpLocks/>
            <a:stCxn id="23" idx="4"/>
            <a:endCxn id="50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3F5043F-6021-8617-B67F-EE2E1F188DBD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BEE18E6-BC78-0FCF-51B3-8D408240D47E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03311EA7-04B2-827A-5E9A-1B0BF486096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867F30F-D36E-31E2-BE2A-3A872A0121A3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66AB211E-5056-CCC1-626D-FAD7974CDF6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22D3478-759C-0D10-95FE-C4E201985299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4F27F3E4-981E-F126-CE40-D85E98384ADF}"/>
              </a:ext>
            </a:extLst>
          </p:cNvPr>
          <p:cNvCxnSpPr>
            <a:cxnSpLocks/>
            <a:stCxn id="32" idx="4"/>
            <a:endCxn id="5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EC5615D-34C5-4671-B28A-BA0D8B501F4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C6E0260-FB2D-0C31-8289-382CF30617D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147B1A6-A0FA-240A-F097-9EE2BEF8BF71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BC04363-D2D0-AD42-6F50-88C2622561FB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F577043D-EBB2-A537-A2BE-E25D617B0B9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4D3E718A-5952-7CC3-52EC-C968763502F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7" name="矢印: 右 56">
            <a:extLst>
              <a:ext uri="{FF2B5EF4-FFF2-40B4-BE49-F238E27FC236}">
                <a16:creationId xmlns:a16="http://schemas.microsoft.com/office/drawing/2014/main" id="{45AEFA3F-3142-0465-18B5-24A55E5F6284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E0BFF26-7A48-C72F-55AC-A01B96BFAA6B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28DD061C-3B07-F342-1D5B-A922F5092E34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8B2CEB7D-F0C3-3BF1-3FA3-18DDF0344F34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945DF1F-1B02-920B-672A-EE9635293715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6282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C12F-907B-D78E-7132-763FC4EB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DC852D8-88AD-2E4D-D97E-6C43DE0286C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BEA6C9E2-CBF8-EABF-7425-7D4BA130F94B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F2C81266-653A-9575-BC4B-67CBE921E73B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889F8A8-5822-0256-03DE-1FF19F67FA2D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3BA6F0E-EEF5-7658-3C8D-DB9E769D8D62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4374CB7-917A-DA09-8BDE-7F4617DABB0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D6510DD-893D-253C-C2F8-EB06B418E0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F67A080-7C43-D32A-C908-AE459975331D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B009275-78D4-79E0-2AC1-FBEFCFF5D472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D928163-93C1-F2CB-95CE-FB4DF3C569B1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CDCB2A0A-E931-2317-BAF6-2537ED20CA4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8299709-6009-5DA7-095A-E5218A667D98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6EA62D0-2835-F6DC-1535-561CCB85CDE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C895773-3505-6650-8A5F-7BBBD3583DF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656B7CD2-AC8A-9518-9168-1E98E630574D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C5DF15-9CC8-53A1-6C03-475477BF8A1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479A29-8241-210F-013E-3FA1EE75D56D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E39FE4D0-CA07-CE59-4428-A58F534A2665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9B16781F-B01A-7984-C612-BE1A865E9708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36048FA1-2F44-A75A-94C5-5AB0C02E3B14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55B6D6F7-9324-4EC6-A478-7EA250A43E07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74ECC921-2799-4FBB-B2A9-344F00667EEA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BC0F31AA-0DE4-BFEF-7281-6CAEF0D7AE2D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642BBF97-54B9-6CF6-8BF7-378BC49C7D64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8EA9087-6DCA-5771-2109-DB037DF10B6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A206D904-BDB1-2247-42E2-0548272AB423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EB4FC8CF-8977-B5E7-2E8E-A1400F254CFB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8110313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3DCB0-4F43-2B39-ADF8-833B5AFE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3C0AED78-BDAD-B79F-6248-458295D5F9FB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1C442B47-F9DF-2DD2-80DA-2DA17553A8A6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0EB05B94-CA7B-8F4F-51B6-DC3AF1F97B77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A4A9A1-CC6C-2BA5-3661-1BD9B591F02F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739651-0F30-2227-5423-841DF4DFEF15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21740E-FB92-4E78-3498-3D879C4659B8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0B8DF94-214E-6F88-A38F-556966D3A479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B4DE69D9-FDDB-37FE-D62B-95618F5C0E4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64796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7CC3-D0EE-0459-4335-D82D6A2A0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ADD7B57-4116-0CFE-73F3-C3C0C95843F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2C322BD-FD88-6DDC-0741-CAA52B1E0CDD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8F668D80-981E-2A96-C81F-E67EF1088422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752F0EFC-2795-C3C2-23AA-AC31718BC51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46E08AEF-3108-AA40-7A82-D4502AF33E53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88E3D13-6D9F-6592-4045-B77076299B5C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FACA543-64BD-EB14-F959-05E06C246289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76CC24F-FEA5-C618-8CC7-269AC632BEA8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15BD372-F65D-88BE-3527-75FD670250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5518D3FD-4763-80FD-DA24-246CBA4FA57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E0FBC699-4D0C-0F6C-98D7-65397F2A62E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C7C249B-1421-F133-2059-EC7C83D18D2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CD4384E-8FD6-0C74-DDB0-9693CE999BD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B56019A-85CB-1E20-B81E-60B4C6D9A890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3E3397EB-7E3E-7EBF-9C23-371CE778DF7D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2F73991-C813-952F-7124-43000D2C2002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ABA6C69-F744-F405-37C5-895DF649A01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837F8AA2-563B-6A34-ABEC-F12FB2F36501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D25AE7A-6C34-2A5F-77B1-EB80B9C4FF7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4DA015-391A-F2BB-7973-9623DEC0CCA8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57676AB-9037-F1E9-4CAE-68AC9C6669E1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510037E-CF81-E677-6D02-E9D0E69325C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E6B58DC7-7F76-961E-7435-0593D68F2893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B7774A0E-3ECB-270D-231C-59EE99A140F2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9DD1FC80-C9B7-C285-A2FC-CB1CD9BB7F1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843FDD05-1F15-48E3-AC49-18D74D1C1F0A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84C6B29-6603-F45F-388B-7D6C178516C6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FE58421E-4F20-859D-6A65-F563C3FB3C03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88C7C24-8C8D-1604-123F-0E3C86DD6CAC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A257D129-91C6-6633-E7F3-B27BF042DC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244E5247-8E19-228F-5C17-FB390B15D536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141413600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94CD7-35F6-1AC6-976F-656D25B78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EAA4A91-9607-B2B0-A587-7F8E78AC6BF9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EBD5960-E314-0482-66C5-FC874F514A27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47F3FE78-902F-C193-859C-8CEDCD38A7C9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6AC5F35E-495D-0DFF-7582-96F24C99042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4547B1E-C5EC-6C84-96E2-BF0166A1BCD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05A45D7A-C27F-EF76-1C40-5A92700CB0D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1E71AA5-56E7-BE01-0DEC-A40153BB9927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9C4E729-0E14-64D1-E186-B1639C28D0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E6FFFFC-1AF5-0162-EF52-5BB68FCE91C4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06DFA307-AE55-E0E7-112B-5709ED036FD7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C2AA842-7611-2415-5BC4-F4599D5374A1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A582DFD-E164-8316-729E-696391ABBF7F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91EA08CE-E9BE-B8CF-8E8D-41417D31F91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A1ED658-F63E-4624-9284-7C44A2A1237E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021BF4C9-A5EB-E106-B0C8-2AE05C39976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D318F8F-32E4-0B8B-19EC-AB72B351FEA1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20B7FA7-B49A-E3C0-7B13-D643818BD0E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84CD2FD-A9A2-E8A5-318A-364E3100018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8E8045E-73F7-CF24-8B31-DEBF8F747387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DC582E5-F7FD-20F3-A295-8ECE849B7DB6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A7A0AEE-2F2C-3782-F77E-9A676554343E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844411D-DBE6-D528-E11D-865E527F8159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E85F87D9-F581-3C2E-DDE4-8EE330D2EEE9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BBD6C32-467D-F993-4129-1F1299F48D4D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65709887-2245-9B33-1CFF-EAE102779EE9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67EF417-8767-91E9-738A-C729107D5F35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B7B1A41-90B1-B067-AB71-58BC664B4943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FBF9DC6-EF8F-2235-DA61-0231BE624BC8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B11691-6BAE-C67B-CAC3-3D30B21A57FA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84F0556-D90E-EE49-12EB-67133ECE0B32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23C1E80-9F50-0619-6FC4-226B2A210EF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爆発: 8 pt 2">
            <a:extLst>
              <a:ext uri="{FF2B5EF4-FFF2-40B4-BE49-F238E27FC236}">
                <a16:creationId xmlns:a16="http://schemas.microsoft.com/office/drawing/2014/main" id="{0A57CE17-62F6-0F8E-0C47-44585A819D8F}"/>
              </a:ext>
            </a:extLst>
          </p:cNvPr>
          <p:cNvSpPr/>
          <p:nvPr/>
        </p:nvSpPr>
        <p:spPr>
          <a:xfrm>
            <a:off x="6998090" y="6300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CD392B0-6C7F-8B2E-E268-90B1A7BC2BDA}"/>
              </a:ext>
            </a:extLst>
          </p:cNvPr>
          <p:cNvCxnSpPr/>
          <p:nvPr/>
        </p:nvCxnSpPr>
        <p:spPr>
          <a:xfrm>
            <a:off x="6345042" y="9680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37852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955F9FB-A640-3D0A-59AA-02F538832099}"/>
              </a:ext>
            </a:extLst>
          </p:cNvPr>
          <p:cNvSpPr/>
          <p:nvPr/>
        </p:nvSpPr>
        <p:spPr>
          <a:xfrm flipV="1">
            <a:off x="5447231" y="1720364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20"/>
            <a:ext cx="7200000" cy="7931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EC57-574E-505F-899A-EE0835DF7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C66B004-6E66-EF6B-84F5-C204982FF942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9e326ae]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0637044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88E2-4A95-248D-1544-D86850207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1B04FD3-BA9D-24BC-89E4-8ADF21AE4EF8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225 bytes | 13.00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2ecb494..4866ae0  main       -&gt; origin/main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2E53419-458E-C3CE-C8D2-A1BF8A33A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26102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15399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branch1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'branch1'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branch1    -&gt; origin/branch1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689A-AD32-78E3-A791-FF8DB707C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3418CD-C525-88D0-70C8-63C9CC69E9EE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918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2537</TotalTime>
  <Words>1491</Words>
  <Application>Microsoft Office PowerPoint</Application>
  <PresentationFormat>ワイド画面</PresentationFormat>
  <Paragraphs>506</Paragraphs>
  <Slides>148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148</vt:i4>
      </vt:variant>
    </vt:vector>
  </HeadingPairs>
  <TitlesOfParts>
    <vt:vector size="15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123</cp:revision>
  <dcterms:created xsi:type="dcterms:W3CDTF">2026-06-19T00:38:07Z</dcterms:created>
  <dcterms:modified xsi:type="dcterms:W3CDTF">2026-06-23T11:32:11Z</dcterms:modified>
</cp:coreProperties>
</file>