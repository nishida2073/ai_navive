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299" r:id="rId41"/>
    <p:sldId id="406" r:id="rId42"/>
    <p:sldId id="304" r:id="rId43"/>
    <p:sldId id="300" r:id="rId44"/>
    <p:sldId id="419" r:id="rId45"/>
    <p:sldId id="305" r:id="rId46"/>
    <p:sldId id="306" r:id="rId47"/>
    <p:sldId id="301" r:id="rId48"/>
    <p:sldId id="407" r:id="rId49"/>
    <p:sldId id="418" r:id="rId50"/>
    <p:sldId id="318" r:id="rId51"/>
    <p:sldId id="319" r:id="rId52"/>
    <p:sldId id="320" r:id="rId53"/>
    <p:sldId id="321" r:id="rId54"/>
    <p:sldId id="324" r:id="rId55"/>
    <p:sldId id="325" r:id="rId56"/>
    <p:sldId id="326" r:id="rId57"/>
    <p:sldId id="327" r:id="rId58"/>
    <p:sldId id="322" r:id="rId59"/>
    <p:sldId id="328" r:id="rId60"/>
    <p:sldId id="323" r:id="rId61"/>
    <p:sldId id="329" r:id="rId62"/>
    <p:sldId id="330" r:id="rId63"/>
    <p:sldId id="332" r:id="rId64"/>
    <p:sldId id="331" r:id="rId65"/>
    <p:sldId id="333" r:id="rId66"/>
    <p:sldId id="334" r:id="rId67"/>
    <p:sldId id="335" r:id="rId68"/>
    <p:sldId id="340" r:id="rId69"/>
    <p:sldId id="336" r:id="rId70"/>
    <p:sldId id="341" r:id="rId71"/>
    <p:sldId id="342" r:id="rId72"/>
    <p:sldId id="344" r:id="rId73"/>
    <p:sldId id="337" r:id="rId74"/>
    <p:sldId id="343" r:id="rId75"/>
    <p:sldId id="345" r:id="rId76"/>
    <p:sldId id="346" r:id="rId77"/>
    <p:sldId id="347" r:id="rId78"/>
    <p:sldId id="338" r:id="rId79"/>
    <p:sldId id="348" r:id="rId80"/>
    <p:sldId id="339" r:id="rId81"/>
    <p:sldId id="349" r:id="rId82"/>
    <p:sldId id="350" r:id="rId83"/>
    <p:sldId id="351" r:id="rId84"/>
    <p:sldId id="362" r:id="rId85"/>
    <p:sldId id="352" r:id="rId86"/>
    <p:sldId id="353" r:id="rId87"/>
    <p:sldId id="354" r:id="rId88"/>
    <p:sldId id="355" r:id="rId89"/>
    <p:sldId id="356" r:id="rId90"/>
    <p:sldId id="357" r:id="rId91"/>
    <p:sldId id="358" r:id="rId92"/>
    <p:sldId id="359" r:id="rId93"/>
    <p:sldId id="360" r:id="rId94"/>
    <p:sldId id="361" r:id="rId95"/>
    <p:sldId id="363" r:id="rId96"/>
    <p:sldId id="364" r:id="rId97"/>
    <p:sldId id="365" r:id="rId98"/>
    <p:sldId id="366" r:id="rId99"/>
    <p:sldId id="367" r:id="rId100"/>
    <p:sldId id="369" r:id="rId101"/>
    <p:sldId id="370" r:id="rId102"/>
    <p:sldId id="371" r:id="rId103"/>
    <p:sldId id="372" r:id="rId104"/>
    <p:sldId id="373" r:id="rId105"/>
    <p:sldId id="368" r:id="rId106"/>
    <p:sldId id="374" r:id="rId107"/>
    <p:sldId id="379" r:id="rId108"/>
    <p:sldId id="375" r:id="rId109"/>
    <p:sldId id="378" r:id="rId110"/>
    <p:sldId id="376" r:id="rId111"/>
    <p:sldId id="380" r:id="rId112"/>
    <p:sldId id="385" r:id="rId113"/>
    <p:sldId id="377" r:id="rId114"/>
    <p:sldId id="381" r:id="rId115"/>
    <p:sldId id="382" r:id="rId116"/>
    <p:sldId id="383" r:id="rId117"/>
    <p:sldId id="384" r:id="rId118"/>
    <p:sldId id="386" r:id="rId119"/>
    <p:sldId id="387" r:id="rId120"/>
    <p:sldId id="388" r:id="rId121"/>
    <p:sldId id="392" r:id="rId122"/>
    <p:sldId id="389" r:id="rId123"/>
    <p:sldId id="390" r:id="rId124"/>
    <p:sldId id="391" r:id="rId125"/>
    <p:sldId id="393" r:id="rId126"/>
    <p:sldId id="394" r:id="rId127"/>
    <p:sldId id="399" r:id="rId128"/>
    <p:sldId id="400" r:id="rId129"/>
    <p:sldId id="401" r:id="rId130"/>
    <p:sldId id="405" r:id="rId131"/>
    <p:sldId id="403" r:id="rId132"/>
    <p:sldId id="402" r:id="rId133"/>
    <p:sldId id="404" r:id="rId134"/>
    <p:sldId id="415" r:id="rId135"/>
    <p:sldId id="408" r:id="rId136"/>
    <p:sldId id="409" r:id="rId137"/>
    <p:sldId id="410" r:id="rId138"/>
    <p:sldId id="411" r:id="rId139"/>
    <p:sldId id="412" r:id="rId14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viewProps" Target="viewProp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00B050"/>
                </a:solidFill>
              </a:rPr>
              <a:t>切り替え元のブランチのワーキングツリー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切り替え先のブランチのワーキングツリー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02DA908-9748-7032-5A53-9A848B55F58F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A90982-1FF9-8626-B588-3AE893730A01}"/>
              </a:ext>
            </a:extLst>
          </p:cNvPr>
          <p:cNvSpPr txBox="1"/>
          <p:nvPr/>
        </p:nvSpPr>
        <p:spPr>
          <a:xfrm>
            <a:off x="-903933" y="40858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4022-D9F7-2BE5-BEFB-79BCDC117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9FA3A50-1136-C0CF-CF44-2AF2E71DA12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04A3FCF-BD3F-2F2C-CE2B-E338D65EF098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D2571C54-EA91-0E63-4885-2146A6C623AF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DA0A91C-8C5D-892F-155C-A7A1116B2D5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D824E50-198D-E448-7393-FD845A62A587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F55ED5B-B7B4-FE2B-B871-38A7973ABF9E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5204A73-8071-CC97-EDCD-B6720F07366F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BEEE2C07-4924-7882-44F9-FCF4C9C488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9735A37-32EA-5231-2FC6-A9C09364C81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4CAD24B-BC86-68FB-C826-86D7092E040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00167EA7-E150-C11C-4AA4-7C38709A603C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49940FF-245F-3A9B-FED5-39562AD33E8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CE62CD14-2278-5ABE-3300-45396F8C5E70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9E5A721E-7272-9F9A-1D47-1E8C508CC9BC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D845FE1-050F-65AB-353C-EB4C2E1719F8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AA9843-49D2-A3AF-49E6-02478871614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CC5B2D8-97C0-BF8A-2EF1-12A3C52E0164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6ADE055-2CBC-5FE5-6442-51CAEEF53366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64723AE-BED5-A553-ACF2-7969AF281D9B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0CC8413-45E3-C3D1-4D22-9A7E288D9D65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81328B9-2F82-AA2D-8AA5-AB91E2937952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1D878E-9AAB-ECD3-F315-C7338E15E3FC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D49057-C877-1D88-D298-9E0DDFFE589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58191CF-6484-6160-6AAE-3541F5D8B190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B4D245B-5431-B348-6E9F-D1677057CA75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030B99E2-5E71-2874-6A05-ED1E955BBB81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D6074B-242A-19D1-F089-A67533B09B1E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A23DF4-7664-1C02-E43C-48F8E3C20461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299E3B-1A0B-D701-D2F4-20EC7FDC21A6}"/>
              </a:ext>
            </a:extLst>
          </p:cNvPr>
          <p:cNvCxnSpPr>
            <a:cxnSpLocks/>
          </p:cNvCxnSpPr>
          <p:nvPr/>
        </p:nvCxnSpPr>
        <p:spPr>
          <a:xfrm flipV="1">
            <a:off x="1822727" y="9236624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596A1B1-E5F9-104C-03FA-B61766C32B1F}"/>
              </a:ext>
            </a:extLst>
          </p:cNvPr>
          <p:cNvCxnSpPr>
            <a:cxnSpLocks/>
          </p:cNvCxnSpPr>
          <p:nvPr/>
        </p:nvCxnSpPr>
        <p:spPr>
          <a:xfrm>
            <a:off x="1822727" y="7589147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E6E24BE5-A2B8-42FE-543C-249098ADC465}"/>
              </a:ext>
            </a:extLst>
          </p:cNvPr>
          <p:cNvSpPr/>
          <p:nvPr/>
        </p:nvSpPr>
        <p:spPr>
          <a:xfrm>
            <a:off x="5594933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AE795FC1-3183-B0C3-0560-4AAC145BE0F4}"/>
              </a:ext>
            </a:extLst>
          </p:cNvPr>
          <p:cNvSpPr/>
          <p:nvPr/>
        </p:nvSpPr>
        <p:spPr>
          <a:xfrm>
            <a:off x="3338985" y="722914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267CBD82-3ABA-5CB0-DFFD-C39B46F1BF42}"/>
              </a:ext>
            </a:extLst>
          </p:cNvPr>
          <p:cNvCxnSpPr>
            <a:cxnSpLocks/>
            <a:stCxn id="37" idx="4"/>
            <a:endCxn id="28" idx="2"/>
          </p:cNvCxnSpPr>
          <p:nvPr/>
        </p:nvCxnSpPr>
        <p:spPr>
          <a:xfrm>
            <a:off x="3698985" y="7949147"/>
            <a:ext cx="1895948" cy="130402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FEC13AD7-9D36-3A05-5E2A-451E8FE4A71E}"/>
              </a:ext>
            </a:extLst>
          </p:cNvPr>
          <p:cNvCxnSpPr>
            <a:cxnSpLocks/>
          </p:cNvCxnSpPr>
          <p:nvPr/>
        </p:nvCxnSpPr>
        <p:spPr>
          <a:xfrm>
            <a:off x="2208685" y="7583111"/>
            <a:ext cx="1130300" cy="12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EE353364-9468-0621-3440-7AB1DC8014EA}"/>
              </a:ext>
            </a:extLst>
          </p:cNvPr>
          <p:cNvCxnSpPr>
            <a:cxnSpLocks/>
          </p:cNvCxnSpPr>
          <p:nvPr/>
        </p:nvCxnSpPr>
        <p:spPr>
          <a:xfrm flipV="1">
            <a:off x="4058985" y="7585187"/>
            <a:ext cx="1535948" cy="792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楕円 46">
            <a:extLst>
              <a:ext uri="{FF2B5EF4-FFF2-40B4-BE49-F238E27FC236}">
                <a16:creationId xmlns:a16="http://schemas.microsoft.com/office/drawing/2014/main" id="{D6DB1CC6-FEC7-336B-4FDA-1D8D1E605302}"/>
              </a:ext>
            </a:extLst>
          </p:cNvPr>
          <p:cNvSpPr/>
          <p:nvPr/>
        </p:nvSpPr>
        <p:spPr>
          <a:xfrm>
            <a:off x="5594933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263861A-136E-884F-BE2F-0D45B03E2771}"/>
              </a:ext>
            </a:extLst>
          </p:cNvPr>
          <p:cNvSpPr txBox="1"/>
          <p:nvPr/>
        </p:nvSpPr>
        <p:spPr>
          <a:xfrm>
            <a:off x="807634" y="9069841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11EE254-563B-F24C-60F0-17341810738F}"/>
              </a:ext>
            </a:extLst>
          </p:cNvPr>
          <p:cNvCxnSpPr>
            <a:cxnSpLocks/>
          </p:cNvCxnSpPr>
          <p:nvPr/>
        </p:nvCxnSpPr>
        <p:spPr>
          <a:xfrm flipV="1">
            <a:off x="6322727" y="9248509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楕円 49">
            <a:extLst>
              <a:ext uri="{FF2B5EF4-FFF2-40B4-BE49-F238E27FC236}">
                <a16:creationId xmlns:a16="http://schemas.microsoft.com/office/drawing/2014/main" id="{49EF939A-63F4-8867-812D-3C71483689F1}"/>
              </a:ext>
            </a:extLst>
          </p:cNvPr>
          <p:cNvSpPr/>
          <p:nvPr/>
        </p:nvSpPr>
        <p:spPr>
          <a:xfrm>
            <a:off x="7715527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54DE670-003B-77DC-26B3-47A55233752C}"/>
              </a:ext>
            </a:extLst>
          </p:cNvPr>
          <p:cNvSpPr txBox="1"/>
          <p:nvPr/>
        </p:nvSpPr>
        <p:spPr>
          <a:xfrm>
            <a:off x="-918304" y="9048326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19D545E2-AEF2-F0C8-427F-A86E92681785}"/>
              </a:ext>
            </a:extLst>
          </p:cNvPr>
          <p:cNvSpPr/>
          <p:nvPr/>
        </p:nvSpPr>
        <p:spPr>
          <a:xfrm>
            <a:off x="774773" y="8705571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A06EF55-3837-3EA9-AE6F-2236B628B90A}"/>
              </a:ext>
            </a:extLst>
          </p:cNvPr>
          <p:cNvSpPr txBox="1"/>
          <p:nvPr/>
        </p:nvSpPr>
        <p:spPr>
          <a:xfrm>
            <a:off x="999193" y="740448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54" name="矢印: 右 53">
            <a:extLst>
              <a:ext uri="{FF2B5EF4-FFF2-40B4-BE49-F238E27FC236}">
                <a16:creationId xmlns:a16="http://schemas.microsoft.com/office/drawing/2014/main" id="{B11B559F-7BAF-66E9-6F53-57913CC9DE4F}"/>
              </a:ext>
            </a:extLst>
          </p:cNvPr>
          <p:cNvSpPr/>
          <p:nvPr/>
        </p:nvSpPr>
        <p:spPr>
          <a:xfrm rot="5400000">
            <a:off x="5704324" y="650997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CA817454-1894-8DBC-398C-FC4286D84C84}"/>
              </a:ext>
            </a:extLst>
          </p:cNvPr>
          <p:cNvSpPr/>
          <p:nvPr/>
        </p:nvSpPr>
        <p:spPr>
          <a:xfrm>
            <a:off x="9171990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A3</a:t>
            </a: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23F829DA-D516-BA07-2DCF-137EE5CF16D7}"/>
              </a:ext>
            </a:extLst>
          </p:cNvPr>
          <p:cNvCxnSpPr>
            <a:cxnSpLocks/>
            <a:stCxn id="50" idx="6"/>
            <a:endCxn id="55" idx="4"/>
          </p:cNvCxnSpPr>
          <p:nvPr/>
        </p:nvCxnSpPr>
        <p:spPr>
          <a:xfrm flipV="1">
            <a:off x="8435527" y="7949147"/>
            <a:ext cx="1096463" cy="1304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CD76CE7A-87DC-1F38-9B35-DFCB339DA7BE}"/>
              </a:ext>
            </a:extLst>
          </p:cNvPr>
          <p:cNvCxnSpPr>
            <a:cxnSpLocks/>
          </p:cNvCxnSpPr>
          <p:nvPr/>
        </p:nvCxnSpPr>
        <p:spPr>
          <a:xfrm>
            <a:off x="6314933" y="7589147"/>
            <a:ext cx="2857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6228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2573</TotalTime>
  <Words>1382</Words>
  <Application>Microsoft Office PowerPoint</Application>
  <PresentationFormat>ワイド画面</PresentationFormat>
  <Paragraphs>421</Paragraphs>
  <Slides>139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139</vt:i4>
      </vt:variant>
    </vt:vector>
  </HeadingPairs>
  <TitlesOfParts>
    <vt:vector size="14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126</cp:revision>
  <dcterms:created xsi:type="dcterms:W3CDTF">2026-06-19T00:38:07Z</dcterms:created>
  <dcterms:modified xsi:type="dcterms:W3CDTF">2026-06-23T13:18:56Z</dcterms:modified>
</cp:coreProperties>
</file>