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421" r:id="rId33"/>
    <p:sldId id="424" r:id="rId34"/>
    <p:sldId id="283" r:id="rId35"/>
    <p:sldId id="284" r:id="rId36"/>
    <p:sldId id="293" r:id="rId37"/>
    <p:sldId id="416" r:id="rId38"/>
    <p:sldId id="417" r:id="rId39"/>
    <p:sldId id="294" r:id="rId40"/>
    <p:sldId id="298" r:id="rId41"/>
    <p:sldId id="285" r:id="rId42"/>
    <p:sldId id="299" r:id="rId43"/>
    <p:sldId id="406" r:id="rId44"/>
    <p:sldId id="304" r:id="rId45"/>
    <p:sldId id="420" r:id="rId46"/>
    <p:sldId id="419" r:id="rId47"/>
    <p:sldId id="300" r:id="rId48"/>
    <p:sldId id="305" r:id="rId49"/>
    <p:sldId id="306" r:id="rId50"/>
    <p:sldId id="301" r:id="rId51"/>
    <p:sldId id="407" r:id="rId52"/>
    <p:sldId id="318" r:id="rId53"/>
    <p:sldId id="319" r:id="rId54"/>
    <p:sldId id="320" r:id="rId55"/>
    <p:sldId id="321" r:id="rId56"/>
    <p:sldId id="324" r:id="rId57"/>
    <p:sldId id="325" r:id="rId58"/>
    <p:sldId id="326" r:id="rId59"/>
    <p:sldId id="327" r:id="rId60"/>
    <p:sldId id="322" r:id="rId61"/>
    <p:sldId id="328" r:id="rId62"/>
    <p:sldId id="323" r:id="rId63"/>
    <p:sldId id="329" r:id="rId64"/>
    <p:sldId id="330" r:id="rId65"/>
    <p:sldId id="332" r:id="rId66"/>
    <p:sldId id="331" r:id="rId67"/>
    <p:sldId id="333" r:id="rId68"/>
    <p:sldId id="334" r:id="rId69"/>
    <p:sldId id="335" r:id="rId70"/>
    <p:sldId id="340" r:id="rId71"/>
    <p:sldId id="336" r:id="rId72"/>
    <p:sldId id="341" r:id="rId73"/>
    <p:sldId id="342" r:id="rId74"/>
    <p:sldId id="344" r:id="rId75"/>
    <p:sldId id="337" r:id="rId76"/>
    <p:sldId id="343" r:id="rId77"/>
    <p:sldId id="345" r:id="rId78"/>
    <p:sldId id="346" r:id="rId79"/>
    <p:sldId id="347" r:id="rId80"/>
    <p:sldId id="338" r:id="rId81"/>
    <p:sldId id="348" r:id="rId82"/>
    <p:sldId id="339" r:id="rId83"/>
    <p:sldId id="349" r:id="rId84"/>
    <p:sldId id="350" r:id="rId85"/>
    <p:sldId id="351" r:id="rId86"/>
    <p:sldId id="362" r:id="rId87"/>
    <p:sldId id="352" r:id="rId88"/>
    <p:sldId id="353" r:id="rId89"/>
    <p:sldId id="354" r:id="rId90"/>
    <p:sldId id="355" r:id="rId91"/>
    <p:sldId id="356" r:id="rId92"/>
    <p:sldId id="357" r:id="rId93"/>
    <p:sldId id="358" r:id="rId94"/>
    <p:sldId id="359" r:id="rId95"/>
    <p:sldId id="360" r:id="rId96"/>
    <p:sldId id="361" r:id="rId97"/>
    <p:sldId id="363" r:id="rId98"/>
    <p:sldId id="364" r:id="rId99"/>
    <p:sldId id="365" r:id="rId100"/>
    <p:sldId id="366" r:id="rId101"/>
    <p:sldId id="367" r:id="rId102"/>
    <p:sldId id="369" r:id="rId103"/>
    <p:sldId id="370" r:id="rId104"/>
    <p:sldId id="371" r:id="rId105"/>
    <p:sldId id="372" r:id="rId106"/>
    <p:sldId id="373" r:id="rId107"/>
    <p:sldId id="368" r:id="rId108"/>
    <p:sldId id="374" r:id="rId109"/>
    <p:sldId id="379" r:id="rId110"/>
    <p:sldId id="375" r:id="rId111"/>
    <p:sldId id="378" r:id="rId112"/>
    <p:sldId id="376" r:id="rId113"/>
    <p:sldId id="380" r:id="rId114"/>
    <p:sldId id="385" r:id="rId115"/>
    <p:sldId id="377" r:id="rId116"/>
    <p:sldId id="381" r:id="rId117"/>
    <p:sldId id="382" r:id="rId118"/>
    <p:sldId id="383" r:id="rId119"/>
    <p:sldId id="384" r:id="rId120"/>
    <p:sldId id="386" r:id="rId121"/>
    <p:sldId id="387" r:id="rId122"/>
    <p:sldId id="388" r:id="rId123"/>
    <p:sldId id="392" r:id="rId124"/>
    <p:sldId id="389" r:id="rId125"/>
    <p:sldId id="390" r:id="rId126"/>
    <p:sldId id="391" r:id="rId127"/>
    <p:sldId id="393" r:id="rId128"/>
    <p:sldId id="394" r:id="rId129"/>
    <p:sldId id="399" r:id="rId130"/>
    <p:sldId id="400" r:id="rId131"/>
    <p:sldId id="422" r:id="rId132"/>
    <p:sldId id="425" r:id="rId133"/>
    <p:sldId id="426" r:id="rId134"/>
    <p:sldId id="405" r:id="rId135"/>
    <p:sldId id="403" r:id="rId136"/>
    <p:sldId id="402" r:id="rId137"/>
    <p:sldId id="404" r:id="rId138"/>
    <p:sldId id="415" r:id="rId139"/>
    <p:sldId id="408" r:id="rId140"/>
    <p:sldId id="409" r:id="rId141"/>
    <p:sldId id="410" r:id="rId142"/>
    <p:sldId id="411" r:id="rId143"/>
    <p:sldId id="412" r:id="rId14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CC58-A8B9-03AA-1CFD-645DE5CC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04245BF-F307-0443-E2E2-DBD213E93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3DC828-94AE-7C6C-1702-F6D052FA5FDF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812625-5A56-4049-7C18-F9611C1F4DD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0DB5CB79-C1FD-8F70-497F-BC80030E4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AB6D178-36AA-4BE3-3EB5-155749B73021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096F0A9-45E7-8141-92FE-81239D37F09C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063B2C2-9FAE-B311-3D8C-8BD75BB48C8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8A37C5D-1BC4-456A-29D8-D027CADA6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2093D48-60B7-7FDD-F559-874C6FD97714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0383652-6332-520E-96C1-550701DB6E6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DDCAFDE6-8A43-57BC-3535-446ACF222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C59E482-B7B0-5A33-4A63-7ECF52BC1165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7D01923D-4954-65AE-6CF6-B338F506B6D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A2F324-9397-2C7B-F8BC-BEB3E89606BA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B8950A-8B12-138B-760B-97155CEB1CBA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D428834-B580-1D5C-5163-88F0D303E7D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351ED4-B33A-910D-75C1-C31B87FD6FF1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7FB5736-B804-F7B9-B4F9-2A7BEF75D9C2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A08C3111-E81A-4506-855A-214D3860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18655C3-EC1D-02CC-623C-CD90BEA34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61AAB5C4-855F-CDC7-BD97-2AB92A698B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4" name="図 13">
            <a:extLst>
              <a:ext uri="{FF2B5EF4-FFF2-40B4-BE49-F238E27FC236}">
                <a16:creationId xmlns:a16="http://schemas.microsoft.com/office/drawing/2014/main" id="{E6068BDC-AF9E-7A2B-BC20-09C595739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795" y="5533871"/>
            <a:ext cx="871225" cy="87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68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007F-EE34-014E-7B04-CB81E6C1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D08C016-C837-2829-D20F-D5CF49941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5BA3302-0FA7-3854-A894-EFA68CA206A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1887134-A37F-2D13-97CC-DDE074F71C8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6EAE1B2-8419-0619-B2B5-0E4372354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E203DAA-8E5B-7282-6720-EB8D633D752C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32AC4378-F592-863C-3B90-B7BD90222144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FF98FA4F-2CFF-0D25-8DC3-923E80FF9C9E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ABA3A7B-CE93-D02A-BA40-60D987A4D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58A73E-7B47-4072-0CE1-7083564FA7EF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E3045EC8-0429-6E05-F394-2FD49AD1623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43897156-9506-1A76-0806-B5909231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E9045FB3-73EC-1819-0A14-2C554D0BCAE3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93DE4F51-83AB-FC42-4ABE-8827C09EFAE9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DF5FFEE-1E77-79F9-BA17-78E62BB7B967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66F6A32-59DF-06C6-0E59-9EB61E69334C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FC765C-9699-0450-1CC7-C7B4CC266DEF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7EBFCFEA-64EA-AB83-189C-D7A46B18D0C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2EAB8D0-4BBF-9749-28D2-A0C9981B9B88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6F90808-2946-14C2-49BD-29B7A3F7158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6518EE9-E8D9-0BC1-0D08-63159F8CC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886B656-656C-CFB7-1FEC-4579807D3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ADED526-5074-CD51-13B0-7E6B97D999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B4820F3-68BC-EED5-D0FA-7C7E42C01DD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C4FDB37-49A9-53A1-D1EC-D41180EDD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E48F0E0-B0F9-CA03-7F4A-1CA30C9BD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7A4F343-91EC-FACB-2B37-2AF979E5D3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6753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19"/>
            <a:ext cx="7200000" cy="30791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rm --cached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new file: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1547-3111-B35A-4CC2-E062486F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DF5BF6-3334-62A7-AD14-F0E1B5FB7E95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92af3d1]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03814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24CE-C8B5-337C-A48E-22E1F6F6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360ECE-D35E-B01A-7D10-0C7C4EEDA5B3}"/>
              </a:ext>
            </a:extLst>
          </p:cNvPr>
          <p:cNvSpPr/>
          <p:nvPr/>
        </p:nvSpPr>
        <p:spPr>
          <a:xfrm>
            <a:off x="3470986" y="1530219"/>
            <a:ext cx="7200000" cy="36576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nothing to commit, working tree clean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77554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59FF-2F14-2266-7945-35895415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C7331-0DBE-A180-DD43-E34B41C71EE4}"/>
              </a:ext>
            </a:extLst>
          </p:cNvPr>
          <p:cNvSpPr/>
          <p:nvPr/>
        </p:nvSpPr>
        <p:spPr>
          <a:xfrm>
            <a:off x="3452325" y="695131"/>
            <a:ext cx="7200000" cy="43060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--staged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--staged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4086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2668</TotalTime>
  <Words>1660</Words>
  <Application>Microsoft Office PowerPoint</Application>
  <PresentationFormat>ワイド画面</PresentationFormat>
  <Paragraphs>464</Paragraphs>
  <Slides>143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143</vt:i4>
      </vt:variant>
    </vt:vector>
  </HeadingPairs>
  <TitlesOfParts>
    <vt:vector size="14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133</cp:revision>
  <dcterms:created xsi:type="dcterms:W3CDTF">2026-06-19T00:38:07Z</dcterms:created>
  <dcterms:modified xsi:type="dcterms:W3CDTF">2026-06-25T02:30:58Z</dcterms:modified>
</cp:coreProperties>
</file>