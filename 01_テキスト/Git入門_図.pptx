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416" r:id="rId36"/>
    <p:sldId id="417" r:id="rId37"/>
    <p:sldId id="294" r:id="rId38"/>
    <p:sldId id="298" r:id="rId39"/>
    <p:sldId id="285" r:id="rId40"/>
    <p:sldId id="299" r:id="rId41"/>
    <p:sldId id="406" r:id="rId42"/>
    <p:sldId id="304" r:id="rId43"/>
    <p:sldId id="420" r:id="rId44"/>
    <p:sldId id="419" r:id="rId45"/>
    <p:sldId id="300" r:id="rId46"/>
    <p:sldId id="305" r:id="rId47"/>
    <p:sldId id="306" r:id="rId48"/>
    <p:sldId id="301" r:id="rId49"/>
    <p:sldId id="407" r:id="rId50"/>
    <p:sldId id="318" r:id="rId51"/>
    <p:sldId id="319" r:id="rId52"/>
    <p:sldId id="320" r:id="rId53"/>
    <p:sldId id="321" r:id="rId54"/>
    <p:sldId id="324" r:id="rId55"/>
    <p:sldId id="325" r:id="rId56"/>
    <p:sldId id="326" r:id="rId57"/>
    <p:sldId id="327" r:id="rId58"/>
    <p:sldId id="322" r:id="rId59"/>
    <p:sldId id="328" r:id="rId60"/>
    <p:sldId id="323" r:id="rId61"/>
    <p:sldId id="329" r:id="rId62"/>
    <p:sldId id="330" r:id="rId63"/>
    <p:sldId id="332" r:id="rId64"/>
    <p:sldId id="331" r:id="rId65"/>
    <p:sldId id="333" r:id="rId66"/>
    <p:sldId id="334" r:id="rId67"/>
    <p:sldId id="335" r:id="rId68"/>
    <p:sldId id="340" r:id="rId69"/>
    <p:sldId id="336" r:id="rId70"/>
    <p:sldId id="341" r:id="rId71"/>
    <p:sldId id="342" r:id="rId72"/>
    <p:sldId id="344" r:id="rId73"/>
    <p:sldId id="337" r:id="rId74"/>
    <p:sldId id="343" r:id="rId75"/>
    <p:sldId id="345" r:id="rId76"/>
    <p:sldId id="346" r:id="rId77"/>
    <p:sldId id="347" r:id="rId78"/>
    <p:sldId id="338" r:id="rId79"/>
    <p:sldId id="348" r:id="rId80"/>
    <p:sldId id="339" r:id="rId81"/>
    <p:sldId id="349" r:id="rId82"/>
    <p:sldId id="350" r:id="rId83"/>
    <p:sldId id="351" r:id="rId84"/>
    <p:sldId id="362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3" r:id="rId96"/>
    <p:sldId id="364" r:id="rId97"/>
    <p:sldId id="365" r:id="rId98"/>
    <p:sldId id="366" r:id="rId99"/>
    <p:sldId id="367" r:id="rId100"/>
    <p:sldId id="369" r:id="rId101"/>
    <p:sldId id="370" r:id="rId102"/>
    <p:sldId id="371" r:id="rId103"/>
    <p:sldId id="372" r:id="rId104"/>
    <p:sldId id="373" r:id="rId105"/>
    <p:sldId id="368" r:id="rId106"/>
    <p:sldId id="374" r:id="rId107"/>
    <p:sldId id="379" r:id="rId108"/>
    <p:sldId id="375" r:id="rId109"/>
    <p:sldId id="378" r:id="rId110"/>
    <p:sldId id="376" r:id="rId111"/>
    <p:sldId id="380" r:id="rId112"/>
    <p:sldId id="385" r:id="rId113"/>
    <p:sldId id="377" r:id="rId114"/>
    <p:sldId id="381" r:id="rId115"/>
    <p:sldId id="382" r:id="rId116"/>
    <p:sldId id="383" r:id="rId117"/>
    <p:sldId id="384" r:id="rId118"/>
    <p:sldId id="386" r:id="rId119"/>
    <p:sldId id="387" r:id="rId120"/>
    <p:sldId id="388" r:id="rId121"/>
    <p:sldId id="392" r:id="rId122"/>
    <p:sldId id="389" r:id="rId123"/>
    <p:sldId id="390" r:id="rId124"/>
    <p:sldId id="391" r:id="rId125"/>
    <p:sldId id="393" r:id="rId126"/>
    <p:sldId id="394" r:id="rId127"/>
    <p:sldId id="399" r:id="rId128"/>
    <p:sldId id="400" r:id="rId129"/>
    <p:sldId id="401" r:id="rId130"/>
    <p:sldId id="405" r:id="rId131"/>
    <p:sldId id="403" r:id="rId132"/>
    <p:sldId id="402" r:id="rId133"/>
    <p:sldId id="404" r:id="rId134"/>
    <p:sldId id="415" r:id="rId135"/>
    <p:sldId id="408" r:id="rId136"/>
    <p:sldId id="409" r:id="rId137"/>
    <p:sldId id="410" r:id="rId138"/>
    <p:sldId id="411" r:id="rId139"/>
    <p:sldId id="412" r:id="rId14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E807-DD1A-8881-34C7-A112E24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F9E3F394-D608-7BA8-9F5B-8771A939CAB5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4BB9A61-4115-E303-7151-E9DD34636C13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36BCB3B-942C-F72D-3148-2518CB90F02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35AC604-2E17-75F1-2291-92598E52E3A0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9FAA8486-C107-D5BF-2BD4-C7CAF186398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B5304B8-A034-90F7-5218-D189BB895A87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79A03-7B34-D81D-A173-711C6D20164B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EEB9A844-B879-7EDC-CF99-E8080ECC708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7CB22CF-B3A2-D8E0-6C3F-28B2F744D58F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93E5E5EE-1C08-8076-68AC-F7124764F0E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BE4B6B1-D1C1-C100-9252-1A9C92CE8D1D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D0266D6-2F2E-3048-0E63-3C1DD31D5CA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9F81F84-2CF5-647C-932B-ADBEB97B23E7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B08B12F-C5D0-7371-69E7-8830F6D2EE3F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95BBC139-713F-CDE8-4AB6-1D15943B757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763C2D-DAC7-069E-5641-A4115E9B36A4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D932E9-BD0D-DB49-DDA7-D6FA89E6A201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D43EA4AE-0B25-8E90-703D-F00995D9053B}"/>
              </a:ext>
            </a:extLst>
          </p:cNvPr>
          <p:cNvSpPr/>
          <p:nvPr/>
        </p:nvSpPr>
        <p:spPr>
          <a:xfrm>
            <a:off x="3332358" y="216106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15CC4DEA-DB21-CC71-3B7B-1EF07C9AEE49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31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BD9B955A-6C55-C1B2-5671-67DB11CE8DE8}"/>
              </a:ext>
            </a:extLst>
          </p:cNvPr>
          <p:cNvSpPr/>
          <p:nvPr/>
        </p:nvSpPr>
        <p:spPr>
          <a:xfrm>
            <a:off x="3332358" y="555740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856A00D-EAE9-8309-25BC-33173F036197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02058" y="5908077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3325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切り替え元の</a:t>
            </a:r>
            <a:r>
              <a:rPr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切り替え先の</a:t>
            </a:r>
            <a:r>
              <a:rPr kumimoji="1"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1965658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32092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7D6531F-7724-8854-F81A-B389EAE5FFBD}"/>
              </a:ext>
            </a:extLst>
          </p:cNvPr>
          <p:cNvSpPr/>
          <p:nvPr/>
        </p:nvSpPr>
        <p:spPr>
          <a:xfrm>
            <a:off x="3332358" y="216106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1933812-392D-4081-BDC9-7B25FDC3005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29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BE901A-2EC7-5B16-4ADC-E4CAB8A4CAA4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3DD010-1849-BF4D-C91D-894DBAA44257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733555-41B3-79B1-F9EC-C40C721E333F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4D981E-3E81-DAC8-DBC5-9133C4C565F3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E1E1618-10BB-A005-7D11-66AA2CA2B432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D638D9-8788-2CDB-EA67-88C1D8700010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8CF3DA-67EA-7042-EEA3-0F5BFEA50998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0487B-4CBD-F8E2-4441-A0E739F1C51E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2616</TotalTime>
  <Words>1380</Words>
  <Application>Microsoft Office PowerPoint</Application>
  <PresentationFormat>ワイド画面</PresentationFormat>
  <Paragraphs>410</Paragraphs>
  <Slides>139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139</vt:i4>
      </vt:variant>
    </vt:vector>
  </HeadingPairs>
  <TitlesOfParts>
    <vt:vector size="14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128</cp:revision>
  <dcterms:created xsi:type="dcterms:W3CDTF">2026-06-19T00:38:07Z</dcterms:created>
  <dcterms:modified xsi:type="dcterms:W3CDTF">2026-06-24T09:19:51Z</dcterms:modified>
</cp:coreProperties>
</file>