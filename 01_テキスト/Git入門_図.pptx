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2" r:id="rId4"/>
    <p:sldId id="258" r:id="rId5"/>
    <p:sldId id="260" r:id="rId6"/>
    <p:sldId id="263" r:id="rId7"/>
    <p:sldId id="264" r:id="rId8"/>
    <p:sldId id="265" r:id="rId9"/>
    <p:sldId id="261" r:id="rId10"/>
    <p:sldId id="266" r:id="rId11"/>
    <p:sldId id="267" r:id="rId12"/>
    <p:sldId id="269" r:id="rId13"/>
    <p:sldId id="270" r:id="rId14"/>
    <p:sldId id="271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FF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>
        <p:scale>
          <a:sx n="50" d="100"/>
          <a:sy n="50" d="100"/>
        </p:scale>
        <p:origin x="1114" y="6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2026/6/19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78006FC7-63AE-4E0B-30C3-925430481E52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BBAAF965-8911-B170-FCA1-EDCD8EFBD988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36F53BD9-1DB2-4204-B214-4FDE53BD46D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grpSp>
        <p:nvGrpSpPr>
          <p:cNvPr id="46" name="グループ化 45">
            <a:extLst>
              <a:ext uri="{FF2B5EF4-FFF2-40B4-BE49-F238E27FC236}">
                <a16:creationId xmlns:a16="http://schemas.microsoft.com/office/drawing/2014/main" id="{07C742BF-ABB3-A011-4C24-0A9D18E15B69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27" name="四角形: 角を丸くする 26">
              <a:extLst>
                <a:ext uri="{FF2B5EF4-FFF2-40B4-BE49-F238E27FC236}">
                  <a16:creationId xmlns:a16="http://schemas.microsoft.com/office/drawing/2014/main" id="{51396580-295D-2BA4-D8D5-E5AF12F3EC5A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CC0451E4-E829-7CB1-0E8F-3446E18D5C3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9B7951AD-0279-72F0-00AD-4F8A8E23F088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6DC53D3F-BA9F-7C02-BD8E-5CC3A5363E76}"/>
              </a:ext>
            </a:extLst>
          </p:cNvPr>
          <p:cNvGrpSpPr/>
          <p:nvPr/>
        </p:nvGrpSpPr>
        <p:grpSpPr>
          <a:xfrm>
            <a:off x="3017710" y="5567557"/>
            <a:ext cx="1217310" cy="1293884"/>
            <a:chOff x="5938864" y="3124197"/>
            <a:chExt cx="1217310" cy="1364976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0DAD071-50F7-1A45-8DE6-90DA74E4842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6ABEF186-A6DD-351D-F798-93614A54C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52691EB4-5824-5D80-05ED-DCE6A25B556D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00044E3F-530F-43B8-AB81-54AD1DD5A3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08119CF4-3B8F-CF69-0BBD-AEB2B4D0D883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FA7EA4CA-1DD6-2E31-C537-FD44928E1EF6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925BFAD-BFBC-47A4-614B-1CBAA4941E54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3E5DB29E-5B60-1CA8-5B0E-F59E5A07DCFA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C20FC22A-36FF-A5F8-622F-AD2C55EBCC3C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BA76AC4F-B0C6-E05A-BC26-31344C4D0A9E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C8AFC08A-EE17-F6F2-7506-6020B491FF4A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2881E667-FB3C-4CF0-3F4E-DDBDAE06C447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6015185-5341-0610-ADCF-1AE748113F22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1D96B618-9284-54C0-8233-89E36E1036FB}"/>
              </a:ext>
            </a:extLst>
          </p:cNvPr>
          <p:cNvGrpSpPr/>
          <p:nvPr/>
        </p:nvGrpSpPr>
        <p:grpSpPr>
          <a:xfrm>
            <a:off x="5184931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1BDB9212-1782-CE7D-EA81-FDF426C4FFAE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CF8B5023-4FCB-0B04-EF7B-2B8914765534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3F9F924F-403A-E011-B193-671796FD8FC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E20F9D73-5921-C504-CA08-9C945258913D}"/>
              </a:ext>
            </a:extLst>
          </p:cNvPr>
          <p:cNvGrpSpPr/>
          <p:nvPr/>
        </p:nvGrpSpPr>
        <p:grpSpPr>
          <a:xfrm>
            <a:off x="4794961" y="5423041"/>
            <a:ext cx="3308499" cy="1440000"/>
            <a:chOff x="4860910" y="5474477"/>
            <a:chExt cx="3308499" cy="1440000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4A1FB15-86B1-B2A4-34E7-1C1A043719D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FE5751B4-7EA2-E2C5-EE3E-C4E7DA7CA4D2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D722B44E-2F01-0271-9936-BFF1169D3E98}"/>
              </a:ext>
            </a:extLst>
          </p:cNvPr>
          <p:cNvGrpSpPr/>
          <p:nvPr/>
        </p:nvGrpSpPr>
        <p:grpSpPr>
          <a:xfrm>
            <a:off x="4794961" y="5423041"/>
            <a:ext cx="3308499" cy="1440000"/>
            <a:chOff x="4860910" y="5474477"/>
            <a:chExt cx="3308499" cy="1440000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AD21247F-E246-C73C-A6C9-8AE94EFE8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F76605F-A5D9-F39F-A4F5-8345B08E8383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accent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22554CE-5E78-B295-9CB6-39F8EDD1C961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4DC75B8-DFB1-53EF-FE15-DC19F14BE186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65382958-7007-24C4-30DF-B0CC1BA3CDF1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DEA755F-E447-E1BD-2DB0-028FA880E9A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D5B1759F-5778-4137-91BF-6BBE24796B6F}"/>
              </a:ext>
            </a:extLst>
          </p:cNvPr>
          <p:cNvGrpSpPr/>
          <p:nvPr/>
        </p:nvGrpSpPr>
        <p:grpSpPr>
          <a:xfrm>
            <a:off x="8084280" y="4016450"/>
            <a:ext cx="2067770" cy="324450"/>
            <a:chOff x="5764251" y="1853450"/>
            <a:chExt cx="1080000" cy="534507"/>
          </a:xfrm>
        </p:grpSpPr>
        <p:sp>
          <p:nvSpPr>
            <p:cNvPr id="29" name="フローチャート: 手作業 28">
              <a:extLst>
                <a:ext uri="{FF2B5EF4-FFF2-40B4-BE49-F238E27FC236}">
                  <a16:creationId xmlns:a16="http://schemas.microsoft.com/office/drawing/2014/main" id="{E95EF7E8-2744-EFFC-546E-2CDE59DA43C7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09757CED-E7A0-BDB3-E4D5-FABC4B472C8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pic>
        <p:nvPicPr>
          <p:cNvPr id="31" name="図 30">
            <a:extLst>
              <a:ext uri="{FF2B5EF4-FFF2-40B4-BE49-F238E27FC236}">
                <a16:creationId xmlns:a16="http://schemas.microsoft.com/office/drawing/2014/main" id="{BB476ED2-4412-DCCE-323D-32EBA769357A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82552" y="3395484"/>
            <a:ext cx="871225" cy="871225"/>
          </a:xfrm>
          <a:prstGeom prst="rect">
            <a:avLst/>
          </a:prstGeom>
        </p:spPr>
      </p:pic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297A0748-B693-EDE8-554F-2DCFF6A456D4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AE5BED5A-D86F-3820-1FAB-4D492B9EA4B8}"/>
              </a:ext>
            </a:extLst>
          </p:cNvPr>
          <p:cNvGrpSpPr/>
          <p:nvPr/>
        </p:nvGrpSpPr>
        <p:grpSpPr>
          <a:xfrm>
            <a:off x="4111901" y="2257036"/>
            <a:ext cx="1217310" cy="1293884"/>
            <a:chOff x="5938864" y="3124197"/>
            <a:chExt cx="1217310" cy="136497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F3DA0C4-30D4-A281-89EB-0F2154D9CB9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E4FA44E5-969E-8323-0C1D-F35118D67CE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FD17F26-F1AA-4F08-9EA8-AF323AB20E78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3A4DC48-52C9-A2E5-4F62-A8D86102686E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C35AC-F1A8-B0B4-BA7D-B37B05E8B9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D85BEA2E-432B-2807-3E72-41884802D25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98306C84-8B6C-9CE8-8886-B1F82CB4472E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8BD89B26-D3FB-4B9B-99A0-F01F7166E333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82DF4A-5345-3FB1-3CBD-63D347E1D7C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B7980B84-A156-1C2C-CD56-4C44C12D1693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A50EC7D7-24EA-8158-41DA-75811BAECDF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F3F32988-2F07-724E-069D-DCFD68E0CEC1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2F8D038D-C893-87CA-82F9-051B287F8E64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1700060-A145-EB99-47E1-04C8A6FCEE4A}"/>
              </a:ext>
            </a:extLst>
          </p:cNvPr>
          <p:cNvGrpSpPr/>
          <p:nvPr/>
        </p:nvGrpSpPr>
        <p:grpSpPr>
          <a:xfrm>
            <a:off x="4111901" y="2043676"/>
            <a:ext cx="1217310" cy="1293884"/>
            <a:chOff x="5938864" y="3124197"/>
            <a:chExt cx="1217310" cy="1364976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C967C753-AB82-8144-CA57-729E68F2373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AFD375C7-E4ED-A27B-D788-0E93D82F06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2DCB563A-BE72-B728-5B9B-9DF556F249BF}"/>
              </a:ext>
            </a:extLst>
          </p:cNvPr>
          <p:cNvGrpSpPr/>
          <p:nvPr/>
        </p:nvGrpSpPr>
        <p:grpSpPr>
          <a:xfrm>
            <a:off x="4132360" y="663091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7F1F740D-3B58-9AE6-5E6E-E0FD43276D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C3A68F92-3830-CF1D-7038-B28A704DC78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035095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E78327BF-8BE7-AE56-E7DB-F63242ACFA3D}"/>
              </a:ext>
            </a:extLst>
          </p:cNvPr>
          <p:cNvGrpSpPr/>
          <p:nvPr/>
        </p:nvGrpSpPr>
        <p:grpSpPr>
          <a:xfrm>
            <a:off x="4132360" y="7423396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49483B10-DB47-6F04-BE2A-63DC7B9FF3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3B9A9C92-DDBC-574A-A794-B6AFD70A62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28779FEC-BF07-D6EE-D4E1-976D4EBB232E}"/>
              </a:ext>
            </a:extLst>
          </p:cNvPr>
          <p:cNvSpPr/>
          <p:nvPr/>
        </p:nvSpPr>
        <p:spPr>
          <a:xfrm>
            <a:off x="6298963" y="552943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FAAF2DBD-3162-971D-AFEC-2C9B76795AB0}"/>
              </a:ext>
            </a:extLst>
          </p:cNvPr>
          <p:cNvSpPr/>
          <p:nvPr/>
        </p:nvSpPr>
        <p:spPr>
          <a:xfrm>
            <a:off x="6298963" y="6232782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AD682B44-A40C-73E3-1C1F-8BD234C03F98}"/>
              </a:ext>
            </a:extLst>
          </p:cNvPr>
          <p:cNvSpPr/>
          <p:nvPr/>
        </p:nvSpPr>
        <p:spPr>
          <a:xfrm>
            <a:off x="6298963" y="6936132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AE9D9435-3656-9A81-CFCB-9163C8AA5A53}"/>
              </a:ext>
            </a:extLst>
          </p:cNvPr>
          <p:cNvGrpSpPr/>
          <p:nvPr/>
        </p:nvGrpSpPr>
        <p:grpSpPr>
          <a:xfrm>
            <a:off x="3944660" y="2864981"/>
            <a:ext cx="1217310" cy="1293884"/>
            <a:chOff x="5938864" y="3124197"/>
            <a:chExt cx="1217310" cy="1364976"/>
          </a:xfrm>
        </p:grpSpPr>
        <p:pic>
          <p:nvPicPr>
            <p:cNvPr id="8" name="図 7">
              <a:extLst>
                <a:ext uri="{FF2B5EF4-FFF2-40B4-BE49-F238E27FC236}">
                  <a16:creationId xmlns:a16="http://schemas.microsoft.com/office/drawing/2014/main" id="{ECE3044D-7BBE-ECA9-A854-1EE48637D7A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938864" y="3124197"/>
              <a:ext cx="1217310" cy="1364976"/>
            </a:xfrm>
            <a:prstGeom prst="rect">
              <a:avLst/>
            </a:prstGeom>
          </p:spPr>
        </p:pic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4B94DFD8-7D83-2B6A-A570-FAA5FFBC230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33519" y="3493589"/>
              <a:ext cx="828000" cy="828000"/>
            </a:xfrm>
            <a:prstGeom prst="rect">
              <a:avLst/>
            </a:prstGeom>
          </p:spPr>
        </p:pic>
      </p:grp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10C7F15-4126-967D-BDBC-A6F46ADC320D}"/>
              </a:ext>
            </a:extLst>
          </p:cNvPr>
          <p:cNvSpPr/>
          <p:nvPr/>
        </p:nvSpPr>
        <p:spPr>
          <a:xfrm>
            <a:off x="6273747" y="971017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7" name="四角形: 角を丸くする 16">
            <a:extLst>
              <a:ext uri="{FF2B5EF4-FFF2-40B4-BE49-F238E27FC236}">
                <a16:creationId xmlns:a16="http://schemas.microsoft.com/office/drawing/2014/main" id="{45EC6968-1B82-897D-4F9E-B458094BBCD8}"/>
              </a:ext>
            </a:extLst>
          </p:cNvPr>
          <p:cNvSpPr/>
          <p:nvPr/>
        </p:nvSpPr>
        <p:spPr>
          <a:xfrm>
            <a:off x="6273747" y="1664641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200D8D7-8886-C502-2265-ECCAAB75D5CA}"/>
              </a:ext>
            </a:extLst>
          </p:cNvPr>
          <p:cNvSpPr/>
          <p:nvPr/>
        </p:nvSpPr>
        <p:spPr>
          <a:xfrm>
            <a:off x="6273747" y="2358265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135FBE9E-920D-99C6-6F1E-E5245260B7DD}"/>
              </a:ext>
            </a:extLst>
          </p:cNvPr>
          <p:cNvSpPr/>
          <p:nvPr/>
        </p:nvSpPr>
        <p:spPr>
          <a:xfrm>
            <a:off x="6273747" y="6166822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A0A84FC3-9D93-78F9-6B55-BFBA3E16E93C}"/>
              </a:ext>
            </a:extLst>
          </p:cNvPr>
          <p:cNvSpPr/>
          <p:nvPr/>
        </p:nvSpPr>
        <p:spPr>
          <a:xfrm>
            <a:off x="6273747" y="6860446"/>
            <a:ext cx="2042160" cy="563880"/>
          </a:xfrm>
          <a:prstGeom prst="roundRect">
            <a:avLst/>
          </a:prstGeom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80FCBB7-B90F-F56C-3DFF-718DF0EBA926}"/>
              </a:ext>
            </a:extLst>
          </p:cNvPr>
          <p:cNvSpPr/>
          <p:nvPr/>
        </p:nvSpPr>
        <p:spPr>
          <a:xfrm>
            <a:off x="6273747" y="755407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543</TotalTime>
  <Words>129</Words>
  <Application>Microsoft Office PowerPoint</Application>
  <PresentationFormat>ワイド画面</PresentationFormat>
  <Paragraphs>68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8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7</cp:revision>
  <dcterms:created xsi:type="dcterms:W3CDTF">2026-06-19T00:38:07Z</dcterms:created>
  <dcterms:modified xsi:type="dcterms:W3CDTF">2026-06-19T09:41:54Z</dcterms:modified>
</cp:coreProperties>
</file>