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421" r:id="rId33"/>
    <p:sldId id="424" r:id="rId34"/>
    <p:sldId id="427" r:id="rId35"/>
    <p:sldId id="283" r:id="rId36"/>
    <p:sldId id="284" r:id="rId37"/>
    <p:sldId id="293" r:id="rId38"/>
    <p:sldId id="416" r:id="rId39"/>
    <p:sldId id="417" r:id="rId40"/>
    <p:sldId id="294" r:id="rId41"/>
    <p:sldId id="298" r:id="rId42"/>
    <p:sldId id="285" r:id="rId43"/>
    <p:sldId id="299" r:id="rId44"/>
    <p:sldId id="406" r:id="rId45"/>
    <p:sldId id="304" r:id="rId46"/>
    <p:sldId id="420" r:id="rId47"/>
    <p:sldId id="419" r:id="rId48"/>
    <p:sldId id="300" r:id="rId49"/>
    <p:sldId id="305" r:id="rId50"/>
    <p:sldId id="306" r:id="rId51"/>
    <p:sldId id="301" r:id="rId52"/>
    <p:sldId id="407" r:id="rId53"/>
    <p:sldId id="318" r:id="rId54"/>
    <p:sldId id="319" r:id="rId55"/>
    <p:sldId id="320" r:id="rId56"/>
    <p:sldId id="321" r:id="rId57"/>
    <p:sldId id="324" r:id="rId58"/>
    <p:sldId id="325" r:id="rId59"/>
    <p:sldId id="326" r:id="rId60"/>
    <p:sldId id="327" r:id="rId61"/>
    <p:sldId id="322" r:id="rId62"/>
    <p:sldId id="328" r:id="rId63"/>
    <p:sldId id="323" r:id="rId64"/>
    <p:sldId id="329" r:id="rId65"/>
    <p:sldId id="330" r:id="rId66"/>
    <p:sldId id="332" r:id="rId67"/>
    <p:sldId id="331" r:id="rId68"/>
    <p:sldId id="333" r:id="rId69"/>
    <p:sldId id="334" r:id="rId70"/>
    <p:sldId id="335" r:id="rId71"/>
    <p:sldId id="340" r:id="rId72"/>
    <p:sldId id="336" r:id="rId73"/>
    <p:sldId id="341" r:id="rId74"/>
    <p:sldId id="342" r:id="rId75"/>
    <p:sldId id="344" r:id="rId76"/>
    <p:sldId id="337" r:id="rId77"/>
    <p:sldId id="343" r:id="rId78"/>
    <p:sldId id="345" r:id="rId79"/>
    <p:sldId id="346" r:id="rId80"/>
    <p:sldId id="347" r:id="rId81"/>
    <p:sldId id="338" r:id="rId82"/>
    <p:sldId id="348" r:id="rId83"/>
    <p:sldId id="339" r:id="rId84"/>
    <p:sldId id="349" r:id="rId85"/>
    <p:sldId id="350" r:id="rId86"/>
    <p:sldId id="351" r:id="rId87"/>
    <p:sldId id="362" r:id="rId88"/>
    <p:sldId id="352" r:id="rId89"/>
    <p:sldId id="353" r:id="rId90"/>
    <p:sldId id="354" r:id="rId91"/>
    <p:sldId id="361" r:id="rId92"/>
    <p:sldId id="363" r:id="rId93"/>
    <p:sldId id="364" r:id="rId94"/>
    <p:sldId id="365" r:id="rId95"/>
    <p:sldId id="355" r:id="rId96"/>
    <p:sldId id="356" r:id="rId97"/>
    <p:sldId id="430" r:id="rId98"/>
    <p:sldId id="358" r:id="rId99"/>
    <p:sldId id="429" r:id="rId100"/>
    <p:sldId id="359" r:id="rId101"/>
    <p:sldId id="360" r:id="rId102"/>
    <p:sldId id="367" r:id="rId103"/>
    <p:sldId id="369" r:id="rId104"/>
    <p:sldId id="370" r:id="rId105"/>
    <p:sldId id="371" r:id="rId106"/>
    <p:sldId id="372" r:id="rId107"/>
    <p:sldId id="373" r:id="rId108"/>
    <p:sldId id="368" r:id="rId109"/>
    <p:sldId id="374" r:id="rId110"/>
    <p:sldId id="379" r:id="rId111"/>
    <p:sldId id="375" r:id="rId112"/>
    <p:sldId id="378" r:id="rId113"/>
    <p:sldId id="376" r:id="rId114"/>
    <p:sldId id="380" r:id="rId115"/>
    <p:sldId id="385" r:id="rId116"/>
    <p:sldId id="377" r:id="rId117"/>
    <p:sldId id="381" r:id="rId118"/>
    <p:sldId id="382" r:id="rId119"/>
    <p:sldId id="383" r:id="rId120"/>
    <p:sldId id="384" r:id="rId121"/>
    <p:sldId id="432" r:id="rId122"/>
    <p:sldId id="431" r:id="rId123"/>
    <p:sldId id="387" r:id="rId124"/>
    <p:sldId id="388" r:id="rId125"/>
    <p:sldId id="392" r:id="rId126"/>
    <p:sldId id="389" r:id="rId127"/>
    <p:sldId id="390" r:id="rId128"/>
    <p:sldId id="391" r:id="rId129"/>
    <p:sldId id="433" r:id="rId130"/>
    <p:sldId id="393" r:id="rId131"/>
    <p:sldId id="394" r:id="rId132"/>
    <p:sldId id="399" r:id="rId133"/>
    <p:sldId id="400" r:id="rId134"/>
    <p:sldId id="422" r:id="rId135"/>
    <p:sldId id="425" r:id="rId136"/>
    <p:sldId id="426" r:id="rId137"/>
    <p:sldId id="405" r:id="rId138"/>
    <p:sldId id="403" r:id="rId139"/>
    <p:sldId id="402" r:id="rId140"/>
    <p:sldId id="404" r:id="rId141"/>
    <p:sldId id="415" r:id="rId142"/>
    <p:sldId id="408" r:id="rId143"/>
    <p:sldId id="409" r:id="rId144"/>
    <p:sldId id="410" r:id="rId145"/>
    <p:sldId id="411" r:id="rId146"/>
    <p:sldId id="412" r:id="rId147"/>
    <p:sldId id="428" r:id="rId14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presProps" Target="pres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viewProps" Target="view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G"/><Relationship Id="rId4" Type="http://schemas.openxmlformats.org/officeDocument/2006/relationships/image" Target="../media/image47.JP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G"/><Relationship Id="rId4" Type="http://schemas.openxmlformats.org/officeDocument/2006/relationships/image" Target="../media/image47.JP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G"/><Relationship Id="rId4" Type="http://schemas.openxmlformats.org/officeDocument/2006/relationships/image" Target="../media/image47.JP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G"/><Relationship Id="rId4" Type="http://schemas.openxmlformats.org/officeDocument/2006/relationships/image" Target="../media/image47.JP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CC58-A8B9-03AA-1CFD-645DE5CC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04245BF-F307-0443-E2E2-DBD213E93D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3DC828-94AE-7C6C-1702-F6D052FA5FDF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812625-5A56-4049-7C18-F9611C1F4DD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0DB5CB79-C1FD-8F70-497F-BC80030E4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AB6D178-36AA-4BE3-3EB5-155749B73021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9096F0A9-45E7-8141-92FE-81239D37F09C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C063B2C2-9FAE-B311-3D8C-8BD75BB48C8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8A37C5D-1BC4-456A-29D8-D027CADA6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2093D48-60B7-7FDD-F559-874C6FD97714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0383652-6332-520E-96C1-550701DB6E6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DDCAFDE6-8A43-57BC-3535-446ACF222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2C59E482-B7B0-5A33-4A63-7ECF52BC1165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7D01923D-4954-65AE-6CF6-B338F506B6D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A2F324-9397-2C7B-F8BC-BEB3E89606BA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2B8950A-8B12-138B-760B-97155CEB1CBA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D428834-B580-1D5C-5163-88F0D303E7D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4351ED4-B33A-910D-75C1-C31B87FD6FF1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7FB5736-B804-F7B9-B4F9-2A7BEF75D9C2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A08C3111-E81A-4506-855A-214D38602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18655C3-EC1D-02CC-623C-CD90BEA34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61AAB5C4-855F-CDC7-BD97-2AB92A698B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4" name="図 13">
            <a:extLst>
              <a:ext uri="{FF2B5EF4-FFF2-40B4-BE49-F238E27FC236}">
                <a16:creationId xmlns:a16="http://schemas.microsoft.com/office/drawing/2014/main" id="{E6068BDC-AF9E-7A2B-BC20-09C5957395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795" y="5533871"/>
            <a:ext cx="871225" cy="87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168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007F-EE34-014E-7B04-CB81E6C11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D08C016-C837-2829-D20F-D5CF49941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5BA3302-0FA7-3854-A894-EFA68CA206A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71887134-A37F-2D13-97CC-DDE074F71C8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C6EAE1B2-8419-0619-B2B5-0E43723541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E203DAA-8E5B-7282-6720-EB8D633D752C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32AC4378-F592-863C-3B90-B7BD90222144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FF98FA4F-2CFF-0D25-8DC3-923E80FF9C9E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ABA3A7B-CE93-D02A-BA40-60D987A4D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58A73E-7B47-4072-0CE1-7083564FA7EF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E3045EC8-0429-6E05-F394-2FD49AD1623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43897156-9506-1A76-0806-B59092312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E9045FB3-73EC-1819-0A14-2C554D0BCAE3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93DE4F51-83AB-FC42-4ABE-8827C09EFAE9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DF5FFEE-1E77-79F9-BA17-78E62BB7B967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66F6A32-59DF-06C6-0E59-9EB61E69334C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FC765C-9699-0450-1CC7-C7B4CC266DEF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7EBFCFEA-64EA-AB83-189C-D7A46B18D0C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2EAB8D0-4BBF-9749-28D2-A0C9981B9B88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6F90808-2946-14C2-49BD-29B7A3F7158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6518EE9-E8D9-0BC1-0D08-63159F8CC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F886B656-656C-CFB7-1FEC-4579807D3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ADED526-5074-CD51-13B0-7E6B97D999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2B4820F3-68BC-EED5-D0FA-7C7E42C01DD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C4FDB37-49A9-53A1-D1EC-D41180EDD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E48F0E0-B0F9-CA03-7F4A-1CA30C9BD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57A4F343-91EC-FACB-2B37-2AF979E5D3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6753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AAB1-E73C-232F-3C4D-8AE4CF9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C497AB6-A52E-016B-971D-033141EF79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ECA8800-9F70-593A-77AC-628AF7936E4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F683CF9-D217-78DA-8E03-1BBFEAD6EF0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DA4F5C9D-27F6-7F2B-1EBB-BE59C0A53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8D283EE6-98EE-DEC0-76F4-AE6246AD6123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17E46B08-9424-D426-7CEA-BD75B52235AB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600EC2A4-5BD2-8A94-0A46-2E549C7F4C0C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DB8D223-B88E-FA63-CFE0-12ABDABB1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E8256B17-D795-0796-C56F-A075B00DC208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5441CC6-55B8-C133-B199-8D069FD25C13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C56CF96B-363A-0B4D-8AD7-2E3CE4D96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894EBA1D-2077-CE54-6C97-342E0E4D1F80}"/>
              </a:ext>
            </a:extLst>
          </p:cNvPr>
          <p:cNvSpPr/>
          <p:nvPr/>
        </p:nvSpPr>
        <p:spPr>
          <a:xfrm>
            <a:off x="4282751" y="637805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CDD748BF-1277-49E6-2E05-09FB4FFA1ADE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E076BF-BEA3-B27B-46BD-18D20CBE6510}"/>
              </a:ext>
            </a:extLst>
          </p:cNvPr>
          <p:cNvSpPr/>
          <p:nvPr/>
        </p:nvSpPr>
        <p:spPr>
          <a:xfrm>
            <a:off x="5833587" y="4784092"/>
            <a:ext cx="5748505" cy="1420967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26E689C-6FFC-6903-D368-210201903625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ED13B17-F854-0EA2-090A-6AAD785CA10C}"/>
              </a:ext>
            </a:extLst>
          </p:cNvPr>
          <p:cNvSpPr/>
          <p:nvPr/>
        </p:nvSpPr>
        <p:spPr>
          <a:xfrm rot="5400000">
            <a:off x="7757770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E7082D8-B7D1-D6B3-703A-E697A6D0F1EC}"/>
              </a:ext>
            </a:extLst>
          </p:cNvPr>
          <p:cNvSpPr/>
          <p:nvPr/>
        </p:nvSpPr>
        <p:spPr>
          <a:xfrm>
            <a:off x="4030824" y="4699643"/>
            <a:ext cx="8042988" cy="2986259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5A3FEAA-EFCB-1C35-4C26-37C1BF38AD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689" y="1733198"/>
            <a:ext cx="871225" cy="87122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D87FD42-F96A-6AE3-1FE6-DFD931B71C3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85" y="1733198"/>
            <a:ext cx="871225" cy="871225"/>
          </a:xfrm>
          <a:prstGeom prst="rect">
            <a:avLst/>
          </a:prstGeom>
        </p:spPr>
      </p:pic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C94FDBAB-1827-CCF1-3CD1-B2EE7CA700E0}"/>
              </a:ext>
            </a:extLst>
          </p:cNvPr>
          <p:cNvCxnSpPr>
            <a:cxnSpLocks/>
          </p:cNvCxnSpPr>
          <p:nvPr/>
        </p:nvCxnSpPr>
        <p:spPr>
          <a:xfrm flipV="1">
            <a:off x="6487199" y="2168810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D74B09FC-FC87-BE4E-5016-7EE82F9630DC}"/>
              </a:ext>
            </a:extLst>
          </p:cNvPr>
          <p:cNvGrpSpPr/>
          <p:nvPr/>
        </p:nvGrpSpPr>
        <p:grpSpPr>
          <a:xfrm>
            <a:off x="5785535" y="6292797"/>
            <a:ext cx="1754757" cy="871225"/>
            <a:chOff x="5813135" y="5530326"/>
            <a:chExt cx="1754757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C9A4D0C-AECB-D685-5853-FEA01043A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6667" y="5530326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D87833E-8F08-49A9-9D48-D3262E300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3135" y="5530326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2CDE3A23-0505-8F42-0BCB-78E1041E15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0305" y="5965938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65630FB2-22BD-FD23-A9AB-E9903BFE022A}"/>
              </a:ext>
            </a:extLst>
          </p:cNvPr>
          <p:cNvSpPr/>
          <p:nvPr/>
        </p:nvSpPr>
        <p:spPr>
          <a:xfrm>
            <a:off x="7091813" y="106105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822C5B8-F104-D4EF-4874-098826FC499C}"/>
              </a:ext>
            </a:extLst>
          </p:cNvPr>
          <p:cNvSpPr/>
          <p:nvPr/>
        </p:nvSpPr>
        <p:spPr>
          <a:xfrm>
            <a:off x="7091813" y="5579428"/>
            <a:ext cx="1800000" cy="504000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tx1"/>
                </a:solidFill>
              </a:rPr>
              <a:t>変更履歴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C51E1C23-FACA-B013-2CEC-274A75867650}"/>
              </a:ext>
            </a:extLst>
          </p:cNvPr>
          <p:cNvSpPr/>
          <p:nvPr/>
        </p:nvSpPr>
        <p:spPr>
          <a:xfrm>
            <a:off x="7091813" y="489642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2363157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E807-DD1A-8881-34C7-A112E24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F9E3F394-D608-7BA8-9F5B-8771A939CAB5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4BB9A61-4115-E303-7151-E9DD34636C13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36BCB3B-942C-F72D-3148-2518CB90F02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35AC604-2E17-75F1-2291-92598E52E3A0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9FAA8486-C107-D5BF-2BD4-C7CAF186398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B5304B8-A034-90F7-5218-D189BB895A87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79A03-7B34-D81D-A173-711C6D20164B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EEB9A844-B879-7EDC-CF99-E8080ECC708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7CB22CF-B3A2-D8E0-6C3F-28B2F744D58F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93E5E5EE-1C08-8076-68AC-F7124764F0E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BE4B6B1-D1C1-C100-9252-1A9C92CE8D1D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D0266D6-2F2E-3048-0E63-3C1DD31D5CA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9F81F84-2CF5-647C-932B-ADBEB97B23E7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B08B12F-C5D0-7371-69E7-8830F6D2EE3F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95BBC139-713F-CDE8-4AB6-1D15943B757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763C2D-DAC7-069E-5641-A4115E9B36A4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D932E9-BD0D-DB49-DDA7-D6FA89E6A201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D43EA4AE-0B25-8E90-703D-F00995D9053B}"/>
              </a:ext>
            </a:extLst>
          </p:cNvPr>
          <p:cNvSpPr/>
          <p:nvPr/>
        </p:nvSpPr>
        <p:spPr>
          <a:xfrm>
            <a:off x="3332358" y="216106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15CC4DEA-DB21-CC71-3B7B-1EF07C9AEE49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31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BD9B955A-6C55-C1B2-5671-67DB11CE8DE8}"/>
              </a:ext>
            </a:extLst>
          </p:cNvPr>
          <p:cNvSpPr/>
          <p:nvPr/>
        </p:nvSpPr>
        <p:spPr>
          <a:xfrm>
            <a:off x="3332358" y="555740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856A00D-EAE9-8309-25BC-33173F036197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02058" y="5908077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332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切り替え元の</a:t>
            </a:r>
            <a:r>
              <a:rPr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切り替え先の</a:t>
            </a:r>
            <a:r>
              <a:rPr kumimoji="1"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1965658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32092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7D6531F-7724-8854-F81A-B389EAE5FFBD}"/>
              </a:ext>
            </a:extLst>
          </p:cNvPr>
          <p:cNvSpPr/>
          <p:nvPr/>
        </p:nvSpPr>
        <p:spPr>
          <a:xfrm>
            <a:off x="3332358" y="216106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1933812-392D-4081-BDC9-7B25FDC3005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29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BE901A-2EC7-5B16-4ADC-E4CAB8A4CAA4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3DD010-1849-BF4D-C91D-894DBAA44257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733555-41B3-79B1-F9EC-C40C721E333F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4D981E-3E81-DAC8-DBC5-9133C4C565F3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E1E1618-10BB-A005-7D11-66AA2CA2B432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D638D9-8788-2CDB-EA67-88C1D8700010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8CF3DA-67EA-7042-EEA3-0F5BFEA50998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0487B-4CBD-F8E2-4441-A0E739F1C51E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37DB688-8048-2B15-6438-242251222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9441" y="3429000"/>
            <a:ext cx="1732280" cy="2794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  <p:pic>
        <p:nvPicPr>
          <p:cNvPr id="2" name="図 1">
            <a:extLst>
              <a:ext uri="{FF2B5EF4-FFF2-40B4-BE49-F238E27FC236}">
                <a16:creationId xmlns:a16="http://schemas.microsoft.com/office/drawing/2014/main" id="{EDAF68D6-F4CA-45AD-9A7C-E6403888D3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9441" y="3429000"/>
            <a:ext cx="1732280" cy="27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E08CDFD-270E-3A6A-60FC-1A7D4849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9499" y="2626567"/>
            <a:ext cx="1732280" cy="27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5C8E5B35-A6D6-44F5-E959-DFD3DB4C50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473" y="2822510"/>
            <a:ext cx="1732280" cy="27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E5BD358-B1DB-A77A-25D3-5A883F36A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368" y="2634862"/>
            <a:ext cx="1494260" cy="24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97B44251-66E5-25CD-CDFC-1B2872CEAB91}"/>
              </a:ext>
            </a:extLst>
          </p:cNvPr>
          <p:cNvGrpSpPr/>
          <p:nvPr/>
        </p:nvGrpSpPr>
        <p:grpSpPr>
          <a:xfrm>
            <a:off x="3522662" y="1933575"/>
            <a:ext cx="3571875" cy="2762250"/>
            <a:chOff x="3522662" y="1933575"/>
            <a:chExt cx="3571875" cy="2762250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77481837-E1CC-A6C7-C860-EE1D5A25E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22662" y="1933575"/>
              <a:ext cx="3571875" cy="2762250"/>
            </a:xfrm>
            <a:prstGeom prst="rect">
              <a:avLst/>
            </a:prstGeom>
          </p:spPr>
        </p:pic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12C9C749-2026-0FF8-423C-9B64AE46A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0368" y="2634862"/>
              <a:ext cx="1494260" cy="242028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02935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FD05970-2996-F60E-F121-F30B3639B2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703" y="4378325"/>
            <a:ext cx="1400175" cy="276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0C14D28-FDA5-2E6E-5319-8BE6C72DB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4418662"/>
            <a:ext cx="823104" cy="189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79508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8484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01031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D411C7E-72EE-3D1C-E797-BB3766ED3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24037"/>
            <a:ext cx="4000500" cy="320992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654213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E70A-9671-9944-0AB3-41E9D9958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FFC0A8D-B512-F66A-B39E-9B5BB04B6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0037" y="1838325"/>
            <a:ext cx="3971925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9D808C-C338-7069-AC23-2E33C87096B1}"/>
              </a:ext>
            </a:extLst>
          </p:cNvPr>
          <p:cNvSpPr/>
          <p:nvPr/>
        </p:nvSpPr>
        <p:spPr>
          <a:xfrm flipV="1">
            <a:off x="4565761" y="4707165"/>
            <a:ext cx="3516201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9A762A0-C86C-3060-F688-D89B60878A9D}"/>
              </a:ext>
            </a:extLst>
          </p:cNvPr>
          <p:cNvSpPr txBox="1"/>
          <p:nvPr/>
        </p:nvSpPr>
        <p:spPr>
          <a:xfrm>
            <a:off x="5898733" y="473114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13108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C958239-EAC7-0873-A43E-E49177EE4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0037" y="1838325"/>
            <a:ext cx="3971925" cy="318135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232245E-0D02-A71A-E39A-547B1F438506}"/>
              </a:ext>
            </a:extLst>
          </p:cNvPr>
          <p:cNvSpPr txBox="1"/>
          <p:nvPr/>
        </p:nvSpPr>
        <p:spPr>
          <a:xfrm>
            <a:off x="5898733" y="473114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836350" y="2962699"/>
            <a:ext cx="3169315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F52F9-8A47-54F7-657D-8C802C0B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F4BB8BEB-BDB4-7D06-3133-F5F299FD7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1943100"/>
            <a:ext cx="6057900" cy="2971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8C4107A-4849-54D2-E220-D573EEF006D1}"/>
              </a:ext>
            </a:extLst>
          </p:cNvPr>
          <p:cNvSpPr/>
          <p:nvPr/>
        </p:nvSpPr>
        <p:spPr>
          <a:xfrm flipV="1">
            <a:off x="6749124" y="3718249"/>
            <a:ext cx="2376000" cy="26605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4CA507-2414-4ED4-BF91-BD5EFE999E45}"/>
              </a:ext>
            </a:extLst>
          </p:cNvPr>
          <p:cNvSpPr/>
          <p:nvPr/>
        </p:nvSpPr>
        <p:spPr>
          <a:xfrm flipV="1">
            <a:off x="6730462" y="227725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808483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296B37B-34E6-9950-8E79-1CB00A8D3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814512"/>
            <a:ext cx="3990975" cy="32289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4618653" y="4697831"/>
            <a:ext cx="3449750" cy="2888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AD0A4CC-FB8E-3D26-D31E-D8AB03FB0D14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D68171D-4572-1FC0-7E25-339B3735D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75D75D2-4160-E530-C00F-48374F460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DA06851-E79D-30FD-17E5-7F67650A8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399" y="842478"/>
            <a:ext cx="7105650" cy="1562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1CFDD7C-13C9-734C-8140-5E82162E1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225D893-FB6D-FFEA-7D0C-43CA18E6D2E1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C0E07BA-36A7-5F1D-572E-FDA2ECB046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46347C7-4B53-C1C8-023D-F212D946DA81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9BCFB6A2-A1AE-DDE0-C19B-0FF3D5855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13689495-BA5A-17D2-9EBD-A5483617C7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BE7833E-468E-7DC7-3BF1-50BC3DEE1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08" y="1214972"/>
            <a:ext cx="7286625" cy="19812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3064814" y="2817844"/>
            <a:ext cx="6892212" cy="261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8885F6F7-B3D0-96F0-EA0B-4801D889A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98B768D-97E1-36C9-0520-3FDF6202899B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31DA0A5-4367-A0BB-0491-94F025371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263B2859-77B3-35D4-0DF3-FD48081B5397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3C48FB6-A2FC-D7D7-A21D-804DB8823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1E6E345-A96F-6AA2-0C47-C932266511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FF01F9A-6473-D7E0-7D33-DDC20E9C81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887" y="2905125"/>
            <a:ext cx="7134225" cy="10477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2680991" y="3654180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2572771" y="3355486"/>
            <a:ext cx="7046456" cy="5973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22B7357-615A-861A-2062-8B528A751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381125"/>
            <a:ext cx="3752850" cy="40957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EAB2C7D-6E35-E9C4-1D99-403DBAD4F396}"/>
              </a:ext>
            </a:extLst>
          </p:cNvPr>
          <p:cNvSpPr/>
          <p:nvPr/>
        </p:nvSpPr>
        <p:spPr>
          <a:xfrm>
            <a:off x="5573482" y="4873477"/>
            <a:ext cx="914400" cy="463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115628-B4D0-9FD6-E263-EC217AF7AB74}"/>
              </a:ext>
            </a:extLst>
          </p:cNvPr>
          <p:cNvSpPr/>
          <p:nvPr/>
        </p:nvSpPr>
        <p:spPr>
          <a:xfrm flipV="1">
            <a:off x="4239207" y="4848384"/>
            <a:ext cx="2852058" cy="2741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0E00A-5C6E-FA5B-362B-B1034EBD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A9D48CD-635B-AE34-81EE-FFD988E99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70B268-9138-F028-2749-CDDB03BA89D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7A461ED-2FA1-03EB-D459-CECA96500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189F3BEA-67DA-6F54-1EA4-5A81FBE2D5E7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685EAA4D-0DD8-B38F-9257-41A7B8F69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C12FF334-464C-1CE4-7F10-23EF762C3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556119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1099-1A24-4D22-5150-A47FB5759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599FF439-AC00-D882-1BF9-A2D67CAFB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887" y="2905125"/>
            <a:ext cx="7134225" cy="10477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5B5BE0C-A0A2-6C72-1A75-AB34EBFE83CC}"/>
              </a:ext>
            </a:extLst>
          </p:cNvPr>
          <p:cNvSpPr/>
          <p:nvPr/>
        </p:nvSpPr>
        <p:spPr>
          <a:xfrm>
            <a:off x="2680991" y="3654180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FF33F90-D28F-7203-649F-B9F1651392C7}"/>
              </a:ext>
            </a:extLst>
          </p:cNvPr>
          <p:cNvSpPr/>
          <p:nvPr/>
        </p:nvSpPr>
        <p:spPr>
          <a:xfrm flipV="1">
            <a:off x="2572771" y="3355486"/>
            <a:ext cx="7046456" cy="5973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83701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E0B1156-19D2-B809-2B54-B7CF24FF3B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975" y="1905000"/>
            <a:ext cx="4210050" cy="304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613601" y="3674511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5F30147-1490-F8F7-329E-512277A01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881" y="2393204"/>
            <a:ext cx="6286500" cy="22955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265714" y="3265712"/>
            <a:ext cx="5393094" cy="10916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75CDA40-15D1-DB0E-E01A-31F5009AC1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212" y="2355881"/>
            <a:ext cx="6286500" cy="229552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55DBEC4-5ECB-D154-45AE-85565E3C6C3F}"/>
              </a:ext>
            </a:extLst>
          </p:cNvPr>
          <p:cNvSpPr/>
          <p:nvPr/>
        </p:nvSpPr>
        <p:spPr>
          <a:xfrm flipV="1">
            <a:off x="3208527" y="3023179"/>
            <a:ext cx="5510952" cy="1976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884A3CD-91D3-2531-F1EF-29F097E0B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2742812"/>
            <a:ext cx="3581400" cy="14097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899202" y="3349690"/>
            <a:ext cx="2393593" cy="52251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F1490BD-8DE1-9A8E-2324-580B1684B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868" y="1462964"/>
            <a:ext cx="4248150" cy="24193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2932851" y="2588660"/>
            <a:ext cx="3365312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2784263" y="2963926"/>
            <a:ext cx="3075361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B878017-748D-9D8D-7B76-B314BD7419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1925" y="1085850"/>
            <a:ext cx="4248150" cy="4686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7A347E-EDD1-7DC2-29CE-3E204FD538CA}"/>
              </a:ext>
            </a:extLst>
          </p:cNvPr>
          <p:cNvSpPr/>
          <p:nvPr/>
        </p:nvSpPr>
        <p:spPr>
          <a:xfrm flipV="1">
            <a:off x="4491765" y="4469361"/>
            <a:ext cx="3635198" cy="106368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02E3493-6BC9-F0F2-990F-F17479A3A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4788" y="4705931"/>
            <a:ext cx="1285875" cy="74314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7947AE1-B67A-6A71-E351-822BBE3FB2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082" y="4500467"/>
            <a:ext cx="824981" cy="87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BDFE-76C6-8880-BDA4-3C6E667CC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39524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19"/>
            <a:ext cx="7200000" cy="307910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rm --cached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new file: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81547-3111-B35A-4CC2-E062486F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DF5BF6-3334-62A7-AD14-F0E1B5FB7E95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92af3d1]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03814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24CE-C8B5-337C-A48E-22E1F6F6C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B360ECE-D35E-B01A-7D10-0C7C4EEDA5B3}"/>
              </a:ext>
            </a:extLst>
          </p:cNvPr>
          <p:cNvSpPr/>
          <p:nvPr/>
        </p:nvSpPr>
        <p:spPr>
          <a:xfrm>
            <a:off x="3470986" y="1530219"/>
            <a:ext cx="7200000" cy="36576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nothing to commit, working tree clean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77554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59FF-2F14-2266-7945-35895415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BC7331-0DBE-A180-DD43-E34B41C71EE4}"/>
              </a:ext>
            </a:extLst>
          </p:cNvPr>
          <p:cNvSpPr/>
          <p:nvPr/>
        </p:nvSpPr>
        <p:spPr>
          <a:xfrm>
            <a:off x="3452325" y="695131"/>
            <a:ext cx="7200000" cy="430607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--staged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--staged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44086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BE842-9B6D-BE17-7102-5922AD97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7BA21D-3472-D990-E9A8-4E0EBC9CE0F5}"/>
              </a:ext>
            </a:extLst>
          </p:cNvPr>
          <p:cNvSpPr/>
          <p:nvPr/>
        </p:nvSpPr>
        <p:spPr>
          <a:xfrm>
            <a:off x="3470986" y="1530220"/>
            <a:ext cx="7200000" cy="236215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Good Morning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revert --no-edit 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600e623] Revert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テストデータ変更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Date: Thu Jun 25 18:00:21 2026 +0900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Hello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00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2816</TotalTime>
  <Words>1735</Words>
  <Application>Microsoft Office PowerPoint</Application>
  <PresentationFormat>ワイド画面</PresentationFormat>
  <Paragraphs>480</Paragraphs>
  <Slides>147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147</vt:i4>
      </vt:variant>
    </vt:vector>
  </HeadingPairs>
  <TitlesOfParts>
    <vt:vector size="15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143</cp:revision>
  <dcterms:created xsi:type="dcterms:W3CDTF">2026-06-19T00:38:07Z</dcterms:created>
  <dcterms:modified xsi:type="dcterms:W3CDTF">2026-07-01T03:40:24Z</dcterms:modified>
</cp:coreProperties>
</file>