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3.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4.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5.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6.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7.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8.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9.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10.xml" ContentType="application/vnd.openxmlformats-officedocument.theme+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11.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12.xml" ContentType="application/vnd.openxmlformats-officedocument.theme+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ink/ink1.xml" ContentType="application/inkml+xml"/>
  <Override PartName="/ppt/ink/ink2.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9" r:id="rId4"/>
    <p:sldMasterId id="2147483708" r:id="rId5"/>
    <p:sldMasterId id="2147483745" r:id="rId6"/>
    <p:sldMasterId id="2147483736" r:id="rId7"/>
    <p:sldMasterId id="2147483728" r:id="rId8"/>
    <p:sldMasterId id="2147483762" r:id="rId9"/>
    <p:sldMasterId id="2147483767" r:id="rId10"/>
    <p:sldMasterId id="2147483771" r:id="rId11"/>
    <p:sldMasterId id="2147483786" r:id="rId12"/>
    <p:sldMasterId id="2147483789" r:id="rId13"/>
    <p:sldMasterId id="2147483794" r:id="rId14"/>
    <p:sldMasterId id="2147483798" r:id="rId15"/>
    <p:sldMasterId id="2147483812" r:id="rId16"/>
  </p:sldMasterIdLst>
  <p:notesMasterIdLst>
    <p:notesMasterId r:id="rId93"/>
  </p:notesMasterIdLst>
  <p:handoutMasterIdLst>
    <p:handoutMasterId r:id="rId94"/>
  </p:handoutMasterIdLst>
  <p:sldIdLst>
    <p:sldId id="302" r:id="rId17"/>
    <p:sldId id="303" r:id="rId18"/>
    <p:sldId id="275" r:id="rId19"/>
    <p:sldId id="305" r:id="rId20"/>
    <p:sldId id="306" r:id="rId21"/>
    <p:sldId id="325" r:id="rId22"/>
    <p:sldId id="326" r:id="rId23"/>
    <p:sldId id="328" r:id="rId24"/>
    <p:sldId id="329" r:id="rId25"/>
    <p:sldId id="330" r:id="rId26"/>
    <p:sldId id="331" r:id="rId27"/>
    <p:sldId id="307" r:id="rId28"/>
    <p:sldId id="309" r:id="rId29"/>
    <p:sldId id="310" r:id="rId30"/>
    <p:sldId id="311" r:id="rId31"/>
    <p:sldId id="312" r:id="rId32"/>
    <p:sldId id="313" r:id="rId33"/>
    <p:sldId id="314" r:id="rId34"/>
    <p:sldId id="315" r:id="rId35"/>
    <p:sldId id="316" r:id="rId36"/>
    <p:sldId id="318" r:id="rId37"/>
    <p:sldId id="319" r:id="rId38"/>
    <p:sldId id="320" r:id="rId39"/>
    <p:sldId id="321" r:id="rId40"/>
    <p:sldId id="317" r:id="rId41"/>
    <p:sldId id="323" r:id="rId42"/>
    <p:sldId id="322" r:id="rId43"/>
    <p:sldId id="324" r:id="rId44"/>
    <p:sldId id="332" r:id="rId45"/>
    <p:sldId id="333" r:id="rId46"/>
    <p:sldId id="334" r:id="rId47"/>
    <p:sldId id="335" r:id="rId48"/>
    <p:sldId id="336" r:id="rId49"/>
    <p:sldId id="337" r:id="rId50"/>
    <p:sldId id="338" r:id="rId51"/>
    <p:sldId id="339" r:id="rId52"/>
    <p:sldId id="340" r:id="rId53"/>
    <p:sldId id="342" r:id="rId54"/>
    <p:sldId id="353" r:id="rId55"/>
    <p:sldId id="354" r:id="rId56"/>
    <p:sldId id="355" r:id="rId57"/>
    <p:sldId id="356" r:id="rId58"/>
    <p:sldId id="358" r:id="rId59"/>
    <p:sldId id="359" r:id="rId60"/>
    <p:sldId id="357" r:id="rId61"/>
    <p:sldId id="360" r:id="rId62"/>
    <p:sldId id="361" r:id="rId63"/>
    <p:sldId id="343" r:id="rId64"/>
    <p:sldId id="363" r:id="rId65"/>
    <p:sldId id="364" r:id="rId66"/>
    <p:sldId id="365" r:id="rId67"/>
    <p:sldId id="362" r:id="rId68"/>
    <p:sldId id="344" r:id="rId69"/>
    <p:sldId id="366" r:id="rId70"/>
    <p:sldId id="367" r:id="rId71"/>
    <p:sldId id="368" r:id="rId72"/>
    <p:sldId id="369" r:id="rId73"/>
    <p:sldId id="370" r:id="rId74"/>
    <p:sldId id="345" r:id="rId75"/>
    <p:sldId id="371" r:id="rId76"/>
    <p:sldId id="372" r:id="rId77"/>
    <p:sldId id="373" r:id="rId78"/>
    <p:sldId id="374" r:id="rId79"/>
    <p:sldId id="375" r:id="rId80"/>
    <p:sldId id="376" r:id="rId81"/>
    <p:sldId id="346" r:id="rId82"/>
    <p:sldId id="347" r:id="rId83"/>
    <p:sldId id="348" r:id="rId84"/>
    <p:sldId id="349" r:id="rId85"/>
    <p:sldId id="350" r:id="rId86"/>
    <p:sldId id="351" r:id="rId87"/>
    <p:sldId id="352" r:id="rId88"/>
    <p:sldId id="341" r:id="rId89"/>
    <p:sldId id="377" r:id="rId90"/>
    <p:sldId id="378" r:id="rId91"/>
    <p:sldId id="379" r:id="rId92"/>
  </p:sldIdLst>
  <p:sldSz cx="9906000" cy="6858000" type="A4"/>
  <p:notesSz cx="6858000" cy="9144000"/>
  <p:defaultTextStyle>
    <a:defPPr>
      <a:defRPr lang="ja-JP"/>
    </a:defPPr>
    <a:lvl1pPr marL="0" algn="l" defTabSz="925880" rtl="0" eaLnBrk="1" latinLnBrk="0" hangingPunct="1">
      <a:defRPr kumimoji="1" sz="1822" kern="1200">
        <a:solidFill>
          <a:schemeClr val="tx1"/>
        </a:solidFill>
        <a:latin typeface="+mn-lt"/>
        <a:ea typeface="+mn-ea"/>
        <a:cs typeface="+mn-cs"/>
      </a:defRPr>
    </a:lvl1pPr>
    <a:lvl2pPr marL="462940" algn="l" defTabSz="925880" rtl="0" eaLnBrk="1" latinLnBrk="0" hangingPunct="1">
      <a:defRPr kumimoji="1" sz="1822" kern="1200">
        <a:solidFill>
          <a:schemeClr val="tx1"/>
        </a:solidFill>
        <a:latin typeface="+mn-lt"/>
        <a:ea typeface="+mn-ea"/>
        <a:cs typeface="+mn-cs"/>
      </a:defRPr>
    </a:lvl2pPr>
    <a:lvl3pPr marL="925880" algn="l" defTabSz="925880" rtl="0" eaLnBrk="1" latinLnBrk="0" hangingPunct="1">
      <a:defRPr kumimoji="1" sz="1822" kern="1200">
        <a:solidFill>
          <a:schemeClr val="tx1"/>
        </a:solidFill>
        <a:latin typeface="+mn-lt"/>
        <a:ea typeface="+mn-ea"/>
        <a:cs typeface="+mn-cs"/>
      </a:defRPr>
    </a:lvl3pPr>
    <a:lvl4pPr marL="1388820" algn="l" defTabSz="925880" rtl="0" eaLnBrk="1" latinLnBrk="0" hangingPunct="1">
      <a:defRPr kumimoji="1" sz="1822" kern="1200">
        <a:solidFill>
          <a:schemeClr val="tx1"/>
        </a:solidFill>
        <a:latin typeface="+mn-lt"/>
        <a:ea typeface="+mn-ea"/>
        <a:cs typeface="+mn-cs"/>
      </a:defRPr>
    </a:lvl4pPr>
    <a:lvl5pPr marL="1851759" algn="l" defTabSz="925880" rtl="0" eaLnBrk="1" latinLnBrk="0" hangingPunct="1">
      <a:defRPr kumimoji="1" sz="1822" kern="1200">
        <a:solidFill>
          <a:schemeClr val="tx1"/>
        </a:solidFill>
        <a:latin typeface="+mn-lt"/>
        <a:ea typeface="+mn-ea"/>
        <a:cs typeface="+mn-cs"/>
      </a:defRPr>
    </a:lvl5pPr>
    <a:lvl6pPr marL="2314699" algn="l" defTabSz="925880" rtl="0" eaLnBrk="1" latinLnBrk="0" hangingPunct="1">
      <a:defRPr kumimoji="1" sz="1822" kern="1200">
        <a:solidFill>
          <a:schemeClr val="tx1"/>
        </a:solidFill>
        <a:latin typeface="+mn-lt"/>
        <a:ea typeface="+mn-ea"/>
        <a:cs typeface="+mn-cs"/>
      </a:defRPr>
    </a:lvl6pPr>
    <a:lvl7pPr marL="2777640" algn="l" defTabSz="925880" rtl="0" eaLnBrk="1" latinLnBrk="0" hangingPunct="1">
      <a:defRPr kumimoji="1" sz="1822" kern="1200">
        <a:solidFill>
          <a:schemeClr val="tx1"/>
        </a:solidFill>
        <a:latin typeface="+mn-lt"/>
        <a:ea typeface="+mn-ea"/>
        <a:cs typeface="+mn-cs"/>
      </a:defRPr>
    </a:lvl7pPr>
    <a:lvl8pPr marL="3240579" algn="l" defTabSz="925880" rtl="0" eaLnBrk="1" latinLnBrk="0" hangingPunct="1">
      <a:defRPr kumimoji="1" sz="1822" kern="1200">
        <a:solidFill>
          <a:schemeClr val="tx1"/>
        </a:solidFill>
        <a:latin typeface="+mn-lt"/>
        <a:ea typeface="+mn-ea"/>
        <a:cs typeface="+mn-cs"/>
      </a:defRPr>
    </a:lvl8pPr>
    <a:lvl9pPr marL="3703519" algn="l" defTabSz="925880" rtl="0" eaLnBrk="1" latinLnBrk="0" hangingPunct="1">
      <a:defRPr kumimoji="1" sz="1822"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12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oizumi" initials="k" lastIdx="4"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6785C1"/>
    <a:srgbClr val="FF99FF"/>
    <a:srgbClr val="000000"/>
    <a:srgbClr val="0000FF"/>
    <a:srgbClr val="404040"/>
    <a:srgbClr val="99CCFF"/>
    <a:srgbClr val="1C1C1C"/>
    <a:srgbClr val="2C2C2C"/>
    <a:srgbClr val="F5E5CB"/>
    <a:srgbClr val="DBDB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E25E649-3F16-4E02-A733-19D2CDBF48F0}" styleName="中間スタイル 3 - アクセント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06799F8-075E-4A3A-A7F6-7FBC6576F1A4}" styleName="テーマ スタイル 2 - アクセント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テーマ スタイル 2 - アクセント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9C7853C-536D-4A76-A0AE-DD22124D55A5}" styleName="テーマ スタイル 1 - アクセント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202B0CA-FC54-4496-8BCA-5EF66A818D29}" styleName="スタイル (濃色)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269D01E-BC32-4049-B463-5C60D7B0CCD2}" styleName="テーマ スタイル 2 - アクセント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905" autoAdjust="0"/>
    <p:restoredTop sz="94424" autoAdjust="0"/>
  </p:normalViewPr>
  <p:slideViewPr>
    <p:cSldViewPr snapToGrid="0" snapToObjects="1">
      <p:cViewPr varScale="1">
        <p:scale>
          <a:sx n="102" d="100"/>
          <a:sy n="102" d="100"/>
        </p:scale>
        <p:origin x="1716" y="108"/>
      </p:cViewPr>
      <p:guideLst>
        <p:guide orient="horz" pos="2160"/>
        <p:guide pos="3120"/>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90" d="100"/>
          <a:sy n="90" d="100"/>
        </p:scale>
        <p:origin x="3696" y="7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0.xml"/><Relationship Id="rId21" Type="http://schemas.openxmlformats.org/officeDocument/2006/relationships/slide" Target="slides/slide5.xml"/><Relationship Id="rId42" Type="http://schemas.openxmlformats.org/officeDocument/2006/relationships/slide" Target="slides/slide26.xml"/><Relationship Id="rId47" Type="http://schemas.openxmlformats.org/officeDocument/2006/relationships/slide" Target="slides/slide31.xml"/><Relationship Id="rId63" Type="http://schemas.openxmlformats.org/officeDocument/2006/relationships/slide" Target="slides/slide47.xml"/><Relationship Id="rId68" Type="http://schemas.openxmlformats.org/officeDocument/2006/relationships/slide" Target="slides/slide52.xml"/><Relationship Id="rId84" Type="http://schemas.openxmlformats.org/officeDocument/2006/relationships/slide" Target="slides/slide68.xml"/><Relationship Id="rId89" Type="http://schemas.openxmlformats.org/officeDocument/2006/relationships/slide" Target="slides/slide73.xml"/><Relationship Id="rId16" Type="http://schemas.openxmlformats.org/officeDocument/2006/relationships/slideMaster" Target="slideMasters/slideMaster13.xml"/><Relationship Id="rId11" Type="http://schemas.openxmlformats.org/officeDocument/2006/relationships/slideMaster" Target="slideMasters/slideMaster8.xml"/><Relationship Id="rId32" Type="http://schemas.openxmlformats.org/officeDocument/2006/relationships/slide" Target="slides/slide16.xml"/><Relationship Id="rId37" Type="http://schemas.openxmlformats.org/officeDocument/2006/relationships/slide" Target="slides/slide21.xml"/><Relationship Id="rId53" Type="http://schemas.openxmlformats.org/officeDocument/2006/relationships/slide" Target="slides/slide37.xml"/><Relationship Id="rId58" Type="http://schemas.openxmlformats.org/officeDocument/2006/relationships/slide" Target="slides/slide42.xml"/><Relationship Id="rId74" Type="http://schemas.openxmlformats.org/officeDocument/2006/relationships/slide" Target="slides/slide58.xml"/><Relationship Id="rId79" Type="http://schemas.openxmlformats.org/officeDocument/2006/relationships/slide" Target="slides/slide63.xml"/><Relationship Id="rId5" Type="http://schemas.openxmlformats.org/officeDocument/2006/relationships/slideMaster" Target="slideMasters/slideMaster2.xml"/><Relationship Id="rId90" Type="http://schemas.openxmlformats.org/officeDocument/2006/relationships/slide" Target="slides/slide74.xml"/><Relationship Id="rId95" Type="http://schemas.openxmlformats.org/officeDocument/2006/relationships/commentAuthors" Target="commentAuthors.xml"/><Relationship Id="rId22" Type="http://schemas.openxmlformats.org/officeDocument/2006/relationships/slide" Target="slides/slide6.xml"/><Relationship Id="rId27" Type="http://schemas.openxmlformats.org/officeDocument/2006/relationships/slide" Target="slides/slide11.xml"/><Relationship Id="rId43" Type="http://schemas.openxmlformats.org/officeDocument/2006/relationships/slide" Target="slides/slide27.xml"/><Relationship Id="rId48" Type="http://schemas.openxmlformats.org/officeDocument/2006/relationships/slide" Target="slides/slide32.xml"/><Relationship Id="rId64" Type="http://schemas.openxmlformats.org/officeDocument/2006/relationships/slide" Target="slides/slide48.xml"/><Relationship Id="rId69" Type="http://schemas.openxmlformats.org/officeDocument/2006/relationships/slide" Target="slides/slide53.xml"/><Relationship Id="rId80" Type="http://schemas.openxmlformats.org/officeDocument/2006/relationships/slide" Target="slides/slide64.xml"/><Relationship Id="rId85" Type="http://schemas.openxmlformats.org/officeDocument/2006/relationships/slide" Target="slides/slide69.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1.xml"/><Relationship Id="rId25" Type="http://schemas.openxmlformats.org/officeDocument/2006/relationships/slide" Target="slides/slide9.xml"/><Relationship Id="rId33" Type="http://schemas.openxmlformats.org/officeDocument/2006/relationships/slide" Target="slides/slide17.xml"/><Relationship Id="rId38" Type="http://schemas.openxmlformats.org/officeDocument/2006/relationships/slide" Target="slides/slide22.xml"/><Relationship Id="rId46" Type="http://schemas.openxmlformats.org/officeDocument/2006/relationships/slide" Target="slides/slide30.xml"/><Relationship Id="rId59" Type="http://schemas.openxmlformats.org/officeDocument/2006/relationships/slide" Target="slides/slide43.xml"/><Relationship Id="rId67" Type="http://schemas.openxmlformats.org/officeDocument/2006/relationships/slide" Target="slides/slide51.xml"/><Relationship Id="rId20" Type="http://schemas.openxmlformats.org/officeDocument/2006/relationships/slide" Target="slides/slide4.xml"/><Relationship Id="rId41" Type="http://schemas.openxmlformats.org/officeDocument/2006/relationships/slide" Target="slides/slide25.xml"/><Relationship Id="rId54" Type="http://schemas.openxmlformats.org/officeDocument/2006/relationships/slide" Target="slides/slide38.xml"/><Relationship Id="rId62" Type="http://schemas.openxmlformats.org/officeDocument/2006/relationships/slide" Target="slides/slide46.xml"/><Relationship Id="rId70" Type="http://schemas.openxmlformats.org/officeDocument/2006/relationships/slide" Target="slides/slide54.xml"/><Relationship Id="rId75" Type="http://schemas.openxmlformats.org/officeDocument/2006/relationships/slide" Target="slides/slide59.xml"/><Relationship Id="rId83" Type="http://schemas.openxmlformats.org/officeDocument/2006/relationships/slide" Target="slides/slide67.xml"/><Relationship Id="rId88" Type="http://schemas.openxmlformats.org/officeDocument/2006/relationships/slide" Target="slides/slide72.xml"/><Relationship Id="rId91" Type="http://schemas.openxmlformats.org/officeDocument/2006/relationships/slide" Target="slides/slide75.xml"/><Relationship Id="rId9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Master" Target="slideMasters/slideMaster12.xml"/><Relationship Id="rId23" Type="http://schemas.openxmlformats.org/officeDocument/2006/relationships/slide" Target="slides/slide7.xml"/><Relationship Id="rId28" Type="http://schemas.openxmlformats.org/officeDocument/2006/relationships/slide" Target="slides/slide12.xml"/><Relationship Id="rId36" Type="http://schemas.openxmlformats.org/officeDocument/2006/relationships/slide" Target="slides/slide20.xml"/><Relationship Id="rId49" Type="http://schemas.openxmlformats.org/officeDocument/2006/relationships/slide" Target="slides/slide33.xml"/><Relationship Id="rId57" Type="http://schemas.openxmlformats.org/officeDocument/2006/relationships/slide" Target="slides/slide41.xml"/><Relationship Id="rId10" Type="http://schemas.openxmlformats.org/officeDocument/2006/relationships/slideMaster" Target="slideMasters/slideMaster7.xml"/><Relationship Id="rId31" Type="http://schemas.openxmlformats.org/officeDocument/2006/relationships/slide" Target="slides/slide15.xml"/><Relationship Id="rId44" Type="http://schemas.openxmlformats.org/officeDocument/2006/relationships/slide" Target="slides/slide28.xml"/><Relationship Id="rId52" Type="http://schemas.openxmlformats.org/officeDocument/2006/relationships/slide" Target="slides/slide36.xml"/><Relationship Id="rId60" Type="http://schemas.openxmlformats.org/officeDocument/2006/relationships/slide" Target="slides/slide44.xml"/><Relationship Id="rId65" Type="http://schemas.openxmlformats.org/officeDocument/2006/relationships/slide" Target="slides/slide49.xml"/><Relationship Id="rId73" Type="http://schemas.openxmlformats.org/officeDocument/2006/relationships/slide" Target="slides/slide57.xml"/><Relationship Id="rId78" Type="http://schemas.openxmlformats.org/officeDocument/2006/relationships/slide" Target="slides/slide62.xml"/><Relationship Id="rId81" Type="http://schemas.openxmlformats.org/officeDocument/2006/relationships/slide" Target="slides/slide65.xml"/><Relationship Id="rId86" Type="http://schemas.openxmlformats.org/officeDocument/2006/relationships/slide" Target="slides/slide70.xml"/><Relationship Id="rId94" Type="http://schemas.openxmlformats.org/officeDocument/2006/relationships/handoutMaster" Target="handoutMasters/handoutMaster1.xml"/><Relationship Id="rId9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Master" Target="slideMasters/slideMaster10.xml"/><Relationship Id="rId18" Type="http://schemas.openxmlformats.org/officeDocument/2006/relationships/slide" Target="slides/slide2.xml"/><Relationship Id="rId39" Type="http://schemas.openxmlformats.org/officeDocument/2006/relationships/slide" Target="slides/slide23.xml"/><Relationship Id="rId34" Type="http://schemas.openxmlformats.org/officeDocument/2006/relationships/slide" Target="slides/slide18.xml"/><Relationship Id="rId50" Type="http://schemas.openxmlformats.org/officeDocument/2006/relationships/slide" Target="slides/slide34.xml"/><Relationship Id="rId55" Type="http://schemas.openxmlformats.org/officeDocument/2006/relationships/slide" Target="slides/slide39.xml"/><Relationship Id="rId76" Type="http://schemas.openxmlformats.org/officeDocument/2006/relationships/slide" Target="slides/slide60.xml"/><Relationship Id="rId97" Type="http://schemas.openxmlformats.org/officeDocument/2006/relationships/viewProps" Target="viewProps.xml"/><Relationship Id="rId7" Type="http://schemas.openxmlformats.org/officeDocument/2006/relationships/slideMaster" Target="slideMasters/slideMaster4.xml"/><Relationship Id="rId71" Type="http://schemas.openxmlformats.org/officeDocument/2006/relationships/slide" Target="slides/slide55.xml"/><Relationship Id="rId92" Type="http://schemas.openxmlformats.org/officeDocument/2006/relationships/slide" Target="slides/slide76.xml"/><Relationship Id="rId2" Type="http://schemas.openxmlformats.org/officeDocument/2006/relationships/customXml" Target="../customXml/item2.xml"/><Relationship Id="rId29" Type="http://schemas.openxmlformats.org/officeDocument/2006/relationships/slide" Target="slides/slide13.xml"/><Relationship Id="rId24" Type="http://schemas.openxmlformats.org/officeDocument/2006/relationships/slide" Target="slides/slide8.xml"/><Relationship Id="rId40" Type="http://schemas.openxmlformats.org/officeDocument/2006/relationships/slide" Target="slides/slide24.xml"/><Relationship Id="rId45" Type="http://schemas.openxmlformats.org/officeDocument/2006/relationships/slide" Target="slides/slide29.xml"/><Relationship Id="rId66" Type="http://schemas.openxmlformats.org/officeDocument/2006/relationships/slide" Target="slides/slide50.xml"/><Relationship Id="rId87" Type="http://schemas.openxmlformats.org/officeDocument/2006/relationships/slide" Target="slides/slide71.xml"/><Relationship Id="rId61" Type="http://schemas.openxmlformats.org/officeDocument/2006/relationships/slide" Target="slides/slide45.xml"/><Relationship Id="rId82" Type="http://schemas.openxmlformats.org/officeDocument/2006/relationships/slide" Target="slides/slide66.xml"/><Relationship Id="rId19" Type="http://schemas.openxmlformats.org/officeDocument/2006/relationships/slide" Target="slides/slide3.xml"/><Relationship Id="rId14" Type="http://schemas.openxmlformats.org/officeDocument/2006/relationships/slideMaster" Target="slideMasters/slideMaster11.xml"/><Relationship Id="rId30" Type="http://schemas.openxmlformats.org/officeDocument/2006/relationships/slide" Target="slides/slide14.xml"/><Relationship Id="rId35" Type="http://schemas.openxmlformats.org/officeDocument/2006/relationships/slide" Target="slides/slide19.xml"/><Relationship Id="rId56" Type="http://schemas.openxmlformats.org/officeDocument/2006/relationships/slide" Target="slides/slide40.xml"/><Relationship Id="rId77" Type="http://schemas.openxmlformats.org/officeDocument/2006/relationships/slide" Target="slides/slide61.xml"/><Relationship Id="rId8" Type="http://schemas.openxmlformats.org/officeDocument/2006/relationships/slideMaster" Target="slideMasters/slideMaster5.xml"/><Relationship Id="rId51" Type="http://schemas.openxmlformats.org/officeDocument/2006/relationships/slide" Target="slides/slide35.xml"/><Relationship Id="rId72" Type="http://schemas.openxmlformats.org/officeDocument/2006/relationships/slide" Target="slides/slide56.xml"/><Relationship Id="rId93" Type="http://schemas.openxmlformats.org/officeDocument/2006/relationships/notesMaster" Target="notesMasters/notesMaster1.xml"/><Relationship Id="rId98"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DDF4258-8B54-E846-A716-B40C4AB7CB0A}" type="slidenum">
              <a:rPr kumimoji="1" lang="ja-JP" altLang="en-US" smtClean="0"/>
              <a:t>‹#›</a:t>
            </a:fld>
            <a:endParaRPr kumimoji="1" lang="ja-JP" altLang="en-US"/>
          </a:p>
        </p:txBody>
      </p:sp>
    </p:spTree>
    <p:extLst>
      <p:ext uri="{BB962C8B-B14F-4D97-AF65-F5344CB8AC3E}">
        <p14:creationId xmlns:p14="http://schemas.microsoft.com/office/powerpoint/2010/main" val="2060372689"/>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09:14:15.595"/>
    </inkml:context>
    <inkml:brush xml:id="br0">
      <inkml:brushProperty name="width" value="0.025" units="cm"/>
      <inkml:brushProperty name="height" value="0.025" units="cm"/>
      <inkml:brushProperty name="color" value="#30384D"/>
    </inkml:brush>
  </inkml:definitions>
  <inkml:trace contextRef="#ctx0" brushRef="#br0">0 1 24575,'0'0'0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09:14:15.603"/>
    </inkml:context>
    <inkml:brush xml:id="br0">
      <inkml:brushProperty name="width" value="0.025" units="cm"/>
      <inkml:brushProperty name="height" value="0.025" units="cm"/>
      <inkml:brushProperty name="color" value="#30384D"/>
    </inkml:brush>
  </inkml:definitions>
  <inkml:trace contextRef="#ctx0" brushRef="#br0">31 9 24575,'-1'1'0,"0"-1"0,-2 0 0,2 0 0,-1 0 0,1 0 0,-1 0 0,1 0 0,0 0 0,-1 0 0,0 0 0,1 0 0,-1-1 0,-1-1 0,1 0 0,1 2 0,0-1 0,-1-1 0,1 1 0,0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1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7B8588-1665-0A4A-AD47-68FFFFC620D1}" type="datetimeFigureOut">
              <a:rPr kumimoji="1" lang="ja-JP" altLang="en-US" smtClean="0"/>
              <a:t>2026/8/17</a:t>
            </a:fld>
            <a:endParaRPr kumimoji="1" lang="ja-JP" altLang="en-US"/>
          </a:p>
        </p:txBody>
      </p:sp>
      <p:sp>
        <p:nvSpPr>
          <p:cNvPr id="4" name="スライド イメージ プレースホルダー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9AAED7-EB68-B44B-A29A-E9CFE7A1147D}" type="slidenum">
              <a:rPr kumimoji="1" lang="ja-JP" altLang="en-US" smtClean="0"/>
              <a:t>‹#›</a:t>
            </a:fld>
            <a:endParaRPr kumimoji="1" lang="ja-JP" altLang="en-US"/>
          </a:p>
        </p:txBody>
      </p:sp>
    </p:spTree>
    <p:extLst>
      <p:ext uri="{BB962C8B-B14F-4D97-AF65-F5344CB8AC3E}">
        <p14:creationId xmlns:p14="http://schemas.microsoft.com/office/powerpoint/2010/main" val="241394081"/>
      </p:ext>
    </p:extLst>
  </p:cSld>
  <p:clrMap bg1="lt1" tx1="dk1" bg2="lt2" tx2="dk2" accent1="accent1" accent2="accent2" accent3="accent3" accent4="accent4" accent5="accent5" accent6="accent6" hlink="hlink" folHlink="folHlink"/>
  <p:notesStyle>
    <a:lvl1pPr marL="0" algn="l" defTabSz="925880" rtl="0" eaLnBrk="1" latinLnBrk="0" hangingPunct="1">
      <a:defRPr kumimoji="1" sz="1215" kern="1200">
        <a:solidFill>
          <a:schemeClr val="tx1"/>
        </a:solidFill>
        <a:latin typeface="+mn-lt"/>
        <a:ea typeface="+mn-ea"/>
        <a:cs typeface="+mn-cs"/>
      </a:defRPr>
    </a:lvl1pPr>
    <a:lvl2pPr marL="462940" algn="l" defTabSz="925880" rtl="0" eaLnBrk="1" latinLnBrk="0" hangingPunct="1">
      <a:defRPr kumimoji="1" sz="1215" kern="1200">
        <a:solidFill>
          <a:schemeClr val="tx1"/>
        </a:solidFill>
        <a:latin typeface="+mn-lt"/>
        <a:ea typeface="+mn-ea"/>
        <a:cs typeface="+mn-cs"/>
      </a:defRPr>
    </a:lvl2pPr>
    <a:lvl3pPr marL="925880" algn="l" defTabSz="925880" rtl="0" eaLnBrk="1" latinLnBrk="0" hangingPunct="1">
      <a:defRPr kumimoji="1" sz="1215" kern="1200">
        <a:solidFill>
          <a:schemeClr val="tx1"/>
        </a:solidFill>
        <a:latin typeface="+mn-lt"/>
        <a:ea typeface="+mn-ea"/>
        <a:cs typeface="+mn-cs"/>
      </a:defRPr>
    </a:lvl3pPr>
    <a:lvl4pPr marL="1388820" algn="l" defTabSz="925880" rtl="0" eaLnBrk="1" latinLnBrk="0" hangingPunct="1">
      <a:defRPr kumimoji="1" sz="1215" kern="1200">
        <a:solidFill>
          <a:schemeClr val="tx1"/>
        </a:solidFill>
        <a:latin typeface="+mn-lt"/>
        <a:ea typeface="+mn-ea"/>
        <a:cs typeface="+mn-cs"/>
      </a:defRPr>
    </a:lvl4pPr>
    <a:lvl5pPr marL="1851759" algn="l" defTabSz="925880" rtl="0" eaLnBrk="1" latinLnBrk="0" hangingPunct="1">
      <a:defRPr kumimoji="1" sz="1215" kern="1200">
        <a:solidFill>
          <a:schemeClr val="tx1"/>
        </a:solidFill>
        <a:latin typeface="+mn-lt"/>
        <a:ea typeface="+mn-ea"/>
        <a:cs typeface="+mn-cs"/>
      </a:defRPr>
    </a:lvl5pPr>
    <a:lvl6pPr marL="2314699" algn="l" defTabSz="925880" rtl="0" eaLnBrk="1" latinLnBrk="0" hangingPunct="1">
      <a:defRPr kumimoji="1" sz="1215" kern="1200">
        <a:solidFill>
          <a:schemeClr val="tx1"/>
        </a:solidFill>
        <a:latin typeface="+mn-lt"/>
        <a:ea typeface="+mn-ea"/>
        <a:cs typeface="+mn-cs"/>
      </a:defRPr>
    </a:lvl6pPr>
    <a:lvl7pPr marL="2777640" algn="l" defTabSz="925880" rtl="0" eaLnBrk="1" latinLnBrk="0" hangingPunct="1">
      <a:defRPr kumimoji="1" sz="1215" kern="1200">
        <a:solidFill>
          <a:schemeClr val="tx1"/>
        </a:solidFill>
        <a:latin typeface="+mn-lt"/>
        <a:ea typeface="+mn-ea"/>
        <a:cs typeface="+mn-cs"/>
      </a:defRPr>
    </a:lvl7pPr>
    <a:lvl8pPr marL="3240579" algn="l" defTabSz="925880" rtl="0" eaLnBrk="1" latinLnBrk="0" hangingPunct="1">
      <a:defRPr kumimoji="1" sz="1215" kern="1200">
        <a:solidFill>
          <a:schemeClr val="tx1"/>
        </a:solidFill>
        <a:latin typeface="+mn-lt"/>
        <a:ea typeface="+mn-ea"/>
        <a:cs typeface="+mn-cs"/>
      </a:defRPr>
    </a:lvl8pPr>
    <a:lvl9pPr marL="3703519" algn="l" defTabSz="925880" rtl="0" eaLnBrk="1" latinLnBrk="0" hangingPunct="1">
      <a:defRPr kumimoji="1" sz="1215"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5.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2.png"/><Relationship Id="rId1" Type="http://schemas.openxmlformats.org/officeDocument/2006/relationships/slideMaster" Target="../slideMasters/slideMaster6.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Master" Target="../slideMasters/slideMaster6.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Master" Target="../slideMasters/slideMaster7.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7.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8.png"/><Relationship Id="rId1" Type="http://schemas.openxmlformats.org/officeDocument/2006/relationships/slideMaster" Target="../slideMasters/slideMaster7.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image" Target="../media/image16.jpg"/><Relationship Id="rId1" Type="http://schemas.openxmlformats.org/officeDocument/2006/relationships/slideMaster" Target="../slideMasters/slideMaster8.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image" Target="../media/image16.jpg"/><Relationship Id="rId1" Type="http://schemas.openxmlformats.org/officeDocument/2006/relationships/slideMaster" Target="../slideMasters/slideMaster8.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Master" Target="../slideMasters/slideMaster8.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image" Target="../media/image16.jpg"/><Relationship Id="rId1" Type="http://schemas.openxmlformats.org/officeDocument/2006/relationships/slideMaster" Target="../slideMasters/slideMaster8.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image" Target="../media/image14.jpg"/><Relationship Id="rId1" Type="http://schemas.openxmlformats.org/officeDocument/2006/relationships/slideMaster" Target="../slideMasters/slideMaster8.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9.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image" Target="../media/image14.jpg"/><Relationship Id="rId1" Type="http://schemas.openxmlformats.org/officeDocument/2006/relationships/slideMaster" Target="../slideMasters/slideMaster9.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4.jpg"/><Relationship Id="rId1" Type="http://schemas.openxmlformats.org/officeDocument/2006/relationships/slideMaster" Target="../slideMasters/slideMaster10.xml"/><Relationship Id="rId4" Type="http://schemas.openxmlformats.org/officeDocument/2006/relationships/image" Target="../media/image19.gif"/></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image" Target="../media/image14.jpg"/><Relationship Id="rId1" Type="http://schemas.openxmlformats.org/officeDocument/2006/relationships/slideMaster" Target="../slideMasters/slideMaster10.xml"/><Relationship Id="rId4" Type="http://schemas.openxmlformats.org/officeDocument/2006/relationships/image" Target="../media/image21.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image" Target="../media/image14.jpg"/><Relationship Id="rId1" Type="http://schemas.openxmlformats.org/officeDocument/2006/relationships/slideMaster" Target="../slideMasters/slideMaster10.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Master" Target="../slideMasters/slideMaster10.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Master" Target="../slideMasters/slideMaster1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slideMaster" Target="../slideMasters/slideMaster1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8.png"/><Relationship Id="rId1" Type="http://schemas.openxmlformats.org/officeDocument/2006/relationships/slideMaster" Target="../slideMasters/slideMaster1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image" Target="../media/image16.jpg"/><Relationship Id="rId1" Type="http://schemas.openxmlformats.org/officeDocument/2006/relationships/slideMaster" Target="../slideMasters/slideMaster1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image" Target="../media/image16.jpg"/><Relationship Id="rId1" Type="http://schemas.openxmlformats.org/officeDocument/2006/relationships/slideMaster" Target="../slideMasters/slideMaster1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Master" Target="../slideMasters/slideMaster1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image" Target="../media/image16.jpg"/><Relationship Id="rId1" Type="http://schemas.openxmlformats.org/officeDocument/2006/relationships/slideMaster" Target="../slideMasters/slideMaster1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9.gif"/><Relationship Id="rId1" Type="http://schemas.openxmlformats.org/officeDocument/2006/relationships/slideMaster" Target="../slideMasters/slideMaster13.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image" Target="../media/image14.jpg"/><Relationship Id="rId1" Type="http://schemas.openxmlformats.org/officeDocument/2006/relationships/slideMaster" Target="../slideMasters/slideMaster1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表紙A">
    <p:spTree>
      <p:nvGrpSpPr>
        <p:cNvPr id="1" name=""/>
        <p:cNvGrpSpPr/>
        <p:nvPr/>
      </p:nvGrpSpPr>
      <p:grpSpPr>
        <a:xfrm>
          <a:off x="0" y="0"/>
          <a:ext cx="0" cy="0"/>
          <a:chOff x="0" y="0"/>
          <a:chExt cx="0" cy="0"/>
        </a:xfrm>
      </p:grpSpPr>
      <p:pic>
        <p:nvPicPr>
          <p:cNvPr id="2" name="図 1"/>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 y="0"/>
            <a:ext cx="9905999" cy="6868800"/>
          </a:xfrm>
          <a:prstGeom prst="rect">
            <a:avLst/>
          </a:prstGeom>
        </p:spPr>
      </p:pic>
      <p:sp>
        <p:nvSpPr>
          <p:cNvPr id="11" name="正方形/長方形 10"/>
          <p:cNvSpPr/>
          <p:nvPr userDrawn="1"/>
        </p:nvSpPr>
        <p:spPr>
          <a:xfrm>
            <a:off x="1" y="4714043"/>
            <a:ext cx="9906000" cy="2154757"/>
          </a:xfrm>
          <a:prstGeom prst="rect">
            <a:avLst/>
          </a:prstGeom>
          <a:solidFill>
            <a:srgbClr val="6785C1">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b="0" i="0" dirty="0">
              <a:latin typeface="HGPGothicE" charset="-128"/>
              <a:ea typeface="HGPGothicE" charset="-128"/>
            </a:endParaRPr>
          </a:p>
        </p:txBody>
      </p:sp>
      <p:pic>
        <p:nvPicPr>
          <p:cNvPr id="13" name="図 12"/>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421200"/>
            <a:ext cx="3575998" cy="6436801"/>
          </a:xfrm>
          <a:prstGeom prst="rect">
            <a:avLst/>
          </a:prstGeom>
        </p:spPr>
      </p:pic>
      <p:sp>
        <p:nvSpPr>
          <p:cNvPr id="15" name="タイトル 1"/>
          <p:cNvSpPr>
            <a:spLocks noGrp="1"/>
          </p:cNvSpPr>
          <p:nvPr>
            <p:ph type="title" hasCustomPrompt="1"/>
          </p:nvPr>
        </p:nvSpPr>
        <p:spPr>
          <a:xfrm>
            <a:off x="2207568" y="4810096"/>
            <a:ext cx="7642112" cy="988424"/>
          </a:xfrm>
          <a:prstGeom prst="rect">
            <a:avLst/>
          </a:prstGeom>
          <a:effectLst/>
        </p:spPr>
        <p:txBody>
          <a:bodyPr anchor="t">
            <a:normAutofit/>
          </a:bodyPr>
          <a:lstStyle>
            <a:lvl1pPr>
              <a:defRPr lang="ja-JP" altLang="en-US" sz="2400" b="1" spc="0" dirty="0" smtClean="0">
                <a:solidFill>
                  <a:srgbClr val="FFFFFF"/>
                </a:solidFill>
                <a:latin typeface="Meiryo UI" panose="020B0604030504040204" pitchFamily="50" charset="-128"/>
                <a:ea typeface="Meiryo UI" panose="020B0604030504040204" pitchFamily="50" charset="-128"/>
              </a:defRPr>
            </a:lvl1pPr>
          </a:lstStyle>
          <a:p>
            <a:pPr marL="0" lvl="0" indent="0" fontAlgn="ctr">
              <a:spcBef>
                <a:spcPts val="0"/>
              </a:spcBef>
              <a:buFont typeface="Arial" pitchFamily="34" charset="0"/>
              <a:buNone/>
            </a:pPr>
            <a:r>
              <a:rPr kumimoji="1" lang="ja-JP" altLang="en-US" dirty="0"/>
              <a:t>［タイトル］</a:t>
            </a:r>
          </a:p>
        </p:txBody>
      </p:sp>
      <p:sp>
        <p:nvSpPr>
          <p:cNvPr id="17" name="TextBox 12"/>
          <p:cNvSpPr txBox="1"/>
          <p:nvPr userDrawn="1"/>
        </p:nvSpPr>
        <p:spPr>
          <a:xfrm>
            <a:off x="6926580" y="6724937"/>
            <a:ext cx="2923099" cy="123111"/>
          </a:xfrm>
          <a:prstGeom prst="rect">
            <a:avLst/>
          </a:prstGeom>
          <a:noFill/>
        </p:spPr>
        <p:txBody>
          <a:bodyPr wrap="square" tIns="0" bIns="0">
            <a:spAutoFit/>
          </a:bodyPr>
          <a:lstStyle/>
          <a:p>
            <a:pPr marL="0" marR="0" indent="0" algn="r" defTabSz="609555" rtl="0" eaLnBrk="1" fontAlgn="auto" latinLnBrk="0" hangingPunct="1">
              <a:lnSpc>
                <a:spcPct val="100000"/>
              </a:lnSpc>
              <a:spcBef>
                <a:spcPts val="0"/>
              </a:spcBef>
              <a:spcAft>
                <a:spcPts val="0"/>
              </a:spcAft>
              <a:buClrTx/>
              <a:buSzTx/>
              <a:buFontTx/>
              <a:buNone/>
              <a:tabLst/>
              <a:defRPr/>
            </a:pPr>
            <a:r>
              <a:rPr kumimoji="0" lang="en-US" altLang="ja-JP" sz="800" b="0" i="0" dirty="0">
                <a:solidFill>
                  <a:schemeClr val="bg1"/>
                </a:solidFill>
                <a:latin typeface="Meiryo UI" panose="020B0604030504040204" pitchFamily="50" charset="-128"/>
                <a:ea typeface="Meiryo UI" panose="020B0604030504040204" pitchFamily="50" charset="-128"/>
                <a:cs typeface="Meiryo UI" pitchFamily="50" charset="-128"/>
              </a:rPr>
              <a:t>© 2022 NTT DATA UNIVERSITY Corporation</a:t>
            </a:r>
          </a:p>
        </p:txBody>
      </p:sp>
      <p:pic>
        <p:nvPicPr>
          <p:cNvPr id="18" name="図 17">
            <a:extLst>
              <a:ext uri="{FF2B5EF4-FFF2-40B4-BE49-F238E27FC236}">
                <a16:creationId xmlns:a16="http://schemas.microsoft.com/office/drawing/2014/main" id="{947A7B74-48AA-304D-8A41-3EA692EE5241}"/>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7007803" y="240668"/>
            <a:ext cx="2635200" cy="902800"/>
          </a:xfrm>
          <a:prstGeom prst="rect">
            <a:avLst/>
          </a:prstGeom>
        </p:spPr>
      </p:pic>
    </p:spTree>
    <p:extLst>
      <p:ext uri="{BB962C8B-B14F-4D97-AF65-F5344CB8AC3E}">
        <p14:creationId xmlns:p14="http://schemas.microsoft.com/office/powerpoint/2010/main" val="10636067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表紙B">
    <p:spTree>
      <p:nvGrpSpPr>
        <p:cNvPr id="1" name=""/>
        <p:cNvGrpSpPr/>
        <p:nvPr/>
      </p:nvGrpSpPr>
      <p:grpSpPr>
        <a:xfrm>
          <a:off x="0" y="0"/>
          <a:ext cx="0" cy="0"/>
          <a:chOff x="0" y="0"/>
          <a:chExt cx="0" cy="0"/>
        </a:xfrm>
      </p:grpSpPr>
      <p:sp>
        <p:nvSpPr>
          <p:cNvPr id="11" name="正方形/長方形 10"/>
          <p:cNvSpPr/>
          <p:nvPr userDrawn="1"/>
        </p:nvSpPr>
        <p:spPr>
          <a:xfrm>
            <a:off x="1" y="4714043"/>
            <a:ext cx="9906000" cy="21547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b="0" i="0" dirty="0">
              <a:latin typeface="Meiryo UI" panose="020B0604030504040204" pitchFamily="50" charset="-128"/>
              <a:ea typeface="Meiryo UI" panose="020B0604030504040204" pitchFamily="50" charset="-128"/>
            </a:endParaRPr>
          </a:p>
        </p:txBody>
      </p:sp>
      <p:pic>
        <p:nvPicPr>
          <p:cNvPr id="13" name="図 12"/>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421200"/>
            <a:ext cx="3575998" cy="6436801"/>
          </a:xfrm>
          <a:prstGeom prst="rect">
            <a:avLst/>
          </a:prstGeom>
        </p:spPr>
      </p:pic>
      <p:sp>
        <p:nvSpPr>
          <p:cNvPr id="12" name="タイトル 1"/>
          <p:cNvSpPr>
            <a:spLocks noGrp="1"/>
          </p:cNvSpPr>
          <p:nvPr>
            <p:ph type="title" hasCustomPrompt="1"/>
          </p:nvPr>
        </p:nvSpPr>
        <p:spPr>
          <a:xfrm>
            <a:off x="2207568" y="4810096"/>
            <a:ext cx="7642112" cy="988424"/>
          </a:xfrm>
          <a:prstGeom prst="rect">
            <a:avLst/>
          </a:prstGeom>
          <a:effectLst/>
        </p:spPr>
        <p:txBody>
          <a:bodyPr anchor="t">
            <a:normAutofit/>
          </a:bodyPr>
          <a:lstStyle>
            <a:lvl1pPr>
              <a:defRPr lang="ja-JP" altLang="en-US" sz="2400" b="1" spc="0" dirty="0" smtClean="0">
                <a:solidFill>
                  <a:srgbClr val="FFFFFF"/>
                </a:solidFill>
                <a:latin typeface="Meiryo UI" panose="020B0604030504040204" pitchFamily="50" charset="-128"/>
                <a:ea typeface="Meiryo UI" panose="020B0604030504040204" pitchFamily="50" charset="-128"/>
              </a:defRPr>
            </a:lvl1pPr>
          </a:lstStyle>
          <a:p>
            <a:pPr marL="0" lvl="0" indent="0" fontAlgn="ctr">
              <a:spcBef>
                <a:spcPts val="0"/>
              </a:spcBef>
              <a:buFont typeface="Arial" pitchFamily="34" charset="0"/>
              <a:buNone/>
            </a:pPr>
            <a:r>
              <a:rPr kumimoji="1" lang="ja-JP" altLang="en-US" dirty="0"/>
              <a:t>［タイトル］</a:t>
            </a:r>
          </a:p>
        </p:txBody>
      </p:sp>
      <p:sp>
        <p:nvSpPr>
          <p:cNvPr id="10" name="TextBox 12"/>
          <p:cNvSpPr txBox="1"/>
          <p:nvPr userDrawn="1"/>
        </p:nvSpPr>
        <p:spPr>
          <a:xfrm>
            <a:off x="7345680" y="6724937"/>
            <a:ext cx="2503999" cy="123111"/>
          </a:xfrm>
          <a:prstGeom prst="rect">
            <a:avLst/>
          </a:prstGeom>
          <a:noFill/>
        </p:spPr>
        <p:txBody>
          <a:bodyPr wrap="square" tIns="0" bIns="0">
            <a:spAutoFit/>
          </a:bodyPr>
          <a:lstStyle/>
          <a:p>
            <a:pPr marL="0" marR="0" indent="0" algn="r" defTabSz="609555" rtl="0" eaLnBrk="1" fontAlgn="auto" latinLnBrk="0" hangingPunct="1">
              <a:lnSpc>
                <a:spcPct val="100000"/>
              </a:lnSpc>
              <a:spcBef>
                <a:spcPts val="0"/>
              </a:spcBef>
              <a:spcAft>
                <a:spcPts val="0"/>
              </a:spcAft>
              <a:buClrTx/>
              <a:buSzTx/>
              <a:buFontTx/>
              <a:buNone/>
              <a:tabLst/>
              <a:defRPr/>
            </a:pPr>
            <a:r>
              <a:rPr kumimoji="0" lang="en-US" altLang="ja-JP" sz="800" b="0" i="0" dirty="0">
                <a:solidFill>
                  <a:schemeClr val="bg1"/>
                </a:solidFill>
                <a:latin typeface="Meiryo UI" panose="020B0604030504040204" pitchFamily="50" charset="-128"/>
                <a:ea typeface="Meiryo UI" panose="020B0604030504040204" pitchFamily="50" charset="-128"/>
                <a:cs typeface="Meiryo UI" pitchFamily="50" charset="-128"/>
              </a:rPr>
              <a:t>© 2022 NTT DATA UNIVERSITY Corporation</a:t>
            </a:r>
          </a:p>
        </p:txBody>
      </p:sp>
      <p:pic>
        <p:nvPicPr>
          <p:cNvPr id="16" name="図 15">
            <a:extLst>
              <a:ext uri="{FF2B5EF4-FFF2-40B4-BE49-F238E27FC236}">
                <a16:creationId xmlns:a16="http://schemas.microsoft.com/office/drawing/2014/main" id="{A6047BE2-75E4-8743-8BCD-19E0EC5A22EE}"/>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7064375" y="254000"/>
            <a:ext cx="2635200" cy="902800"/>
          </a:xfrm>
          <a:prstGeom prst="rect">
            <a:avLst/>
          </a:prstGeom>
        </p:spPr>
      </p:pic>
    </p:spTree>
    <p:extLst>
      <p:ext uri="{BB962C8B-B14F-4D97-AF65-F5344CB8AC3E}">
        <p14:creationId xmlns:p14="http://schemas.microsoft.com/office/powerpoint/2010/main" val="10666655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表紙K">
    <p:spTree>
      <p:nvGrpSpPr>
        <p:cNvPr id="1" name=""/>
        <p:cNvGrpSpPr/>
        <p:nvPr/>
      </p:nvGrpSpPr>
      <p:grpSpPr>
        <a:xfrm>
          <a:off x="0" y="0"/>
          <a:ext cx="0" cy="0"/>
          <a:chOff x="0" y="0"/>
          <a:chExt cx="0" cy="0"/>
        </a:xfrm>
      </p:grpSpPr>
      <p:pic>
        <p:nvPicPr>
          <p:cNvPr id="9" name="図 8"/>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 y="0"/>
            <a:ext cx="9905995" cy="6858000"/>
          </a:xfrm>
          <a:prstGeom prst="rect">
            <a:avLst/>
          </a:prstGeom>
        </p:spPr>
      </p:pic>
      <p:sp>
        <p:nvSpPr>
          <p:cNvPr id="11" name="正方形/長方形 10"/>
          <p:cNvSpPr/>
          <p:nvPr userDrawn="1"/>
        </p:nvSpPr>
        <p:spPr>
          <a:xfrm>
            <a:off x="1" y="4714043"/>
            <a:ext cx="9906000" cy="2154757"/>
          </a:xfrm>
          <a:prstGeom prst="rect">
            <a:avLst/>
          </a:prstGeom>
          <a:solidFill>
            <a:srgbClr val="1C1C1C">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b="0" i="0" dirty="0">
              <a:latin typeface="HGPGothicE" charset="-128"/>
              <a:ea typeface="HGPGothicE" charset="-128"/>
            </a:endParaRPr>
          </a:p>
        </p:txBody>
      </p:sp>
      <p:pic>
        <p:nvPicPr>
          <p:cNvPr id="13" name="図 12"/>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421200"/>
            <a:ext cx="3575998" cy="6436801"/>
          </a:xfrm>
          <a:prstGeom prst="rect">
            <a:avLst/>
          </a:prstGeom>
        </p:spPr>
      </p:pic>
      <p:sp>
        <p:nvSpPr>
          <p:cNvPr id="15" name="タイトル 1"/>
          <p:cNvSpPr>
            <a:spLocks noGrp="1"/>
          </p:cNvSpPr>
          <p:nvPr>
            <p:ph type="title" hasCustomPrompt="1"/>
          </p:nvPr>
        </p:nvSpPr>
        <p:spPr>
          <a:xfrm>
            <a:off x="2207568" y="4810096"/>
            <a:ext cx="7642112" cy="988424"/>
          </a:xfrm>
          <a:prstGeom prst="rect">
            <a:avLst/>
          </a:prstGeom>
          <a:effectLst/>
        </p:spPr>
        <p:txBody>
          <a:bodyPr anchor="t">
            <a:normAutofit/>
          </a:bodyPr>
          <a:lstStyle>
            <a:lvl1pPr>
              <a:defRPr lang="ja-JP" altLang="en-US" sz="2400" b="1" spc="0" dirty="0" smtClean="0">
                <a:solidFill>
                  <a:srgbClr val="FFFFFF"/>
                </a:solidFill>
                <a:latin typeface="Meiryo UI" panose="020B0604030504040204" pitchFamily="50" charset="-128"/>
                <a:ea typeface="Meiryo UI" panose="020B0604030504040204" pitchFamily="50" charset="-128"/>
              </a:defRPr>
            </a:lvl1pPr>
          </a:lstStyle>
          <a:p>
            <a:pPr marL="0" lvl="0" indent="0" fontAlgn="ctr">
              <a:spcBef>
                <a:spcPts val="0"/>
              </a:spcBef>
              <a:buFont typeface="Arial" pitchFamily="34" charset="0"/>
              <a:buNone/>
            </a:pPr>
            <a:r>
              <a:rPr kumimoji="1" lang="ja-JP" altLang="en-US" dirty="0"/>
              <a:t>［タイトル］</a:t>
            </a:r>
          </a:p>
        </p:txBody>
      </p:sp>
      <p:sp>
        <p:nvSpPr>
          <p:cNvPr id="17" name="TextBox 12"/>
          <p:cNvSpPr txBox="1"/>
          <p:nvPr userDrawn="1"/>
        </p:nvSpPr>
        <p:spPr>
          <a:xfrm>
            <a:off x="6764482" y="6724937"/>
            <a:ext cx="3085197" cy="123111"/>
          </a:xfrm>
          <a:prstGeom prst="rect">
            <a:avLst/>
          </a:prstGeom>
          <a:noFill/>
        </p:spPr>
        <p:txBody>
          <a:bodyPr wrap="square" tIns="0" bIns="0">
            <a:spAutoFit/>
          </a:bodyPr>
          <a:lstStyle/>
          <a:p>
            <a:pPr marL="0" marR="0" indent="0" algn="r" defTabSz="609555" rtl="0" eaLnBrk="1" fontAlgn="auto" latinLnBrk="0" hangingPunct="1">
              <a:lnSpc>
                <a:spcPct val="100000"/>
              </a:lnSpc>
              <a:spcBef>
                <a:spcPts val="0"/>
              </a:spcBef>
              <a:spcAft>
                <a:spcPts val="0"/>
              </a:spcAft>
              <a:buClrTx/>
              <a:buSzTx/>
              <a:buFontTx/>
              <a:buNone/>
              <a:tabLst/>
              <a:defRPr/>
            </a:pPr>
            <a:r>
              <a:rPr kumimoji="0" lang="en-US" altLang="ja-JP" sz="800" b="0" i="0" dirty="0">
                <a:solidFill>
                  <a:schemeClr val="bg1"/>
                </a:solidFill>
                <a:latin typeface="Meiryo UI" panose="020B0604030504040204" pitchFamily="50" charset="-128"/>
                <a:ea typeface="Meiryo UI" panose="020B0604030504040204" pitchFamily="50" charset="-128"/>
                <a:cs typeface="Meiryo UI" pitchFamily="50" charset="-128"/>
              </a:rPr>
              <a:t>© 2022 NTT DATA</a:t>
            </a:r>
            <a:r>
              <a:rPr kumimoji="0" lang="ja-JP" altLang="en-US" sz="800" b="0" i="0" baseline="0" dirty="0">
                <a:solidFill>
                  <a:schemeClr val="bg1"/>
                </a:solidFill>
                <a:latin typeface="Meiryo UI" panose="020B0604030504040204" pitchFamily="50" charset="-128"/>
                <a:ea typeface="Meiryo UI" panose="020B0604030504040204" pitchFamily="50" charset="-128"/>
                <a:cs typeface="Meiryo UI" pitchFamily="50" charset="-128"/>
              </a:rPr>
              <a:t> </a:t>
            </a:r>
            <a:r>
              <a:rPr kumimoji="0" lang="en-US" altLang="ja-JP" sz="800" b="0" i="0" baseline="0" dirty="0">
                <a:solidFill>
                  <a:schemeClr val="bg1"/>
                </a:solidFill>
                <a:latin typeface="Meiryo UI" panose="020B0604030504040204" pitchFamily="50" charset="-128"/>
                <a:ea typeface="Meiryo UI" panose="020B0604030504040204" pitchFamily="50" charset="-128"/>
                <a:cs typeface="Meiryo UI" pitchFamily="50" charset="-128"/>
              </a:rPr>
              <a:t>UNIVERSITY</a:t>
            </a:r>
            <a:r>
              <a:rPr kumimoji="0" lang="en-US" altLang="ja-JP" sz="800" b="0" i="0" dirty="0">
                <a:solidFill>
                  <a:schemeClr val="bg1"/>
                </a:solidFill>
                <a:latin typeface="Meiryo UI" panose="020B0604030504040204" pitchFamily="50" charset="-128"/>
                <a:ea typeface="Meiryo UI" panose="020B0604030504040204" pitchFamily="50" charset="-128"/>
                <a:cs typeface="Meiryo UI" pitchFamily="50" charset="-128"/>
              </a:rPr>
              <a:t> Corporation</a:t>
            </a:r>
          </a:p>
        </p:txBody>
      </p:sp>
      <p:pic>
        <p:nvPicPr>
          <p:cNvPr id="10" name="図 9">
            <a:extLst>
              <a:ext uri="{FF2B5EF4-FFF2-40B4-BE49-F238E27FC236}">
                <a16:creationId xmlns:a16="http://schemas.microsoft.com/office/drawing/2014/main" id="{947A7B74-48AA-304D-8A41-3EA692EE5241}"/>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7007803" y="240668"/>
            <a:ext cx="2635200" cy="902800"/>
          </a:xfrm>
          <a:prstGeom prst="rect">
            <a:avLst/>
          </a:prstGeom>
        </p:spPr>
      </p:pic>
    </p:spTree>
    <p:extLst>
      <p:ext uri="{BB962C8B-B14F-4D97-AF65-F5344CB8AC3E}">
        <p14:creationId xmlns:p14="http://schemas.microsoft.com/office/powerpoint/2010/main" val="37507135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次A">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06ACBF3F-D8C8-49E5-AED6-9B2012FC0A11}"/>
              </a:ext>
            </a:extLst>
          </p:cNvPr>
          <p:cNvSpPr>
            <a:spLocks noGrp="1"/>
          </p:cNvSpPr>
          <p:nvPr>
            <p:ph type="body" sz="quarter" idx="11"/>
          </p:nvPr>
        </p:nvSpPr>
        <p:spPr>
          <a:xfrm>
            <a:off x="471488" y="908050"/>
            <a:ext cx="9145848" cy="5256000"/>
          </a:xfrm>
          <a:prstGeom prst="rect">
            <a:avLst/>
          </a:prstGeom>
        </p:spPr>
        <p:txBody>
          <a:bodyPr/>
          <a:lstStyle>
            <a:lvl1pPr marL="457200" indent="-457200">
              <a:buFont typeface="+mj-lt"/>
              <a:buAutoNum type="arabicPeriod"/>
              <a:defRPr sz="2000">
                <a:solidFill>
                  <a:schemeClr val="tx1"/>
                </a:solidFill>
                <a:latin typeface="Meiryo UI" panose="020B0604030504040204" pitchFamily="50" charset="-128"/>
                <a:ea typeface="Meiryo UI" panose="020B0604030504040204" pitchFamily="50" charset="-128"/>
              </a:defRPr>
            </a:lvl1pPr>
            <a:lvl2pPr>
              <a:defRPr sz="2000">
                <a:latin typeface="Meiryo UI" panose="020B0604030504040204" pitchFamily="50" charset="-128"/>
                <a:ea typeface="Meiryo UI" panose="020B0604030504040204" pitchFamily="50" charset="-128"/>
              </a:defRPr>
            </a:lvl2pPr>
            <a:lvl3pPr>
              <a:defRPr sz="2000">
                <a:latin typeface="Meiryo UI" panose="020B0604030504040204" pitchFamily="50" charset="-128"/>
                <a:ea typeface="Meiryo UI" panose="020B0604030504040204" pitchFamily="50" charset="-128"/>
              </a:defRPr>
            </a:lvl3pPr>
            <a:lvl4pPr>
              <a:defRPr sz="2000">
                <a:latin typeface="Meiryo UI" panose="020B0604030504040204" pitchFamily="50" charset="-128"/>
                <a:ea typeface="Meiryo UI" panose="020B0604030504040204" pitchFamily="50" charset="-128"/>
              </a:defRPr>
            </a:lvl4pPr>
            <a:lvl5pPr>
              <a:defRPr sz="2000">
                <a:latin typeface="Meiryo UI" panose="020B0604030504040204" pitchFamily="50" charset="-128"/>
                <a:ea typeface="Meiryo UI" panose="020B0604030504040204" pitchFamily="50" charset="-128"/>
              </a:defRPr>
            </a:lvl5pPr>
          </a:lstStyle>
          <a:p>
            <a:pPr lvl="0"/>
            <a:endParaRPr kumimoji="1" lang="en-US" altLang="ja-JP" dirty="0"/>
          </a:p>
        </p:txBody>
      </p:sp>
      <p:sp>
        <p:nvSpPr>
          <p:cNvPr id="8" name="タイトル 1"/>
          <p:cNvSpPr>
            <a:spLocks noGrp="1"/>
          </p:cNvSpPr>
          <p:nvPr>
            <p:ph type="title" hasCustomPrompt="1"/>
          </p:nvPr>
        </p:nvSpPr>
        <p:spPr>
          <a:xfrm>
            <a:off x="172186" y="2902"/>
            <a:ext cx="9569256" cy="730799"/>
          </a:xfrm>
          <a:prstGeom prst="rect">
            <a:avLst/>
          </a:prstGeom>
        </p:spPr>
        <p:txBody>
          <a:bodyPr tIns="108000" anchor="ctr" anchorCtr="0">
            <a:normAutofit/>
          </a:bodyPr>
          <a:lstStyle>
            <a:lvl1pPr>
              <a:defRPr lang="ja-JP" altLang="en-US" sz="2400" b="1" spc="0" dirty="0" smtClean="0">
                <a:solidFill>
                  <a:schemeClr val="tx1"/>
                </a:solidFill>
                <a:latin typeface="Meiryo UI" panose="020B0604030504040204" pitchFamily="50" charset="-128"/>
                <a:ea typeface="Meiryo UI" panose="020B0604030504040204" pitchFamily="50" charset="-128"/>
                <a:cs typeface="Arial"/>
              </a:defRPr>
            </a:lvl1pPr>
          </a:lstStyle>
          <a:p>
            <a:pPr marL="226468" marR="0" lvl="0" indent="-226468" defTabSz="609555" latinLnBrk="0">
              <a:lnSpc>
                <a:spcPct val="100000"/>
              </a:lnSpc>
              <a:spcBef>
                <a:spcPct val="20000"/>
              </a:spcBef>
              <a:buClrTx/>
              <a:buSzTx/>
              <a:buFont typeface="+mj-lt"/>
              <a:buNone/>
              <a:tabLst/>
            </a:pPr>
            <a:r>
              <a:rPr kumimoji="1" lang="ja-JP" altLang="en-US" dirty="0"/>
              <a:t>［目次］</a:t>
            </a:r>
          </a:p>
        </p:txBody>
      </p:sp>
      <p:sp>
        <p:nvSpPr>
          <p:cNvPr id="5" name="TextBox 12"/>
          <p:cNvSpPr txBox="1"/>
          <p:nvPr userDrawn="1"/>
        </p:nvSpPr>
        <p:spPr>
          <a:xfrm>
            <a:off x="1592580" y="6551482"/>
            <a:ext cx="2766060" cy="123111"/>
          </a:xfrm>
          <a:prstGeom prst="rect">
            <a:avLst/>
          </a:prstGeom>
          <a:noFill/>
        </p:spPr>
        <p:txBody>
          <a:bodyPr wrap="square" tIns="0" bIns="0">
            <a:spAutoFit/>
          </a:bodyPr>
          <a:lstStyle/>
          <a:p>
            <a:pPr marL="0" marR="0" indent="0" algn="r" defTabSz="609555" rtl="0" eaLnBrk="1" fontAlgn="auto" latinLnBrk="0" hangingPunct="1">
              <a:lnSpc>
                <a:spcPct val="100000"/>
              </a:lnSpc>
              <a:spcBef>
                <a:spcPts val="0"/>
              </a:spcBef>
              <a:spcAft>
                <a:spcPts val="0"/>
              </a:spcAft>
              <a:buClrTx/>
              <a:buSzTx/>
              <a:buFontTx/>
              <a:buNone/>
              <a:tabLst/>
              <a:defRPr/>
            </a:pPr>
            <a:r>
              <a:rPr kumimoji="0" lang="en-US" altLang="ja-JP" sz="800" b="0" i="0" dirty="0">
                <a:solidFill>
                  <a:schemeClr val="tx1"/>
                </a:solidFill>
                <a:latin typeface="Meiryo UI" panose="020B0604030504040204" pitchFamily="50" charset="-128"/>
                <a:ea typeface="Meiryo UI" panose="020B0604030504040204" pitchFamily="50" charset="-128"/>
                <a:cs typeface="Meiryo UI" pitchFamily="50" charset="-128"/>
              </a:rPr>
              <a:t>© 2022 NTT DATA UNIVERSITY Corporation</a:t>
            </a:r>
          </a:p>
        </p:txBody>
      </p:sp>
      <p:sp>
        <p:nvSpPr>
          <p:cNvPr id="7" name="TextBox 16"/>
          <p:cNvSpPr txBox="1"/>
          <p:nvPr userDrawn="1"/>
        </p:nvSpPr>
        <p:spPr>
          <a:xfrm>
            <a:off x="4680937" y="6551483"/>
            <a:ext cx="691881" cy="184666"/>
          </a:xfrm>
          <a:prstGeom prst="rect">
            <a:avLst/>
          </a:prstGeom>
          <a:noFill/>
        </p:spPr>
        <p:txBody>
          <a:bodyPr wrap="square" tIns="0" bIns="0">
            <a:spAutoFit/>
          </a:bodyPr>
          <a:lstStyle/>
          <a:p>
            <a:pPr algn="ctr" fontAlgn="auto">
              <a:spcBef>
                <a:spcPts val="0"/>
              </a:spcBef>
              <a:spcAft>
                <a:spcPts val="0"/>
              </a:spcAft>
              <a:defRPr/>
            </a:pPr>
            <a:fld id="{0F9AC1C8-10F2-4A77-9A6E-9375F974715F}" type="slidenum">
              <a:rPr lang="en-US" sz="1200" b="0" i="0">
                <a:solidFill>
                  <a:srgbClr val="000000"/>
                </a:solidFill>
                <a:latin typeface="Meiryo UI" panose="020B0604030504040204" pitchFamily="50" charset="-128"/>
                <a:ea typeface="Meiryo UI" panose="020B0604030504040204" pitchFamily="50" charset="-128"/>
                <a:cs typeface="HGPGothicE" charset="-128"/>
              </a:rPr>
              <a:pPr algn="ctr" fontAlgn="auto">
                <a:spcBef>
                  <a:spcPts val="0"/>
                </a:spcBef>
                <a:spcAft>
                  <a:spcPts val="0"/>
                </a:spcAft>
                <a:defRPr/>
              </a:pPr>
              <a:t>‹#›</a:t>
            </a:fld>
            <a:endParaRPr lang="en-US" sz="1200" b="0" i="0" dirty="0">
              <a:solidFill>
                <a:srgbClr val="000000"/>
              </a:solidFill>
              <a:latin typeface="Meiryo UI" panose="020B0604030504040204" pitchFamily="50" charset="-128"/>
              <a:ea typeface="Meiryo UI" panose="020B0604030504040204" pitchFamily="50" charset="-128"/>
              <a:cs typeface="HGPGothicE" charset="-128"/>
            </a:endParaRPr>
          </a:p>
        </p:txBody>
      </p:sp>
      <p:pic>
        <p:nvPicPr>
          <p:cNvPr id="9" name="図 8"/>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557544" y="6499388"/>
            <a:ext cx="1183898" cy="301356"/>
          </a:xfrm>
          <a:prstGeom prst="rect">
            <a:avLst/>
          </a:prstGeom>
        </p:spPr>
      </p:pic>
    </p:spTree>
    <p:extLst>
      <p:ext uri="{BB962C8B-B14F-4D97-AF65-F5344CB8AC3E}">
        <p14:creationId xmlns:p14="http://schemas.microsoft.com/office/powerpoint/2010/main" val="9046021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目次B">
    <p:bg>
      <p:bgPr>
        <a:solidFill>
          <a:srgbClr val="000000"/>
        </a:solidFill>
        <a:effectLst/>
      </p:bgPr>
    </p:bg>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06ACBF3F-D8C8-49E5-AED6-9B2012FC0A11}"/>
              </a:ext>
            </a:extLst>
          </p:cNvPr>
          <p:cNvSpPr>
            <a:spLocks noGrp="1"/>
          </p:cNvSpPr>
          <p:nvPr>
            <p:ph type="body" sz="quarter" idx="11"/>
          </p:nvPr>
        </p:nvSpPr>
        <p:spPr>
          <a:xfrm>
            <a:off x="471488" y="908050"/>
            <a:ext cx="8946000" cy="5256000"/>
          </a:xfrm>
          <a:prstGeom prst="rect">
            <a:avLst/>
          </a:prstGeom>
        </p:spPr>
        <p:txBody>
          <a:bodyPr/>
          <a:lstStyle>
            <a:lvl1pPr marL="457200" indent="-457200">
              <a:buFont typeface="+mj-lt"/>
              <a:buAutoNum type="arabicPeriod"/>
              <a:defRPr sz="2000">
                <a:solidFill>
                  <a:schemeClr val="bg1"/>
                </a:solidFill>
                <a:latin typeface="Meiryo UI" panose="020B0604030504040204" pitchFamily="50" charset="-128"/>
                <a:ea typeface="Meiryo UI" panose="020B0604030504040204" pitchFamily="50" charset="-128"/>
              </a:defRPr>
            </a:lvl1pPr>
            <a:lvl2pPr>
              <a:defRPr sz="2000">
                <a:latin typeface="Meiryo UI" panose="020B0604030504040204" pitchFamily="50" charset="-128"/>
                <a:ea typeface="Meiryo UI" panose="020B0604030504040204" pitchFamily="50" charset="-128"/>
              </a:defRPr>
            </a:lvl2pPr>
            <a:lvl3pPr>
              <a:defRPr sz="2000">
                <a:latin typeface="Meiryo UI" panose="020B0604030504040204" pitchFamily="50" charset="-128"/>
                <a:ea typeface="Meiryo UI" panose="020B0604030504040204" pitchFamily="50" charset="-128"/>
              </a:defRPr>
            </a:lvl3pPr>
            <a:lvl4pPr>
              <a:defRPr sz="2000">
                <a:latin typeface="Meiryo UI" panose="020B0604030504040204" pitchFamily="50" charset="-128"/>
                <a:ea typeface="Meiryo UI" panose="020B0604030504040204" pitchFamily="50" charset="-128"/>
              </a:defRPr>
            </a:lvl4pPr>
            <a:lvl5pPr>
              <a:defRPr sz="2000">
                <a:latin typeface="Meiryo UI" panose="020B0604030504040204" pitchFamily="50" charset="-128"/>
                <a:ea typeface="Meiryo UI" panose="020B0604030504040204" pitchFamily="50" charset="-128"/>
              </a:defRPr>
            </a:lvl5pPr>
          </a:lstStyle>
          <a:p>
            <a:pPr lvl="0"/>
            <a:endParaRPr kumimoji="1" lang="en-US" altLang="ja-JP" dirty="0"/>
          </a:p>
        </p:txBody>
      </p:sp>
      <p:sp>
        <p:nvSpPr>
          <p:cNvPr id="8" name="タイトル 1"/>
          <p:cNvSpPr>
            <a:spLocks noGrp="1"/>
          </p:cNvSpPr>
          <p:nvPr>
            <p:ph type="title" hasCustomPrompt="1"/>
          </p:nvPr>
        </p:nvSpPr>
        <p:spPr>
          <a:xfrm>
            <a:off x="172186" y="2902"/>
            <a:ext cx="9578639" cy="730799"/>
          </a:xfrm>
          <a:prstGeom prst="rect">
            <a:avLst/>
          </a:prstGeom>
        </p:spPr>
        <p:txBody>
          <a:bodyPr tIns="108000" anchor="ctr" anchorCtr="0">
            <a:normAutofit/>
          </a:bodyPr>
          <a:lstStyle>
            <a:lvl1pPr>
              <a:defRPr lang="ja-JP" altLang="en-US" sz="2400" b="1" spc="0" dirty="0" smtClean="0">
                <a:solidFill>
                  <a:schemeClr val="bg1"/>
                </a:solidFill>
                <a:latin typeface="Meiryo UI" panose="020B0604030504040204" pitchFamily="50" charset="-128"/>
                <a:ea typeface="Meiryo UI" panose="020B0604030504040204" pitchFamily="50" charset="-128"/>
                <a:cs typeface="Arial"/>
              </a:defRPr>
            </a:lvl1pPr>
          </a:lstStyle>
          <a:p>
            <a:pPr marL="226468" marR="0" lvl="0" indent="-226468" defTabSz="609555" latinLnBrk="0">
              <a:lnSpc>
                <a:spcPct val="100000"/>
              </a:lnSpc>
              <a:spcBef>
                <a:spcPct val="20000"/>
              </a:spcBef>
              <a:buClrTx/>
              <a:buSzTx/>
              <a:buFont typeface="+mj-lt"/>
              <a:buNone/>
              <a:tabLst/>
            </a:pPr>
            <a:r>
              <a:rPr kumimoji="1" lang="ja-JP" altLang="en-US" dirty="0"/>
              <a:t>［目次］</a:t>
            </a:r>
          </a:p>
        </p:txBody>
      </p:sp>
      <p:sp>
        <p:nvSpPr>
          <p:cNvPr id="5" name="TextBox 12"/>
          <p:cNvSpPr txBox="1"/>
          <p:nvPr userDrawn="1"/>
        </p:nvSpPr>
        <p:spPr>
          <a:xfrm>
            <a:off x="2080172" y="6551482"/>
            <a:ext cx="2526334" cy="123111"/>
          </a:xfrm>
          <a:prstGeom prst="rect">
            <a:avLst/>
          </a:prstGeom>
          <a:noFill/>
        </p:spPr>
        <p:txBody>
          <a:bodyPr wrap="square" tIns="0" bIns="0">
            <a:spAutoFit/>
          </a:bodyPr>
          <a:lstStyle/>
          <a:p>
            <a:pPr marL="0" marR="0" indent="0" algn="r" defTabSz="609555" rtl="0" eaLnBrk="1" fontAlgn="auto" latinLnBrk="0" hangingPunct="1">
              <a:lnSpc>
                <a:spcPct val="100000"/>
              </a:lnSpc>
              <a:spcBef>
                <a:spcPts val="0"/>
              </a:spcBef>
              <a:spcAft>
                <a:spcPts val="0"/>
              </a:spcAft>
              <a:buClrTx/>
              <a:buSzTx/>
              <a:buFontTx/>
              <a:buNone/>
              <a:tabLst/>
              <a:defRPr/>
            </a:pPr>
            <a:r>
              <a:rPr kumimoji="0" lang="en-US" altLang="ja-JP" sz="800" b="0" i="0" dirty="0">
                <a:solidFill>
                  <a:srgbClr val="FFFFFF"/>
                </a:solidFill>
                <a:latin typeface="Meiryo UI" panose="020B0604030504040204" pitchFamily="50" charset="-128"/>
                <a:ea typeface="Meiryo UI" panose="020B0604030504040204" pitchFamily="50" charset="-128"/>
                <a:cs typeface="Meiryo UI" pitchFamily="50" charset="-128"/>
              </a:rPr>
              <a:t>© 2022 NTT DATA UNIVERSITY Corporation</a:t>
            </a:r>
          </a:p>
        </p:txBody>
      </p:sp>
      <p:pic>
        <p:nvPicPr>
          <p:cNvPr id="7" name="図 6"/>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563091" y="6499388"/>
            <a:ext cx="1178351" cy="296174"/>
          </a:xfrm>
          <a:prstGeom prst="rect">
            <a:avLst/>
          </a:prstGeom>
        </p:spPr>
      </p:pic>
      <p:sp>
        <p:nvSpPr>
          <p:cNvPr id="10" name="TextBox 16"/>
          <p:cNvSpPr txBox="1"/>
          <p:nvPr userDrawn="1"/>
        </p:nvSpPr>
        <p:spPr>
          <a:xfrm>
            <a:off x="4680937" y="6551483"/>
            <a:ext cx="544563" cy="184666"/>
          </a:xfrm>
          <a:prstGeom prst="rect">
            <a:avLst/>
          </a:prstGeom>
          <a:noFill/>
        </p:spPr>
        <p:txBody>
          <a:bodyPr wrap="square" tIns="0" bIns="0">
            <a:spAutoFit/>
          </a:bodyPr>
          <a:lstStyle/>
          <a:p>
            <a:pPr algn="ctr" fontAlgn="auto">
              <a:spcBef>
                <a:spcPts val="0"/>
              </a:spcBef>
              <a:spcAft>
                <a:spcPts val="0"/>
              </a:spcAft>
              <a:defRPr/>
            </a:pPr>
            <a:fld id="{0F9AC1C8-10F2-4A77-9A6E-9375F974715F}" type="slidenum">
              <a:rPr lang="en-US" sz="1200" b="0" i="0">
                <a:solidFill>
                  <a:srgbClr val="FFFFFF"/>
                </a:solidFill>
                <a:latin typeface="Meiryo UI" panose="020B0604030504040204" pitchFamily="50" charset="-128"/>
                <a:ea typeface="Meiryo UI" panose="020B0604030504040204" pitchFamily="50" charset="-128"/>
                <a:cs typeface="HGPGothicE" charset="-128"/>
              </a:rPr>
              <a:pPr algn="ctr" fontAlgn="auto">
                <a:spcBef>
                  <a:spcPts val="0"/>
                </a:spcBef>
                <a:spcAft>
                  <a:spcPts val="0"/>
                </a:spcAft>
                <a:defRPr/>
              </a:pPr>
              <a:t>‹#›</a:t>
            </a:fld>
            <a:endParaRPr lang="en-US" sz="1200" b="0" i="0" dirty="0">
              <a:solidFill>
                <a:srgbClr val="FFFFFF"/>
              </a:solidFill>
              <a:latin typeface="Meiryo UI" panose="020B0604030504040204" pitchFamily="50" charset="-128"/>
              <a:ea typeface="Meiryo UI" panose="020B0604030504040204" pitchFamily="50" charset="-128"/>
              <a:cs typeface="HGPGothicE" charset="-128"/>
            </a:endParaRPr>
          </a:p>
        </p:txBody>
      </p:sp>
    </p:spTree>
    <p:extLst>
      <p:ext uri="{BB962C8B-B14F-4D97-AF65-F5344CB8AC3E}">
        <p14:creationId xmlns:p14="http://schemas.microsoft.com/office/powerpoint/2010/main" val="36797059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中扉A">
    <p:bg>
      <p:bgPr>
        <a:solidFill>
          <a:schemeClr val="accent2"/>
        </a:solidFill>
        <a:effectLst/>
      </p:bgPr>
    </p:bg>
    <p:spTree>
      <p:nvGrpSpPr>
        <p:cNvPr id="1" name=""/>
        <p:cNvGrpSpPr/>
        <p:nvPr/>
      </p:nvGrpSpPr>
      <p:grpSpPr>
        <a:xfrm>
          <a:off x="0" y="0"/>
          <a:ext cx="0" cy="0"/>
          <a:chOff x="0" y="0"/>
          <a:chExt cx="0" cy="0"/>
        </a:xfrm>
      </p:grpSpPr>
      <p:sp>
        <p:nvSpPr>
          <p:cNvPr id="11" name="Freeform 5">
            <a:extLst>
              <a:ext uri="{FF2B5EF4-FFF2-40B4-BE49-F238E27FC236}">
                <a16:creationId xmlns:a16="http://schemas.microsoft.com/office/drawing/2014/main" id="{998ED156-1AB5-4B96-BB64-69BB7DD751EA}"/>
              </a:ext>
            </a:extLst>
          </p:cNvPr>
          <p:cNvSpPr>
            <a:spLocks/>
          </p:cNvSpPr>
          <p:nvPr userDrawn="1"/>
        </p:nvSpPr>
        <p:spPr bwMode="auto">
          <a:xfrm>
            <a:off x="2580" y="0"/>
            <a:ext cx="4244809" cy="6858000"/>
          </a:xfrm>
          <a:custGeom>
            <a:avLst/>
            <a:gdLst>
              <a:gd name="T0" fmla="*/ 1111 w 1691"/>
              <a:gd name="T1" fmla="*/ 1108 h 2215"/>
              <a:gd name="T2" fmla="*/ 1108 w 1691"/>
              <a:gd name="T3" fmla="*/ 1108 h 2215"/>
              <a:gd name="T4" fmla="*/ 1108 w 1691"/>
              <a:gd name="T5" fmla="*/ 1102 h 2215"/>
              <a:gd name="T6" fmla="*/ 815 w 1691"/>
              <a:gd name="T7" fmla="*/ 569 h 2215"/>
              <a:gd name="T8" fmla="*/ 0 w 1691"/>
              <a:gd name="T9" fmla="*/ 0 h 2215"/>
              <a:gd name="T10" fmla="*/ 0 w 1691"/>
              <a:gd name="T11" fmla="*/ 1108 h 2215"/>
              <a:gd name="T12" fmla="*/ 0 w 1691"/>
              <a:gd name="T13" fmla="*/ 1213 h 2215"/>
              <a:gd name="T14" fmla="*/ 34 w 1691"/>
              <a:gd name="T15" fmla="*/ 1257 h 2215"/>
              <a:gd name="T16" fmla="*/ 522 w 1691"/>
              <a:gd name="T17" fmla="*/ 2215 h 2215"/>
              <a:gd name="T18" fmla="*/ 1108 w 1691"/>
              <a:gd name="T19" fmla="*/ 2215 h 2215"/>
              <a:gd name="T20" fmla="*/ 1691 w 1691"/>
              <a:gd name="T21" fmla="*/ 2215 h 2215"/>
              <a:gd name="T22" fmla="*/ 1111 w 1691"/>
              <a:gd name="T23" fmla="*/ 1108 h 2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91" h="2215">
                <a:moveTo>
                  <a:pt x="1111" y="1108"/>
                </a:moveTo>
                <a:cubicBezTo>
                  <a:pt x="1108" y="1108"/>
                  <a:pt x="1108" y="1108"/>
                  <a:pt x="1108" y="1108"/>
                </a:cubicBezTo>
                <a:cubicBezTo>
                  <a:pt x="1108" y="1102"/>
                  <a:pt x="1108" y="1102"/>
                  <a:pt x="1108" y="1102"/>
                </a:cubicBezTo>
                <a:cubicBezTo>
                  <a:pt x="965" y="833"/>
                  <a:pt x="857" y="635"/>
                  <a:pt x="815" y="569"/>
                </a:cubicBezTo>
                <a:cubicBezTo>
                  <a:pt x="624" y="269"/>
                  <a:pt x="397" y="50"/>
                  <a:pt x="0" y="0"/>
                </a:cubicBezTo>
                <a:cubicBezTo>
                  <a:pt x="0" y="1108"/>
                  <a:pt x="0" y="1108"/>
                  <a:pt x="0" y="1108"/>
                </a:cubicBezTo>
                <a:cubicBezTo>
                  <a:pt x="0" y="1213"/>
                  <a:pt x="0" y="1213"/>
                  <a:pt x="0" y="1213"/>
                </a:cubicBezTo>
                <a:cubicBezTo>
                  <a:pt x="13" y="1224"/>
                  <a:pt x="24" y="1239"/>
                  <a:pt x="34" y="1257"/>
                </a:cubicBezTo>
                <a:cubicBezTo>
                  <a:pt x="42" y="1273"/>
                  <a:pt x="250" y="1684"/>
                  <a:pt x="522" y="2215"/>
                </a:cubicBezTo>
                <a:cubicBezTo>
                  <a:pt x="1108" y="2215"/>
                  <a:pt x="1108" y="2215"/>
                  <a:pt x="1108" y="2215"/>
                </a:cubicBezTo>
                <a:cubicBezTo>
                  <a:pt x="1691" y="2215"/>
                  <a:pt x="1691" y="2215"/>
                  <a:pt x="1691" y="2215"/>
                </a:cubicBezTo>
                <a:cubicBezTo>
                  <a:pt x="1483" y="1814"/>
                  <a:pt x="1274" y="1415"/>
                  <a:pt x="1111" y="1108"/>
                </a:cubicBezTo>
                <a:close/>
              </a:path>
            </a:pathLst>
          </a:custGeom>
          <a:solidFill>
            <a:srgbClr val="7792C7"/>
          </a:solidFill>
          <a:ln>
            <a:noFill/>
          </a:ln>
        </p:spPr>
        <p:txBody>
          <a:bodyPr vert="horz" wrap="square" lIns="74295" tIns="37148" rIns="74295" bIns="37148" numCol="1" anchor="t" anchorCtr="0" compatLnSpc="1">
            <a:prstTxWarp prst="textNoShape">
              <a:avLst/>
            </a:prstTxWarp>
          </a:bodyPr>
          <a:lstStyle/>
          <a:p>
            <a:endParaRPr lang="en-US" sz="1480">
              <a:latin typeface="Meiryo UI" panose="020B0604030504040204" pitchFamily="50" charset="-128"/>
              <a:ea typeface="Meiryo UI" panose="020B0604030504040204" pitchFamily="50" charset="-128"/>
            </a:endParaRPr>
          </a:p>
        </p:txBody>
      </p:sp>
      <p:sp>
        <p:nvSpPr>
          <p:cNvPr id="8" name="Slide Number Placeholder 2">
            <a:extLst>
              <a:ext uri="{FF2B5EF4-FFF2-40B4-BE49-F238E27FC236}">
                <a16:creationId xmlns:a16="http://schemas.microsoft.com/office/drawing/2014/main" id="{D6DFEA91-6D5D-4821-BB70-31F926CD2D1E}"/>
              </a:ext>
            </a:extLst>
          </p:cNvPr>
          <p:cNvSpPr>
            <a:spLocks noGrp="1"/>
          </p:cNvSpPr>
          <p:nvPr>
            <p:ph type="sldNum" sz="quarter" idx="11"/>
          </p:nvPr>
        </p:nvSpPr>
        <p:spPr>
          <a:xfrm>
            <a:off x="4681823" y="6556248"/>
            <a:ext cx="542354" cy="182880"/>
          </a:xfrm>
          <a:prstGeom prst="rect">
            <a:avLst/>
          </a:prstGeom>
        </p:spPr>
        <p:txBody>
          <a:bodyPr anchor="ctr"/>
          <a:lstStyle>
            <a:lvl1pPr>
              <a:defRPr sz="1200">
                <a:solidFill>
                  <a:srgbClr val="FFFFFF"/>
                </a:solidFill>
                <a:latin typeface="Meiryo UI" panose="020B0604030504040204" pitchFamily="50" charset="-128"/>
                <a:ea typeface="Meiryo UI" panose="020B0604030504040204" pitchFamily="50" charset="-128"/>
              </a:defRPr>
            </a:lvl1pPr>
          </a:lstStyle>
          <a:p>
            <a:pPr algn="ctr"/>
            <a:fld id="{92EA2340-BE12-4138-BE15-7C339B03EB4B}" type="slidenum">
              <a:rPr lang="en-US" smtClean="0"/>
              <a:pPr algn="ctr"/>
              <a:t>‹#›</a:t>
            </a:fld>
            <a:endParaRPr lang="en-US" dirty="0"/>
          </a:p>
        </p:txBody>
      </p:sp>
      <p:sp>
        <p:nvSpPr>
          <p:cNvPr id="9" name="Text Placeholder 2">
            <a:extLst>
              <a:ext uri="{FF2B5EF4-FFF2-40B4-BE49-F238E27FC236}">
                <a16:creationId xmlns:a16="http://schemas.microsoft.com/office/drawing/2014/main" id="{34AEFB69-85BA-4D0C-BFA2-34ABA6779977}"/>
              </a:ext>
            </a:extLst>
          </p:cNvPr>
          <p:cNvSpPr>
            <a:spLocks noGrp="1"/>
          </p:cNvSpPr>
          <p:nvPr>
            <p:ph type="body" sz="quarter" idx="12" hasCustomPrompt="1"/>
          </p:nvPr>
        </p:nvSpPr>
        <p:spPr>
          <a:xfrm>
            <a:off x="3219450" y="1295400"/>
            <a:ext cx="6129338" cy="4343400"/>
          </a:xfrm>
          <a:prstGeom prst="rect">
            <a:avLst/>
          </a:prstGeom>
        </p:spPr>
        <p:txBody>
          <a:bodyPr anchor="ctr"/>
          <a:lstStyle>
            <a:lvl1pPr marL="0" indent="0" algn="ctr">
              <a:buNone/>
              <a:defRPr sz="2800" b="1">
                <a:solidFill>
                  <a:schemeClr val="bg1"/>
                </a:solidFill>
                <a:latin typeface="Meiryo UI" panose="020B0604030504040204" pitchFamily="50" charset="-128"/>
                <a:ea typeface="Meiryo UI" panose="020B0604030504040204" pitchFamily="50" charset="-128"/>
              </a:defRPr>
            </a:lvl1pPr>
            <a:lvl2pPr marL="495264" indent="0">
              <a:buNone/>
              <a:defRPr>
                <a:solidFill>
                  <a:schemeClr val="bg1"/>
                </a:solidFill>
              </a:defRPr>
            </a:lvl2pPr>
            <a:lvl3pPr marL="990526" indent="0">
              <a:buNone/>
              <a:defRPr>
                <a:solidFill>
                  <a:schemeClr val="bg1"/>
                </a:solidFill>
              </a:defRPr>
            </a:lvl3pPr>
            <a:lvl4pPr marL="1485788" indent="0">
              <a:buNone/>
              <a:defRPr>
                <a:solidFill>
                  <a:schemeClr val="bg1"/>
                </a:solidFill>
              </a:defRPr>
            </a:lvl4pPr>
            <a:lvl5pPr marL="1981051" indent="0">
              <a:buNone/>
              <a:defRPr>
                <a:solidFill>
                  <a:schemeClr val="bg1"/>
                </a:solidFill>
              </a:defRPr>
            </a:lvl5pPr>
          </a:lstStyle>
          <a:p>
            <a:pPr lvl="0"/>
            <a:r>
              <a:rPr lang="en-US" dirty="0"/>
              <a:t>[</a:t>
            </a:r>
            <a:r>
              <a:rPr lang="ja-JP" altLang="en-US" dirty="0"/>
              <a:t>タイトル</a:t>
            </a:r>
            <a:r>
              <a:rPr lang="en-US" dirty="0"/>
              <a:t>]</a:t>
            </a:r>
          </a:p>
        </p:txBody>
      </p:sp>
      <p:sp>
        <p:nvSpPr>
          <p:cNvPr id="10" name="TextBox 12"/>
          <p:cNvSpPr txBox="1"/>
          <p:nvPr userDrawn="1"/>
        </p:nvSpPr>
        <p:spPr>
          <a:xfrm>
            <a:off x="581296" y="6593331"/>
            <a:ext cx="2559050" cy="123111"/>
          </a:xfrm>
          <a:prstGeom prst="rect">
            <a:avLst/>
          </a:prstGeom>
          <a:noFill/>
        </p:spPr>
        <p:txBody>
          <a:bodyPr tIns="0" bIns="0">
            <a:spAutoFit/>
          </a:bodyPr>
          <a:lstStyle/>
          <a:p>
            <a:pPr marL="0" marR="0" indent="0" algn="l" defTabSz="495263" rtl="0" eaLnBrk="1" fontAlgn="auto" latinLnBrk="0" hangingPunct="1">
              <a:lnSpc>
                <a:spcPct val="100000"/>
              </a:lnSpc>
              <a:spcBef>
                <a:spcPts val="0"/>
              </a:spcBef>
              <a:spcAft>
                <a:spcPts val="0"/>
              </a:spcAft>
              <a:buClrTx/>
              <a:buSzTx/>
              <a:buFontTx/>
              <a:buNone/>
              <a:tabLst/>
              <a:defRPr/>
            </a:pPr>
            <a:r>
              <a:rPr kumimoji="0" lang="en-US" altLang="ja-JP" sz="800" b="0" i="0" dirty="0">
                <a:solidFill>
                  <a:srgbClr val="FFFFFF"/>
                </a:solidFill>
                <a:latin typeface="Meiryo UI" panose="020B0604030504040204" pitchFamily="50" charset="-128"/>
                <a:ea typeface="Meiryo UI" panose="020B0604030504040204" pitchFamily="50" charset="-128"/>
                <a:cs typeface="Meiryo UI" pitchFamily="50" charset="-128"/>
              </a:rPr>
              <a:t>© 2022 NTT DATA UNIVERSITY Corporation</a:t>
            </a:r>
          </a:p>
        </p:txBody>
      </p:sp>
      <p:pic>
        <p:nvPicPr>
          <p:cNvPr id="13" name="図 12"/>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563091" y="6499388"/>
            <a:ext cx="1178351" cy="296174"/>
          </a:xfrm>
          <a:prstGeom prst="rect">
            <a:avLst/>
          </a:prstGeom>
        </p:spPr>
      </p:pic>
    </p:spTree>
    <p:extLst>
      <p:ext uri="{BB962C8B-B14F-4D97-AF65-F5344CB8AC3E}">
        <p14:creationId xmlns:p14="http://schemas.microsoft.com/office/powerpoint/2010/main" val="2381094016"/>
      </p:ext>
    </p:extLst>
  </p:cSld>
  <p:clrMapOvr>
    <a:masterClrMapping/>
  </p:clrMapOvr>
  <p:extLst>
    <p:ext uri="{DCECCB84-F9BA-43D5-87BE-67443E8EF086}">
      <p15:sldGuideLst xmlns:p15="http://schemas.microsoft.com/office/powerpoint/2012/main">
        <p15:guide id="1" pos="3840">
          <p15:clr>
            <a:srgbClr val="FBAE40"/>
          </p15:clr>
        </p15:guide>
        <p15:guide id="2" pos="192">
          <p15:clr>
            <a:srgbClr val="FBAE40"/>
          </p15:clr>
        </p15:guide>
        <p15:guide id="3" pos="748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_中扉B">
    <p:bg>
      <p:bgPr>
        <a:solidFill>
          <a:srgbClr val="1C1C1C"/>
        </a:solidFill>
        <a:effectLst/>
      </p:bgPr>
    </p:bg>
    <p:spTree>
      <p:nvGrpSpPr>
        <p:cNvPr id="1" name=""/>
        <p:cNvGrpSpPr/>
        <p:nvPr/>
      </p:nvGrpSpPr>
      <p:grpSpPr>
        <a:xfrm>
          <a:off x="0" y="0"/>
          <a:ext cx="0" cy="0"/>
          <a:chOff x="0" y="0"/>
          <a:chExt cx="0" cy="0"/>
        </a:xfrm>
      </p:grpSpPr>
      <p:sp>
        <p:nvSpPr>
          <p:cNvPr id="11" name="Freeform 5">
            <a:extLst>
              <a:ext uri="{FF2B5EF4-FFF2-40B4-BE49-F238E27FC236}">
                <a16:creationId xmlns:a16="http://schemas.microsoft.com/office/drawing/2014/main" id="{998ED156-1AB5-4B96-BB64-69BB7DD751EA}"/>
              </a:ext>
            </a:extLst>
          </p:cNvPr>
          <p:cNvSpPr>
            <a:spLocks/>
          </p:cNvSpPr>
          <p:nvPr userDrawn="1"/>
        </p:nvSpPr>
        <p:spPr bwMode="auto">
          <a:xfrm>
            <a:off x="2580" y="0"/>
            <a:ext cx="4244809" cy="6858000"/>
          </a:xfrm>
          <a:custGeom>
            <a:avLst/>
            <a:gdLst>
              <a:gd name="T0" fmla="*/ 1111 w 1691"/>
              <a:gd name="T1" fmla="*/ 1108 h 2215"/>
              <a:gd name="T2" fmla="*/ 1108 w 1691"/>
              <a:gd name="T3" fmla="*/ 1108 h 2215"/>
              <a:gd name="T4" fmla="*/ 1108 w 1691"/>
              <a:gd name="T5" fmla="*/ 1102 h 2215"/>
              <a:gd name="T6" fmla="*/ 815 w 1691"/>
              <a:gd name="T7" fmla="*/ 569 h 2215"/>
              <a:gd name="T8" fmla="*/ 0 w 1691"/>
              <a:gd name="T9" fmla="*/ 0 h 2215"/>
              <a:gd name="T10" fmla="*/ 0 w 1691"/>
              <a:gd name="T11" fmla="*/ 1108 h 2215"/>
              <a:gd name="T12" fmla="*/ 0 w 1691"/>
              <a:gd name="T13" fmla="*/ 1213 h 2215"/>
              <a:gd name="T14" fmla="*/ 34 w 1691"/>
              <a:gd name="T15" fmla="*/ 1257 h 2215"/>
              <a:gd name="T16" fmla="*/ 522 w 1691"/>
              <a:gd name="T17" fmla="*/ 2215 h 2215"/>
              <a:gd name="T18" fmla="*/ 1108 w 1691"/>
              <a:gd name="T19" fmla="*/ 2215 h 2215"/>
              <a:gd name="T20" fmla="*/ 1691 w 1691"/>
              <a:gd name="T21" fmla="*/ 2215 h 2215"/>
              <a:gd name="T22" fmla="*/ 1111 w 1691"/>
              <a:gd name="T23" fmla="*/ 1108 h 2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91" h="2215">
                <a:moveTo>
                  <a:pt x="1111" y="1108"/>
                </a:moveTo>
                <a:cubicBezTo>
                  <a:pt x="1108" y="1108"/>
                  <a:pt x="1108" y="1108"/>
                  <a:pt x="1108" y="1108"/>
                </a:cubicBezTo>
                <a:cubicBezTo>
                  <a:pt x="1108" y="1102"/>
                  <a:pt x="1108" y="1102"/>
                  <a:pt x="1108" y="1102"/>
                </a:cubicBezTo>
                <a:cubicBezTo>
                  <a:pt x="965" y="833"/>
                  <a:pt x="857" y="635"/>
                  <a:pt x="815" y="569"/>
                </a:cubicBezTo>
                <a:cubicBezTo>
                  <a:pt x="624" y="269"/>
                  <a:pt x="397" y="50"/>
                  <a:pt x="0" y="0"/>
                </a:cubicBezTo>
                <a:cubicBezTo>
                  <a:pt x="0" y="1108"/>
                  <a:pt x="0" y="1108"/>
                  <a:pt x="0" y="1108"/>
                </a:cubicBezTo>
                <a:cubicBezTo>
                  <a:pt x="0" y="1213"/>
                  <a:pt x="0" y="1213"/>
                  <a:pt x="0" y="1213"/>
                </a:cubicBezTo>
                <a:cubicBezTo>
                  <a:pt x="13" y="1224"/>
                  <a:pt x="24" y="1239"/>
                  <a:pt x="34" y="1257"/>
                </a:cubicBezTo>
                <a:cubicBezTo>
                  <a:pt x="42" y="1273"/>
                  <a:pt x="250" y="1684"/>
                  <a:pt x="522" y="2215"/>
                </a:cubicBezTo>
                <a:cubicBezTo>
                  <a:pt x="1108" y="2215"/>
                  <a:pt x="1108" y="2215"/>
                  <a:pt x="1108" y="2215"/>
                </a:cubicBezTo>
                <a:cubicBezTo>
                  <a:pt x="1691" y="2215"/>
                  <a:pt x="1691" y="2215"/>
                  <a:pt x="1691" y="2215"/>
                </a:cubicBezTo>
                <a:cubicBezTo>
                  <a:pt x="1483" y="1814"/>
                  <a:pt x="1274" y="1415"/>
                  <a:pt x="1111" y="1108"/>
                </a:cubicBezTo>
                <a:close/>
              </a:path>
            </a:pathLst>
          </a:custGeom>
          <a:solidFill>
            <a:srgbClr val="2C2C2C"/>
          </a:solidFill>
          <a:ln>
            <a:noFill/>
          </a:ln>
        </p:spPr>
        <p:txBody>
          <a:bodyPr vert="horz" wrap="square" lIns="74295" tIns="37148" rIns="74295" bIns="37148" numCol="1" anchor="t" anchorCtr="0" compatLnSpc="1">
            <a:prstTxWarp prst="textNoShape">
              <a:avLst/>
            </a:prstTxWarp>
          </a:bodyPr>
          <a:lstStyle/>
          <a:p>
            <a:endParaRPr lang="en-US" sz="1480"/>
          </a:p>
        </p:txBody>
      </p:sp>
      <p:sp>
        <p:nvSpPr>
          <p:cNvPr id="8" name="Slide Number Placeholder 2">
            <a:extLst>
              <a:ext uri="{FF2B5EF4-FFF2-40B4-BE49-F238E27FC236}">
                <a16:creationId xmlns:a16="http://schemas.microsoft.com/office/drawing/2014/main" id="{D6DFEA91-6D5D-4821-BB70-31F926CD2D1E}"/>
              </a:ext>
            </a:extLst>
          </p:cNvPr>
          <p:cNvSpPr>
            <a:spLocks noGrp="1"/>
          </p:cNvSpPr>
          <p:nvPr>
            <p:ph type="sldNum" sz="quarter" idx="11"/>
          </p:nvPr>
        </p:nvSpPr>
        <p:spPr>
          <a:xfrm>
            <a:off x="4681823" y="6556248"/>
            <a:ext cx="542354" cy="182880"/>
          </a:xfrm>
          <a:prstGeom prst="rect">
            <a:avLst/>
          </a:prstGeom>
        </p:spPr>
        <p:txBody>
          <a:bodyPr anchor="ctr"/>
          <a:lstStyle>
            <a:lvl1pPr>
              <a:defRPr sz="1200">
                <a:solidFill>
                  <a:srgbClr val="FFFFFF"/>
                </a:solidFill>
                <a:latin typeface="Meiryo UI" panose="020B0604030504040204" pitchFamily="50" charset="-128"/>
                <a:ea typeface="Meiryo UI" panose="020B0604030504040204" pitchFamily="50" charset="-128"/>
              </a:defRPr>
            </a:lvl1pPr>
          </a:lstStyle>
          <a:p>
            <a:pPr algn="ctr"/>
            <a:fld id="{92EA2340-BE12-4138-BE15-7C339B03EB4B}" type="slidenum">
              <a:rPr lang="en-US" smtClean="0"/>
              <a:pPr algn="ctr"/>
              <a:t>‹#›</a:t>
            </a:fld>
            <a:endParaRPr lang="en-US"/>
          </a:p>
        </p:txBody>
      </p:sp>
      <p:sp>
        <p:nvSpPr>
          <p:cNvPr id="9" name="Text Placeholder 2">
            <a:extLst>
              <a:ext uri="{FF2B5EF4-FFF2-40B4-BE49-F238E27FC236}">
                <a16:creationId xmlns:a16="http://schemas.microsoft.com/office/drawing/2014/main" id="{34AEFB69-85BA-4D0C-BFA2-34ABA6779977}"/>
              </a:ext>
            </a:extLst>
          </p:cNvPr>
          <p:cNvSpPr>
            <a:spLocks noGrp="1"/>
          </p:cNvSpPr>
          <p:nvPr>
            <p:ph type="body" sz="quarter" idx="12" hasCustomPrompt="1"/>
          </p:nvPr>
        </p:nvSpPr>
        <p:spPr>
          <a:xfrm>
            <a:off x="3219450" y="1295400"/>
            <a:ext cx="6129338" cy="4343400"/>
          </a:xfrm>
          <a:prstGeom prst="rect">
            <a:avLst/>
          </a:prstGeom>
        </p:spPr>
        <p:txBody>
          <a:bodyPr anchor="ctr"/>
          <a:lstStyle>
            <a:lvl1pPr marL="0" indent="0" algn="ctr">
              <a:buNone/>
              <a:defRPr sz="2800" b="1">
                <a:solidFill>
                  <a:srgbClr val="FFFFFF"/>
                </a:solidFill>
                <a:latin typeface="Meiryo UI" panose="020B0604030504040204" pitchFamily="50" charset="-128"/>
                <a:ea typeface="Meiryo UI" panose="020B0604030504040204" pitchFamily="50" charset="-128"/>
              </a:defRPr>
            </a:lvl1pPr>
            <a:lvl2pPr marL="495264" indent="0">
              <a:buNone/>
              <a:defRPr>
                <a:solidFill>
                  <a:schemeClr val="bg1"/>
                </a:solidFill>
              </a:defRPr>
            </a:lvl2pPr>
            <a:lvl3pPr marL="990526" indent="0">
              <a:buNone/>
              <a:defRPr>
                <a:solidFill>
                  <a:schemeClr val="bg1"/>
                </a:solidFill>
              </a:defRPr>
            </a:lvl3pPr>
            <a:lvl4pPr marL="1485788" indent="0">
              <a:buNone/>
              <a:defRPr>
                <a:solidFill>
                  <a:schemeClr val="bg1"/>
                </a:solidFill>
              </a:defRPr>
            </a:lvl4pPr>
            <a:lvl5pPr marL="1981051" indent="0">
              <a:buNone/>
              <a:defRPr>
                <a:solidFill>
                  <a:schemeClr val="bg1"/>
                </a:solidFill>
              </a:defRPr>
            </a:lvl5pPr>
          </a:lstStyle>
          <a:p>
            <a:pPr lvl="0"/>
            <a:r>
              <a:rPr lang="en-US" dirty="0"/>
              <a:t>[</a:t>
            </a:r>
            <a:r>
              <a:rPr lang="ja-JP" altLang="en-US" dirty="0"/>
              <a:t>タイトル</a:t>
            </a:r>
            <a:r>
              <a:rPr lang="en-US" dirty="0"/>
              <a:t>]</a:t>
            </a:r>
          </a:p>
        </p:txBody>
      </p:sp>
      <p:sp>
        <p:nvSpPr>
          <p:cNvPr id="10" name="TextBox 12"/>
          <p:cNvSpPr txBox="1"/>
          <p:nvPr userDrawn="1"/>
        </p:nvSpPr>
        <p:spPr>
          <a:xfrm>
            <a:off x="581296" y="6593331"/>
            <a:ext cx="2559050" cy="123111"/>
          </a:xfrm>
          <a:prstGeom prst="rect">
            <a:avLst/>
          </a:prstGeom>
          <a:noFill/>
        </p:spPr>
        <p:txBody>
          <a:bodyPr tIns="0" bIns="0">
            <a:spAutoFit/>
          </a:bodyPr>
          <a:lstStyle/>
          <a:p>
            <a:pPr marL="0" marR="0" indent="0" algn="l" defTabSz="495263" rtl="0" eaLnBrk="1" fontAlgn="auto" latinLnBrk="0" hangingPunct="1">
              <a:lnSpc>
                <a:spcPct val="100000"/>
              </a:lnSpc>
              <a:spcBef>
                <a:spcPts val="0"/>
              </a:spcBef>
              <a:spcAft>
                <a:spcPts val="0"/>
              </a:spcAft>
              <a:buClrTx/>
              <a:buSzTx/>
              <a:buFontTx/>
              <a:buNone/>
              <a:tabLst/>
              <a:defRPr/>
            </a:pPr>
            <a:r>
              <a:rPr kumimoji="0" lang="en-US" altLang="ja-JP" sz="800" b="0" i="0" dirty="0">
                <a:solidFill>
                  <a:srgbClr val="FFFFFF"/>
                </a:solidFill>
                <a:latin typeface="Meiryo UI" panose="020B0604030504040204" pitchFamily="50" charset="-128"/>
                <a:ea typeface="Meiryo UI" panose="020B0604030504040204" pitchFamily="50" charset="-128"/>
                <a:cs typeface="Meiryo UI" pitchFamily="50" charset="-128"/>
              </a:rPr>
              <a:t>© 2022 NTT DATA UNIVERSITY Corporation</a:t>
            </a:r>
          </a:p>
        </p:txBody>
      </p:sp>
      <p:pic>
        <p:nvPicPr>
          <p:cNvPr id="13" name="図 12"/>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563091" y="6499388"/>
            <a:ext cx="1178351" cy="296174"/>
          </a:xfrm>
          <a:prstGeom prst="rect">
            <a:avLst/>
          </a:prstGeom>
        </p:spPr>
      </p:pic>
    </p:spTree>
    <p:extLst>
      <p:ext uri="{BB962C8B-B14F-4D97-AF65-F5344CB8AC3E}">
        <p14:creationId xmlns:p14="http://schemas.microsoft.com/office/powerpoint/2010/main" val="3911811943"/>
      </p:ext>
    </p:extLst>
  </p:cSld>
  <p:clrMapOvr>
    <a:masterClrMapping/>
  </p:clrMapOvr>
  <p:extLst>
    <p:ext uri="{DCECCB84-F9BA-43D5-87BE-67443E8EF086}">
      <p15:sldGuideLst xmlns:p15="http://schemas.microsoft.com/office/powerpoint/2012/main">
        <p15:guide id="1" pos="3840">
          <p15:clr>
            <a:srgbClr val="FBAE40"/>
          </p15:clr>
        </p15:guide>
        <p15:guide id="2" pos="192">
          <p15:clr>
            <a:srgbClr val="FBAE40"/>
          </p15:clr>
        </p15:guide>
        <p15:guide id="3" pos="748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コンテンツA">
    <p:spTree>
      <p:nvGrpSpPr>
        <p:cNvPr id="1" name=""/>
        <p:cNvGrpSpPr/>
        <p:nvPr/>
      </p:nvGrpSpPr>
      <p:grpSpPr>
        <a:xfrm>
          <a:off x="0" y="0"/>
          <a:ext cx="0" cy="0"/>
          <a:chOff x="0" y="0"/>
          <a:chExt cx="0" cy="0"/>
        </a:xfrm>
      </p:grpSpPr>
      <p:sp>
        <p:nvSpPr>
          <p:cNvPr id="5" name="Rectangle 20"/>
          <p:cNvSpPr/>
          <p:nvPr userDrawn="1"/>
        </p:nvSpPr>
        <p:spPr>
          <a:xfrm>
            <a:off x="0" y="0"/>
            <a:ext cx="9906000" cy="733702"/>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lIns="68270" tIns="35100" rIns="68270" bIns="34135" rtlCol="0" anchor="ctr">
            <a:normAutofit/>
          </a:bodyPr>
          <a:lstStyle/>
          <a:p>
            <a:pPr algn="ctr"/>
            <a:endParaRPr lang="en-US" sz="1480" dirty="0"/>
          </a:p>
        </p:txBody>
      </p:sp>
      <p:sp>
        <p:nvSpPr>
          <p:cNvPr id="11" name="タイトル 1"/>
          <p:cNvSpPr>
            <a:spLocks noGrp="1"/>
          </p:cNvSpPr>
          <p:nvPr>
            <p:ph type="title" hasCustomPrompt="1"/>
          </p:nvPr>
        </p:nvSpPr>
        <p:spPr>
          <a:xfrm>
            <a:off x="139903" y="0"/>
            <a:ext cx="9623250" cy="722902"/>
          </a:xfrm>
          <a:prstGeom prst="rect">
            <a:avLst/>
          </a:prstGeom>
        </p:spPr>
        <p:txBody>
          <a:bodyPr tIns="108000" anchor="ctr" anchorCtr="0">
            <a:normAutofit/>
          </a:bodyPr>
          <a:lstStyle>
            <a:lvl1pPr marL="0" indent="0">
              <a:defRPr kumimoji="1" lang="ja-JP" altLang="en-US" sz="2400" b="1" i="0" kern="1200" spc="0" baseline="0" dirty="0">
                <a:solidFill>
                  <a:schemeClr val="bg1"/>
                </a:solidFill>
                <a:latin typeface="Meiryo UI" panose="020B0604030504040204" pitchFamily="50" charset="-128"/>
                <a:ea typeface="Meiryo UI" panose="020B0604030504040204" pitchFamily="50" charset="-128"/>
                <a:cs typeface="Arial"/>
              </a:defRPr>
            </a:lvl1pPr>
          </a:lstStyle>
          <a:p>
            <a:pPr marL="184005" marR="0" lvl="0" indent="-184005" algn="l" defTabSz="495263" rtl="0" eaLnBrk="1" fontAlgn="base" latinLnBrk="0" hangingPunct="1">
              <a:lnSpc>
                <a:spcPct val="100000"/>
              </a:lnSpc>
              <a:spcBef>
                <a:spcPct val="20000"/>
              </a:spcBef>
              <a:spcAft>
                <a:spcPct val="0"/>
              </a:spcAft>
              <a:buClrTx/>
              <a:buSzTx/>
              <a:buFont typeface="+mj-lt"/>
              <a:buNone/>
              <a:tabLst/>
            </a:pPr>
            <a:r>
              <a:rPr kumimoji="1" lang="ja-JP" altLang="en-US" dirty="0"/>
              <a:t>［タイトル］</a:t>
            </a:r>
          </a:p>
        </p:txBody>
      </p:sp>
      <p:sp>
        <p:nvSpPr>
          <p:cNvPr id="3" name="テキスト プレースホルダー 2">
            <a:extLst>
              <a:ext uri="{FF2B5EF4-FFF2-40B4-BE49-F238E27FC236}">
                <a16:creationId xmlns:a16="http://schemas.microsoft.com/office/drawing/2014/main" id="{3DC7A6FB-DEB1-4E3B-A893-0522D7EE017D}"/>
              </a:ext>
            </a:extLst>
          </p:cNvPr>
          <p:cNvSpPr>
            <a:spLocks noGrp="1"/>
          </p:cNvSpPr>
          <p:nvPr>
            <p:ph type="body" sz="quarter" idx="10" hasCustomPrompt="1"/>
          </p:nvPr>
        </p:nvSpPr>
        <p:spPr>
          <a:xfrm>
            <a:off x="436790" y="908050"/>
            <a:ext cx="9029475" cy="5256000"/>
          </a:xfrm>
          <a:prstGeom prst="rect">
            <a:avLst/>
          </a:prstGeom>
        </p:spPr>
        <p:txBody>
          <a:bodyPr/>
          <a:lstStyle>
            <a:lvl1pPr marL="0" indent="0">
              <a:buNone/>
              <a:defRPr sz="2000">
                <a:latin typeface="Meiryo UI" panose="020B0604030504040204" pitchFamily="50" charset="-128"/>
                <a:ea typeface="Meiryo UI" panose="020B0604030504040204" pitchFamily="50" charset="-128"/>
              </a:defRPr>
            </a:lvl1pPr>
            <a:lvl2pPr>
              <a:defRPr sz="2000">
                <a:latin typeface="Meiryo UI" panose="020B0604030504040204" pitchFamily="50" charset="-128"/>
                <a:ea typeface="Meiryo UI" panose="020B0604030504040204" pitchFamily="50" charset="-128"/>
              </a:defRPr>
            </a:lvl2pPr>
            <a:lvl3pPr>
              <a:defRPr sz="2000">
                <a:latin typeface="Meiryo UI" panose="020B0604030504040204" pitchFamily="50" charset="-128"/>
                <a:ea typeface="Meiryo UI" panose="020B0604030504040204" pitchFamily="50" charset="-128"/>
              </a:defRPr>
            </a:lvl3pPr>
            <a:lvl4pPr>
              <a:defRPr sz="2000">
                <a:latin typeface="Meiryo UI" panose="020B0604030504040204" pitchFamily="50" charset="-128"/>
                <a:ea typeface="Meiryo UI" panose="020B0604030504040204" pitchFamily="50" charset="-128"/>
              </a:defRPr>
            </a:lvl4pPr>
            <a:lvl5pPr>
              <a:defRPr sz="2000">
                <a:latin typeface="Meiryo UI" panose="020B0604030504040204" pitchFamily="50" charset="-128"/>
                <a:ea typeface="Meiryo UI" panose="020B0604030504040204" pitchFamily="50" charset="-128"/>
              </a:defRPr>
            </a:lvl5pPr>
          </a:lstStyle>
          <a:p>
            <a:pPr lvl="0"/>
            <a:r>
              <a:rPr kumimoji="1" lang="ja-JP" altLang="en-US" dirty="0"/>
              <a:t>テキストの入力</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12" name="Rectangle 17"/>
          <p:cNvSpPr/>
          <p:nvPr userDrawn="1"/>
        </p:nvSpPr>
        <p:spPr>
          <a:xfrm>
            <a:off x="0" y="6434124"/>
            <a:ext cx="9906000" cy="42480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950" b="0" i="0" dirty="0">
              <a:solidFill>
                <a:schemeClr val="tx1"/>
              </a:solidFill>
              <a:latin typeface="HGPGothicE" charset="-128"/>
              <a:ea typeface="HGPGothicE" charset="-128"/>
            </a:endParaRPr>
          </a:p>
        </p:txBody>
      </p:sp>
      <p:sp>
        <p:nvSpPr>
          <p:cNvPr id="14" name="TextBox 12"/>
          <p:cNvSpPr txBox="1"/>
          <p:nvPr userDrawn="1"/>
        </p:nvSpPr>
        <p:spPr>
          <a:xfrm>
            <a:off x="581296" y="6593331"/>
            <a:ext cx="2559050" cy="123111"/>
          </a:xfrm>
          <a:prstGeom prst="rect">
            <a:avLst/>
          </a:prstGeom>
          <a:noFill/>
        </p:spPr>
        <p:txBody>
          <a:bodyPr tIns="0" bIns="0">
            <a:spAutoFit/>
          </a:bodyPr>
          <a:lstStyle/>
          <a:p>
            <a:pPr marL="0" marR="0" indent="0" algn="l" defTabSz="495263" rtl="0" eaLnBrk="1" fontAlgn="auto" latinLnBrk="0" hangingPunct="1">
              <a:lnSpc>
                <a:spcPct val="100000"/>
              </a:lnSpc>
              <a:spcBef>
                <a:spcPts val="0"/>
              </a:spcBef>
              <a:spcAft>
                <a:spcPts val="0"/>
              </a:spcAft>
              <a:buClrTx/>
              <a:buSzTx/>
              <a:buFontTx/>
              <a:buNone/>
              <a:tabLst/>
              <a:defRPr/>
            </a:pPr>
            <a:r>
              <a:rPr kumimoji="0" lang="en-US" altLang="ja-JP" sz="800" b="0" i="0" dirty="0">
                <a:solidFill>
                  <a:schemeClr val="bg1"/>
                </a:solidFill>
                <a:latin typeface="Meiryo UI" panose="020B0604030504040204" pitchFamily="50" charset="-128"/>
                <a:ea typeface="Meiryo UI" panose="020B0604030504040204" pitchFamily="50" charset="-128"/>
                <a:cs typeface="Meiryo UI" pitchFamily="50" charset="-128"/>
              </a:rPr>
              <a:t>© 2022 NTT DATA UNIVERSITY Corporation</a:t>
            </a:r>
          </a:p>
        </p:txBody>
      </p:sp>
      <p:sp>
        <p:nvSpPr>
          <p:cNvPr id="15" name="TextBox 16"/>
          <p:cNvSpPr txBox="1"/>
          <p:nvPr userDrawn="1"/>
        </p:nvSpPr>
        <p:spPr>
          <a:xfrm>
            <a:off x="4680937" y="6551483"/>
            <a:ext cx="544563" cy="184666"/>
          </a:xfrm>
          <a:prstGeom prst="rect">
            <a:avLst/>
          </a:prstGeom>
          <a:noFill/>
        </p:spPr>
        <p:txBody>
          <a:bodyPr wrap="square" tIns="0" bIns="0">
            <a:spAutoFit/>
          </a:bodyPr>
          <a:lstStyle/>
          <a:p>
            <a:pPr algn="ctr" fontAlgn="auto">
              <a:spcBef>
                <a:spcPts val="0"/>
              </a:spcBef>
              <a:spcAft>
                <a:spcPts val="0"/>
              </a:spcAft>
              <a:defRPr/>
            </a:pPr>
            <a:fld id="{0F9AC1C8-10F2-4A77-9A6E-9375F974715F}" type="slidenum">
              <a:rPr lang="en-US" sz="1200" b="0" i="0">
                <a:solidFill>
                  <a:schemeClr val="bg1"/>
                </a:solidFill>
                <a:latin typeface="Meiryo UI" panose="020B0604030504040204" pitchFamily="50" charset="-128"/>
                <a:ea typeface="Meiryo UI" panose="020B0604030504040204" pitchFamily="50" charset="-128"/>
                <a:cs typeface="HGPGothicE" charset="-128"/>
              </a:rPr>
              <a:pPr algn="ctr" fontAlgn="auto">
                <a:spcBef>
                  <a:spcPts val="0"/>
                </a:spcBef>
                <a:spcAft>
                  <a:spcPts val="0"/>
                </a:spcAft>
                <a:defRPr/>
              </a:pPr>
              <a:t>‹#›</a:t>
            </a:fld>
            <a:endParaRPr lang="en-US" sz="1200" b="0" i="0" dirty="0">
              <a:solidFill>
                <a:schemeClr val="bg1"/>
              </a:solidFill>
              <a:latin typeface="Meiryo UI" panose="020B0604030504040204" pitchFamily="50" charset="-128"/>
              <a:ea typeface="Meiryo UI" panose="020B0604030504040204" pitchFamily="50" charset="-128"/>
              <a:cs typeface="HGPGothicE" charset="-128"/>
            </a:endParaRPr>
          </a:p>
        </p:txBody>
      </p:sp>
      <p:pic>
        <p:nvPicPr>
          <p:cNvPr id="9" name="図 8"/>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563091" y="6499388"/>
            <a:ext cx="1178351" cy="296174"/>
          </a:xfrm>
          <a:prstGeom prst="rect">
            <a:avLst/>
          </a:prstGeom>
        </p:spPr>
      </p:pic>
    </p:spTree>
    <p:extLst>
      <p:ext uri="{BB962C8B-B14F-4D97-AF65-F5344CB8AC3E}">
        <p14:creationId xmlns:p14="http://schemas.microsoft.com/office/powerpoint/2010/main" val="3662933658"/>
      </p:ext>
    </p:extLst>
  </p:cSld>
  <p:clrMapOvr>
    <a:masterClrMapping/>
  </p:clrMapOvr>
  <p:extLst>
    <p:ext uri="{DCECCB84-F9BA-43D5-87BE-67443E8EF086}">
      <p15:sldGuideLst xmlns:p15="http://schemas.microsoft.com/office/powerpoint/2012/main">
        <p15:guide id="1" orient="horz" pos="572">
          <p15:clr>
            <a:srgbClr val="FBAE40"/>
          </p15:clr>
        </p15:guide>
        <p15:guide id="2" pos="32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コンテンツB">
    <p:spTree>
      <p:nvGrpSpPr>
        <p:cNvPr id="1" name=""/>
        <p:cNvGrpSpPr/>
        <p:nvPr/>
      </p:nvGrpSpPr>
      <p:grpSpPr>
        <a:xfrm>
          <a:off x="0" y="0"/>
          <a:ext cx="0" cy="0"/>
          <a:chOff x="0" y="0"/>
          <a:chExt cx="0" cy="0"/>
        </a:xfrm>
      </p:grpSpPr>
      <p:sp>
        <p:nvSpPr>
          <p:cNvPr id="11" name="タイトル 1"/>
          <p:cNvSpPr>
            <a:spLocks noGrp="1"/>
          </p:cNvSpPr>
          <p:nvPr>
            <p:ph type="title" hasCustomPrompt="1"/>
          </p:nvPr>
        </p:nvSpPr>
        <p:spPr>
          <a:xfrm>
            <a:off x="139903" y="0"/>
            <a:ext cx="9623250" cy="722902"/>
          </a:xfrm>
          <a:prstGeom prst="rect">
            <a:avLst/>
          </a:prstGeom>
        </p:spPr>
        <p:txBody>
          <a:bodyPr tIns="108000" anchor="ctr" anchorCtr="0">
            <a:normAutofit/>
          </a:bodyPr>
          <a:lstStyle>
            <a:lvl1pPr>
              <a:defRPr lang="ja-JP" altLang="en-US" sz="2400" b="1" spc="0">
                <a:solidFill>
                  <a:srgbClr val="6785C1"/>
                </a:solidFill>
                <a:latin typeface="Meiryo UI" panose="020B0604030504040204" pitchFamily="50" charset="-128"/>
                <a:ea typeface="Meiryo UI" panose="020B0604030504040204" pitchFamily="50" charset="-128"/>
                <a:cs typeface="Arial"/>
              </a:defRPr>
            </a:lvl1pPr>
          </a:lstStyle>
          <a:p>
            <a:pPr marL="184005" marR="0" lvl="0" indent="-184005" latinLnBrk="0">
              <a:lnSpc>
                <a:spcPct val="100000"/>
              </a:lnSpc>
              <a:spcBef>
                <a:spcPct val="20000"/>
              </a:spcBef>
              <a:buClrTx/>
              <a:buSzTx/>
              <a:buFont typeface="+mj-lt"/>
              <a:buNone/>
              <a:tabLst/>
            </a:pPr>
            <a:r>
              <a:rPr kumimoji="1" lang="ja-JP" altLang="en-US" dirty="0"/>
              <a:t>［タイトル］</a:t>
            </a:r>
          </a:p>
        </p:txBody>
      </p:sp>
      <p:sp>
        <p:nvSpPr>
          <p:cNvPr id="3" name="テキスト プレースホルダー 2">
            <a:extLst>
              <a:ext uri="{FF2B5EF4-FFF2-40B4-BE49-F238E27FC236}">
                <a16:creationId xmlns:a16="http://schemas.microsoft.com/office/drawing/2014/main" id="{3DC7A6FB-DEB1-4E3B-A893-0522D7EE017D}"/>
              </a:ext>
            </a:extLst>
          </p:cNvPr>
          <p:cNvSpPr>
            <a:spLocks noGrp="1"/>
          </p:cNvSpPr>
          <p:nvPr>
            <p:ph type="body" sz="quarter" idx="10" hasCustomPrompt="1"/>
          </p:nvPr>
        </p:nvSpPr>
        <p:spPr>
          <a:xfrm>
            <a:off x="436790" y="908050"/>
            <a:ext cx="9029475" cy="5256000"/>
          </a:xfrm>
          <a:prstGeom prst="rect">
            <a:avLst/>
          </a:prstGeom>
        </p:spPr>
        <p:txBody>
          <a:bodyPr/>
          <a:lstStyle>
            <a:lvl1pPr marL="0" indent="0">
              <a:buNone/>
              <a:defRPr sz="2000">
                <a:latin typeface="Meiryo UI" panose="020B0604030504040204" pitchFamily="50" charset="-128"/>
                <a:ea typeface="Meiryo UI" panose="020B0604030504040204" pitchFamily="50" charset="-128"/>
              </a:defRPr>
            </a:lvl1pPr>
            <a:lvl2pPr>
              <a:defRPr sz="2000">
                <a:latin typeface="Meiryo UI" panose="020B0604030504040204" pitchFamily="50" charset="-128"/>
                <a:ea typeface="Meiryo UI" panose="020B0604030504040204" pitchFamily="50" charset="-128"/>
              </a:defRPr>
            </a:lvl2pPr>
            <a:lvl3pPr>
              <a:defRPr sz="2000">
                <a:latin typeface="Meiryo UI" panose="020B0604030504040204" pitchFamily="50" charset="-128"/>
                <a:ea typeface="Meiryo UI" panose="020B0604030504040204" pitchFamily="50" charset="-128"/>
              </a:defRPr>
            </a:lvl3pPr>
            <a:lvl4pPr>
              <a:defRPr sz="2000">
                <a:latin typeface="Meiryo UI" panose="020B0604030504040204" pitchFamily="50" charset="-128"/>
                <a:ea typeface="Meiryo UI" panose="020B0604030504040204" pitchFamily="50" charset="-128"/>
              </a:defRPr>
            </a:lvl4pPr>
            <a:lvl5pPr>
              <a:defRPr sz="2000">
                <a:latin typeface="Meiryo UI" panose="020B0604030504040204" pitchFamily="50" charset="-128"/>
                <a:ea typeface="Meiryo UI" panose="020B0604030504040204" pitchFamily="50" charset="-128"/>
              </a:defRPr>
            </a:lvl5pPr>
          </a:lstStyle>
          <a:p>
            <a:pPr lvl="0"/>
            <a:r>
              <a:rPr kumimoji="1" lang="ja-JP" altLang="en-US" dirty="0"/>
              <a:t>テキストの入力</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6" name="Rectangle 17"/>
          <p:cNvSpPr/>
          <p:nvPr userDrawn="1"/>
        </p:nvSpPr>
        <p:spPr>
          <a:xfrm>
            <a:off x="0" y="6434124"/>
            <a:ext cx="9906000" cy="42480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950" b="0" i="0" dirty="0">
              <a:solidFill>
                <a:schemeClr val="tx1"/>
              </a:solidFill>
              <a:latin typeface="HGPGothicE" charset="-128"/>
              <a:ea typeface="HGPGothicE" charset="-128"/>
            </a:endParaRPr>
          </a:p>
        </p:txBody>
      </p:sp>
      <p:sp>
        <p:nvSpPr>
          <p:cNvPr id="8" name="TextBox 12"/>
          <p:cNvSpPr txBox="1"/>
          <p:nvPr userDrawn="1"/>
        </p:nvSpPr>
        <p:spPr>
          <a:xfrm>
            <a:off x="581296" y="6593331"/>
            <a:ext cx="2559050" cy="123111"/>
          </a:xfrm>
          <a:prstGeom prst="rect">
            <a:avLst/>
          </a:prstGeom>
          <a:noFill/>
        </p:spPr>
        <p:txBody>
          <a:bodyPr tIns="0" bIns="0">
            <a:spAutoFit/>
          </a:bodyPr>
          <a:lstStyle/>
          <a:p>
            <a:pPr marL="0" marR="0" indent="0" algn="l" defTabSz="495263" rtl="0" eaLnBrk="1" fontAlgn="auto" latinLnBrk="0" hangingPunct="1">
              <a:lnSpc>
                <a:spcPct val="100000"/>
              </a:lnSpc>
              <a:spcBef>
                <a:spcPts val="0"/>
              </a:spcBef>
              <a:spcAft>
                <a:spcPts val="0"/>
              </a:spcAft>
              <a:buClrTx/>
              <a:buSzTx/>
              <a:buFontTx/>
              <a:buNone/>
              <a:tabLst/>
              <a:defRPr/>
            </a:pPr>
            <a:r>
              <a:rPr kumimoji="0" lang="en-US" altLang="ja-JP" sz="800" b="0" i="0" dirty="0">
                <a:solidFill>
                  <a:schemeClr val="bg1"/>
                </a:solidFill>
                <a:latin typeface="Meiryo UI" panose="020B0604030504040204" pitchFamily="50" charset="-128"/>
                <a:ea typeface="Meiryo UI" panose="020B0604030504040204" pitchFamily="50" charset="-128"/>
                <a:cs typeface="Meiryo UI" pitchFamily="50" charset="-128"/>
              </a:rPr>
              <a:t>© 2022 NTT DATA UNIVERSITY Corporation</a:t>
            </a:r>
          </a:p>
        </p:txBody>
      </p:sp>
      <p:sp>
        <p:nvSpPr>
          <p:cNvPr id="9" name="TextBox 16"/>
          <p:cNvSpPr txBox="1"/>
          <p:nvPr userDrawn="1"/>
        </p:nvSpPr>
        <p:spPr>
          <a:xfrm>
            <a:off x="4680937" y="6551483"/>
            <a:ext cx="544563" cy="184666"/>
          </a:xfrm>
          <a:prstGeom prst="rect">
            <a:avLst/>
          </a:prstGeom>
          <a:noFill/>
        </p:spPr>
        <p:txBody>
          <a:bodyPr wrap="square" tIns="0" bIns="0">
            <a:spAutoFit/>
          </a:bodyPr>
          <a:lstStyle/>
          <a:p>
            <a:pPr algn="ctr" fontAlgn="auto">
              <a:spcBef>
                <a:spcPts val="0"/>
              </a:spcBef>
              <a:spcAft>
                <a:spcPts val="0"/>
              </a:spcAft>
              <a:defRPr/>
            </a:pPr>
            <a:fld id="{0F9AC1C8-10F2-4A77-9A6E-9375F974715F}" type="slidenum">
              <a:rPr lang="en-US" sz="1200" b="0" i="0">
                <a:solidFill>
                  <a:schemeClr val="bg1"/>
                </a:solidFill>
                <a:latin typeface="Meiryo UI" panose="020B0604030504040204" pitchFamily="50" charset="-128"/>
                <a:ea typeface="Meiryo UI" panose="020B0604030504040204" pitchFamily="50" charset="-128"/>
                <a:cs typeface="HGPGothicE" charset="-128"/>
              </a:rPr>
              <a:pPr algn="ctr" fontAlgn="auto">
                <a:spcBef>
                  <a:spcPts val="0"/>
                </a:spcBef>
                <a:spcAft>
                  <a:spcPts val="0"/>
                </a:spcAft>
                <a:defRPr/>
              </a:pPr>
              <a:t>‹#›</a:t>
            </a:fld>
            <a:endParaRPr lang="en-US" sz="1200" b="0" i="0" dirty="0">
              <a:solidFill>
                <a:schemeClr val="bg1"/>
              </a:solidFill>
              <a:latin typeface="Meiryo UI" panose="020B0604030504040204" pitchFamily="50" charset="-128"/>
              <a:ea typeface="Meiryo UI" panose="020B0604030504040204" pitchFamily="50" charset="-128"/>
              <a:cs typeface="HGPGothicE" charset="-128"/>
            </a:endParaRPr>
          </a:p>
        </p:txBody>
      </p:sp>
      <p:pic>
        <p:nvPicPr>
          <p:cNvPr id="10" name="図 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563091" y="6499388"/>
            <a:ext cx="1178351" cy="296174"/>
          </a:xfrm>
          <a:prstGeom prst="rect">
            <a:avLst/>
          </a:prstGeom>
        </p:spPr>
      </p:pic>
    </p:spTree>
    <p:extLst>
      <p:ext uri="{BB962C8B-B14F-4D97-AF65-F5344CB8AC3E}">
        <p14:creationId xmlns:p14="http://schemas.microsoft.com/office/powerpoint/2010/main" val="1659974647"/>
      </p:ext>
    </p:extLst>
  </p:cSld>
  <p:clrMapOvr>
    <a:masterClrMapping/>
  </p:clrMapOvr>
  <p:extLst>
    <p:ext uri="{DCECCB84-F9BA-43D5-87BE-67443E8EF086}">
      <p15:sldGuideLst xmlns:p15="http://schemas.microsoft.com/office/powerpoint/2012/main">
        <p15:guide id="1" orient="horz" pos="572">
          <p15:clr>
            <a:srgbClr val="FBAE40"/>
          </p15:clr>
        </p15:guide>
        <p15:guide id="2" pos="325">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コンテンツC">
    <p:bg>
      <p:bgPr>
        <a:gradFill>
          <a:gsLst>
            <a:gs pos="0">
              <a:srgbClr val="616161"/>
            </a:gs>
            <a:gs pos="50000">
              <a:srgbClr val="494949"/>
            </a:gs>
            <a:gs pos="100000">
              <a:srgbClr val="323232"/>
            </a:gs>
          </a:gsLst>
          <a:path path="circle">
            <a:fillToRect l="100000" t="100000"/>
          </a:path>
        </a:gradFill>
        <a:effectLst/>
      </p:bgPr>
    </p:bg>
    <p:spTree>
      <p:nvGrpSpPr>
        <p:cNvPr id="1" name=""/>
        <p:cNvGrpSpPr/>
        <p:nvPr/>
      </p:nvGrpSpPr>
      <p:grpSpPr>
        <a:xfrm>
          <a:off x="0" y="0"/>
          <a:ext cx="0" cy="0"/>
          <a:chOff x="0" y="0"/>
          <a:chExt cx="0" cy="0"/>
        </a:xfrm>
      </p:grpSpPr>
      <p:sp>
        <p:nvSpPr>
          <p:cNvPr id="10" name="タイトル 1"/>
          <p:cNvSpPr>
            <a:spLocks noGrp="1"/>
          </p:cNvSpPr>
          <p:nvPr>
            <p:ph type="title" hasCustomPrompt="1"/>
          </p:nvPr>
        </p:nvSpPr>
        <p:spPr>
          <a:xfrm>
            <a:off x="139903" y="0"/>
            <a:ext cx="9623250" cy="722902"/>
          </a:xfrm>
          <a:prstGeom prst="rect">
            <a:avLst/>
          </a:prstGeom>
        </p:spPr>
        <p:txBody>
          <a:bodyPr tIns="108000" anchor="ctr" anchorCtr="0">
            <a:normAutofit/>
          </a:bodyPr>
          <a:lstStyle>
            <a:lvl1pPr>
              <a:defRPr lang="ja-JP" altLang="en-US" sz="2400" b="1" spc="0">
                <a:solidFill>
                  <a:schemeClr val="bg1"/>
                </a:solidFill>
                <a:latin typeface="Meiryo UI" panose="020B0604030504040204" pitchFamily="50" charset="-128"/>
                <a:ea typeface="Meiryo UI" panose="020B0604030504040204" pitchFamily="50" charset="-128"/>
                <a:cs typeface="Arial"/>
              </a:defRPr>
            </a:lvl1pPr>
          </a:lstStyle>
          <a:p>
            <a:pPr marL="184005" marR="0" lvl="0" indent="-184005" latinLnBrk="0">
              <a:lnSpc>
                <a:spcPct val="100000"/>
              </a:lnSpc>
              <a:spcBef>
                <a:spcPct val="20000"/>
              </a:spcBef>
              <a:buClrTx/>
              <a:buSzTx/>
              <a:buFont typeface="+mj-lt"/>
              <a:buNone/>
              <a:tabLst/>
            </a:pPr>
            <a:r>
              <a:rPr kumimoji="1" lang="ja-JP" altLang="en-US" dirty="0"/>
              <a:t>［タイトル］</a:t>
            </a:r>
          </a:p>
        </p:txBody>
      </p:sp>
      <p:sp>
        <p:nvSpPr>
          <p:cNvPr id="14" name="TextBox 12"/>
          <p:cNvSpPr txBox="1"/>
          <p:nvPr userDrawn="1"/>
        </p:nvSpPr>
        <p:spPr>
          <a:xfrm>
            <a:off x="581296" y="6593331"/>
            <a:ext cx="2559050" cy="123111"/>
          </a:xfrm>
          <a:prstGeom prst="rect">
            <a:avLst/>
          </a:prstGeom>
          <a:noFill/>
        </p:spPr>
        <p:txBody>
          <a:bodyPr tIns="0" bIns="0">
            <a:spAutoFit/>
          </a:bodyPr>
          <a:lstStyle/>
          <a:p>
            <a:pPr marL="0" marR="0" indent="0" algn="l" defTabSz="495263" rtl="0" eaLnBrk="1" fontAlgn="auto" latinLnBrk="0" hangingPunct="1">
              <a:lnSpc>
                <a:spcPct val="100000"/>
              </a:lnSpc>
              <a:spcBef>
                <a:spcPts val="0"/>
              </a:spcBef>
              <a:spcAft>
                <a:spcPts val="0"/>
              </a:spcAft>
              <a:buClrTx/>
              <a:buSzTx/>
              <a:buFontTx/>
              <a:buNone/>
              <a:tabLst/>
              <a:defRPr/>
            </a:pPr>
            <a:r>
              <a:rPr kumimoji="0" lang="en-US" altLang="ja-JP" sz="800" b="0" i="0" dirty="0">
                <a:solidFill>
                  <a:schemeClr val="bg1"/>
                </a:solidFill>
                <a:latin typeface="Meiryo UI" panose="020B0604030504040204" pitchFamily="50" charset="-128"/>
                <a:ea typeface="Meiryo UI" panose="020B0604030504040204" pitchFamily="50" charset="-128"/>
                <a:cs typeface="Meiryo UI" pitchFamily="50" charset="-128"/>
              </a:rPr>
              <a:t>© 2022 NTT DATA UNIVERSITY Corporation</a:t>
            </a:r>
          </a:p>
        </p:txBody>
      </p:sp>
      <p:sp>
        <p:nvSpPr>
          <p:cNvPr id="15" name="TextBox 16"/>
          <p:cNvSpPr txBox="1"/>
          <p:nvPr userDrawn="1"/>
        </p:nvSpPr>
        <p:spPr>
          <a:xfrm>
            <a:off x="4680937" y="6551483"/>
            <a:ext cx="544563" cy="184666"/>
          </a:xfrm>
          <a:prstGeom prst="rect">
            <a:avLst/>
          </a:prstGeom>
          <a:noFill/>
        </p:spPr>
        <p:txBody>
          <a:bodyPr wrap="square" tIns="0" bIns="0">
            <a:spAutoFit/>
          </a:bodyPr>
          <a:lstStyle/>
          <a:p>
            <a:pPr algn="ctr" fontAlgn="auto">
              <a:spcBef>
                <a:spcPts val="0"/>
              </a:spcBef>
              <a:spcAft>
                <a:spcPts val="0"/>
              </a:spcAft>
              <a:defRPr/>
            </a:pPr>
            <a:fld id="{0F9AC1C8-10F2-4A77-9A6E-9375F974715F}" type="slidenum">
              <a:rPr lang="en-US" sz="1200" b="0" i="0">
                <a:solidFill>
                  <a:schemeClr val="bg1"/>
                </a:solidFill>
                <a:latin typeface="Meiryo UI" panose="020B0604030504040204" pitchFamily="50" charset="-128"/>
                <a:ea typeface="Meiryo UI" panose="020B0604030504040204" pitchFamily="50" charset="-128"/>
                <a:cs typeface="HGPGothicE" charset="-128"/>
              </a:rPr>
              <a:pPr algn="ctr" fontAlgn="auto">
                <a:spcBef>
                  <a:spcPts val="0"/>
                </a:spcBef>
                <a:spcAft>
                  <a:spcPts val="0"/>
                </a:spcAft>
                <a:defRPr/>
              </a:pPr>
              <a:t>‹#›</a:t>
            </a:fld>
            <a:endParaRPr lang="en-US" sz="1200" b="0" i="0" dirty="0">
              <a:solidFill>
                <a:schemeClr val="bg1"/>
              </a:solidFill>
              <a:latin typeface="Meiryo UI" panose="020B0604030504040204" pitchFamily="50" charset="-128"/>
              <a:ea typeface="Meiryo UI" panose="020B0604030504040204" pitchFamily="50" charset="-128"/>
              <a:cs typeface="HGPGothicE" charset="-128"/>
            </a:endParaRPr>
          </a:p>
        </p:txBody>
      </p:sp>
      <p:sp>
        <p:nvSpPr>
          <p:cNvPr id="16" name="テキスト プレースホルダー 2">
            <a:extLst>
              <a:ext uri="{FF2B5EF4-FFF2-40B4-BE49-F238E27FC236}">
                <a16:creationId xmlns:a16="http://schemas.microsoft.com/office/drawing/2014/main" id="{3DC7A6FB-DEB1-4E3B-A893-0522D7EE017D}"/>
              </a:ext>
            </a:extLst>
          </p:cNvPr>
          <p:cNvSpPr>
            <a:spLocks noGrp="1"/>
          </p:cNvSpPr>
          <p:nvPr>
            <p:ph type="body" sz="quarter" idx="10" hasCustomPrompt="1"/>
          </p:nvPr>
        </p:nvSpPr>
        <p:spPr>
          <a:xfrm>
            <a:off x="436790" y="908050"/>
            <a:ext cx="9029475" cy="5256000"/>
          </a:xfrm>
          <a:prstGeom prst="rect">
            <a:avLst/>
          </a:prstGeom>
        </p:spPr>
        <p:txBody>
          <a:bodyPr/>
          <a:lstStyle>
            <a:lvl1pPr marL="0" indent="0">
              <a:buNone/>
              <a:defRPr sz="2000">
                <a:solidFill>
                  <a:schemeClr val="bg1"/>
                </a:solidFill>
                <a:latin typeface="Meiryo UI" panose="020B0604030504040204" pitchFamily="50" charset="-128"/>
                <a:ea typeface="Meiryo UI" panose="020B0604030504040204" pitchFamily="50" charset="-128"/>
              </a:defRPr>
            </a:lvl1pPr>
            <a:lvl2pPr>
              <a:defRPr sz="2000">
                <a:solidFill>
                  <a:schemeClr val="bg1"/>
                </a:solidFill>
                <a:latin typeface="Meiryo UI" panose="020B0604030504040204" pitchFamily="50" charset="-128"/>
                <a:ea typeface="Meiryo UI" panose="020B0604030504040204" pitchFamily="50" charset="-128"/>
              </a:defRPr>
            </a:lvl2pPr>
            <a:lvl3pPr>
              <a:defRPr sz="2000">
                <a:solidFill>
                  <a:schemeClr val="bg1"/>
                </a:solidFill>
                <a:latin typeface="Meiryo UI" panose="020B0604030504040204" pitchFamily="50" charset="-128"/>
                <a:ea typeface="Meiryo UI" panose="020B0604030504040204" pitchFamily="50" charset="-128"/>
              </a:defRPr>
            </a:lvl3pPr>
            <a:lvl4pPr>
              <a:defRPr sz="2000">
                <a:solidFill>
                  <a:schemeClr val="bg1"/>
                </a:solidFill>
                <a:latin typeface="Meiryo UI" panose="020B0604030504040204" pitchFamily="50" charset="-128"/>
                <a:ea typeface="Meiryo UI" panose="020B0604030504040204" pitchFamily="50" charset="-128"/>
              </a:defRPr>
            </a:lvl4pPr>
            <a:lvl5pPr>
              <a:defRPr sz="2000">
                <a:solidFill>
                  <a:schemeClr val="bg1"/>
                </a:solidFill>
                <a:latin typeface="Meiryo UI" panose="020B0604030504040204" pitchFamily="50" charset="-128"/>
                <a:ea typeface="Meiryo UI" panose="020B0604030504040204" pitchFamily="50" charset="-128"/>
              </a:defRPr>
            </a:lvl5pPr>
          </a:lstStyle>
          <a:p>
            <a:pPr lvl="0"/>
            <a:r>
              <a:rPr kumimoji="1" lang="ja-JP" altLang="en-US" dirty="0"/>
              <a:t>テキストの入力</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pic>
        <p:nvPicPr>
          <p:cNvPr id="7" name="図 6"/>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563091" y="6499388"/>
            <a:ext cx="1178351" cy="296174"/>
          </a:xfrm>
          <a:prstGeom prst="rect">
            <a:avLst/>
          </a:prstGeom>
        </p:spPr>
      </p:pic>
    </p:spTree>
    <p:extLst>
      <p:ext uri="{BB962C8B-B14F-4D97-AF65-F5344CB8AC3E}">
        <p14:creationId xmlns:p14="http://schemas.microsoft.com/office/powerpoint/2010/main" val="33535640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2_タイトルとコンテンツB">
    <p:spTree>
      <p:nvGrpSpPr>
        <p:cNvPr id="1" name=""/>
        <p:cNvGrpSpPr/>
        <p:nvPr/>
      </p:nvGrpSpPr>
      <p:grpSpPr>
        <a:xfrm>
          <a:off x="0" y="0"/>
          <a:ext cx="0" cy="0"/>
          <a:chOff x="0" y="0"/>
          <a:chExt cx="0" cy="0"/>
        </a:xfrm>
      </p:grpSpPr>
      <p:sp>
        <p:nvSpPr>
          <p:cNvPr id="5" name="Rectangle 20"/>
          <p:cNvSpPr/>
          <p:nvPr userDrawn="1"/>
        </p:nvSpPr>
        <p:spPr>
          <a:xfrm>
            <a:off x="0" y="0"/>
            <a:ext cx="9906000" cy="733702"/>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84024" tIns="42012" rIns="84024" bIns="42012" rtlCol="0" anchor="ctr">
            <a:normAutofit/>
          </a:bodyPr>
          <a:lstStyle/>
          <a:p>
            <a:pPr algn="ctr"/>
            <a:endParaRPr lang="en-US" dirty="0"/>
          </a:p>
        </p:txBody>
      </p:sp>
      <p:sp>
        <p:nvSpPr>
          <p:cNvPr id="6" name="テキスト プレースホルダー 9"/>
          <p:cNvSpPr>
            <a:spLocks noGrp="1"/>
          </p:cNvSpPr>
          <p:nvPr>
            <p:ph type="body" sz="quarter" idx="10" hasCustomPrompt="1"/>
          </p:nvPr>
        </p:nvSpPr>
        <p:spPr>
          <a:xfrm>
            <a:off x="172187" y="2902"/>
            <a:ext cx="9570131" cy="720000"/>
          </a:xfrm>
          <a:prstGeom prst="rect">
            <a:avLst/>
          </a:prstGeom>
        </p:spPr>
        <p:txBody>
          <a:bodyPr tIns="108000" anchor="ctr" anchorCtr="0">
            <a:normAutofit/>
          </a:bodyPr>
          <a:lstStyle>
            <a:lvl1pPr marL="0" indent="0">
              <a:buFont typeface="+mj-lt"/>
              <a:buNone/>
              <a:defRPr sz="2400" baseline="0">
                <a:solidFill>
                  <a:schemeClr val="bg1"/>
                </a:solidFill>
                <a:latin typeface="+mj-ea"/>
                <a:ea typeface="+mj-ea"/>
                <a:cs typeface="Meiryo UI" panose="020B0604030504040204" pitchFamily="50" charset="-128"/>
              </a:defRPr>
            </a:lvl1pPr>
          </a:lstStyle>
          <a:p>
            <a:pPr marL="226468" marR="0" lvl="0" indent="-226468" algn="l" defTabSz="609555" rtl="0" eaLnBrk="1" fontAlgn="base" latinLnBrk="0" hangingPunct="1">
              <a:lnSpc>
                <a:spcPct val="100000"/>
              </a:lnSpc>
              <a:spcBef>
                <a:spcPct val="20000"/>
              </a:spcBef>
              <a:spcAft>
                <a:spcPct val="0"/>
              </a:spcAft>
              <a:buClrTx/>
              <a:buSzTx/>
              <a:tabLst/>
              <a:defRPr/>
            </a:pPr>
            <a:r>
              <a:rPr kumimoji="1" lang="ja-JP" altLang="en-US" dirty="0"/>
              <a:t>［タイトル］</a:t>
            </a:r>
          </a:p>
        </p:txBody>
      </p:sp>
      <p:sp>
        <p:nvSpPr>
          <p:cNvPr id="7" name="コンテンツ プレースホルダー 2"/>
          <p:cNvSpPr>
            <a:spLocks noGrp="1"/>
          </p:cNvSpPr>
          <p:nvPr>
            <p:ph idx="1" hasCustomPrompt="1"/>
          </p:nvPr>
        </p:nvSpPr>
        <p:spPr>
          <a:xfrm>
            <a:off x="473472" y="908720"/>
            <a:ext cx="8944148" cy="5256410"/>
          </a:xfrm>
          <a:prstGeom prst="rect">
            <a:avLst/>
          </a:prstGeom>
        </p:spPr>
        <p:txBody>
          <a:bodyPr lIns="90000"/>
          <a:lstStyle>
            <a:lvl1pPr marL="0" indent="0" fontAlgn="ctr">
              <a:spcBef>
                <a:spcPts val="0"/>
              </a:spcBef>
              <a:buFont typeface="Arial" charset="0"/>
              <a:buNone/>
              <a:defRPr sz="2000" b="0" i="0" spc="100" baseline="0">
                <a:solidFill>
                  <a:schemeClr val="tx1"/>
                </a:solidFill>
                <a:latin typeface="HGPGothicE" charset="-128"/>
                <a:ea typeface="HGPGothicE" charset="-128"/>
                <a:cs typeface="HGPGothicE" charset="-128"/>
              </a:defRPr>
            </a:lvl1pPr>
            <a:lvl2pPr marL="609555" indent="0" fontAlgn="ctr">
              <a:spcBef>
                <a:spcPts val="0"/>
              </a:spcBef>
              <a:buFont typeface="Arial" charset="0"/>
              <a:buNone/>
              <a:defRPr sz="2000" b="0" i="0" spc="100">
                <a:solidFill>
                  <a:schemeClr val="tx1"/>
                </a:solidFill>
                <a:latin typeface="HGPGothicE" charset="-128"/>
                <a:ea typeface="HGPGothicE" charset="-128"/>
                <a:cs typeface="HGPGothicE" charset="-128"/>
              </a:defRPr>
            </a:lvl2pPr>
            <a:lvl3pPr marL="1219108" indent="0" fontAlgn="ctr">
              <a:spcBef>
                <a:spcPts val="0"/>
              </a:spcBef>
              <a:buFont typeface="Arial" charset="0"/>
              <a:buNone/>
              <a:defRPr sz="2000" b="0" i="0" spc="100">
                <a:solidFill>
                  <a:schemeClr val="tx1"/>
                </a:solidFill>
                <a:latin typeface="HGPGothicE" charset="-128"/>
                <a:ea typeface="HGPGothicE" charset="-128"/>
                <a:cs typeface="HGPGothicE" charset="-128"/>
              </a:defRPr>
            </a:lvl3pPr>
            <a:lvl4pPr marL="1828664" indent="0">
              <a:buFontTx/>
              <a:buNone/>
              <a:defRPr>
                <a:solidFill>
                  <a:schemeClr val="tx2"/>
                </a:solidFill>
              </a:defRPr>
            </a:lvl4pPr>
            <a:lvl5pPr marL="2438218" indent="0">
              <a:buFontTx/>
              <a:buNone/>
              <a:defRPr>
                <a:solidFill>
                  <a:schemeClr val="tx2"/>
                </a:solidFill>
              </a:defRPr>
            </a:lvl5pPr>
          </a:lstStyle>
          <a:p>
            <a:pPr lvl="0"/>
            <a:r>
              <a:rPr kumimoji="1" lang="ja-JP" altLang="en-US" dirty="0"/>
              <a:t>テキストの入力</a:t>
            </a:r>
          </a:p>
        </p:txBody>
      </p:sp>
    </p:spTree>
    <p:extLst>
      <p:ext uri="{BB962C8B-B14F-4D97-AF65-F5344CB8AC3E}">
        <p14:creationId xmlns:p14="http://schemas.microsoft.com/office/powerpoint/2010/main" val="2284548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中扉A">
    <p:bg>
      <p:bgPr>
        <a:solidFill>
          <a:schemeClr val="accent2"/>
        </a:solidFill>
        <a:effectLst/>
      </p:bgPr>
    </p:bg>
    <p:spTree>
      <p:nvGrpSpPr>
        <p:cNvPr id="1" name=""/>
        <p:cNvGrpSpPr/>
        <p:nvPr/>
      </p:nvGrpSpPr>
      <p:grpSpPr>
        <a:xfrm>
          <a:off x="0" y="0"/>
          <a:ext cx="0" cy="0"/>
          <a:chOff x="0" y="0"/>
          <a:chExt cx="0" cy="0"/>
        </a:xfrm>
      </p:grpSpPr>
      <p:sp>
        <p:nvSpPr>
          <p:cNvPr id="11" name="Freeform 5">
            <a:extLst>
              <a:ext uri="{FF2B5EF4-FFF2-40B4-BE49-F238E27FC236}">
                <a16:creationId xmlns:a16="http://schemas.microsoft.com/office/drawing/2014/main" id="{998ED156-1AB5-4B96-BB64-69BB7DD751EA}"/>
              </a:ext>
            </a:extLst>
          </p:cNvPr>
          <p:cNvSpPr>
            <a:spLocks/>
          </p:cNvSpPr>
          <p:nvPr userDrawn="1"/>
        </p:nvSpPr>
        <p:spPr bwMode="auto">
          <a:xfrm>
            <a:off x="2580" y="0"/>
            <a:ext cx="4244809" cy="6858000"/>
          </a:xfrm>
          <a:custGeom>
            <a:avLst/>
            <a:gdLst>
              <a:gd name="T0" fmla="*/ 1111 w 1691"/>
              <a:gd name="T1" fmla="*/ 1108 h 2215"/>
              <a:gd name="T2" fmla="*/ 1108 w 1691"/>
              <a:gd name="T3" fmla="*/ 1108 h 2215"/>
              <a:gd name="T4" fmla="*/ 1108 w 1691"/>
              <a:gd name="T5" fmla="*/ 1102 h 2215"/>
              <a:gd name="T6" fmla="*/ 815 w 1691"/>
              <a:gd name="T7" fmla="*/ 569 h 2215"/>
              <a:gd name="T8" fmla="*/ 0 w 1691"/>
              <a:gd name="T9" fmla="*/ 0 h 2215"/>
              <a:gd name="T10" fmla="*/ 0 w 1691"/>
              <a:gd name="T11" fmla="*/ 1108 h 2215"/>
              <a:gd name="T12" fmla="*/ 0 w 1691"/>
              <a:gd name="T13" fmla="*/ 1213 h 2215"/>
              <a:gd name="T14" fmla="*/ 34 w 1691"/>
              <a:gd name="T15" fmla="*/ 1257 h 2215"/>
              <a:gd name="T16" fmla="*/ 522 w 1691"/>
              <a:gd name="T17" fmla="*/ 2215 h 2215"/>
              <a:gd name="T18" fmla="*/ 1108 w 1691"/>
              <a:gd name="T19" fmla="*/ 2215 h 2215"/>
              <a:gd name="T20" fmla="*/ 1691 w 1691"/>
              <a:gd name="T21" fmla="*/ 2215 h 2215"/>
              <a:gd name="T22" fmla="*/ 1111 w 1691"/>
              <a:gd name="T23" fmla="*/ 1108 h 2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91" h="2215">
                <a:moveTo>
                  <a:pt x="1111" y="1108"/>
                </a:moveTo>
                <a:cubicBezTo>
                  <a:pt x="1108" y="1108"/>
                  <a:pt x="1108" y="1108"/>
                  <a:pt x="1108" y="1108"/>
                </a:cubicBezTo>
                <a:cubicBezTo>
                  <a:pt x="1108" y="1102"/>
                  <a:pt x="1108" y="1102"/>
                  <a:pt x="1108" y="1102"/>
                </a:cubicBezTo>
                <a:cubicBezTo>
                  <a:pt x="965" y="833"/>
                  <a:pt x="857" y="635"/>
                  <a:pt x="815" y="569"/>
                </a:cubicBezTo>
                <a:cubicBezTo>
                  <a:pt x="624" y="269"/>
                  <a:pt x="397" y="50"/>
                  <a:pt x="0" y="0"/>
                </a:cubicBezTo>
                <a:cubicBezTo>
                  <a:pt x="0" y="1108"/>
                  <a:pt x="0" y="1108"/>
                  <a:pt x="0" y="1108"/>
                </a:cubicBezTo>
                <a:cubicBezTo>
                  <a:pt x="0" y="1213"/>
                  <a:pt x="0" y="1213"/>
                  <a:pt x="0" y="1213"/>
                </a:cubicBezTo>
                <a:cubicBezTo>
                  <a:pt x="13" y="1224"/>
                  <a:pt x="24" y="1239"/>
                  <a:pt x="34" y="1257"/>
                </a:cubicBezTo>
                <a:cubicBezTo>
                  <a:pt x="42" y="1273"/>
                  <a:pt x="250" y="1684"/>
                  <a:pt x="522" y="2215"/>
                </a:cubicBezTo>
                <a:cubicBezTo>
                  <a:pt x="1108" y="2215"/>
                  <a:pt x="1108" y="2215"/>
                  <a:pt x="1108" y="2215"/>
                </a:cubicBezTo>
                <a:cubicBezTo>
                  <a:pt x="1691" y="2215"/>
                  <a:pt x="1691" y="2215"/>
                  <a:pt x="1691" y="2215"/>
                </a:cubicBezTo>
                <a:cubicBezTo>
                  <a:pt x="1483" y="1814"/>
                  <a:pt x="1274" y="1415"/>
                  <a:pt x="1111" y="1108"/>
                </a:cubicBezTo>
                <a:close/>
              </a:path>
            </a:pathLst>
          </a:custGeom>
          <a:solidFill>
            <a:srgbClr val="7792C7"/>
          </a:solidFill>
          <a:ln>
            <a:noFill/>
          </a:ln>
        </p:spPr>
        <p:txBody>
          <a:bodyPr vert="horz" wrap="square" lIns="74295" tIns="37148" rIns="74295" bIns="37148" numCol="1" anchor="t" anchorCtr="0" compatLnSpc="1">
            <a:prstTxWarp prst="textNoShape">
              <a:avLst/>
            </a:prstTxWarp>
          </a:bodyPr>
          <a:lstStyle/>
          <a:p>
            <a:endParaRPr lang="en-US" sz="1480">
              <a:latin typeface="Meiryo UI" panose="020B0604030504040204" pitchFamily="50" charset="-128"/>
              <a:ea typeface="Meiryo UI" panose="020B0604030504040204" pitchFamily="50" charset="-128"/>
            </a:endParaRPr>
          </a:p>
        </p:txBody>
      </p:sp>
      <p:sp>
        <p:nvSpPr>
          <p:cNvPr id="8" name="Slide Number Placeholder 2">
            <a:extLst>
              <a:ext uri="{FF2B5EF4-FFF2-40B4-BE49-F238E27FC236}">
                <a16:creationId xmlns:a16="http://schemas.microsoft.com/office/drawing/2014/main" id="{D6DFEA91-6D5D-4821-BB70-31F926CD2D1E}"/>
              </a:ext>
            </a:extLst>
          </p:cNvPr>
          <p:cNvSpPr>
            <a:spLocks noGrp="1"/>
          </p:cNvSpPr>
          <p:nvPr>
            <p:ph type="sldNum" sz="quarter" idx="11"/>
          </p:nvPr>
        </p:nvSpPr>
        <p:spPr>
          <a:xfrm>
            <a:off x="4681823" y="6556248"/>
            <a:ext cx="542354" cy="182880"/>
          </a:xfrm>
          <a:prstGeom prst="rect">
            <a:avLst/>
          </a:prstGeom>
        </p:spPr>
        <p:txBody>
          <a:bodyPr anchor="ctr"/>
          <a:lstStyle>
            <a:lvl1pPr>
              <a:defRPr sz="1200">
                <a:solidFill>
                  <a:srgbClr val="FFFFFF"/>
                </a:solidFill>
                <a:latin typeface="Meiryo UI" panose="020B0604030504040204" pitchFamily="50" charset="-128"/>
                <a:ea typeface="Meiryo UI" panose="020B0604030504040204" pitchFamily="50" charset="-128"/>
              </a:defRPr>
            </a:lvl1pPr>
          </a:lstStyle>
          <a:p>
            <a:pPr algn="ctr"/>
            <a:fld id="{92EA2340-BE12-4138-BE15-7C339B03EB4B}" type="slidenum">
              <a:rPr lang="en-US" smtClean="0"/>
              <a:pPr algn="ctr"/>
              <a:t>‹#›</a:t>
            </a:fld>
            <a:endParaRPr lang="en-US" dirty="0"/>
          </a:p>
        </p:txBody>
      </p:sp>
      <p:sp>
        <p:nvSpPr>
          <p:cNvPr id="9" name="Text Placeholder 2">
            <a:extLst>
              <a:ext uri="{FF2B5EF4-FFF2-40B4-BE49-F238E27FC236}">
                <a16:creationId xmlns:a16="http://schemas.microsoft.com/office/drawing/2014/main" id="{34AEFB69-85BA-4D0C-BFA2-34ABA6779977}"/>
              </a:ext>
            </a:extLst>
          </p:cNvPr>
          <p:cNvSpPr>
            <a:spLocks noGrp="1"/>
          </p:cNvSpPr>
          <p:nvPr>
            <p:ph type="body" sz="quarter" idx="12" hasCustomPrompt="1"/>
          </p:nvPr>
        </p:nvSpPr>
        <p:spPr>
          <a:xfrm>
            <a:off x="3219450" y="1295400"/>
            <a:ext cx="6129338" cy="4343400"/>
          </a:xfrm>
          <a:prstGeom prst="rect">
            <a:avLst/>
          </a:prstGeom>
        </p:spPr>
        <p:txBody>
          <a:bodyPr anchor="ctr"/>
          <a:lstStyle>
            <a:lvl1pPr marL="0" indent="0" algn="ctr">
              <a:buNone/>
              <a:defRPr sz="2800" b="1">
                <a:solidFill>
                  <a:schemeClr val="bg1"/>
                </a:solidFill>
                <a:latin typeface="Meiryo UI" panose="020B0604030504040204" pitchFamily="50" charset="-128"/>
                <a:ea typeface="Meiryo UI" panose="020B0604030504040204" pitchFamily="50" charset="-128"/>
              </a:defRPr>
            </a:lvl1pPr>
            <a:lvl2pPr marL="495264" indent="0">
              <a:buNone/>
              <a:defRPr>
                <a:solidFill>
                  <a:schemeClr val="bg1"/>
                </a:solidFill>
              </a:defRPr>
            </a:lvl2pPr>
            <a:lvl3pPr marL="990526" indent="0">
              <a:buNone/>
              <a:defRPr>
                <a:solidFill>
                  <a:schemeClr val="bg1"/>
                </a:solidFill>
              </a:defRPr>
            </a:lvl3pPr>
            <a:lvl4pPr marL="1485788" indent="0">
              <a:buNone/>
              <a:defRPr>
                <a:solidFill>
                  <a:schemeClr val="bg1"/>
                </a:solidFill>
              </a:defRPr>
            </a:lvl4pPr>
            <a:lvl5pPr marL="1981051" indent="0">
              <a:buNone/>
              <a:defRPr>
                <a:solidFill>
                  <a:schemeClr val="bg1"/>
                </a:solidFill>
              </a:defRPr>
            </a:lvl5pPr>
          </a:lstStyle>
          <a:p>
            <a:pPr lvl="0"/>
            <a:r>
              <a:rPr lang="en-US" dirty="0"/>
              <a:t>[</a:t>
            </a:r>
            <a:r>
              <a:rPr lang="ja-JP" altLang="en-US" dirty="0"/>
              <a:t>タイトル</a:t>
            </a:r>
            <a:r>
              <a:rPr lang="en-US" dirty="0"/>
              <a:t>]</a:t>
            </a:r>
          </a:p>
        </p:txBody>
      </p:sp>
      <p:sp>
        <p:nvSpPr>
          <p:cNvPr id="10" name="TextBox 12"/>
          <p:cNvSpPr txBox="1"/>
          <p:nvPr userDrawn="1"/>
        </p:nvSpPr>
        <p:spPr>
          <a:xfrm>
            <a:off x="581296" y="6593331"/>
            <a:ext cx="2559050" cy="123111"/>
          </a:xfrm>
          <a:prstGeom prst="rect">
            <a:avLst/>
          </a:prstGeom>
          <a:noFill/>
        </p:spPr>
        <p:txBody>
          <a:bodyPr tIns="0" bIns="0">
            <a:spAutoFit/>
          </a:bodyPr>
          <a:lstStyle/>
          <a:p>
            <a:pPr marL="0" marR="0" indent="0" algn="l" defTabSz="495263" rtl="0" eaLnBrk="1" fontAlgn="auto" latinLnBrk="0" hangingPunct="1">
              <a:lnSpc>
                <a:spcPct val="100000"/>
              </a:lnSpc>
              <a:spcBef>
                <a:spcPts val="0"/>
              </a:spcBef>
              <a:spcAft>
                <a:spcPts val="0"/>
              </a:spcAft>
              <a:buClrTx/>
              <a:buSzTx/>
              <a:buFontTx/>
              <a:buNone/>
              <a:tabLst/>
              <a:defRPr/>
            </a:pPr>
            <a:r>
              <a:rPr kumimoji="0" lang="en-US" altLang="ja-JP" sz="800" b="0" i="0" dirty="0">
                <a:solidFill>
                  <a:srgbClr val="FFFFFF"/>
                </a:solidFill>
                <a:latin typeface="Meiryo UI" panose="020B0604030504040204" pitchFamily="50" charset="-128"/>
                <a:ea typeface="Meiryo UI" panose="020B0604030504040204" pitchFamily="50" charset="-128"/>
                <a:cs typeface="Meiryo UI" pitchFamily="50" charset="-128"/>
              </a:rPr>
              <a:t>© 2022 NTT DATA UNIVERSITY Corporation</a:t>
            </a:r>
          </a:p>
        </p:txBody>
      </p:sp>
      <p:pic>
        <p:nvPicPr>
          <p:cNvPr id="13" name="図 12"/>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563091" y="6499388"/>
            <a:ext cx="1178351" cy="296174"/>
          </a:xfrm>
          <a:prstGeom prst="rect">
            <a:avLst/>
          </a:prstGeom>
        </p:spPr>
      </p:pic>
    </p:spTree>
    <p:extLst>
      <p:ext uri="{BB962C8B-B14F-4D97-AF65-F5344CB8AC3E}">
        <p14:creationId xmlns:p14="http://schemas.microsoft.com/office/powerpoint/2010/main" val="2818474124"/>
      </p:ext>
    </p:extLst>
  </p:cSld>
  <p:clrMapOvr>
    <a:masterClrMapping/>
  </p:clrMapOvr>
  <p:extLst>
    <p:ext uri="{DCECCB84-F9BA-43D5-87BE-67443E8EF086}">
      <p15:sldGuideLst xmlns:p15="http://schemas.microsoft.com/office/powerpoint/2012/main">
        <p15:guide id="1" pos="3840">
          <p15:clr>
            <a:srgbClr val="FBAE40"/>
          </p15:clr>
        </p15:guide>
        <p15:guide id="2" pos="192">
          <p15:clr>
            <a:srgbClr val="FBAE40"/>
          </p15:clr>
        </p15:guide>
        <p15:guide id="3" pos="748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裏表紙A">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ACADA7E2-D9D3-BC40-8FC4-799425A0472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890200" y="2715950"/>
            <a:ext cx="4125600" cy="1413400"/>
          </a:xfrm>
          <a:prstGeom prst="rect">
            <a:avLst/>
          </a:prstGeom>
        </p:spPr>
      </p:pic>
      <p:sp>
        <p:nvSpPr>
          <p:cNvPr id="5" name="TextBox 12"/>
          <p:cNvSpPr txBox="1"/>
          <p:nvPr userDrawn="1"/>
        </p:nvSpPr>
        <p:spPr>
          <a:xfrm>
            <a:off x="6564702" y="6580945"/>
            <a:ext cx="3205769" cy="123111"/>
          </a:xfrm>
          <a:prstGeom prst="rect">
            <a:avLst/>
          </a:prstGeom>
          <a:noFill/>
        </p:spPr>
        <p:txBody>
          <a:bodyPr wrap="square" tIns="0" bIns="0">
            <a:spAutoFit/>
          </a:bodyPr>
          <a:lstStyle/>
          <a:p>
            <a:pPr marL="0" marR="0" indent="0" algn="r" defTabSz="495263" rtl="0" eaLnBrk="1" fontAlgn="auto" latinLnBrk="0" hangingPunct="1">
              <a:lnSpc>
                <a:spcPct val="100000"/>
              </a:lnSpc>
              <a:spcBef>
                <a:spcPts val="0"/>
              </a:spcBef>
              <a:spcAft>
                <a:spcPts val="0"/>
              </a:spcAft>
              <a:buClrTx/>
              <a:buSzTx/>
              <a:buFontTx/>
              <a:buNone/>
              <a:tabLst/>
              <a:defRPr/>
            </a:pPr>
            <a:r>
              <a:rPr kumimoji="0" lang="en-US" altLang="ja-JP" sz="800" b="0" i="0" dirty="0">
                <a:solidFill>
                  <a:srgbClr val="000000"/>
                </a:solidFill>
                <a:latin typeface="Meiryo UI" panose="020B0604030504040204" pitchFamily="50" charset="-128"/>
                <a:ea typeface="Meiryo UI" panose="020B0604030504040204" pitchFamily="50" charset="-128"/>
                <a:cs typeface="Meiryo UI" pitchFamily="50" charset="-128"/>
              </a:rPr>
              <a:t>© 2022 NTT DATA UNIVERSITY Corporation</a:t>
            </a:r>
          </a:p>
        </p:txBody>
      </p:sp>
    </p:spTree>
    <p:extLst>
      <p:ext uri="{BB962C8B-B14F-4D97-AF65-F5344CB8AC3E}">
        <p14:creationId xmlns:p14="http://schemas.microsoft.com/office/powerpoint/2010/main" val="2737708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裏表紙B">
    <p:bg>
      <p:bgPr>
        <a:solidFill>
          <a:srgbClr val="1C1C1C"/>
        </a:solidFill>
        <a:effectLst/>
      </p:bgPr>
    </p:bg>
    <p:spTree>
      <p:nvGrpSpPr>
        <p:cNvPr id="1" name=""/>
        <p:cNvGrpSpPr/>
        <p:nvPr/>
      </p:nvGrpSpPr>
      <p:grpSpPr>
        <a:xfrm>
          <a:off x="0" y="0"/>
          <a:ext cx="0" cy="0"/>
          <a:chOff x="0" y="0"/>
          <a:chExt cx="0" cy="0"/>
        </a:xfrm>
      </p:grpSpPr>
      <p:sp>
        <p:nvSpPr>
          <p:cNvPr id="8" name="TextBox 12"/>
          <p:cNvSpPr txBox="1"/>
          <p:nvPr userDrawn="1"/>
        </p:nvSpPr>
        <p:spPr>
          <a:xfrm>
            <a:off x="6774426" y="6580945"/>
            <a:ext cx="2996045" cy="123111"/>
          </a:xfrm>
          <a:prstGeom prst="rect">
            <a:avLst/>
          </a:prstGeom>
          <a:noFill/>
        </p:spPr>
        <p:txBody>
          <a:bodyPr wrap="square" tIns="0" bIns="0">
            <a:spAutoFit/>
          </a:bodyPr>
          <a:lstStyle/>
          <a:p>
            <a:pPr marL="0" marR="0" indent="0" algn="r" defTabSz="495263" rtl="0" eaLnBrk="1" fontAlgn="auto" latinLnBrk="0" hangingPunct="1">
              <a:lnSpc>
                <a:spcPct val="100000"/>
              </a:lnSpc>
              <a:spcBef>
                <a:spcPts val="0"/>
              </a:spcBef>
              <a:spcAft>
                <a:spcPts val="0"/>
              </a:spcAft>
              <a:buClrTx/>
              <a:buSzTx/>
              <a:buFontTx/>
              <a:buNone/>
              <a:tabLst/>
              <a:defRPr/>
            </a:pPr>
            <a:r>
              <a:rPr kumimoji="0" lang="en-US" altLang="ja-JP" sz="800" b="0" i="0" dirty="0">
                <a:solidFill>
                  <a:srgbClr val="FFFFFF"/>
                </a:solidFill>
                <a:latin typeface="Meiryo UI" panose="020B0604030504040204" pitchFamily="50" charset="-128"/>
                <a:ea typeface="Meiryo UI" panose="020B0604030504040204" pitchFamily="50" charset="-128"/>
                <a:cs typeface="Meiryo UI" pitchFamily="50" charset="-128"/>
              </a:rPr>
              <a:t>© 2022 NTT DATA UNIVERSITY Corporation</a:t>
            </a:r>
          </a:p>
        </p:txBody>
      </p:sp>
      <p:pic>
        <p:nvPicPr>
          <p:cNvPr id="4" name="図 12">
            <a:extLst>
              <a:ext uri="{FF2B5EF4-FFF2-40B4-BE49-F238E27FC236}">
                <a16:creationId xmlns:a16="http://schemas.microsoft.com/office/drawing/2014/main" id="{97CA28FC-98C8-42DD-9BDF-1E0E15F6619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889500" y="2720338"/>
            <a:ext cx="4127000" cy="1417323"/>
          </a:xfrm>
          <a:prstGeom prst="rect">
            <a:avLst/>
          </a:prstGeom>
        </p:spPr>
      </p:pic>
    </p:spTree>
    <p:extLst>
      <p:ext uri="{BB962C8B-B14F-4D97-AF65-F5344CB8AC3E}">
        <p14:creationId xmlns:p14="http://schemas.microsoft.com/office/powerpoint/2010/main" val="21283194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イノベーションカーブ">
    <p:spTree>
      <p:nvGrpSpPr>
        <p:cNvPr id="1" name=""/>
        <p:cNvGrpSpPr/>
        <p:nvPr/>
      </p:nvGrpSpPr>
      <p:grpSpPr>
        <a:xfrm>
          <a:off x="0" y="0"/>
          <a:ext cx="0" cy="0"/>
          <a:chOff x="0" y="0"/>
          <a:chExt cx="0" cy="0"/>
        </a:xfrm>
      </p:grpSpPr>
      <p:pic>
        <p:nvPicPr>
          <p:cNvPr id="9" name="Innovation Curve">
            <a:extLst>
              <a:ext uri="{FF2B5EF4-FFF2-40B4-BE49-F238E27FC236}">
                <a16:creationId xmlns:a16="http://schemas.microsoft.com/office/drawing/2014/main" id="{C7D758E2-2981-8964-2DBD-5E4C29B7658D}"/>
              </a:ext>
              <a:ext uri="{C183D7F6-B498-43B3-948B-1728B52AA6E4}">
                <adec:decorative xmlns:adec="http://schemas.microsoft.com/office/drawing/2017/decorative" val="1"/>
              </a:ext>
            </a:extLst>
          </p:cNvPr>
          <p:cNvPicPr/>
          <p:nvPr userDrawn="1"/>
        </p:nvPicPr>
        <p:blipFill>
          <a:blip r:embed="rId2" cstate="screen">
            <a:alphaModFix amt="3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tretch>
            <a:fillRect/>
          </a:stretch>
        </p:blipFill>
        <p:spPr>
          <a:xfrm>
            <a:off x="4319250" y="0"/>
            <a:ext cx="5586750" cy="6876000"/>
          </a:xfrm>
          <a:prstGeom prst="rect">
            <a:avLst/>
          </a:prstGeom>
        </p:spPr>
      </p:pic>
      <p:sp>
        <p:nvSpPr>
          <p:cNvPr id="3" name="タイトル 2">
            <a:extLst>
              <a:ext uri="{FF2B5EF4-FFF2-40B4-BE49-F238E27FC236}">
                <a16:creationId xmlns:a16="http://schemas.microsoft.com/office/drawing/2014/main" id="{28E88A40-63CF-7644-EB56-0F82D8E1B9A2}"/>
              </a:ext>
            </a:extLst>
          </p:cNvPr>
          <p:cNvSpPr>
            <a:spLocks noGrp="1"/>
          </p:cNvSpPr>
          <p:nvPr>
            <p:ph type="title" hasCustomPrompt="1"/>
          </p:nvPr>
        </p:nvSpPr>
        <p:spPr>
          <a:xfrm>
            <a:off x="310050" y="864000"/>
            <a:ext cx="3934125" cy="795600"/>
          </a:xfrm>
          <a:prstGeom prst="rect">
            <a:avLst/>
          </a:prstGeom>
        </p:spPr>
        <p:txBody>
          <a:bodyPr lIns="0" rIns="0" anchor="b" anchorCtr="0"/>
          <a:lstStyle/>
          <a:p>
            <a:pPr lvl="0"/>
            <a:r>
              <a:rPr kumimoji="1" lang="ja-JP" altLang="en-US" dirty="0"/>
              <a:t>○○○○御中</a:t>
            </a:r>
          </a:p>
        </p:txBody>
      </p:sp>
      <p:sp>
        <p:nvSpPr>
          <p:cNvPr id="6" name="テキスト プレースホルダー 6">
            <a:extLst>
              <a:ext uri="{FF2B5EF4-FFF2-40B4-BE49-F238E27FC236}">
                <a16:creationId xmlns:a16="http://schemas.microsoft.com/office/drawing/2014/main" id="{F1A176CE-1C9E-473C-DA2D-5CF9AA7285F5}"/>
              </a:ext>
            </a:extLst>
          </p:cNvPr>
          <p:cNvSpPr>
            <a:spLocks noGrp="1"/>
          </p:cNvSpPr>
          <p:nvPr>
            <p:ph type="body" sz="quarter" idx="12" hasCustomPrompt="1"/>
          </p:nvPr>
        </p:nvSpPr>
        <p:spPr>
          <a:xfrm>
            <a:off x="310050" y="2188800"/>
            <a:ext cx="3934125" cy="2412000"/>
          </a:xfrm>
          <a:prstGeom prst="rect">
            <a:avLst/>
          </a:prstGeom>
        </p:spPr>
        <p:txBody>
          <a:bodyPr lIns="0" tIns="46800" rIns="0" anchor="b"/>
          <a:lstStyle>
            <a:lvl1pPr>
              <a:lnSpc>
                <a:spcPct val="80000"/>
              </a:lnSpc>
              <a:defRPr sz="3575" b="1">
                <a:solidFill>
                  <a:schemeClr val="accent1"/>
                </a:solidFill>
              </a:defRPr>
            </a:lvl1pPr>
          </a:lstStyle>
          <a:p>
            <a:pPr lvl="0"/>
            <a:r>
              <a:rPr kumimoji="1" lang="ja-JP" altLang="en-US" dirty="0"/>
              <a:t>［タイトル］</a:t>
            </a:r>
          </a:p>
        </p:txBody>
      </p:sp>
      <p:sp>
        <p:nvSpPr>
          <p:cNvPr id="8" name="テキスト プレースホルダー 10">
            <a:extLst>
              <a:ext uri="{FF2B5EF4-FFF2-40B4-BE49-F238E27FC236}">
                <a16:creationId xmlns:a16="http://schemas.microsoft.com/office/drawing/2014/main" id="{93FE156B-F772-D01E-4372-4120E52784D7}"/>
              </a:ext>
            </a:extLst>
          </p:cNvPr>
          <p:cNvSpPr>
            <a:spLocks noGrp="1"/>
          </p:cNvSpPr>
          <p:nvPr>
            <p:ph type="body" sz="quarter" idx="14" hasCustomPrompt="1"/>
          </p:nvPr>
        </p:nvSpPr>
        <p:spPr>
          <a:xfrm>
            <a:off x="310050" y="5191200"/>
            <a:ext cx="3934125" cy="1119600"/>
          </a:xfrm>
          <a:prstGeom prst="rect">
            <a:avLst/>
          </a:prstGeom>
        </p:spPr>
        <p:txBody>
          <a:bodyPr lIns="0" tIns="46800" rIns="0" anchor="b"/>
          <a:lstStyle>
            <a:lvl1pPr>
              <a:defRPr>
                <a:solidFill>
                  <a:schemeClr val="accent1"/>
                </a:solidFill>
              </a:defRPr>
            </a:lvl1pPr>
            <a:lvl5pPr marL="1981051" indent="0">
              <a:buNone/>
              <a:defRPr/>
            </a:lvl5pPr>
          </a:lstStyle>
          <a:p>
            <a:pPr lvl="0"/>
            <a:r>
              <a:rPr kumimoji="1" lang="en-US" altLang="ja-JP" dirty="0"/>
              <a:t>2023</a:t>
            </a:r>
            <a:r>
              <a:rPr kumimoji="1" lang="ja-JP" altLang="en-US" dirty="0"/>
              <a:t>年〇月〇日</a:t>
            </a:r>
            <a:endParaRPr kumimoji="1" lang="en-US" altLang="ja-JP" dirty="0"/>
          </a:p>
          <a:p>
            <a:pPr lvl="0"/>
            <a:r>
              <a:rPr kumimoji="1" lang="ja-JP" altLang="en-US" dirty="0"/>
              <a:t>株式会社</a:t>
            </a:r>
            <a:r>
              <a:rPr kumimoji="1" lang="en-US" altLang="ja-JP" dirty="0"/>
              <a:t>NTT</a:t>
            </a:r>
            <a:r>
              <a:rPr kumimoji="1" lang="ja-JP" altLang="en-US" dirty="0"/>
              <a:t>データ ○○○○○○</a:t>
            </a:r>
          </a:p>
          <a:p>
            <a:pPr lvl="0"/>
            <a:r>
              <a:rPr kumimoji="1" lang="ja-JP" altLang="en-US" dirty="0"/>
              <a:t>○○○○○○○○○○○○○○</a:t>
            </a:r>
          </a:p>
        </p:txBody>
      </p:sp>
    </p:spTree>
    <p:extLst>
      <p:ext uri="{BB962C8B-B14F-4D97-AF65-F5344CB8AC3E}">
        <p14:creationId xmlns:p14="http://schemas.microsoft.com/office/powerpoint/2010/main" val="30282283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イノベーションカーブ一部">
    <p:spTree>
      <p:nvGrpSpPr>
        <p:cNvPr id="1" name=""/>
        <p:cNvGrpSpPr/>
        <p:nvPr/>
      </p:nvGrpSpPr>
      <p:grpSpPr>
        <a:xfrm>
          <a:off x="0" y="0"/>
          <a:ext cx="0" cy="0"/>
          <a:chOff x="0" y="0"/>
          <a:chExt cx="0" cy="0"/>
        </a:xfrm>
      </p:grpSpPr>
      <p:sp>
        <p:nvSpPr>
          <p:cNvPr id="9" name="タイトル 2">
            <a:extLst>
              <a:ext uri="{FF2B5EF4-FFF2-40B4-BE49-F238E27FC236}">
                <a16:creationId xmlns:a16="http://schemas.microsoft.com/office/drawing/2014/main" id="{27DE0808-0ED8-A79F-3641-F6EE9429DF97}"/>
              </a:ext>
            </a:extLst>
          </p:cNvPr>
          <p:cNvSpPr>
            <a:spLocks noGrp="1"/>
          </p:cNvSpPr>
          <p:nvPr>
            <p:ph type="title" hasCustomPrompt="1"/>
          </p:nvPr>
        </p:nvSpPr>
        <p:spPr>
          <a:xfrm>
            <a:off x="310050" y="1450800"/>
            <a:ext cx="5838300" cy="795600"/>
          </a:xfrm>
          <a:prstGeom prst="rect">
            <a:avLst/>
          </a:prstGeom>
        </p:spPr>
        <p:txBody>
          <a:bodyPr lIns="0" rIns="0" anchor="b" anchorCtr="0"/>
          <a:lstStyle/>
          <a:p>
            <a:pPr lvl="0"/>
            <a:r>
              <a:rPr kumimoji="1" lang="ja-JP" altLang="en-US" dirty="0"/>
              <a:t>○○○○御中</a:t>
            </a:r>
          </a:p>
        </p:txBody>
      </p:sp>
      <p:sp>
        <p:nvSpPr>
          <p:cNvPr id="5" name="テキスト プレースホルダー 6">
            <a:extLst>
              <a:ext uri="{FF2B5EF4-FFF2-40B4-BE49-F238E27FC236}">
                <a16:creationId xmlns:a16="http://schemas.microsoft.com/office/drawing/2014/main" id="{C2C070B2-9499-0BB6-29F4-690002F8C381}"/>
              </a:ext>
            </a:extLst>
          </p:cNvPr>
          <p:cNvSpPr>
            <a:spLocks noGrp="1"/>
          </p:cNvSpPr>
          <p:nvPr>
            <p:ph type="body" sz="quarter" idx="11" hasCustomPrompt="1"/>
          </p:nvPr>
        </p:nvSpPr>
        <p:spPr>
          <a:xfrm>
            <a:off x="310050" y="2246400"/>
            <a:ext cx="5838300" cy="2346865"/>
          </a:xfrm>
          <a:prstGeom prst="rect">
            <a:avLst/>
          </a:prstGeom>
        </p:spPr>
        <p:txBody>
          <a:bodyPr lIns="0" tIns="46800" rIns="0" anchor="b"/>
          <a:lstStyle>
            <a:lvl1pPr>
              <a:lnSpc>
                <a:spcPct val="80000"/>
              </a:lnSpc>
              <a:defRPr sz="3575" b="1">
                <a:solidFill>
                  <a:schemeClr val="accent1"/>
                </a:solidFill>
              </a:defRPr>
            </a:lvl1pPr>
          </a:lstStyle>
          <a:p>
            <a:pPr lvl="0"/>
            <a:r>
              <a:rPr kumimoji="1" lang="ja-JP" altLang="en-US" dirty="0"/>
              <a:t>［タイトル］</a:t>
            </a:r>
          </a:p>
        </p:txBody>
      </p:sp>
      <p:sp>
        <p:nvSpPr>
          <p:cNvPr id="7" name="テキスト プレースホルダー 10">
            <a:extLst>
              <a:ext uri="{FF2B5EF4-FFF2-40B4-BE49-F238E27FC236}">
                <a16:creationId xmlns:a16="http://schemas.microsoft.com/office/drawing/2014/main" id="{009BF352-2699-13FB-9385-B1041D550802}"/>
              </a:ext>
            </a:extLst>
          </p:cNvPr>
          <p:cNvSpPr>
            <a:spLocks noGrp="1"/>
          </p:cNvSpPr>
          <p:nvPr>
            <p:ph type="body" sz="quarter" idx="13" hasCustomPrompt="1"/>
          </p:nvPr>
        </p:nvSpPr>
        <p:spPr>
          <a:xfrm>
            <a:off x="310050" y="5191200"/>
            <a:ext cx="5838300" cy="1119600"/>
          </a:xfrm>
          <a:prstGeom prst="rect">
            <a:avLst/>
          </a:prstGeom>
        </p:spPr>
        <p:txBody>
          <a:bodyPr lIns="0" tIns="46800" rIns="0" anchor="b"/>
          <a:lstStyle>
            <a:lvl1pPr>
              <a:defRPr>
                <a:solidFill>
                  <a:schemeClr val="accent1"/>
                </a:solidFill>
              </a:defRPr>
            </a:lvl1pPr>
            <a:lvl5pPr marL="1981051" indent="0">
              <a:buNone/>
              <a:defRPr/>
            </a:lvl5pPr>
          </a:lstStyle>
          <a:p>
            <a:pPr lvl="0"/>
            <a:r>
              <a:rPr kumimoji="1" lang="en-US" altLang="ja-JP" dirty="0"/>
              <a:t>2023</a:t>
            </a:r>
            <a:r>
              <a:rPr kumimoji="1" lang="ja-JP" altLang="en-US" dirty="0"/>
              <a:t>年〇月〇日</a:t>
            </a:r>
            <a:endParaRPr kumimoji="1" lang="en-US" altLang="ja-JP" dirty="0"/>
          </a:p>
          <a:p>
            <a:pPr lvl="0"/>
            <a:r>
              <a:rPr kumimoji="1" lang="ja-JP" altLang="en-US" dirty="0"/>
              <a:t>株式会社</a:t>
            </a:r>
            <a:r>
              <a:rPr kumimoji="1" lang="en-US" altLang="ja-JP" dirty="0"/>
              <a:t>NTT</a:t>
            </a:r>
            <a:r>
              <a:rPr kumimoji="1" lang="ja-JP" altLang="en-US" dirty="0"/>
              <a:t>データ ○○○○○○</a:t>
            </a:r>
          </a:p>
          <a:p>
            <a:pPr lvl="0"/>
            <a:r>
              <a:rPr kumimoji="1" lang="ja-JP" altLang="en-US" dirty="0"/>
              <a:t>○○○○○○○○○○○○○○</a:t>
            </a:r>
          </a:p>
        </p:txBody>
      </p:sp>
      <p:pic>
        <p:nvPicPr>
          <p:cNvPr id="3" name="Innovation Curve">
            <a:extLst>
              <a:ext uri="{FF2B5EF4-FFF2-40B4-BE49-F238E27FC236}">
                <a16:creationId xmlns:a16="http://schemas.microsoft.com/office/drawing/2014/main" id="{EAAB32FC-8847-D6EB-B4CF-97DB854F7966}"/>
              </a:ext>
              <a:ext uri="{C183D7F6-B498-43B3-948B-1728B52AA6E4}">
                <adec:decorative xmlns:adec="http://schemas.microsoft.com/office/drawing/2017/decorative" val="1"/>
              </a:ext>
            </a:extLst>
          </p:cNvPr>
          <p:cNvPicPr/>
          <p:nvPr userDrawn="1"/>
        </p:nvPicPr>
        <p:blipFill>
          <a:blip r:embed="rId2" cstate="screen">
            <a:alphaModFix amt="20000"/>
            <a:extLst>
              <a:ext uri="{28A0092B-C50C-407E-A947-70E740481C1C}">
                <a14:useLocalDpi xmlns:a14="http://schemas.microsoft.com/office/drawing/2010/main"/>
              </a:ext>
            </a:extLst>
          </a:blip>
          <a:stretch>
            <a:fillRect/>
          </a:stretch>
        </p:blipFill>
        <p:spPr>
          <a:xfrm>
            <a:off x="6188774" y="0"/>
            <a:ext cx="3739571" cy="6876288"/>
          </a:xfrm>
          <a:prstGeom prst="rect">
            <a:avLst/>
          </a:prstGeom>
        </p:spPr>
      </p:pic>
    </p:spTree>
    <p:extLst>
      <p:ext uri="{BB962C8B-B14F-4D97-AF65-F5344CB8AC3E}">
        <p14:creationId xmlns:p14="http://schemas.microsoft.com/office/powerpoint/2010/main" val="41595511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イノベーションカーブなし">
    <p:spTree>
      <p:nvGrpSpPr>
        <p:cNvPr id="1" name=""/>
        <p:cNvGrpSpPr/>
        <p:nvPr/>
      </p:nvGrpSpPr>
      <p:grpSpPr>
        <a:xfrm>
          <a:off x="0" y="0"/>
          <a:ext cx="0" cy="0"/>
          <a:chOff x="0" y="0"/>
          <a:chExt cx="0" cy="0"/>
        </a:xfrm>
      </p:grpSpPr>
      <p:sp>
        <p:nvSpPr>
          <p:cNvPr id="8" name="タイトル 2">
            <a:extLst>
              <a:ext uri="{FF2B5EF4-FFF2-40B4-BE49-F238E27FC236}">
                <a16:creationId xmlns:a16="http://schemas.microsoft.com/office/drawing/2014/main" id="{A3D5047C-C1BE-4A97-3D30-4818BC0783BA}"/>
              </a:ext>
            </a:extLst>
          </p:cNvPr>
          <p:cNvSpPr>
            <a:spLocks noGrp="1"/>
          </p:cNvSpPr>
          <p:nvPr>
            <p:ph type="title" hasCustomPrompt="1"/>
          </p:nvPr>
        </p:nvSpPr>
        <p:spPr>
          <a:xfrm>
            <a:off x="310050" y="1450800"/>
            <a:ext cx="9295650" cy="795600"/>
          </a:xfrm>
          <a:prstGeom prst="rect">
            <a:avLst/>
          </a:prstGeom>
        </p:spPr>
        <p:txBody>
          <a:bodyPr lIns="0" rIns="0" anchor="b" anchorCtr="0"/>
          <a:lstStyle/>
          <a:p>
            <a:pPr lvl="0"/>
            <a:r>
              <a:rPr kumimoji="1" lang="ja-JP" altLang="en-US" dirty="0"/>
              <a:t>○○○○御中</a:t>
            </a:r>
          </a:p>
        </p:txBody>
      </p:sp>
      <p:sp>
        <p:nvSpPr>
          <p:cNvPr id="4" name="テキスト プレースホルダー 6">
            <a:extLst>
              <a:ext uri="{FF2B5EF4-FFF2-40B4-BE49-F238E27FC236}">
                <a16:creationId xmlns:a16="http://schemas.microsoft.com/office/drawing/2014/main" id="{180CAA48-C9FC-9FB9-00D4-FB6ED53D8DB3}"/>
              </a:ext>
            </a:extLst>
          </p:cNvPr>
          <p:cNvSpPr>
            <a:spLocks noGrp="1"/>
          </p:cNvSpPr>
          <p:nvPr>
            <p:ph type="body" sz="quarter" idx="11" hasCustomPrompt="1"/>
          </p:nvPr>
        </p:nvSpPr>
        <p:spPr>
          <a:xfrm>
            <a:off x="310050" y="2246400"/>
            <a:ext cx="9295650" cy="1562400"/>
          </a:xfrm>
          <a:prstGeom prst="rect">
            <a:avLst/>
          </a:prstGeom>
        </p:spPr>
        <p:txBody>
          <a:bodyPr lIns="0" tIns="46800" rIns="0" anchor="b"/>
          <a:lstStyle>
            <a:lvl1pPr>
              <a:lnSpc>
                <a:spcPct val="80000"/>
              </a:lnSpc>
              <a:defRPr sz="3575" b="1">
                <a:solidFill>
                  <a:schemeClr val="accent1"/>
                </a:solidFill>
              </a:defRPr>
            </a:lvl1pPr>
          </a:lstStyle>
          <a:p>
            <a:pPr lvl="0"/>
            <a:r>
              <a:rPr kumimoji="1" lang="ja-JP" altLang="en-US"/>
              <a:t>［タイトル］</a:t>
            </a:r>
          </a:p>
        </p:txBody>
      </p:sp>
      <p:sp>
        <p:nvSpPr>
          <p:cNvPr id="6" name="テキスト プレースホルダー 10">
            <a:extLst>
              <a:ext uri="{FF2B5EF4-FFF2-40B4-BE49-F238E27FC236}">
                <a16:creationId xmlns:a16="http://schemas.microsoft.com/office/drawing/2014/main" id="{68E6879D-7AAE-B9F3-790D-BB85BE746EB6}"/>
              </a:ext>
            </a:extLst>
          </p:cNvPr>
          <p:cNvSpPr>
            <a:spLocks noGrp="1"/>
          </p:cNvSpPr>
          <p:nvPr>
            <p:ph type="body" sz="quarter" idx="13" hasCustomPrompt="1"/>
          </p:nvPr>
        </p:nvSpPr>
        <p:spPr>
          <a:xfrm>
            <a:off x="310050" y="5191200"/>
            <a:ext cx="9295650" cy="1119600"/>
          </a:xfrm>
          <a:prstGeom prst="rect">
            <a:avLst/>
          </a:prstGeom>
        </p:spPr>
        <p:txBody>
          <a:bodyPr lIns="0" tIns="46800" rIns="0" anchor="b"/>
          <a:lstStyle>
            <a:lvl1pPr>
              <a:defRPr>
                <a:solidFill>
                  <a:schemeClr val="accent1"/>
                </a:solidFill>
              </a:defRPr>
            </a:lvl1pPr>
            <a:lvl5pPr marL="1981051" indent="0">
              <a:buNone/>
              <a:defRPr/>
            </a:lvl5pPr>
          </a:lstStyle>
          <a:p>
            <a:pPr lvl="0"/>
            <a:r>
              <a:rPr kumimoji="1" lang="en-US" altLang="ja-JP" dirty="0"/>
              <a:t>2023</a:t>
            </a:r>
            <a:r>
              <a:rPr kumimoji="1" lang="ja-JP" altLang="en-US" dirty="0"/>
              <a:t>年〇月〇日</a:t>
            </a:r>
            <a:endParaRPr kumimoji="1" lang="en-US" altLang="ja-JP" dirty="0"/>
          </a:p>
          <a:p>
            <a:pPr lvl="0"/>
            <a:r>
              <a:rPr kumimoji="1" lang="ja-JP" altLang="en-US" dirty="0"/>
              <a:t>株式会社</a:t>
            </a:r>
            <a:r>
              <a:rPr kumimoji="1" lang="en-US" altLang="ja-JP" dirty="0"/>
              <a:t>NTT</a:t>
            </a:r>
            <a:r>
              <a:rPr kumimoji="1" lang="ja-JP" altLang="en-US" dirty="0"/>
              <a:t>データ ○○○○○○</a:t>
            </a:r>
          </a:p>
          <a:p>
            <a:pPr lvl="0"/>
            <a:r>
              <a:rPr kumimoji="1" lang="ja-JP" altLang="en-US" dirty="0"/>
              <a:t>○○○○○○○○○○○○○○</a:t>
            </a:r>
          </a:p>
        </p:txBody>
      </p:sp>
    </p:spTree>
    <p:extLst>
      <p:ext uri="{BB962C8B-B14F-4D97-AF65-F5344CB8AC3E}">
        <p14:creationId xmlns:p14="http://schemas.microsoft.com/office/powerpoint/2010/main" val="41325126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写真">
    <p:spTree>
      <p:nvGrpSpPr>
        <p:cNvPr id="1" name=""/>
        <p:cNvGrpSpPr/>
        <p:nvPr/>
      </p:nvGrpSpPr>
      <p:grpSpPr>
        <a:xfrm>
          <a:off x="0" y="0"/>
          <a:ext cx="0" cy="0"/>
          <a:chOff x="0" y="0"/>
          <a:chExt cx="0" cy="0"/>
        </a:xfrm>
      </p:grpSpPr>
      <p:pic>
        <p:nvPicPr>
          <p:cNvPr id="7" name="図プレースホルダー 11">
            <a:extLst>
              <a:ext uri="{FF2B5EF4-FFF2-40B4-BE49-F238E27FC236}">
                <a16:creationId xmlns:a16="http://schemas.microsoft.com/office/drawing/2014/main" id="{FB7B2A75-74AE-F062-439F-A95954EBE583}"/>
              </a:ext>
            </a:extLst>
          </p:cNvPr>
          <p:cNvPicPr>
            <a:picLocks noChangeAspect="1"/>
          </p:cNvPicPr>
          <p:nvPr userDrawn="1"/>
        </p:nvPicPr>
        <p:blipFill rotWithShape="1">
          <a:blip r:embed="rId2"/>
          <a:srcRect l="21608" t="8744" r="2060" b="52192"/>
          <a:stretch/>
        </p:blipFill>
        <p:spPr>
          <a:xfrm>
            <a:off x="0" y="3351600"/>
            <a:ext cx="9906975" cy="3510000"/>
          </a:xfrm>
          <a:prstGeom prst="rect">
            <a:avLst/>
          </a:prstGeom>
        </p:spPr>
      </p:pic>
      <p:sp>
        <p:nvSpPr>
          <p:cNvPr id="8" name="タイトル 2">
            <a:extLst>
              <a:ext uri="{FF2B5EF4-FFF2-40B4-BE49-F238E27FC236}">
                <a16:creationId xmlns:a16="http://schemas.microsoft.com/office/drawing/2014/main" id="{D5207BED-C451-AA8A-BEC8-1DBBC55EB27E}"/>
              </a:ext>
            </a:extLst>
          </p:cNvPr>
          <p:cNvSpPr>
            <a:spLocks noGrp="1"/>
          </p:cNvSpPr>
          <p:nvPr>
            <p:ph type="title" hasCustomPrompt="1"/>
          </p:nvPr>
        </p:nvSpPr>
        <p:spPr>
          <a:xfrm>
            <a:off x="301275" y="752400"/>
            <a:ext cx="9295650" cy="396000"/>
          </a:xfrm>
          <a:prstGeom prst="rect">
            <a:avLst/>
          </a:prstGeom>
        </p:spPr>
        <p:txBody>
          <a:bodyPr lIns="0" rIns="0" anchor="b" anchorCtr="0"/>
          <a:lstStyle/>
          <a:p>
            <a:pPr lvl="0"/>
            <a:r>
              <a:rPr kumimoji="1" lang="ja-JP" altLang="en-US" dirty="0"/>
              <a:t>○○○○御中</a:t>
            </a:r>
          </a:p>
        </p:txBody>
      </p:sp>
      <p:sp>
        <p:nvSpPr>
          <p:cNvPr id="4" name="テキスト プレースホルダー 6">
            <a:extLst>
              <a:ext uri="{FF2B5EF4-FFF2-40B4-BE49-F238E27FC236}">
                <a16:creationId xmlns:a16="http://schemas.microsoft.com/office/drawing/2014/main" id="{6D1013E2-8F90-20CA-6004-C9D6A65332FD}"/>
              </a:ext>
            </a:extLst>
          </p:cNvPr>
          <p:cNvSpPr>
            <a:spLocks noGrp="1"/>
          </p:cNvSpPr>
          <p:nvPr>
            <p:ph type="body" sz="quarter" idx="11" hasCustomPrompt="1"/>
          </p:nvPr>
        </p:nvSpPr>
        <p:spPr>
          <a:xfrm>
            <a:off x="301275" y="1143727"/>
            <a:ext cx="9295650" cy="1422244"/>
          </a:xfrm>
          <a:prstGeom prst="rect">
            <a:avLst/>
          </a:prstGeom>
        </p:spPr>
        <p:txBody>
          <a:bodyPr lIns="0" tIns="46800" rIns="0" anchor="b"/>
          <a:lstStyle>
            <a:lvl1pPr>
              <a:lnSpc>
                <a:spcPct val="80000"/>
              </a:lnSpc>
              <a:defRPr sz="3575" b="1">
                <a:solidFill>
                  <a:schemeClr val="accent1"/>
                </a:solidFill>
              </a:defRPr>
            </a:lvl1pPr>
          </a:lstStyle>
          <a:p>
            <a:pPr lvl="0"/>
            <a:r>
              <a:rPr kumimoji="1" lang="ja-JP" altLang="en-US"/>
              <a:t>［タイトル］</a:t>
            </a:r>
          </a:p>
        </p:txBody>
      </p:sp>
      <p:sp>
        <p:nvSpPr>
          <p:cNvPr id="6" name="テキスト プレースホルダー 10">
            <a:extLst>
              <a:ext uri="{FF2B5EF4-FFF2-40B4-BE49-F238E27FC236}">
                <a16:creationId xmlns:a16="http://schemas.microsoft.com/office/drawing/2014/main" id="{5B0EF5B0-BD1D-106F-C4E1-D30AB815AAC8}"/>
              </a:ext>
            </a:extLst>
          </p:cNvPr>
          <p:cNvSpPr>
            <a:spLocks noGrp="1"/>
          </p:cNvSpPr>
          <p:nvPr>
            <p:ph type="body" sz="quarter" idx="13" hasCustomPrompt="1"/>
          </p:nvPr>
        </p:nvSpPr>
        <p:spPr>
          <a:xfrm>
            <a:off x="301275" y="2565971"/>
            <a:ext cx="9295650" cy="375900"/>
          </a:xfrm>
          <a:prstGeom prst="rect">
            <a:avLst/>
          </a:prstGeom>
        </p:spPr>
        <p:txBody>
          <a:bodyPr lIns="0" tIns="46800" rIns="0"/>
          <a:lstStyle>
            <a:lvl1pPr>
              <a:defRPr>
                <a:solidFill>
                  <a:schemeClr val="accent1"/>
                </a:solidFill>
              </a:defRPr>
            </a:lvl1pPr>
            <a:lvl5pPr marL="1981051" indent="0">
              <a:buNone/>
              <a:defRPr/>
            </a:lvl5pPr>
          </a:lstStyle>
          <a:p>
            <a:pPr lvl="0"/>
            <a:r>
              <a:rPr kumimoji="1" lang="en-US" altLang="ja-JP" dirty="0"/>
              <a:t>2023</a:t>
            </a:r>
            <a:r>
              <a:rPr kumimoji="1" lang="ja-JP" altLang="en-US" dirty="0"/>
              <a:t>年〇月〇日　株式会社</a:t>
            </a:r>
            <a:r>
              <a:rPr kumimoji="1" lang="en-US" altLang="ja-JP" dirty="0"/>
              <a:t>NTT</a:t>
            </a:r>
            <a:r>
              <a:rPr kumimoji="1" lang="ja-JP" altLang="en-US" dirty="0"/>
              <a:t>データ ○○○○○○</a:t>
            </a:r>
          </a:p>
        </p:txBody>
      </p:sp>
      <p:pic>
        <p:nvPicPr>
          <p:cNvPr id="9" name="図 8">
            <a:extLst>
              <a:ext uri="{FF2B5EF4-FFF2-40B4-BE49-F238E27FC236}">
                <a16:creationId xmlns:a16="http://schemas.microsoft.com/office/drawing/2014/main" id="{57B54130-C13B-014A-F9F3-0C8FCD6D2437}"/>
              </a:ext>
            </a:extLst>
          </p:cNvPr>
          <p:cNvPicPr>
            <a:picLocks noChangeAspect="1"/>
          </p:cNvPicPr>
          <p:nvPr userDrawn="1"/>
        </p:nvPicPr>
        <p:blipFill>
          <a:blip r:embed="rId3"/>
          <a:stretch>
            <a:fillRect/>
          </a:stretch>
        </p:blipFill>
        <p:spPr>
          <a:xfrm>
            <a:off x="7368075" y="3733200"/>
            <a:ext cx="2228850" cy="2743200"/>
          </a:xfrm>
          <a:prstGeom prst="rect">
            <a:avLst/>
          </a:prstGeom>
        </p:spPr>
      </p:pic>
      <p:sp>
        <p:nvSpPr>
          <p:cNvPr id="10" name="テキスト ボックス 9">
            <a:extLst>
              <a:ext uri="{FF2B5EF4-FFF2-40B4-BE49-F238E27FC236}">
                <a16:creationId xmlns:a16="http://schemas.microsoft.com/office/drawing/2014/main" id="{8D0D95E3-21F4-A71F-7D73-FE15E156422C}"/>
              </a:ext>
            </a:extLst>
          </p:cNvPr>
          <p:cNvSpPr txBox="1"/>
          <p:nvPr userDrawn="1"/>
        </p:nvSpPr>
        <p:spPr>
          <a:xfrm>
            <a:off x="2372070" y="7465384"/>
            <a:ext cx="5522893" cy="297455"/>
          </a:xfrm>
          <a:prstGeom prst="rect">
            <a:avLst/>
          </a:prstGeom>
          <a:noFill/>
        </p:spPr>
        <p:txBody>
          <a:bodyPr wrap="square" lIns="0" rIns="0" rtlCol="0">
            <a:noAutofit/>
          </a:bodyPr>
          <a:lstStyle/>
          <a:p>
            <a:pPr marL="0" marR="0" lvl="0" indent="0" algn="ctr" defTabSz="234000" rtl="0" eaLnBrk="1" fontAlgn="auto" latinLnBrk="0" hangingPunct="1">
              <a:lnSpc>
                <a:spcPct val="100000"/>
              </a:lnSpc>
              <a:spcBef>
                <a:spcPts val="0"/>
              </a:spcBef>
              <a:spcAft>
                <a:spcPts val="0"/>
              </a:spcAft>
              <a:buClrTx/>
              <a:buSzTx/>
              <a:buFontTx/>
              <a:buNone/>
              <a:tabLst/>
              <a:defRPr/>
            </a:pPr>
            <a:r>
              <a:rPr lang="ja-JP" altLang="en-US" sz="1480" dirty="0">
                <a:solidFill>
                  <a:srgbClr val="C00000"/>
                </a:solidFill>
                <a:latin typeface="+mn-ea"/>
              </a:rPr>
              <a:t>写真の差し替えはマスタより行ってください。</a:t>
            </a:r>
            <a:endParaRPr kumimoji="1" lang="ja-JP" altLang="en-US" sz="1480" dirty="0">
              <a:solidFill>
                <a:srgbClr val="C00000"/>
              </a:solidFill>
            </a:endParaRPr>
          </a:p>
          <a:p>
            <a:pPr algn="ctr" defTabSz="234000"/>
            <a:endParaRPr kumimoji="1" lang="ja-JP" altLang="en-US" sz="1480" dirty="0">
              <a:solidFill>
                <a:srgbClr val="C00000"/>
              </a:solidFill>
              <a:latin typeface="+mn-ea"/>
            </a:endParaRPr>
          </a:p>
        </p:txBody>
      </p:sp>
      <p:sp>
        <p:nvSpPr>
          <p:cNvPr id="11" name="テキスト ボックス 10">
            <a:extLst>
              <a:ext uri="{FF2B5EF4-FFF2-40B4-BE49-F238E27FC236}">
                <a16:creationId xmlns:a16="http://schemas.microsoft.com/office/drawing/2014/main" id="{4D9542F4-2785-BB77-7E12-1225021C408C}"/>
              </a:ext>
            </a:extLst>
          </p:cNvPr>
          <p:cNvSpPr txBox="1"/>
          <p:nvPr userDrawn="1"/>
        </p:nvSpPr>
        <p:spPr>
          <a:xfrm>
            <a:off x="301275" y="3146400"/>
            <a:ext cx="3942900" cy="90000"/>
          </a:xfrm>
          <a:prstGeom prst="rect">
            <a:avLst/>
          </a:prstGeom>
          <a:noFill/>
        </p:spPr>
        <p:txBody>
          <a:bodyPr wrap="square" lIns="0" tIns="0" rIns="0" bIns="0" rtlCol="0" anchor="ctr" anchorCtr="0">
            <a:noAutofit/>
          </a:bodyPr>
          <a:lstStyle/>
          <a:p>
            <a:pPr marL="0" marR="0" lvl="0" indent="0" algn="l" defTabSz="234000" rtl="0" eaLnBrk="1" fontAlgn="auto" latinLnBrk="0" hangingPunct="1">
              <a:lnSpc>
                <a:spcPct val="100000"/>
              </a:lnSpc>
              <a:spcBef>
                <a:spcPts val="0"/>
              </a:spcBef>
              <a:spcAft>
                <a:spcPts val="0"/>
              </a:spcAft>
              <a:buClrTx/>
              <a:buSzTx/>
              <a:buFontTx/>
              <a:buNone/>
              <a:tabLst/>
              <a:defRPr/>
            </a:pPr>
            <a:r>
              <a:rPr lang="en-US" altLang="ja-JP" sz="813" dirty="0">
                <a:solidFill>
                  <a:srgbClr val="6B6B6B"/>
                </a:solidFill>
              </a:rPr>
              <a:t>© 2025 NTT DATA University Corporation</a:t>
            </a:r>
          </a:p>
        </p:txBody>
      </p:sp>
    </p:spTree>
    <p:extLst>
      <p:ext uri="{BB962C8B-B14F-4D97-AF65-F5344CB8AC3E}">
        <p14:creationId xmlns:p14="http://schemas.microsoft.com/office/powerpoint/2010/main" val="255664654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写真">
    <p:spTree>
      <p:nvGrpSpPr>
        <p:cNvPr id="1" name=""/>
        <p:cNvGrpSpPr/>
        <p:nvPr/>
      </p:nvGrpSpPr>
      <p:grpSpPr>
        <a:xfrm>
          <a:off x="0" y="0"/>
          <a:ext cx="0" cy="0"/>
          <a:chOff x="0" y="0"/>
          <a:chExt cx="0" cy="0"/>
        </a:xfrm>
      </p:grpSpPr>
      <p:pic>
        <p:nvPicPr>
          <p:cNvPr id="6" name="Picture Placeholder 8">
            <a:extLst>
              <a:ext uri="{FF2B5EF4-FFF2-40B4-BE49-F238E27FC236}">
                <a16:creationId xmlns:a16="http://schemas.microsoft.com/office/drawing/2014/main" id="{279E55B6-184B-9445-3C84-3C51FFA63D1B}"/>
              </a:ext>
            </a:extLst>
          </p:cNvPr>
          <p:cNvPicPr>
            <a:picLocks noChangeAspect="1"/>
          </p:cNvPicPr>
          <p:nvPr userDrawn="1"/>
        </p:nvPicPr>
        <p:blipFill rotWithShape="1">
          <a:blip r:embed="rId2"/>
          <a:srcRect l="58440" r="8440"/>
          <a:stretch/>
        </p:blipFill>
        <p:spPr>
          <a:xfrm>
            <a:off x="1" y="-1"/>
            <a:ext cx="3280874" cy="6857999"/>
          </a:xfrm>
          <a:prstGeom prst="rect">
            <a:avLst/>
          </a:prstGeom>
        </p:spPr>
      </p:pic>
      <p:sp>
        <p:nvSpPr>
          <p:cNvPr id="2" name="タイトル 1">
            <a:extLst>
              <a:ext uri="{FF2B5EF4-FFF2-40B4-BE49-F238E27FC236}">
                <a16:creationId xmlns:a16="http://schemas.microsoft.com/office/drawing/2014/main" id="{D8C3003A-1C0D-B582-B3BE-CA14C4D8AE89}"/>
              </a:ext>
            </a:extLst>
          </p:cNvPr>
          <p:cNvSpPr>
            <a:spLocks noGrp="1"/>
          </p:cNvSpPr>
          <p:nvPr>
            <p:ph type="title" hasCustomPrompt="1"/>
          </p:nvPr>
        </p:nvSpPr>
        <p:spPr>
          <a:xfrm>
            <a:off x="3653325" y="687601"/>
            <a:ext cx="5943600" cy="1447199"/>
          </a:xfrm>
          <a:prstGeom prst="rect">
            <a:avLst/>
          </a:prstGeom>
        </p:spPr>
        <p:txBody>
          <a:bodyPr/>
          <a:lstStyle/>
          <a:p>
            <a:r>
              <a:rPr kumimoji="1" lang="en-US" altLang="ja-JP" dirty="0"/>
              <a:t>01</a:t>
            </a:r>
            <a:endParaRPr kumimoji="1" lang="ja-JP" altLang="en-US"/>
          </a:p>
        </p:txBody>
      </p:sp>
      <p:sp>
        <p:nvSpPr>
          <p:cNvPr id="5" name="テキスト プレースホルダー 8">
            <a:extLst>
              <a:ext uri="{FF2B5EF4-FFF2-40B4-BE49-F238E27FC236}">
                <a16:creationId xmlns:a16="http://schemas.microsoft.com/office/drawing/2014/main" id="{FFDB246B-7466-9829-C733-D7C8F366017A}"/>
              </a:ext>
            </a:extLst>
          </p:cNvPr>
          <p:cNvSpPr>
            <a:spLocks noGrp="1"/>
          </p:cNvSpPr>
          <p:nvPr>
            <p:ph type="body" sz="quarter" idx="16" hasCustomPrompt="1"/>
          </p:nvPr>
        </p:nvSpPr>
        <p:spPr>
          <a:xfrm>
            <a:off x="3653325" y="2286000"/>
            <a:ext cx="5943600" cy="3952800"/>
          </a:xfrm>
          <a:prstGeom prst="rect">
            <a:avLst/>
          </a:prstGeom>
        </p:spPr>
        <p:txBody>
          <a:bodyPr lIns="0" tIns="0" rIns="0" bIns="0"/>
          <a:lstStyle>
            <a:lvl1pPr>
              <a:defRPr sz="3900" b="1">
                <a:solidFill>
                  <a:schemeClr val="accent1"/>
                </a:solidFill>
              </a:defRPr>
            </a:lvl1pPr>
          </a:lstStyle>
          <a:p>
            <a:pPr lvl="0"/>
            <a:r>
              <a:rPr kumimoji="1" lang="ja-JP" altLang="en-US"/>
              <a:t>中扉タイトル</a:t>
            </a:r>
          </a:p>
        </p:txBody>
      </p:sp>
      <p:sp>
        <p:nvSpPr>
          <p:cNvPr id="9" name="テキスト ボックス 8">
            <a:extLst>
              <a:ext uri="{FF2B5EF4-FFF2-40B4-BE49-F238E27FC236}">
                <a16:creationId xmlns:a16="http://schemas.microsoft.com/office/drawing/2014/main" id="{4E856B16-CC7F-D18A-5F95-82F6F68027FD}"/>
              </a:ext>
            </a:extLst>
          </p:cNvPr>
          <p:cNvSpPr txBox="1"/>
          <p:nvPr userDrawn="1"/>
        </p:nvSpPr>
        <p:spPr>
          <a:xfrm>
            <a:off x="6318000" y="6562800"/>
            <a:ext cx="248625"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650" smtClean="0">
                <a:solidFill>
                  <a:srgbClr val="6B6B6B"/>
                </a:solidFill>
              </a:rPr>
              <a:pPr algn="ctr"/>
              <a:t>‹#›</a:t>
            </a:fld>
            <a:endParaRPr kumimoji="0" lang="en-US" altLang="ja-JP" sz="650" dirty="0">
              <a:solidFill>
                <a:srgbClr val="6B6B6B"/>
              </a:solidFill>
              <a:latin typeface="+mn-ea"/>
              <a:cs typeface="Meiryo UI" pitchFamily="50" charset="-128"/>
            </a:endParaRPr>
          </a:p>
        </p:txBody>
      </p:sp>
      <p:sp>
        <p:nvSpPr>
          <p:cNvPr id="7" name="正方形/長方形 6">
            <a:extLst>
              <a:ext uri="{FF2B5EF4-FFF2-40B4-BE49-F238E27FC236}">
                <a16:creationId xmlns:a16="http://schemas.microsoft.com/office/drawing/2014/main" id="{B78BC61F-DFF6-D0AA-091E-65340A8F721F}"/>
              </a:ext>
            </a:extLst>
          </p:cNvPr>
          <p:cNvSpPr/>
          <p:nvPr userDrawn="1"/>
        </p:nvSpPr>
        <p:spPr>
          <a:xfrm>
            <a:off x="-976" y="5202001"/>
            <a:ext cx="328185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endParaRPr kumimoji="1" lang="ja-JP" altLang="en-US" sz="1138" dirty="0" err="1">
              <a:solidFill>
                <a:schemeClr val="tx1"/>
              </a:solidFill>
            </a:endParaRPr>
          </a:p>
        </p:txBody>
      </p:sp>
      <p:sp>
        <p:nvSpPr>
          <p:cNvPr id="10" name="テキスト ボックス 9">
            <a:extLst>
              <a:ext uri="{FF2B5EF4-FFF2-40B4-BE49-F238E27FC236}">
                <a16:creationId xmlns:a16="http://schemas.microsoft.com/office/drawing/2014/main" id="{D5163610-4754-0AB2-758B-6FFD6261400E}"/>
              </a:ext>
            </a:extLst>
          </p:cNvPr>
          <p:cNvSpPr txBox="1"/>
          <p:nvPr userDrawn="1"/>
        </p:nvSpPr>
        <p:spPr>
          <a:xfrm>
            <a:off x="3653325" y="6562800"/>
            <a:ext cx="2603250" cy="90000"/>
          </a:xfrm>
          <a:prstGeom prst="rect">
            <a:avLst/>
          </a:prstGeom>
          <a:noFill/>
        </p:spPr>
        <p:txBody>
          <a:bodyPr wrap="square" lIns="0" tIns="0" rIns="0" bIns="0" rtlCol="0" anchor="ctr" anchorCtr="0">
            <a:noAutofit/>
          </a:bodyPr>
          <a:lstStyle/>
          <a:p>
            <a:pPr marL="0" marR="0" lvl="0" indent="0" algn="l" defTabSz="234000" rtl="0" eaLnBrk="1" fontAlgn="auto" latinLnBrk="0" hangingPunct="1">
              <a:lnSpc>
                <a:spcPct val="100000"/>
              </a:lnSpc>
              <a:spcBef>
                <a:spcPts val="0"/>
              </a:spcBef>
              <a:spcAft>
                <a:spcPts val="0"/>
              </a:spcAft>
              <a:buClrTx/>
              <a:buSzTx/>
              <a:buFontTx/>
              <a:buNone/>
              <a:tabLst/>
              <a:defRPr/>
            </a:pPr>
            <a:r>
              <a:rPr lang="en-US" altLang="ja-JP" sz="813" dirty="0">
                <a:solidFill>
                  <a:srgbClr val="6B6B6B"/>
                </a:solidFill>
              </a:rPr>
              <a:t>© 2025 NTT DATA University Corporation</a:t>
            </a:r>
          </a:p>
        </p:txBody>
      </p:sp>
      <p:sp>
        <p:nvSpPr>
          <p:cNvPr id="3" name="テキスト ボックス 2">
            <a:extLst>
              <a:ext uri="{FF2B5EF4-FFF2-40B4-BE49-F238E27FC236}">
                <a16:creationId xmlns:a16="http://schemas.microsoft.com/office/drawing/2014/main" id="{A743C299-B1D8-32E7-0665-7030EF319DF8}"/>
              </a:ext>
            </a:extLst>
          </p:cNvPr>
          <p:cNvSpPr txBox="1"/>
          <p:nvPr userDrawn="1"/>
        </p:nvSpPr>
        <p:spPr>
          <a:xfrm>
            <a:off x="2372070" y="7039346"/>
            <a:ext cx="5522893" cy="297455"/>
          </a:xfrm>
          <a:prstGeom prst="rect">
            <a:avLst/>
          </a:prstGeom>
          <a:noFill/>
        </p:spPr>
        <p:txBody>
          <a:bodyPr wrap="square" lIns="0" rIns="0" rtlCol="0">
            <a:noAutofit/>
          </a:bodyPr>
          <a:lstStyle/>
          <a:p>
            <a:pPr marL="0" marR="0" lvl="0" indent="0" algn="ctr" defTabSz="234000" rtl="0" eaLnBrk="1" fontAlgn="auto" latinLnBrk="0" hangingPunct="1">
              <a:lnSpc>
                <a:spcPct val="100000"/>
              </a:lnSpc>
              <a:spcBef>
                <a:spcPts val="0"/>
              </a:spcBef>
              <a:spcAft>
                <a:spcPts val="0"/>
              </a:spcAft>
              <a:buClrTx/>
              <a:buSzTx/>
              <a:buFontTx/>
              <a:buNone/>
              <a:tabLst/>
              <a:defRPr/>
            </a:pPr>
            <a:r>
              <a:rPr lang="ja-JP" altLang="en-US" sz="1480" dirty="0">
                <a:solidFill>
                  <a:srgbClr val="C00000"/>
                </a:solidFill>
                <a:latin typeface="+mn-ea"/>
              </a:rPr>
              <a:t>写真の差し替えはマスタより行ってください。</a:t>
            </a:r>
            <a:endParaRPr kumimoji="1" lang="ja-JP" altLang="en-US" sz="1480" dirty="0">
              <a:solidFill>
                <a:srgbClr val="C00000"/>
              </a:solidFill>
            </a:endParaRPr>
          </a:p>
          <a:p>
            <a:pPr algn="ctr" defTabSz="234000"/>
            <a:endParaRPr kumimoji="1" lang="ja-JP" altLang="en-US" sz="1480" dirty="0">
              <a:solidFill>
                <a:srgbClr val="C00000"/>
              </a:solidFill>
              <a:latin typeface="+mn-ea"/>
            </a:endParaRPr>
          </a:p>
        </p:txBody>
      </p:sp>
    </p:spTree>
    <p:extLst>
      <p:ext uri="{BB962C8B-B14F-4D97-AF65-F5344CB8AC3E}">
        <p14:creationId xmlns:p14="http://schemas.microsoft.com/office/powerpoint/2010/main" val="48369656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イノベーションカーブ">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7E0E3DF-D30F-67F3-1120-4D08EF0597DA}"/>
              </a:ext>
            </a:extLst>
          </p:cNvPr>
          <p:cNvSpPr>
            <a:spLocks noGrp="1"/>
          </p:cNvSpPr>
          <p:nvPr>
            <p:ph type="title" hasCustomPrompt="1"/>
          </p:nvPr>
        </p:nvSpPr>
        <p:spPr>
          <a:xfrm>
            <a:off x="301273" y="687602"/>
            <a:ext cx="5943600" cy="1447199"/>
          </a:xfrm>
          <a:prstGeom prst="rect">
            <a:avLst/>
          </a:prstGeom>
        </p:spPr>
        <p:txBody>
          <a:bodyPr/>
          <a:lstStyle/>
          <a:p>
            <a:r>
              <a:rPr kumimoji="1" lang="en-US" altLang="ja-JP" dirty="0"/>
              <a:t>01</a:t>
            </a:r>
            <a:endParaRPr kumimoji="1" lang="ja-JP" altLang="en-US"/>
          </a:p>
        </p:txBody>
      </p:sp>
      <p:sp>
        <p:nvSpPr>
          <p:cNvPr id="3" name="テキスト プレースホルダー 8">
            <a:extLst>
              <a:ext uri="{FF2B5EF4-FFF2-40B4-BE49-F238E27FC236}">
                <a16:creationId xmlns:a16="http://schemas.microsoft.com/office/drawing/2014/main" id="{14339CF7-9CA0-A841-448E-67A663E55CF3}"/>
              </a:ext>
            </a:extLst>
          </p:cNvPr>
          <p:cNvSpPr>
            <a:spLocks noGrp="1"/>
          </p:cNvSpPr>
          <p:nvPr>
            <p:ph type="body" sz="quarter" idx="16" hasCustomPrompt="1"/>
          </p:nvPr>
        </p:nvSpPr>
        <p:spPr>
          <a:xfrm>
            <a:off x="301275" y="2286000"/>
            <a:ext cx="5943600" cy="3888000"/>
          </a:xfrm>
          <a:prstGeom prst="rect">
            <a:avLst/>
          </a:prstGeom>
        </p:spPr>
        <p:txBody>
          <a:bodyPr lIns="0" tIns="0" rIns="0" bIns="0"/>
          <a:lstStyle>
            <a:lvl1pPr>
              <a:defRPr sz="3250" b="1">
                <a:solidFill>
                  <a:schemeClr val="accent1"/>
                </a:solidFill>
              </a:defRPr>
            </a:lvl1pPr>
          </a:lstStyle>
          <a:p>
            <a:pPr lvl="0"/>
            <a:r>
              <a:rPr kumimoji="1" lang="ja-JP" altLang="en-US"/>
              <a:t>中扉タイトル</a:t>
            </a:r>
          </a:p>
        </p:txBody>
      </p:sp>
      <p:pic>
        <p:nvPicPr>
          <p:cNvPr id="4" name="Picture 6">
            <a:extLst>
              <a:ext uri="{FF2B5EF4-FFF2-40B4-BE49-F238E27FC236}">
                <a16:creationId xmlns:a16="http://schemas.microsoft.com/office/drawing/2014/main" id="{EB864475-214E-676F-1057-8A4E44927EF7}"/>
              </a:ext>
            </a:extLst>
          </p:cNvPr>
          <p:cNvPicPr>
            <a:picLocks noChangeAspect="1"/>
          </p:cNvPicPr>
          <p:nvPr userDrawn="1"/>
        </p:nvPicPr>
        <p:blipFill>
          <a:blip r:embed="rId2" cstate="screen">
            <a:alphaModFix amt="30000"/>
            <a:extLst>
              <a:ext uri="{28A0092B-C50C-407E-A947-70E740481C1C}">
                <a14:useLocalDpi xmlns:a14="http://schemas.microsoft.com/office/drawing/2010/main"/>
              </a:ext>
            </a:extLst>
          </a:blip>
          <a:stretch>
            <a:fillRect/>
          </a:stretch>
        </p:blipFill>
        <p:spPr>
          <a:xfrm>
            <a:off x="6557504" y="2431974"/>
            <a:ext cx="3038934" cy="3740227"/>
          </a:xfrm>
          <a:prstGeom prst="rect">
            <a:avLst/>
          </a:prstGeom>
        </p:spPr>
      </p:pic>
      <p:sp>
        <p:nvSpPr>
          <p:cNvPr id="5" name="テキスト ボックス 4">
            <a:extLst>
              <a:ext uri="{FF2B5EF4-FFF2-40B4-BE49-F238E27FC236}">
                <a16:creationId xmlns:a16="http://schemas.microsoft.com/office/drawing/2014/main" id="{442CEE08-CDC8-97A0-0539-B8FAF99A1769}"/>
              </a:ext>
            </a:extLst>
          </p:cNvPr>
          <p:cNvSpPr txBox="1"/>
          <p:nvPr userDrawn="1"/>
        </p:nvSpPr>
        <p:spPr>
          <a:xfrm>
            <a:off x="4829175" y="6562800"/>
            <a:ext cx="248625"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650" smtClean="0">
                <a:solidFill>
                  <a:srgbClr val="6B6B6B"/>
                </a:solidFill>
              </a:rPr>
              <a:pPr algn="ctr"/>
              <a:t>‹#›</a:t>
            </a:fld>
            <a:endParaRPr kumimoji="0" lang="en-US" altLang="ja-JP" sz="650" dirty="0">
              <a:solidFill>
                <a:srgbClr val="6B6B6B"/>
              </a:solidFill>
              <a:latin typeface="+mn-ea"/>
              <a:cs typeface="Meiryo UI" pitchFamily="50" charset="-128"/>
            </a:endParaRPr>
          </a:p>
        </p:txBody>
      </p:sp>
    </p:spTree>
    <p:extLst>
      <p:ext uri="{BB962C8B-B14F-4D97-AF65-F5344CB8AC3E}">
        <p14:creationId xmlns:p14="http://schemas.microsoft.com/office/powerpoint/2010/main" val="270911130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写真入イノベーションカーブ">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E01CCA0-7E92-7FFB-2532-8D8D86CBBF3B}"/>
              </a:ext>
            </a:extLst>
          </p:cNvPr>
          <p:cNvSpPr>
            <a:spLocks noGrp="1"/>
          </p:cNvSpPr>
          <p:nvPr>
            <p:ph type="title" hasCustomPrompt="1"/>
          </p:nvPr>
        </p:nvSpPr>
        <p:spPr>
          <a:xfrm>
            <a:off x="3653325" y="687601"/>
            <a:ext cx="5943600" cy="1447199"/>
          </a:xfrm>
          <a:prstGeom prst="rect">
            <a:avLst/>
          </a:prstGeom>
        </p:spPr>
        <p:txBody>
          <a:bodyPr/>
          <a:lstStyle/>
          <a:p>
            <a:r>
              <a:rPr kumimoji="1" lang="en-US" altLang="ja-JP" dirty="0"/>
              <a:t>01</a:t>
            </a:r>
            <a:endParaRPr kumimoji="1" lang="ja-JP" altLang="en-US"/>
          </a:p>
        </p:txBody>
      </p:sp>
      <p:pic>
        <p:nvPicPr>
          <p:cNvPr id="3" name="Picture 6">
            <a:extLst>
              <a:ext uri="{FF2B5EF4-FFF2-40B4-BE49-F238E27FC236}">
                <a16:creationId xmlns:a16="http://schemas.microsoft.com/office/drawing/2014/main" id="{38FD529D-5FF6-E828-CE3E-B79F0DF6878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20592" y="2447060"/>
            <a:ext cx="3021525" cy="3718800"/>
          </a:xfrm>
          <a:prstGeom prst="rect">
            <a:avLst/>
          </a:prstGeom>
        </p:spPr>
      </p:pic>
      <p:sp>
        <p:nvSpPr>
          <p:cNvPr id="5" name="テキスト プレースホルダー 8">
            <a:extLst>
              <a:ext uri="{FF2B5EF4-FFF2-40B4-BE49-F238E27FC236}">
                <a16:creationId xmlns:a16="http://schemas.microsoft.com/office/drawing/2014/main" id="{E10C1EF1-42DC-CE53-8902-8E322B4352D3}"/>
              </a:ext>
            </a:extLst>
          </p:cNvPr>
          <p:cNvSpPr>
            <a:spLocks noGrp="1"/>
          </p:cNvSpPr>
          <p:nvPr>
            <p:ph type="body" sz="quarter" idx="16" hasCustomPrompt="1"/>
          </p:nvPr>
        </p:nvSpPr>
        <p:spPr>
          <a:xfrm>
            <a:off x="3653325" y="2433600"/>
            <a:ext cx="5943600" cy="3740400"/>
          </a:xfrm>
          <a:prstGeom prst="rect">
            <a:avLst/>
          </a:prstGeom>
        </p:spPr>
        <p:txBody>
          <a:bodyPr lIns="0" tIns="0" rIns="0" bIns="0"/>
          <a:lstStyle>
            <a:lvl1pPr>
              <a:defRPr sz="3250" b="1">
                <a:solidFill>
                  <a:schemeClr val="accent1"/>
                </a:solidFill>
              </a:defRPr>
            </a:lvl1pPr>
          </a:lstStyle>
          <a:p>
            <a:pPr lvl="0"/>
            <a:r>
              <a:rPr kumimoji="1" lang="ja-JP" altLang="en-US" dirty="0"/>
              <a:t>中扉タイトル</a:t>
            </a:r>
          </a:p>
        </p:txBody>
      </p:sp>
      <p:sp>
        <p:nvSpPr>
          <p:cNvPr id="6" name="テキスト ボックス 5">
            <a:extLst>
              <a:ext uri="{FF2B5EF4-FFF2-40B4-BE49-F238E27FC236}">
                <a16:creationId xmlns:a16="http://schemas.microsoft.com/office/drawing/2014/main" id="{53785BB8-9BEF-6511-73A0-EFF55EDD2267}"/>
              </a:ext>
            </a:extLst>
          </p:cNvPr>
          <p:cNvSpPr txBox="1"/>
          <p:nvPr userDrawn="1"/>
        </p:nvSpPr>
        <p:spPr>
          <a:xfrm>
            <a:off x="4829175" y="6562800"/>
            <a:ext cx="248625"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650" smtClean="0">
                <a:solidFill>
                  <a:srgbClr val="6B6B6B"/>
                </a:solidFill>
              </a:rPr>
              <a:pPr algn="ctr"/>
              <a:t>‹#›</a:t>
            </a:fld>
            <a:endParaRPr kumimoji="0" lang="en-US" altLang="ja-JP" sz="650" dirty="0">
              <a:solidFill>
                <a:srgbClr val="6B6B6B"/>
              </a:solidFill>
              <a:latin typeface="+mn-ea"/>
              <a:cs typeface="Meiryo UI" pitchFamily="50" charset="-128"/>
            </a:endParaRPr>
          </a:p>
        </p:txBody>
      </p:sp>
      <p:sp>
        <p:nvSpPr>
          <p:cNvPr id="4" name="テキスト ボックス 3">
            <a:extLst>
              <a:ext uri="{FF2B5EF4-FFF2-40B4-BE49-F238E27FC236}">
                <a16:creationId xmlns:a16="http://schemas.microsoft.com/office/drawing/2014/main" id="{5AFADF36-0739-4336-5F19-36F99723999B}"/>
              </a:ext>
            </a:extLst>
          </p:cNvPr>
          <p:cNvSpPr txBox="1"/>
          <p:nvPr userDrawn="1"/>
        </p:nvSpPr>
        <p:spPr>
          <a:xfrm>
            <a:off x="2372070" y="7039346"/>
            <a:ext cx="5522893" cy="297455"/>
          </a:xfrm>
          <a:prstGeom prst="rect">
            <a:avLst/>
          </a:prstGeom>
          <a:noFill/>
        </p:spPr>
        <p:txBody>
          <a:bodyPr wrap="square" lIns="0" rIns="0" rtlCol="0">
            <a:noAutofit/>
          </a:bodyPr>
          <a:lstStyle/>
          <a:p>
            <a:pPr marL="0" marR="0" lvl="0" indent="0" algn="ctr" defTabSz="234000" rtl="0" eaLnBrk="1" fontAlgn="auto" latinLnBrk="0" hangingPunct="1">
              <a:lnSpc>
                <a:spcPct val="100000"/>
              </a:lnSpc>
              <a:spcBef>
                <a:spcPts val="0"/>
              </a:spcBef>
              <a:spcAft>
                <a:spcPts val="0"/>
              </a:spcAft>
              <a:buClrTx/>
              <a:buSzTx/>
              <a:buFontTx/>
              <a:buNone/>
              <a:tabLst/>
              <a:defRPr/>
            </a:pPr>
            <a:r>
              <a:rPr lang="ja-JP" altLang="en-US" sz="1480" dirty="0">
                <a:solidFill>
                  <a:srgbClr val="C00000"/>
                </a:solidFill>
                <a:latin typeface="+mn-ea"/>
              </a:rPr>
              <a:t>写真の差し替えはマスタより行ってください。</a:t>
            </a:r>
            <a:endParaRPr kumimoji="1" lang="ja-JP" altLang="en-US" sz="1480" dirty="0">
              <a:solidFill>
                <a:srgbClr val="C00000"/>
              </a:solidFill>
            </a:endParaRPr>
          </a:p>
          <a:p>
            <a:pPr algn="ctr" defTabSz="234000"/>
            <a:endParaRPr kumimoji="1" lang="ja-JP" altLang="en-US" sz="1480" dirty="0">
              <a:solidFill>
                <a:srgbClr val="C00000"/>
              </a:solidFill>
              <a:latin typeface="+mn-ea"/>
            </a:endParaRPr>
          </a:p>
        </p:txBody>
      </p:sp>
      <p:pic>
        <p:nvPicPr>
          <p:cNvPr id="8" name="図プレースホルダー 15">
            <a:extLst>
              <a:ext uri="{FF2B5EF4-FFF2-40B4-BE49-F238E27FC236}">
                <a16:creationId xmlns:a16="http://schemas.microsoft.com/office/drawing/2014/main" id="{7A73D8A7-ECC3-BBC6-EF06-B230921C7B4E}"/>
              </a:ext>
            </a:extLst>
          </p:cNvPr>
          <p:cNvPicPr>
            <a:picLocks noChangeAspect="1"/>
          </p:cNvPicPr>
          <p:nvPr userDrawn="1"/>
        </p:nvPicPr>
        <p:blipFill rotWithShape="1">
          <a:blip r:embed="rId3"/>
          <a:srcRect l="40504" r="3246"/>
          <a:stretch/>
        </p:blipFill>
        <p:spPr>
          <a:xfrm>
            <a:off x="301823" y="2447060"/>
            <a:ext cx="3021525" cy="3718800"/>
          </a:xfrm>
          <a:custGeom>
            <a:avLst/>
            <a:gdLst>
              <a:gd name="connsiteX0" fmla="*/ 1704548 w 5267271"/>
              <a:gd name="connsiteY0" fmla="*/ 0 h 5272719"/>
              <a:gd name="connsiteX1" fmla="*/ 3527745 w 5267271"/>
              <a:gd name="connsiteY1" fmla="*/ 1774521 h 5272719"/>
              <a:gd name="connsiteX2" fmla="*/ 5267271 w 5267271"/>
              <a:gd name="connsiteY2" fmla="*/ 5269498 h 5272719"/>
              <a:gd name="connsiteX3" fmla="*/ 3509088 w 5267271"/>
              <a:gd name="connsiteY3" fmla="*/ 5269044 h 5272719"/>
              <a:gd name="connsiteX4" fmla="*/ 1794302 w 5267271"/>
              <a:gd name="connsiteY4" fmla="*/ 1858626 h 5272719"/>
              <a:gd name="connsiteX5" fmla="*/ 1794667 w 5267271"/>
              <a:gd name="connsiteY5" fmla="*/ 5270472 h 5272719"/>
              <a:gd name="connsiteX6" fmla="*/ 0 w 5267271"/>
              <a:gd name="connsiteY6" fmla="*/ 5272719 h 5272719"/>
              <a:gd name="connsiteX7" fmla="*/ 3384 w 5267271"/>
              <a:gd name="connsiteY7" fmla="*/ 1714773 h 5272719"/>
              <a:gd name="connsiteX8" fmla="*/ 569360 w 5267271"/>
              <a:gd name="connsiteY8" fmla="*/ 333790 h 5272719"/>
              <a:gd name="connsiteX9" fmla="*/ 1704548 w 5267271"/>
              <a:gd name="connsiteY9" fmla="*/ 0 h 5272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67271" h="5272719">
                <a:moveTo>
                  <a:pt x="1704548" y="0"/>
                </a:moveTo>
                <a:cubicBezTo>
                  <a:pt x="2442328" y="19929"/>
                  <a:pt x="2925708" y="438914"/>
                  <a:pt x="3527745" y="1774521"/>
                </a:cubicBezTo>
                <a:lnTo>
                  <a:pt x="5267271" y="5269498"/>
                </a:lnTo>
                <a:lnTo>
                  <a:pt x="3509088" y="5269044"/>
                </a:lnTo>
                <a:cubicBezTo>
                  <a:pt x="2932089" y="4085847"/>
                  <a:pt x="2376159" y="3052885"/>
                  <a:pt x="1794302" y="1858626"/>
                </a:cubicBezTo>
                <a:cubicBezTo>
                  <a:pt x="1800510" y="2806405"/>
                  <a:pt x="1797959" y="3550976"/>
                  <a:pt x="1794667" y="5270472"/>
                </a:cubicBezTo>
                <a:lnTo>
                  <a:pt x="0" y="5272719"/>
                </a:lnTo>
                <a:cubicBezTo>
                  <a:pt x="6041" y="3933998"/>
                  <a:pt x="-2660" y="3106972"/>
                  <a:pt x="3384" y="1714773"/>
                </a:cubicBezTo>
                <a:cubicBezTo>
                  <a:pt x="20552" y="931022"/>
                  <a:pt x="285832" y="562108"/>
                  <a:pt x="569360" y="333790"/>
                </a:cubicBezTo>
                <a:cubicBezTo>
                  <a:pt x="852888" y="105472"/>
                  <a:pt x="1272212" y="9538"/>
                  <a:pt x="1704548" y="0"/>
                </a:cubicBezTo>
                <a:close/>
              </a:path>
            </a:pathLst>
          </a:custGeom>
        </p:spPr>
      </p:pic>
    </p:spTree>
    <p:extLst>
      <p:ext uri="{BB962C8B-B14F-4D97-AF65-F5344CB8AC3E}">
        <p14:creationId xmlns:p14="http://schemas.microsoft.com/office/powerpoint/2010/main" val="38225034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タイトルのみ">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01275" y="334800"/>
            <a:ext cx="9301500" cy="396000"/>
          </a:xfrm>
        </p:spPr>
        <p:txBody>
          <a:bodyPr tIns="0" bIns="0">
            <a:noAutofit/>
          </a:bodyPr>
          <a:lstStyle>
            <a:lvl1pPr>
              <a:defRPr sz="2113">
                <a:solidFill>
                  <a:schemeClr val="accent1"/>
                </a:solidFill>
              </a:defRPr>
            </a:lvl1pPr>
          </a:lstStyle>
          <a:p>
            <a:r>
              <a:rPr kumimoji="1" lang="ja-JP" altLang="en-US"/>
              <a:t>［タイトル］</a:t>
            </a:r>
          </a:p>
        </p:txBody>
      </p:sp>
      <p:sp>
        <p:nvSpPr>
          <p:cNvPr id="5" name="テキスト ボックス 4">
            <a:extLst>
              <a:ext uri="{FF2B5EF4-FFF2-40B4-BE49-F238E27FC236}">
                <a16:creationId xmlns:a16="http://schemas.microsoft.com/office/drawing/2014/main" id="{16A1EA45-BF6A-8E89-F9CE-BFA62AF363CC}"/>
              </a:ext>
            </a:extLst>
          </p:cNvPr>
          <p:cNvSpPr txBox="1"/>
          <p:nvPr userDrawn="1"/>
        </p:nvSpPr>
        <p:spPr>
          <a:xfrm>
            <a:off x="4829175" y="6562800"/>
            <a:ext cx="248625"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650" smtClean="0">
                <a:solidFill>
                  <a:srgbClr val="6B6B6B"/>
                </a:solidFill>
              </a:rPr>
              <a:pPr algn="ctr"/>
              <a:t>‹#›</a:t>
            </a:fld>
            <a:endParaRPr kumimoji="0" lang="en-US" altLang="ja-JP" sz="650" dirty="0">
              <a:solidFill>
                <a:srgbClr val="6B6B6B"/>
              </a:solidFill>
              <a:latin typeface="+mn-ea"/>
              <a:cs typeface="Meiryo UI" pitchFamily="50" charset="-128"/>
            </a:endParaRPr>
          </a:p>
        </p:txBody>
      </p:sp>
    </p:spTree>
    <p:extLst>
      <p:ext uri="{BB962C8B-B14F-4D97-AF65-F5344CB8AC3E}">
        <p14:creationId xmlns:p14="http://schemas.microsoft.com/office/powerpoint/2010/main" val="3778561077"/>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タイトルと1コンテンツ">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01275" y="334800"/>
            <a:ext cx="9301500" cy="396000"/>
          </a:xfrm>
        </p:spPr>
        <p:txBody>
          <a:bodyPr tIns="0" bIns="0">
            <a:noAutofit/>
          </a:bodyPr>
          <a:lstStyle>
            <a:lvl1pPr>
              <a:defRPr sz="2113">
                <a:solidFill>
                  <a:schemeClr val="accent1"/>
                </a:solidFill>
              </a:defRPr>
            </a:lvl1pPr>
          </a:lstStyle>
          <a:p>
            <a:r>
              <a:rPr kumimoji="1" lang="ja-JP" altLang="en-US"/>
              <a:t>［タイトル］</a:t>
            </a:r>
          </a:p>
        </p:txBody>
      </p:sp>
      <p:sp>
        <p:nvSpPr>
          <p:cNvPr id="5" name="コンテンツ プレースホルダー 4">
            <a:extLst>
              <a:ext uri="{FF2B5EF4-FFF2-40B4-BE49-F238E27FC236}">
                <a16:creationId xmlns:a16="http://schemas.microsoft.com/office/drawing/2014/main" id="{65165EBE-CE9B-A551-474B-E2D5D257B0E4}"/>
              </a:ext>
            </a:extLst>
          </p:cNvPr>
          <p:cNvSpPr>
            <a:spLocks noGrp="1"/>
          </p:cNvSpPr>
          <p:nvPr>
            <p:ph sz="quarter" idx="10"/>
          </p:nvPr>
        </p:nvSpPr>
        <p:spPr>
          <a:xfrm>
            <a:off x="301823" y="1038386"/>
            <a:ext cx="930150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テキスト ボックス 6">
            <a:extLst>
              <a:ext uri="{FF2B5EF4-FFF2-40B4-BE49-F238E27FC236}">
                <a16:creationId xmlns:a16="http://schemas.microsoft.com/office/drawing/2014/main" id="{4D3BB6FD-8126-0BC5-CD78-240E479EB679}"/>
              </a:ext>
            </a:extLst>
          </p:cNvPr>
          <p:cNvSpPr txBox="1"/>
          <p:nvPr userDrawn="1"/>
        </p:nvSpPr>
        <p:spPr>
          <a:xfrm>
            <a:off x="4829175" y="6562800"/>
            <a:ext cx="248625"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650" smtClean="0">
                <a:solidFill>
                  <a:srgbClr val="6B6B6B"/>
                </a:solidFill>
              </a:rPr>
              <a:pPr algn="ctr"/>
              <a:t>‹#›</a:t>
            </a:fld>
            <a:endParaRPr kumimoji="0" lang="en-US" altLang="ja-JP" sz="650" dirty="0">
              <a:solidFill>
                <a:srgbClr val="6B6B6B"/>
              </a:solidFill>
              <a:latin typeface="+mn-ea"/>
              <a:cs typeface="Meiryo UI" pitchFamily="50" charset="-128"/>
            </a:endParaRPr>
          </a:p>
        </p:txBody>
      </p:sp>
    </p:spTree>
    <p:extLst>
      <p:ext uri="{BB962C8B-B14F-4D97-AF65-F5344CB8AC3E}">
        <p14:creationId xmlns:p14="http://schemas.microsoft.com/office/powerpoint/2010/main" val="421612352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タイトルと２コンテンツ">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01275" y="334800"/>
            <a:ext cx="9301500" cy="396000"/>
          </a:xfrm>
        </p:spPr>
        <p:txBody>
          <a:bodyPr tIns="0" bIns="0">
            <a:noAutofit/>
          </a:bodyPr>
          <a:lstStyle>
            <a:lvl1pPr>
              <a:defRPr sz="2113">
                <a:solidFill>
                  <a:schemeClr val="accent1"/>
                </a:solidFill>
              </a:defRPr>
            </a:lvl1pPr>
          </a:lstStyle>
          <a:p>
            <a:r>
              <a:rPr kumimoji="1" lang="ja-JP" altLang="en-US"/>
              <a:t>［タイトル］</a:t>
            </a:r>
          </a:p>
        </p:txBody>
      </p:sp>
      <p:sp>
        <p:nvSpPr>
          <p:cNvPr id="5" name="コンテンツ プレースホルダー 4">
            <a:extLst>
              <a:ext uri="{FF2B5EF4-FFF2-40B4-BE49-F238E27FC236}">
                <a16:creationId xmlns:a16="http://schemas.microsoft.com/office/drawing/2014/main" id="{65165EBE-CE9B-A551-474B-E2D5D257B0E4}"/>
              </a:ext>
            </a:extLst>
          </p:cNvPr>
          <p:cNvSpPr>
            <a:spLocks noGrp="1"/>
          </p:cNvSpPr>
          <p:nvPr>
            <p:ph sz="quarter" idx="10"/>
          </p:nvPr>
        </p:nvSpPr>
        <p:spPr>
          <a:xfrm>
            <a:off x="301822" y="1038386"/>
            <a:ext cx="447525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2" name="コンテンツ プレースホルダー 4">
            <a:extLst>
              <a:ext uri="{FF2B5EF4-FFF2-40B4-BE49-F238E27FC236}">
                <a16:creationId xmlns:a16="http://schemas.microsoft.com/office/drawing/2014/main" id="{EF021ACE-2CF5-4B31-D043-4FF4199CE0CE}"/>
              </a:ext>
            </a:extLst>
          </p:cNvPr>
          <p:cNvSpPr>
            <a:spLocks noGrp="1"/>
          </p:cNvSpPr>
          <p:nvPr>
            <p:ph sz="quarter" idx="11"/>
          </p:nvPr>
        </p:nvSpPr>
        <p:spPr>
          <a:xfrm>
            <a:off x="5127525" y="1038386"/>
            <a:ext cx="447525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テキスト ボックス 2">
            <a:extLst>
              <a:ext uri="{FF2B5EF4-FFF2-40B4-BE49-F238E27FC236}">
                <a16:creationId xmlns:a16="http://schemas.microsoft.com/office/drawing/2014/main" id="{E00132AB-F8CC-E986-3454-C51AAC0E95E8}"/>
              </a:ext>
            </a:extLst>
          </p:cNvPr>
          <p:cNvSpPr txBox="1"/>
          <p:nvPr userDrawn="1"/>
        </p:nvSpPr>
        <p:spPr>
          <a:xfrm>
            <a:off x="4829175" y="6562800"/>
            <a:ext cx="248625"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650" smtClean="0">
                <a:solidFill>
                  <a:srgbClr val="6B6B6B"/>
                </a:solidFill>
              </a:rPr>
              <a:pPr algn="ctr"/>
              <a:t>‹#›</a:t>
            </a:fld>
            <a:endParaRPr kumimoji="0" lang="en-US" altLang="ja-JP" sz="650" dirty="0">
              <a:solidFill>
                <a:srgbClr val="6B6B6B"/>
              </a:solidFill>
              <a:latin typeface="+mn-ea"/>
              <a:cs typeface="Meiryo UI" pitchFamily="50" charset="-128"/>
            </a:endParaRPr>
          </a:p>
        </p:txBody>
      </p:sp>
    </p:spTree>
    <p:extLst>
      <p:ext uri="{BB962C8B-B14F-4D97-AF65-F5344CB8AC3E}">
        <p14:creationId xmlns:p14="http://schemas.microsoft.com/office/powerpoint/2010/main" val="1467916622"/>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タイトルと３コンテンツ">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01275" y="334800"/>
            <a:ext cx="9301500" cy="396000"/>
          </a:xfrm>
        </p:spPr>
        <p:txBody>
          <a:bodyPr tIns="0" bIns="0">
            <a:noAutofit/>
          </a:bodyPr>
          <a:lstStyle>
            <a:lvl1pPr>
              <a:defRPr sz="2113">
                <a:solidFill>
                  <a:schemeClr val="accent1"/>
                </a:solidFill>
              </a:defRPr>
            </a:lvl1pPr>
          </a:lstStyle>
          <a:p>
            <a:r>
              <a:rPr kumimoji="1" lang="ja-JP" altLang="en-US"/>
              <a:t>［タイトル］</a:t>
            </a:r>
          </a:p>
        </p:txBody>
      </p:sp>
      <p:sp>
        <p:nvSpPr>
          <p:cNvPr id="5" name="コンテンツ プレースホルダー 4">
            <a:extLst>
              <a:ext uri="{FF2B5EF4-FFF2-40B4-BE49-F238E27FC236}">
                <a16:creationId xmlns:a16="http://schemas.microsoft.com/office/drawing/2014/main" id="{65165EBE-CE9B-A551-474B-E2D5D257B0E4}"/>
              </a:ext>
            </a:extLst>
          </p:cNvPr>
          <p:cNvSpPr>
            <a:spLocks noGrp="1"/>
          </p:cNvSpPr>
          <p:nvPr>
            <p:ph sz="quarter" idx="10"/>
          </p:nvPr>
        </p:nvSpPr>
        <p:spPr>
          <a:xfrm>
            <a:off x="301822" y="1038386"/>
            <a:ext cx="297180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コンテンツ プレースホルダー 4">
            <a:extLst>
              <a:ext uri="{FF2B5EF4-FFF2-40B4-BE49-F238E27FC236}">
                <a16:creationId xmlns:a16="http://schemas.microsoft.com/office/drawing/2014/main" id="{58228A74-29BB-7D83-4FBF-D4C78D0E8273}"/>
              </a:ext>
            </a:extLst>
          </p:cNvPr>
          <p:cNvSpPr>
            <a:spLocks noGrp="1"/>
          </p:cNvSpPr>
          <p:nvPr>
            <p:ph sz="quarter" idx="11"/>
          </p:nvPr>
        </p:nvSpPr>
        <p:spPr>
          <a:xfrm>
            <a:off x="3466125" y="1038386"/>
            <a:ext cx="297180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4">
            <a:extLst>
              <a:ext uri="{FF2B5EF4-FFF2-40B4-BE49-F238E27FC236}">
                <a16:creationId xmlns:a16="http://schemas.microsoft.com/office/drawing/2014/main" id="{1B772862-BD3C-7869-DB09-5C7C67173F27}"/>
              </a:ext>
            </a:extLst>
          </p:cNvPr>
          <p:cNvSpPr>
            <a:spLocks noGrp="1"/>
          </p:cNvSpPr>
          <p:nvPr>
            <p:ph sz="quarter" idx="12"/>
          </p:nvPr>
        </p:nvSpPr>
        <p:spPr>
          <a:xfrm>
            <a:off x="6632380" y="1038386"/>
            <a:ext cx="297180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テキスト ボックス 6">
            <a:extLst>
              <a:ext uri="{FF2B5EF4-FFF2-40B4-BE49-F238E27FC236}">
                <a16:creationId xmlns:a16="http://schemas.microsoft.com/office/drawing/2014/main" id="{4659282D-E203-D490-4B15-F802032603A3}"/>
              </a:ext>
            </a:extLst>
          </p:cNvPr>
          <p:cNvSpPr txBox="1"/>
          <p:nvPr userDrawn="1"/>
        </p:nvSpPr>
        <p:spPr>
          <a:xfrm>
            <a:off x="4829175" y="6562800"/>
            <a:ext cx="248625"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650" smtClean="0">
                <a:solidFill>
                  <a:srgbClr val="6B6B6B"/>
                </a:solidFill>
              </a:rPr>
              <a:pPr algn="ctr"/>
              <a:t>‹#›</a:t>
            </a:fld>
            <a:endParaRPr kumimoji="0" lang="en-US" altLang="ja-JP" sz="650" dirty="0">
              <a:solidFill>
                <a:srgbClr val="6B6B6B"/>
              </a:solidFill>
              <a:latin typeface="+mn-ea"/>
              <a:cs typeface="Meiryo UI" pitchFamily="50" charset="-128"/>
            </a:endParaRPr>
          </a:p>
        </p:txBody>
      </p:sp>
    </p:spTree>
    <p:extLst>
      <p:ext uri="{BB962C8B-B14F-4D97-AF65-F5344CB8AC3E}">
        <p14:creationId xmlns:p14="http://schemas.microsoft.com/office/powerpoint/2010/main" val="2050803723"/>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サブタイトル有">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01275" y="334800"/>
            <a:ext cx="9301500" cy="325154"/>
          </a:xfrm>
        </p:spPr>
        <p:txBody>
          <a:bodyPr tIns="0" bIns="0">
            <a:spAutoFit/>
          </a:bodyPr>
          <a:lstStyle>
            <a:lvl1pPr>
              <a:defRPr sz="2113">
                <a:solidFill>
                  <a:schemeClr val="accent1"/>
                </a:solidFill>
              </a:defRPr>
            </a:lvl1pPr>
          </a:lstStyle>
          <a:p>
            <a:r>
              <a:rPr kumimoji="1" lang="ja-JP" altLang="en-US"/>
              <a:t>［タイトル］</a:t>
            </a:r>
          </a:p>
        </p:txBody>
      </p:sp>
      <p:sp>
        <p:nvSpPr>
          <p:cNvPr id="3" name="テキスト プレースホルダー 2">
            <a:extLst>
              <a:ext uri="{FF2B5EF4-FFF2-40B4-BE49-F238E27FC236}">
                <a16:creationId xmlns:a16="http://schemas.microsoft.com/office/drawing/2014/main" id="{922FFA65-3599-E725-9F45-9CF39BF996EE}"/>
              </a:ext>
            </a:extLst>
          </p:cNvPr>
          <p:cNvSpPr>
            <a:spLocks noGrp="1"/>
          </p:cNvSpPr>
          <p:nvPr>
            <p:ph type="body" sz="quarter" idx="10" hasCustomPrompt="1"/>
          </p:nvPr>
        </p:nvSpPr>
        <p:spPr>
          <a:xfrm>
            <a:off x="301823" y="727200"/>
            <a:ext cx="9301500" cy="288000"/>
          </a:xfrm>
        </p:spPr>
        <p:txBody>
          <a:bodyPr>
            <a:noAutofit/>
          </a:bodyPr>
          <a:lstStyle>
            <a:lvl1pPr>
              <a:defRPr b="1">
                <a:solidFill>
                  <a:schemeClr val="accent2"/>
                </a:solidFill>
              </a:defRPr>
            </a:lvl1pPr>
          </a:lstStyle>
          <a:p>
            <a:pPr lvl="0"/>
            <a:r>
              <a:rPr kumimoji="1" lang="ja-JP" altLang="en-US"/>
              <a:t>［サブタイトル］</a:t>
            </a:r>
          </a:p>
        </p:txBody>
      </p:sp>
      <p:sp>
        <p:nvSpPr>
          <p:cNvPr id="4" name="コンテンツ プレースホルダー 4">
            <a:extLst>
              <a:ext uri="{FF2B5EF4-FFF2-40B4-BE49-F238E27FC236}">
                <a16:creationId xmlns:a16="http://schemas.microsoft.com/office/drawing/2014/main" id="{FE40B33C-3077-F325-8EA7-EEDBA1AD5E20}"/>
              </a:ext>
            </a:extLst>
          </p:cNvPr>
          <p:cNvSpPr>
            <a:spLocks noGrp="1"/>
          </p:cNvSpPr>
          <p:nvPr>
            <p:ph sz="quarter" idx="11"/>
          </p:nvPr>
        </p:nvSpPr>
        <p:spPr>
          <a:xfrm>
            <a:off x="301823" y="1411200"/>
            <a:ext cx="9301500" cy="4824000"/>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dirty="0"/>
              <a:t>2 </a:t>
            </a:r>
            <a:r>
              <a:rPr kumimoji="1" lang="ja-JP" altLang="en-US"/>
              <a:t>レベル</a:t>
            </a:r>
          </a:p>
          <a:p>
            <a:pPr lvl="2"/>
            <a:r>
              <a:rPr kumimoji="1" lang="ja-JP" altLang="en-US"/>
              <a:t>第 </a:t>
            </a:r>
            <a:r>
              <a:rPr kumimoji="1" lang="en-US" altLang="ja-JP" dirty="0"/>
              <a:t>3 </a:t>
            </a:r>
            <a:r>
              <a:rPr kumimoji="1" lang="ja-JP" altLang="en-US"/>
              <a:t>レベル</a:t>
            </a:r>
          </a:p>
          <a:p>
            <a:pPr lvl="3"/>
            <a:r>
              <a:rPr kumimoji="1" lang="ja-JP" altLang="en-US"/>
              <a:t>第 </a:t>
            </a:r>
            <a:r>
              <a:rPr kumimoji="1" lang="en-US" altLang="ja-JP" dirty="0"/>
              <a:t>4 </a:t>
            </a:r>
            <a:r>
              <a:rPr kumimoji="1" lang="ja-JP" altLang="en-US"/>
              <a:t>レベル</a:t>
            </a:r>
          </a:p>
          <a:p>
            <a:pPr lvl="4"/>
            <a:r>
              <a:rPr kumimoji="1" lang="ja-JP" altLang="en-US"/>
              <a:t>第 </a:t>
            </a:r>
            <a:r>
              <a:rPr kumimoji="1" lang="en-US" altLang="ja-JP" dirty="0"/>
              <a:t>5 </a:t>
            </a:r>
            <a:r>
              <a:rPr kumimoji="1" lang="ja-JP" altLang="en-US"/>
              <a:t>レベル</a:t>
            </a:r>
          </a:p>
        </p:txBody>
      </p:sp>
      <p:sp>
        <p:nvSpPr>
          <p:cNvPr id="5" name="テキスト ボックス 4">
            <a:extLst>
              <a:ext uri="{FF2B5EF4-FFF2-40B4-BE49-F238E27FC236}">
                <a16:creationId xmlns:a16="http://schemas.microsoft.com/office/drawing/2014/main" id="{0A1A7CDA-C0AA-A8AC-8808-09E8B9AA91A2}"/>
              </a:ext>
            </a:extLst>
          </p:cNvPr>
          <p:cNvSpPr txBox="1"/>
          <p:nvPr userDrawn="1"/>
        </p:nvSpPr>
        <p:spPr>
          <a:xfrm>
            <a:off x="4829175" y="6562800"/>
            <a:ext cx="248625"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650" smtClean="0">
                <a:solidFill>
                  <a:srgbClr val="6B6B6B"/>
                </a:solidFill>
              </a:rPr>
              <a:pPr algn="ctr"/>
              <a:t>‹#›</a:t>
            </a:fld>
            <a:endParaRPr kumimoji="0" lang="en-US" altLang="ja-JP" sz="650" dirty="0">
              <a:solidFill>
                <a:srgbClr val="6B6B6B"/>
              </a:solidFill>
              <a:latin typeface="+mn-ea"/>
              <a:cs typeface="Meiryo UI" pitchFamily="50" charset="-128"/>
            </a:endParaRPr>
          </a:p>
        </p:txBody>
      </p:sp>
    </p:spTree>
    <p:extLst>
      <p:ext uri="{BB962C8B-B14F-4D97-AF65-F5344CB8AC3E}">
        <p14:creationId xmlns:p14="http://schemas.microsoft.com/office/powerpoint/2010/main" val="1320986745"/>
      </p:ext>
    </p:extLst>
  </p:cSld>
  <p:clrMapOvr>
    <a:masterClrMapping/>
  </p:clrMapOvr>
  <p:extLst>
    <p:ext uri="{DCECCB84-F9BA-43D5-87BE-67443E8EF086}">
      <p15:sldGuideLst xmlns:p15="http://schemas.microsoft.com/office/powerpoint/2012/main">
        <p15:guide id="1" orient="horz" pos="89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62011344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白紙（フッター有）">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E21C562A-25AB-8415-C9E5-F862FADD5F01}"/>
              </a:ext>
            </a:extLst>
          </p:cNvPr>
          <p:cNvSpPr txBox="1"/>
          <p:nvPr userDrawn="1"/>
        </p:nvSpPr>
        <p:spPr>
          <a:xfrm>
            <a:off x="4829175" y="6562800"/>
            <a:ext cx="248625"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650" smtClean="0">
                <a:solidFill>
                  <a:srgbClr val="6B6B6B"/>
                </a:solidFill>
              </a:rPr>
              <a:pPr algn="ctr"/>
              <a:t>‹#›</a:t>
            </a:fld>
            <a:endParaRPr kumimoji="0" lang="en-US" altLang="ja-JP" sz="650" dirty="0">
              <a:solidFill>
                <a:srgbClr val="6B6B6B"/>
              </a:solidFill>
              <a:latin typeface="+mn-ea"/>
              <a:cs typeface="Meiryo UI" pitchFamily="50" charset="-128"/>
            </a:endParaRPr>
          </a:p>
        </p:txBody>
      </p:sp>
    </p:spTree>
    <p:extLst>
      <p:ext uri="{BB962C8B-B14F-4D97-AF65-F5344CB8AC3E}">
        <p14:creationId xmlns:p14="http://schemas.microsoft.com/office/powerpoint/2010/main" val="118579163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全面画像">
    <p:spTree>
      <p:nvGrpSpPr>
        <p:cNvPr id="1" name=""/>
        <p:cNvGrpSpPr/>
        <p:nvPr/>
      </p:nvGrpSpPr>
      <p:grpSpPr>
        <a:xfrm>
          <a:off x="0" y="0"/>
          <a:ext cx="0" cy="0"/>
          <a:chOff x="0" y="0"/>
          <a:chExt cx="0" cy="0"/>
        </a:xfrm>
      </p:grpSpPr>
      <p:pic>
        <p:nvPicPr>
          <p:cNvPr id="5" name="Picture Placeholder 8">
            <a:extLst>
              <a:ext uri="{FF2B5EF4-FFF2-40B4-BE49-F238E27FC236}">
                <a16:creationId xmlns:a16="http://schemas.microsoft.com/office/drawing/2014/main" id="{F524A762-DD3D-0F30-6F39-0BAD647C733D}"/>
              </a:ext>
            </a:extLst>
          </p:cNvPr>
          <p:cNvPicPr>
            <a:picLocks noChangeAspect="1"/>
          </p:cNvPicPr>
          <p:nvPr userDrawn="1"/>
        </p:nvPicPr>
        <p:blipFill>
          <a:blip r:embed="rId2"/>
          <a:srcRect/>
          <a:stretch/>
        </p:blipFill>
        <p:spPr>
          <a:xfrm>
            <a:off x="1" y="-1"/>
            <a:ext cx="9905998" cy="6857998"/>
          </a:xfrm>
          <a:prstGeom prst="rect">
            <a:avLst/>
          </a:prstGeom>
        </p:spPr>
      </p:pic>
      <p:sp>
        <p:nvSpPr>
          <p:cNvPr id="6" name="正方形/長方形 5">
            <a:extLst>
              <a:ext uri="{FF2B5EF4-FFF2-40B4-BE49-F238E27FC236}">
                <a16:creationId xmlns:a16="http://schemas.microsoft.com/office/drawing/2014/main" id="{5E3F105C-816B-C4B5-FF44-9C78401DC345}"/>
              </a:ext>
            </a:extLst>
          </p:cNvPr>
          <p:cNvSpPr/>
          <p:nvPr userDrawn="1"/>
        </p:nvSpPr>
        <p:spPr>
          <a:xfrm>
            <a:off x="0" y="5202001"/>
            <a:ext cx="99060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endParaRPr kumimoji="1" lang="ja-JP" altLang="en-US" sz="1138" dirty="0" err="1">
              <a:solidFill>
                <a:schemeClr val="tx1"/>
              </a:solidFill>
            </a:endParaRPr>
          </a:p>
        </p:txBody>
      </p:sp>
      <p:sp>
        <p:nvSpPr>
          <p:cNvPr id="2" name="タイトル 1">
            <a:extLst>
              <a:ext uri="{FF2B5EF4-FFF2-40B4-BE49-F238E27FC236}">
                <a16:creationId xmlns:a16="http://schemas.microsoft.com/office/drawing/2014/main" id="{B1265E79-47D9-4B17-A967-60D543C5CD4E}"/>
              </a:ext>
            </a:extLst>
          </p:cNvPr>
          <p:cNvSpPr>
            <a:spLocks noGrp="1"/>
          </p:cNvSpPr>
          <p:nvPr>
            <p:ph type="title" hasCustomPrompt="1"/>
          </p:nvPr>
        </p:nvSpPr>
        <p:spPr>
          <a:xfrm>
            <a:off x="301275" y="334801"/>
            <a:ext cx="9301500" cy="413999"/>
          </a:xfrm>
        </p:spPr>
        <p:txBody>
          <a:bodyPr tIns="0" bIns="0" anchor="t">
            <a:noAutofit/>
          </a:bodyPr>
          <a:lstStyle>
            <a:lvl1pPr>
              <a:defRPr sz="2113"/>
            </a:lvl1pPr>
          </a:lstStyle>
          <a:p>
            <a:r>
              <a:rPr kumimoji="1" lang="ja-JP" altLang="en-US"/>
              <a:t>［タイトル］</a:t>
            </a:r>
          </a:p>
        </p:txBody>
      </p:sp>
      <p:pic>
        <p:nvPicPr>
          <p:cNvPr id="7" name="図 6">
            <a:extLst>
              <a:ext uri="{FF2B5EF4-FFF2-40B4-BE49-F238E27FC236}">
                <a16:creationId xmlns:a16="http://schemas.microsoft.com/office/drawing/2014/main" id="{E6A7D226-AA1D-4565-296E-260FC63988D9}"/>
              </a:ext>
            </a:extLst>
          </p:cNvPr>
          <p:cNvPicPr>
            <a:picLocks noChangeAspect="1"/>
          </p:cNvPicPr>
          <p:nvPr userDrawn="1"/>
        </p:nvPicPr>
        <p:blipFill>
          <a:blip r:embed="rId3"/>
          <a:srcRect/>
          <a:stretch/>
        </p:blipFill>
        <p:spPr>
          <a:xfrm>
            <a:off x="8728709" y="6425921"/>
            <a:ext cx="933474" cy="292658"/>
          </a:xfrm>
          <a:prstGeom prst="rect">
            <a:avLst/>
          </a:prstGeom>
        </p:spPr>
      </p:pic>
      <p:sp>
        <p:nvSpPr>
          <p:cNvPr id="11" name="テキスト ボックス 10">
            <a:extLst>
              <a:ext uri="{FF2B5EF4-FFF2-40B4-BE49-F238E27FC236}">
                <a16:creationId xmlns:a16="http://schemas.microsoft.com/office/drawing/2014/main" id="{25F7EA9B-E085-E004-36B4-F14995B03396}"/>
              </a:ext>
            </a:extLst>
          </p:cNvPr>
          <p:cNvSpPr txBox="1"/>
          <p:nvPr userDrawn="1"/>
        </p:nvSpPr>
        <p:spPr>
          <a:xfrm>
            <a:off x="301275" y="6562800"/>
            <a:ext cx="3942900" cy="90000"/>
          </a:xfrm>
          <a:prstGeom prst="rect">
            <a:avLst/>
          </a:prstGeom>
          <a:noFill/>
        </p:spPr>
        <p:txBody>
          <a:bodyPr wrap="square" lIns="0" tIns="0" rIns="0" bIns="0" rtlCol="0" anchor="ctr" anchorCtr="0">
            <a:noAutofit/>
          </a:bodyPr>
          <a:lstStyle/>
          <a:p>
            <a:pPr marL="0" marR="0" lvl="0" indent="0" algn="l" defTabSz="234000" rtl="0" eaLnBrk="1" fontAlgn="auto" latinLnBrk="0" hangingPunct="1">
              <a:lnSpc>
                <a:spcPct val="100000"/>
              </a:lnSpc>
              <a:spcBef>
                <a:spcPts val="0"/>
              </a:spcBef>
              <a:spcAft>
                <a:spcPts val="0"/>
              </a:spcAft>
              <a:buClrTx/>
              <a:buSzTx/>
              <a:buFontTx/>
              <a:buNone/>
              <a:tabLst/>
              <a:defRPr/>
            </a:pPr>
            <a:r>
              <a:rPr lang="en-US" altLang="ja-JP" sz="813" dirty="0">
                <a:solidFill>
                  <a:schemeClr val="bg1"/>
                </a:solidFill>
              </a:rPr>
              <a:t>© 2025 NTT DATA University Corporation</a:t>
            </a:r>
          </a:p>
        </p:txBody>
      </p:sp>
      <p:sp>
        <p:nvSpPr>
          <p:cNvPr id="12" name="テキスト ボックス 11">
            <a:extLst>
              <a:ext uri="{FF2B5EF4-FFF2-40B4-BE49-F238E27FC236}">
                <a16:creationId xmlns:a16="http://schemas.microsoft.com/office/drawing/2014/main" id="{C56F1922-EBFD-0984-2464-4DD07C5D3F5B}"/>
              </a:ext>
            </a:extLst>
          </p:cNvPr>
          <p:cNvSpPr txBox="1"/>
          <p:nvPr userDrawn="1"/>
        </p:nvSpPr>
        <p:spPr>
          <a:xfrm>
            <a:off x="4829175" y="6562800"/>
            <a:ext cx="248625"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650" smtClean="0">
                <a:solidFill>
                  <a:schemeClr val="bg1"/>
                </a:solidFill>
              </a:rPr>
              <a:pPr algn="ctr"/>
              <a:t>‹#›</a:t>
            </a:fld>
            <a:endParaRPr kumimoji="0" lang="en-US" altLang="ja-JP" sz="650" dirty="0">
              <a:solidFill>
                <a:schemeClr val="bg1"/>
              </a:solidFill>
              <a:latin typeface="+mn-ea"/>
              <a:cs typeface="Meiryo UI" pitchFamily="50" charset="-128"/>
            </a:endParaRPr>
          </a:p>
        </p:txBody>
      </p:sp>
      <p:sp>
        <p:nvSpPr>
          <p:cNvPr id="3" name="テキスト ボックス 2">
            <a:extLst>
              <a:ext uri="{FF2B5EF4-FFF2-40B4-BE49-F238E27FC236}">
                <a16:creationId xmlns:a16="http://schemas.microsoft.com/office/drawing/2014/main" id="{8C3FB7A8-16FC-BD93-A0B4-62A3FCF37C5A}"/>
              </a:ext>
            </a:extLst>
          </p:cNvPr>
          <p:cNvSpPr txBox="1"/>
          <p:nvPr userDrawn="1"/>
        </p:nvSpPr>
        <p:spPr>
          <a:xfrm>
            <a:off x="2372070" y="7039346"/>
            <a:ext cx="5522893" cy="297455"/>
          </a:xfrm>
          <a:prstGeom prst="rect">
            <a:avLst/>
          </a:prstGeom>
          <a:noFill/>
        </p:spPr>
        <p:txBody>
          <a:bodyPr wrap="square" lIns="0" rIns="0" rtlCol="0">
            <a:noAutofit/>
          </a:bodyPr>
          <a:lstStyle/>
          <a:p>
            <a:pPr marL="0" marR="0" lvl="0" indent="0" algn="ctr" defTabSz="234000" rtl="0" eaLnBrk="1" fontAlgn="auto" latinLnBrk="0" hangingPunct="1">
              <a:lnSpc>
                <a:spcPct val="100000"/>
              </a:lnSpc>
              <a:spcBef>
                <a:spcPts val="0"/>
              </a:spcBef>
              <a:spcAft>
                <a:spcPts val="0"/>
              </a:spcAft>
              <a:buClrTx/>
              <a:buSzTx/>
              <a:buFontTx/>
              <a:buNone/>
              <a:tabLst/>
              <a:defRPr/>
            </a:pPr>
            <a:r>
              <a:rPr lang="ja-JP" altLang="en-US" sz="1480" dirty="0">
                <a:solidFill>
                  <a:srgbClr val="C00000"/>
                </a:solidFill>
                <a:latin typeface="+mn-ea"/>
              </a:rPr>
              <a:t>写真の差し替えはマスタより行ってください。</a:t>
            </a:r>
            <a:endParaRPr kumimoji="1" lang="ja-JP" altLang="en-US" sz="1480" dirty="0">
              <a:solidFill>
                <a:srgbClr val="C00000"/>
              </a:solidFill>
            </a:endParaRPr>
          </a:p>
          <a:p>
            <a:pPr algn="ctr" defTabSz="234000"/>
            <a:endParaRPr kumimoji="1" lang="ja-JP" altLang="en-US" sz="1480" dirty="0">
              <a:solidFill>
                <a:srgbClr val="C00000"/>
              </a:solidFill>
              <a:latin typeface="+mn-ea"/>
            </a:endParaRPr>
          </a:p>
        </p:txBody>
      </p:sp>
    </p:spTree>
    <p:extLst>
      <p:ext uri="{BB962C8B-B14F-4D97-AF65-F5344CB8AC3E}">
        <p14:creationId xmlns:p14="http://schemas.microsoft.com/office/powerpoint/2010/main" val="337220025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右に画像">
    <p:spTree>
      <p:nvGrpSpPr>
        <p:cNvPr id="1" name=""/>
        <p:cNvGrpSpPr/>
        <p:nvPr/>
      </p:nvGrpSpPr>
      <p:grpSpPr>
        <a:xfrm>
          <a:off x="0" y="0"/>
          <a:ext cx="0" cy="0"/>
          <a:chOff x="0" y="0"/>
          <a:chExt cx="0" cy="0"/>
        </a:xfrm>
      </p:grpSpPr>
      <p:pic>
        <p:nvPicPr>
          <p:cNvPr id="6" name="Picture Placeholder 8">
            <a:extLst>
              <a:ext uri="{FF2B5EF4-FFF2-40B4-BE49-F238E27FC236}">
                <a16:creationId xmlns:a16="http://schemas.microsoft.com/office/drawing/2014/main" id="{BA8380C3-23D1-332E-5763-4E45DE28D8B2}"/>
              </a:ext>
            </a:extLst>
          </p:cNvPr>
          <p:cNvPicPr>
            <a:picLocks noChangeAspect="1"/>
          </p:cNvPicPr>
          <p:nvPr userDrawn="1"/>
        </p:nvPicPr>
        <p:blipFill rotWithShape="1">
          <a:blip r:embed="rId2"/>
          <a:srcRect l="58440" r="8440"/>
          <a:stretch/>
        </p:blipFill>
        <p:spPr>
          <a:xfrm>
            <a:off x="6624638" y="-1"/>
            <a:ext cx="3280874" cy="6857999"/>
          </a:xfrm>
          <a:prstGeom prst="rect">
            <a:avLst/>
          </a:prstGeom>
        </p:spPr>
      </p:pic>
      <p:sp>
        <p:nvSpPr>
          <p:cNvPr id="3" name="タイトル 1">
            <a:extLst>
              <a:ext uri="{FF2B5EF4-FFF2-40B4-BE49-F238E27FC236}">
                <a16:creationId xmlns:a16="http://schemas.microsoft.com/office/drawing/2014/main" id="{4F42E522-CE3A-6008-C8C6-04F66A8E510F}"/>
              </a:ext>
            </a:extLst>
          </p:cNvPr>
          <p:cNvSpPr>
            <a:spLocks noGrp="1"/>
          </p:cNvSpPr>
          <p:nvPr>
            <p:ph type="title" hasCustomPrompt="1"/>
          </p:nvPr>
        </p:nvSpPr>
        <p:spPr>
          <a:xfrm>
            <a:off x="301275" y="334800"/>
            <a:ext cx="6078150" cy="412538"/>
          </a:xfrm>
        </p:spPr>
        <p:txBody>
          <a:bodyPr tIns="0" bIns="0">
            <a:noAutofit/>
          </a:bodyPr>
          <a:lstStyle>
            <a:lvl1pPr>
              <a:defRPr sz="2113"/>
            </a:lvl1pPr>
          </a:lstStyle>
          <a:p>
            <a:r>
              <a:rPr kumimoji="1" lang="ja-JP" altLang="en-US"/>
              <a:t>［タイトル］</a:t>
            </a:r>
          </a:p>
        </p:txBody>
      </p:sp>
      <p:sp>
        <p:nvSpPr>
          <p:cNvPr id="4" name="テキスト ボックス 3">
            <a:extLst>
              <a:ext uri="{FF2B5EF4-FFF2-40B4-BE49-F238E27FC236}">
                <a16:creationId xmlns:a16="http://schemas.microsoft.com/office/drawing/2014/main" id="{8C3C35FC-0C2C-C5D6-0210-3A570FE264A2}"/>
              </a:ext>
            </a:extLst>
          </p:cNvPr>
          <p:cNvSpPr txBox="1"/>
          <p:nvPr userDrawn="1"/>
        </p:nvSpPr>
        <p:spPr>
          <a:xfrm>
            <a:off x="4829175" y="6562800"/>
            <a:ext cx="248625"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650" smtClean="0">
                <a:solidFill>
                  <a:srgbClr val="6B6B6B"/>
                </a:solidFill>
              </a:rPr>
              <a:pPr algn="ctr"/>
              <a:t>‹#›</a:t>
            </a:fld>
            <a:endParaRPr kumimoji="0" lang="en-US" altLang="ja-JP" sz="650" dirty="0">
              <a:solidFill>
                <a:srgbClr val="6B6B6B"/>
              </a:solidFill>
              <a:latin typeface="+mn-ea"/>
              <a:cs typeface="Meiryo UI" pitchFamily="50" charset="-128"/>
            </a:endParaRPr>
          </a:p>
        </p:txBody>
      </p:sp>
      <p:sp>
        <p:nvSpPr>
          <p:cNvPr id="9" name="正方形/長方形 8">
            <a:extLst>
              <a:ext uri="{FF2B5EF4-FFF2-40B4-BE49-F238E27FC236}">
                <a16:creationId xmlns:a16="http://schemas.microsoft.com/office/drawing/2014/main" id="{CA853D6E-6D9F-5F51-58ED-3ED1FABFD06D}"/>
              </a:ext>
            </a:extLst>
          </p:cNvPr>
          <p:cNvSpPr/>
          <p:nvPr userDrawn="1"/>
        </p:nvSpPr>
        <p:spPr>
          <a:xfrm>
            <a:off x="6624150" y="5202001"/>
            <a:ext cx="328185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endParaRPr kumimoji="1" lang="ja-JP" altLang="en-US" sz="1138" dirty="0" err="1">
              <a:solidFill>
                <a:schemeClr val="tx1"/>
              </a:solidFill>
            </a:endParaRPr>
          </a:p>
        </p:txBody>
      </p:sp>
      <p:pic>
        <p:nvPicPr>
          <p:cNvPr id="10" name="図 9">
            <a:extLst>
              <a:ext uri="{FF2B5EF4-FFF2-40B4-BE49-F238E27FC236}">
                <a16:creationId xmlns:a16="http://schemas.microsoft.com/office/drawing/2014/main" id="{231878D8-FF4D-F5B8-7D51-A27150395E67}"/>
              </a:ext>
            </a:extLst>
          </p:cNvPr>
          <p:cNvPicPr>
            <a:picLocks noChangeAspect="1"/>
          </p:cNvPicPr>
          <p:nvPr userDrawn="1"/>
        </p:nvPicPr>
        <p:blipFill>
          <a:blip r:embed="rId3"/>
          <a:srcRect/>
          <a:stretch/>
        </p:blipFill>
        <p:spPr>
          <a:xfrm>
            <a:off x="8728709" y="6425921"/>
            <a:ext cx="933474" cy="292658"/>
          </a:xfrm>
          <a:prstGeom prst="rect">
            <a:avLst/>
          </a:prstGeom>
        </p:spPr>
      </p:pic>
      <p:sp>
        <p:nvSpPr>
          <p:cNvPr id="5" name="テキスト ボックス 4">
            <a:extLst>
              <a:ext uri="{FF2B5EF4-FFF2-40B4-BE49-F238E27FC236}">
                <a16:creationId xmlns:a16="http://schemas.microsoft.com/office/drawing/2014/main" id="{4C55398C-909F-71D0-49CD-60754A59BD48}"/>
              </a:ext>
            </a:extLst>
          </p:cNvPr>
          <p:cNvSpPr txBox="1"/>
          <p:nvPr userDrawn="1"/>
        </p:nvSpPr>
        <p:spPr>
          <a:xfrm>
            <a:off x="2372070" y="7039346"/>
            <a:ext cx="5522893" cy="297455"/>
          </a:xfrm>
          <a:prstGeom prst="rect">
            <a:avLst/>
          </a:prstGeom>
          <a:noFill/>
        </p:spPr>
        <p:txBody>
          <a:bodyPr wrap="square" lIns="0" rIns="0" rtlCol="0">
            <a:noAutofit/>
          </a:bodyPr>
          <a:lstStyle/>
          <a:p>
            <a:pPr marL="0" marR="0" lvl="0" indent="0" algn="ctr" defTabSz="234000" rtl="0" eaLnBrk="1" fontAlgn="auto" latinLnBrk="0" hangingPunct="1">
              <a:lnSpc>
                <a:spcPct val="100000"/>
              </a:lnSpc>
              <a:spcBef>
                <a:spcPts val="0"/>
              </a:spcBef>
              <a:spcAft>
                <a:spcPts val="0"/>
              </a:spcAft>
              <a:buClrTx/>
              <a:buSzTx/>
              <a:buFontTx/>
              <a:buNone/>
              <a:tabLst/>
              <a:defRPr/>
            </a:pPr>
            <a:r>
              <a:rPr lang="ja-JP" altLang="en-US" sz="1480" dirty="0">
                <a:solidFill>
                  <a:srgbClr val="C00000"/>
                </a:solidFill>
                <a:latin typeface="+mn-ea"/>
              </a:rPr>
              <a:t>写真の差し替えはマスタより行ってください。</a:t>
            </a:r>
            <a:endParaRPr kumimoji="1" lang="ja-JP" altLang="en-US" sz="1480" dirty="0">
              <a:solidFill>
                <a:srgbClr val="C00000"/>
              </a:solidFill>
            </a:endParaRPr>
          </a:p>
          <a:p>
            <a:pPr algn="ctr" defTabSz="234000"/>
            <a:endParaRPr kumimoji="1" lang="ja-JP" altLang="en-US" sz="1480" dirty="0">
              <a:solidFill>
                <a:srgbClr val="C00000"/>
              </a:solidFill>
              <a:latin typeface="+mn-ea"/>
            </a:endParaRPr>
          </a:p>
        </p:txBody>
      </p:sp>
    </p:spTree>
    <p:extLst>
      <p:ext uri="{BB962C8B-B14F-4D97-AF65-F5344CB8AC3E}">
        <p14:creationId xmlns:p14="http://schemas.microsoft.com/office/powerpoint/2010/main" val="130714139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左に画像">
    <p:spTree>
      <p:nvGrpSpPr>
        <p:cNvPr id="1" name=""/>
        <p:cNvGrpSpPr/>
        <p:nvPr/>
      </p:nvGrpSpPr>
      <p:grpSpPr>
        <a:xfrm>
          <a:off x="0" y="0"/>
          <a:ext cx="0" cy="0"/>
          <a:chOff x="0" y="0"/>
          <a:chExt cx="0" cy="0"/>
        </a:xfrm>
      </p:grpSpPr>
      <p:pic>
        <p:nvPicPr>
          <p:cNvPr id="6" name="Picture Placeholder 8">
            <a:extLst>
              <a:ext uri="{FF2B5EF4-FFF2-40B4-BE49-F238E27FC236}">
                <a16:creationId xmlns:a16="http://schemas.microsoft.com/office/drawing/2014/main" id="{12BB1B84-3873-592B-346A-382DA695B2B2}"/>
              </a:ext>
            </a:extLst>
          </p:cNvPr>
          <p:cNvPicPr>
            <a:picLocks noChangeAspect="1"/>
          </p:cNvPicPr>
          <p:nvPr userDrawn="1"/>
        </p:nvPicPr>
        <p:blipFill rotWithShape="1">
          <a:blip r:embed="rId2"/>
          <a:srcRect l="58440" r="8440"/>
          <a:stretch/>
        </p:blipFill>
        <p:spPr>
          <a:xfrm>
            <a:off x="1" y="-1"/>
            <a:ext cx="3280874" cy="6857999"/>
          </a:xfrm>
          <a:prstGeom prst="rect">
            <a:avLst/>
          </a:prstGeom>
        </p:spPr>
      </p:pic>
      <p:sp>
        <p:nvSpPr>
          <p:cNvPr id="3" name="タイトル 1">
            <a:extLst>
              <a:ext uri="{FF2B5EF4-FFF2-40B4-BE49-F238E27FC236}">
                <a16:creationId xmlns:a16="http://schemas.microsoft.com/office/drawing/2014/main" id="{4F42E522-CE3A-6008-C8C6-04F66A8E510F}"/>
              </a:ext>
            </a:extLst>
          </p:cNvPr>
          <p:cNvSpPr>
            <a:spLocks noGrp="1"/>
          </p:cNvSpPr>
          <p:nvPr>
            <p:ph type="title" hasCustomPrompt="1"/>
          </p:nvPr>
        </p:nvSpPr>
        <p:spPr>
          <a:xfrm>
            <a:off x="3726450" y="334800"/>
            <a:ext cx="5876325" cy="412538"/>
          </a:xfrm>
        </p:spPr>
        <p:txBody>
          <a:bodyPr tIns="0" bIns="0">
            <a:noAutofit/>
          </a:bodyPr>
          <a:lstStyle>
            <a:lvl1pPr>
              <a:defRPr sz="2113"/>
            </a:lvl1pPr>
          </a:lstStyle>
          <a:p>
            <a:r>
              <a:rPr kumimoji="1" lang="ja-JP" altLang="en-US"/>
              <a:t>［タイトル］</a:t>
            </a:r>
          </a:p>
        </p:txBody>
      </p:sp>
      <p:sp>
        <p:nvSpPr>
          <p:cNvPr id="8" name="テキスト ボックス 7">
            <a:extLst>
              <a:ext uri="{FF2B5EF4-FFF2-40B4-BE49-F238E27FC236}">
                <a16:creationId xmlns:a16="http://schemas.microsoft.com/office/drawing/2014/main" id="{F2A10DC3-739F-B3F0-BA1B-B970F3916583}"/>
              </a:ext>
            </a:extLst>
          </p:cNvPr>
          <p:cNvSpPr txBox="1"/>
          <p:nvPr userDrawn="1"/>
        </p:nvSpPr>
        <p:spPr>
          <a:xfrm>
            <a:off x="6318000" y="6562800"/>
            <a:ext cx="248625"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650" smtClean="0">
                <a:solidFill>
                  <a:srgbClr val="6B6B6B"/>
                </a:solidFill>
              </a:rPr>
              <a:pPr algn="ctr"/>
              <a:t>‹#›</a:t>
            </a:fld>
            <a:endParaRPr kumimoji="0" lang="en-US" altLang="ja-JP" sz="650" dirty="0">
              <a:solidFill>
                <a:srgbClr val="6B6B6B"/>
              </a:solidFill>
              <a:latin typeface="+mn-ea"/>
              <a:cs typeface="Meiryo UI" pitchFamily="50" charset="-128"/>
            </a:endParaRPr>
          </a:p>
        </p:txBody>
      </p:sp>
      <p:sp>
        <p:nvSpPr>
          <p:cNvPr id="4" name="正方形/長方形 3">
            <a:extLst>
              <a:ext uri="{FF2B5EF4-FFF2-40B4-BE49-F238E27FC236}">
                <a16:creationId xmlns:a16="http://schemas.microsoft.com/office/drawing/2014/main" id="{6F909204-40F4-08DA-5F77-8CD9CC767A5B}"/>
              </a:ext>
            </a:extLst>
          </p:cNvPr>
          <p:cNvSpPr/>
          <p:nvPr userDrawn="1"/>
        </p:nvSpPr>
        <p:spPr>
          <a:xfrm>
            <a:off x="-976" y="5202001"/>
            <a:ext cx="328185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endParaRPr kumimoji="1" lang="ja-JP" altLang="en-US" sz="1138" dirty="0" err="1">
              <a:solidFill>
                <a:schemeClr val="tx1"/>
              </a:solidFill>
            </a:endParaRPr>
          </a:p>
        </p:txBody>
      </p:sp>
      <p:sp>
        <p:nvSpPr>
          <p:cNvPr id="9" name="テキスト ボックス 8">
            <a:extLst>
              <a:ext uri="{FF2B5EF4-FFF2-40B4-BE49-F238E27FC236}">
                <a16:creationId xmlns:a16="http://schemas.microsoft.com/office/drawing/2014/main" id="{DF1F4A7B-797E-8774-7A15-00748447B4EA}"/>
              </a:ext>
            </a:extLst>
          </p:cNvPr>
          <p:cNvSpPr txBox="1"/>
          <p:nvPr userDrawn="1"/>
        </p:nvSpPr>
        <p:spPr>
          <a:xfrm>
            <a:off x="3653325" y="6562800"/>
            <a:ext cx="2603250" cy="90000"/>
          </a:xfrm>
          <a:prstGeom prst="rect">
            <a:avLst/>
          </a:prstGeom>
          <a:noFill/>
        </p:spPr>
        <p:txBody>
          <a:bodyPr wrap="square" lIns="0" tIns="0" rIns="0" bIns="0" rtlCol="0" anchor="ctr" anchorCtr="0">
            <a:noAutofit/>
          </a:bodyPr>
          <a:lstStyle/>
          <a:p>
            <a:pPr marL="0" marR="0" lvl="0" indent="0" algn="l" defTabSz="234000" rtl="0" eaLnBrk="1" fontAlgn="auto" latinLnBrk="0" hangingPunct="1">
              <a:lnSpc>
                <a:spcPct val="100000"/>
              </a:lnSpc>
              <a:spcBef>
                <a:spcPts val="0"/>
              </a:spcBef>
              <a:spcAft>
                <a:spcPts val="0"/>
              </a:spcAft>
              <a:buClrTx/>
              <a:buSzTx/>
              <a:buFontTx/>
              <a:buNone/>
              <a:tabLst/>
              <a:defRPr/>
            </a:pPr>
            <a:r>
              <a:rPr lang="en-US" altLang="ja-JP" sz="813" dirty="0">
                <a:solidFill>
                  <a:srgbClr val="6B6B6B"/>
                </a:solidFill>
              </a:rPr>
              <a:t>© 2025 NTT DATA University Corporation</a:t>
            </a:r>
          </a:p>
        </p:txBody>
      </p:sp>
      <p:sp>
        <p:nvSpPr>
          <p:cNvPr id="5" name="テキスト ボックス 4">
            <a:extLst>
              <a:ext uri="{FF2B5EF4-FFF2-40B4-BE49-F238E27FC236}">
                <a16:creationId xmlns:a16="http://schemas.microsoft.com/office/drawing/2014/main" id="{C722009A-DED3-7073-83CB-04DBCF9C572B}"/>
              </a:ext>
            </a:extLst>
          </p:cNvPr>
          <p:cNvSpPr txBox="1"/>
          <p:nvPr userDrawn="1"/>
        </p:nvSpPr>
        <p:spPr>
          <a:xfrm>
            <a:off x="2372070" y="7039346"/>
            <a:ext cx="5522893" cy="297455"/>
          </a:xfrm>
          <a:prstGeom prst="rect">
            <a:avLst/>
          </a:prstGeom>
          <a:noFill/>
        </p:spPr>
        <p:txBody>
          <a:bodyPr wrap="square" lIns="0" rIns="0" rtlCol="0">
            <a:noAutofit/>
          </a:bodyPr>
          <a:lstStyle/>
          <a:p>
            <a:pPr marL="0" marR="0" lvl="0" indent="0" algn="ctr" defTabSz="234000" rtl="0" eaLnBrk="1" fontAlgn="auto" latinLnBrk="0" hangingPunct="1">
              <a:lnSpc>
                <a:spcPct val="100000"/>
              </a:lnSpc>
              <a:spcBef>
                <a:spcPts val="0"/>
              </a:spcBef>
              <a:spcAft>
                <a:spcPts val="0"/>
              </a:spcAft>
              <a:buClrTx/>
              <a:buSzTx/>
              <a:buFontTx/>
              <a:buNone/>
              <a:tabLst/>
              <a:defRPr/>
            </a:pPr>
            <a:r>
              <a:rPr lang="ja-JP" altLang="en-US" sz="1480" dirty="0">
                <a:solidFill>
                  <a:srgbClr val="C00000"/>
                </a:solidFill>
                <a:latin typeface="+mn-ea"/>
              </a:rPr>
              <a:t>写真の差し替えはマスタより行ってください。</a:t>
            </a:r>
            <a:endParaRPr kumimoji="1" lang="ja-JP" altLang="en-US" sz="1480" dirty="0">
              <a:solidFill>
                <a:srgbClr val="C00000"/>
              </a:solidFill>
            </a:endParaRPr>
          </a:p>
          <a:p>
            <a:pPr algn="ctr" defTabSz="234000"/>
            <a:endParaRPr kumimoji="1" lang="ja-JP" altLang="en-US" sz="1480" dirty="0">
              <a:solidFill>
                <a:srgbClr val="C00000"/>
              </a:solidFill>
              <a:latin typeface="+mn-ea"/>
            </a:endParaRPr>
          </a:p>
        </p:txBody>
      </p:sp>
    </p:spTree>
    <p:extLst>
      <p:ext uri="{BB962C8B-B14F-4D97-AF65-F5344CB8AC3E}">
        <p14:creationId xmlns:p14="http://schemas.microsoft.com/office/powerpoint/2010/main" val="306864294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下に画像">
    <p:spTree>
      <p:nvGrpSpPr>
        <p:cNvPr id="1" name=""/>
        <p:cNvGrpSpPr/>
        <p:nvPr/>
      </p:nvGrpSpPr>
      <p:grpSpPr>
        <a:xfrm>
          <a:off x="0" y="0"/>
          <a:ext cx="0" cy="0"/>
          <a:chOff x="0" y="0"/>
          <a:chExt cx="0" cy="0"/>
        </a:xfrm>
      </p:grpSpPr>
      <p:pic>
        <p:nvPicPr>
          <p:cNvPr id="7" name="図プレースホルダー 11">
            <a:extLst>
              <a:ext uri="{FF2B5EF4-FFF2-40B4-BE49-F238E27FC236}">
                <a16:creationId xmlns:a16="http://schemas.microsoft.com/office/drawing/2014/main" id="{C2044BA7-36F7-9477-3C85-FA967B223BAA}"/>
              </a:ext>
            </a:extLst>
          </p:cNvPr>
          <p:cNvPicPr>
            <a:picLocks noChangeAspect="1"/>
          </p:cNvPicPr>
          <p:nvPr userDrawn="1"/>
        </p:nvPicPr>
        <p:blipFill>
          <a:blip r:embed="rId2"/>
          <a:srcRect t="24412" b="24412"/>
          <a:stretch/>
        </p:blipFill>
        <p:spPr>
          <a:xfrm>
            <a:off x="0" y="3351600"/>
            <a:ext cx="9906975" cy="3510000"/>
          </a:xfrm>
          <a:prstGeom prst="rect">
            <a:avLst/>
          </a:prstGeom>
        </p:spPr>
      </p:pic>
      <p:sp>
        <p:nvSpPr>
          <p:cNvPr id="6" name="正方形/長方形 5">
            <a:extLst>
              <a:ext uri="{FF2B5EF4-FFF2-40B4-BE49-F238E27FC236}">
                <a16:creationId xmlns:a16="http://schemas.microsoft.com/office/drawing/2014/main" id="{9C900E81-5532-6F3F-3DCC-003C90BA5ECB}"/>
              </a:ext>
            </a:extLst>
          </p:cNvPr>
          <p:cNvSpPr/>
          <p:nvPr userDrawn="1"/>
        </p:nvSpPr>
        <p:spPr>
          <a:xfrm>
            <a:off x="0" y="5202001"/>
            <a:ext cx="99060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endParaRPr kumimoji="1" lang="ja-JP" altLang="en-US" sz="1138" dirty="0" err="1">
              <a:solidFill>
                <a:schemeClr val="tx1"/>
              </a:solidFill>
            </a:endParaRPr>
          </a:p>
        </p:txBody>
      </p:sp>
      <p:pic>
        <p:nvPicPr>
          <p:cNvPr id="9" name="図 8">
            <a:extLst>
              <a:ext uri="{FF2B5EF4-FFF2-40B4-BE49-F238E27FC236}">
                <a16:creationId xmlns:a16="http://schemas.microsoft.com/office/drawing/2014/main" id="{AE17DA24-7E4F-696A-F536-1C16C913B80D}"/>
              </a:ext>
            </a:extLst>
          </p:cNvPr>
          <p:cNvPicPr>
            <a:picLocks noChangeAspect="1"/>
          </p:cNvPicPr>
          <p:nvPr userDrawn="1"/>
        </p:nvPicPr>
        <p:blipFill>
          <a:blip r:embed="rId3"/>
          <a:srcRect/>
          <a:stretch/>
        </p:blipFill>
        <p:spPr>
          <a:xfrm>
            <a:off x="8728709" y="6425921"/>
            <a:ext cx="933474" cy="292658"/>
          </a:xfrm>
          <a:prstGeom prst="rect">
            <a:avLst/>
          </a:prstGeom>
        </p:spPr>
      </p:pic>
      <p:sp>
        <p:nvSpPr>
          <p:cNvPr id="3" name="タイトル 1">
            <a:extLst>
              <a:ext uri="{FF2B5EF4-FFF2-40B4-BE49-F238E27FC236}">
                <a16:creationId xmlns:a16="http://schemas.microsoft.com/office/drawing/2014/main" id="{90F45524-EB8E-A1DF-361B-8D78281B5E74}"/>
              </a:ext>
            </a:extLst>
          </p:cNvPr>
          <p:cNvSpPr>
            <a:spLocks noGrp="1"/>
          </p:cNvSpPr>
          <p:nvPr>
            <p:ph type="title" hasCustomPrompt="1"/>
          </p:nvPr>
        </p:nvSpPr>
        <p:spPr>
          <a:xfrm>
            <a:off x="301275" y="334801"/>
            <a:ext cx="9301500" cy="413999"/>
          </a:xfrm>
        </p:spPr>
        <p:txBody>
          <a:bodyPr tIns="0" bIns="0" anchor="t">
            <a:noAutofit/>
          </a:bodyPr>
          <a:lstStyle>
            <a:lvl1pPr>
              <a:defRPr sz="2113"/>
            </a:lvl1pPr>
          </a:lstStyle>
          <a:p>
            <a:r>
              <a:rPr kumimoji="1" lang="ja-JP" altLang="en-US"/>
              <a:t>［タイトル］</a:t>
            </a:r>
          </a:p>
        </p:txBody>
      </p:sp>
      <p:sp>
        <p:nvSpPr>
          <p:cNvPr id="12" name="テキスト ボックス 11">
            <a:extLst>
              <a:ext uri="{FF2B5EF4-FFF2-40B4-BE49-F238E27FC236}">
                <a16:creationId xmlns:a16="http://schemas.microsoft.com/office/drawing/2014/main" id="{6A05FF2A-BCBB-15AB-3787-FE03495E6FCB}"/>
              </a:ext>
            </a:extLst>
          </p:cNvPr>
          <p:cNvSpPr txBox="1"/>
          <p:nvPr userDrawn="1"/>
        </p:nvSpPr>
        <p:spPr>
          <a:xfrm>
            <a:off x="301275" y="6562800"/>
            <a:ext cx="3942900" cy="90000"/>
          </a:xfrm>
          <a:prstGeom prst="rect">
            <a:avLst/>
          </a:prstGeom>
          <a:noFill/>
        </p:spPr>
        <p:txBody>
          <a:bodyPr wrap="square" lIns="0" tIns="0" rIns="0" bIns="0" rtlCol="0" anchor="ctr" anchorCtr="0">
            <a:noAutofit/>
          </a:bodyPr>
          <a:lstStyle/>
          <a:p>
            <a:pPr marL="0" marR="0" lvl="0" indent="0" algn="l" defTabSz="234000" rtl="0" eaLnBrk="1" fontAlgn="auto" latinLnBrk="0" hangingPunct="1">
              <a:lnSpc>
                <a:spcPct val="100000"/>
              </a:lnSpc>
              <a:spcBef>
                <a:spcPts val="0"/>
              </a:spcBef>
              <a:spcAft>
                <a:spcPts val="0"/>
              </a:spcAft>
              <a:buClrTx/>
              <a:buSzTx/>
              <a:buFontTx/>
              <a:buNone/>
              <a:tabLst/>
              <a:defRPr/>
            </a:pPr>
            <a:r>
              <a:rPr lang="en-US" altLang="ja-JP" sz="813" dirty="0">
                <a:solidFill>
                  <a:schemeClr val="bg1"/>
                </a:solidFill>
              </a:rPr>
              <a:t>© 2025 NTT DATA University Corporation</a:t>
            </a:r>
          </a:p>
        </p:txBody>
      </p:sp>
      <p:sp>
        <p:nvSpPr>
          <p:cNvPr id="13" name="テキスト ボックス 12">
            <a:extLst>
              <a:ext uri="{FF2B5EF4-FFF2-40B4-BE49-F238E27FC236}">
                <a16:creationId xmlns:a16="http://schemas.microsoft.com/office/drawing/2014/main" id="{8BBC1440-FAD9-794A-1B15-7B7A16143951}"/>
              </a:ext>
            </a:extLst>
          </p:cNvPr>
          <p:cNvSpPr txBox="1"/>
          <p:nvPr userDrawn="1"/>
        </p:nvSpPr>
        <p:spPr>
          <a:xfrm>
            <a:off x="4829175" y="6562800"/>
            <a:ext cx="248625"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650" smtClean="0">
                <a:solidFill>
                  <a:schemeClr val="bg1"/>
                </a:solidFill>
              </a:rPr>
              <a:pPr algn="ctr"/>
              <a:t>‹#›</a:t>
            </a:fld>
            <a:endParaRPr kumimoji="0" lang="en-US" altLang="ja-JP" sz="650" dirty="0">
              <a:solidFill>
                <a:schemeClr val="bg1"/>
              </a:solidFill>
              <a:latin typeface="+mn-ea"/>
              <a:cs typeface="Meiryo UI" pitchFamily="50" charset="-128"/>
            </a:endParaRPr>
          </a:p>
        </p:txBody>
      </p:sp>
      <p:sp>
        <p:nvSpPr>
          <p:cNvPr id="4" name="テキスト ボックス 3">
            <a:extLst>
              <a:ext uri="{FF2B5EF4-FFF2-40B4-BE49-F238E27FC236}">
                <a16:creationId xmlns:a16="http://schemas.microsoft.com/office/drawing/2014/main" id="{18655178-DE12-7246-7FDA-793D4F72C04F}"/>
              </a:ext>
            </a:extLst>
          </p:cNvPr>
          <p:cNvSpPr txBox="1"/>
          <p:nvPr userDrawn="1"/>
        </p:nvSpPr>
        <p:spPr>
          <a:xfrm>
            <a:off x="2372070" y="7039346"/>
            <a:ext cx="5522893" cy="297455"/>
          </a:xfrm>
          <a:prstGeom prst="rect">
            <a:avLst/>
          </a:prstGeom>
          <a:noFill/>
        </p:spPr>
        <p:txBody>
          <a:bodyPr wrap="square" lIns="0" rIns="0" rtlCol="0">
            <a:noAutofit/>
          </a:bodyPr>
          <a:lstStyle/>
          <a:p>
            <a:pPr marL="0" marR="0" lvl="0" indent="0" algn="ctr" defTabSz="234000" rtl="0" eaLnBrk="1" fontAlgn="auto" latinLnBrk="0" hangingPunct="1">
              <a:lnSpc>
                <a:spcPct val="100000"/>
              </a:lnSpc>
              <a:spcBef>
                <a:spcPts val="0"/>
              </a:spcBef>
              <a:spcAft>
                <a:spcPts val="0"/>
              </a:spcAft>
              <a:buClrTx/>
              <a:buSzTx/>
              <a:buFontTx/>
              <a:buNone/>
              <a:tabLst/>
              <a:defRPr/>
            </a:pPr>
            <a:r>
              <a:rPr lang="ja-JP" altLang="en-US" sz="1480" dirty="0">
                <a:solidFill>
                  <a:srgbClr val="C00000"/>
                </a:solidFill>
                <a:latin typeface="+mn-ea"/>
              </a:rPr>
              <a:t>写真の差し替えはマスタより行ってください。</a:t>
            </a:r>
            <a:endParaRPr kumimoji="1" lang="ja-JP" altLang="en-US" sz="1480" dirty="0">
              <a:solidFill>
                <a:srgbClr val="C00000"/>
              </a:solidFill>
            </a:endParaRPr>
          </a:p>
          <a:p>
            <a:pPr algn="ctr" defTabSz="234000"/>
            <a:endParaRPr kumimoji="1" lang="ja-JP" altLang="en-US" sz="1480" dirty="0">
              <a:solidFill>
                <a:srgbClr val="C00000"/>
              </a:solidFill>
              <a:latin typeface="+mn-ea"/>
            </a:endParaRPr>
          </a:p>
        </p:txBody>
      </p:sp>
    </p:spTree>
    <p:extLst>
      <p:ext uri="{BB962C8B-B14F-4D97-AF65-F5344CB8AC3E}">
        <p14:creationId xmlns:p14="http://schemas.microsoft.com/office/powerpoint/2010/main" val="260793434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画像3枚">
    <p:spTree>
      <p:nvGrpSpPr>
        <p:cNvPr id="1" name=""/>
        <p:cNvGrpSpPr/>
        <p:nvPr/>
      </p:nvGrpSpPr>
      <p:grpSpPr>
        <a:xfrm>
          <a:off x="0" y="0"/>
          <a:ext cx="0" cy="0"/>
          <a:chOff x="0" y="0"/>
          <a:chExt cx="0" cy="0"/>
        </a:xfrm>
      </p:grpSpPr>
      <p:sp>
        <p:nvSpPr>
          <p:cNvPr id="3" name="タイトル 1">
            <a:extLst>
              <a:ext uri="{FF2B5EF4-FFF2-40B4-BE49-F238E27FC236}">
                <a16:creationId xmlns:a16="http://schemas.microsoft.com/office/drawing/2014/main" id="{4F42E522-CE3A-6008-C8C6-04F66A8E510F}"/>
              </a:ext>
            </a:extLst>
          </p:cNvPr>
          <p:cNvSpPr>
            <a:spLocks noGrp="1"/>
          </p:cNvSpPr>
          <p:nvPr>
            <p:ph type="title" hasCustomPrompt="1"/>
          </p:nvPr>
        </p:nvSpPr>
        <p:spPr>
          <a:xfrm>
            <a:off x="301275" y="334800"/>
            <a:ext cx="9301500" cy="412538"/>
          </a:xfrm>
        </p:spPr>
        <p:txBody>
          <a:bodyPr tIns="0" bIns="0">
            <a:noAutofit/>
          </a:bodyPr>
          <a:lstStyle>
            <a:lvl1pPr>
              <a:defRPr sz="2113"/>
            </a:lvl1pPr>
          </a:lstStyle>
          <a:p>
            <a:r>
              <a:rPr kumimoji="1" lang="ja-JP" altLang="en-US"/>
              <a:t>［タイトル］</a:t>
            </a:r>
          </a:p>
        </p:txBody>
      </p:sp>
      <p:sp>
        <p:nvSpPr>
          <p:cNvPr id="4" name="テキスト ボックス 3">
            <a:extLst>
              <a:ext uri="{FF2B5EF4-FFF2-40B4-BE49-F238E27FC236}">
                <a16:creationId xmlns:a16="http://schemas.microsoft.com/office/drawing/2014/main" id="{8C3C35FC-0C2C-C5D6-0210-3A570FE264A2}"/>
              </a:ext>
            </a:extLst>
          </p:cNvPr>
          <p:cNvSpPr txBox="1"/>
          <p:nvPr userDrawn="1"/>
        </p:nvSpPr>
        <p:spPr>
          <a:xfrm>
            <a:off x="4829175" y="6562800"/>
            <a:ext cx="248625"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650" smtClean="0">
                <a:solidFill>
                  <a:srgbClr val="6B6B6B"/>
                </a:solidFill>
              </a:rPr>
              <a:pPr algn="ctr"/>
              <a:t>‹#›</a:t>
            </a:fld>
            <a:endParaRPr kumimoji="0" lang="en-US" altLang="ja-JP" sz="650" dirty="0">
              <a:solidFill>
                <a:srgbClr val="6B6B6B"/>
              </a:solidFill>
              <a:latin typeface="+mn-ea"/>
              <a:cs typeface="Meiryo UI" pitchFamily="50" charset="-128"/>
            </a:endParaRPr>
          </a:p>
        </p:txBody>
      </p:sp>
      <p:sp>
        <p:nvSpPr>
          <p:cNvPr id="5" name="Picture Placeholder 6">
            <a:extLst>
              <a:ext uri="{FF2B5EF4-FFF2-40B4-BE49-F238E27FC236}">
                <a16:creationId xmlns:a16="http://schemas.microsoft.com/office/drawing/2014/main" id="{8D8BF745-92BD-988C-34D0-74B4D7534C7D}"/>
              </a:ext>
            </a:extLst>
          </p:cNvPr>
          <p:cNvSpPr>
            <a:spLocks noGrp="1"/>
          </p:cNvSpPr>
          <p:nvPr>
            <p:ph type="pic" sz="quarter" idx="13" hasCustomPrompt="1"/>
          </p:nvPr>
        </p:nvSpPr>
        <p:spPr bwMode="gray">
          <a:xfrm>
            <a:off x="0" y="1411200"/>
            <a:ext cx="3264300" cy="2772000"/>
          </a:xfrm>
          <a:solidFill>
            <a:schemeClr val="accent6"/>
          </a:solidFill>
        </p:spPr>
        <p:txBody>
          <a:bodyPr anchor="ctr" anchorCtr="0"/>
          <a:lstStyle>
            <a:lvl1pPr algn="ctr">
              <a:defRPr sz="1625">
                <a:solidFill>
                  <a:schemeClr val="bg1"/>
                </a:solidFill>
              </a:defRPr>
            </a:lvl1pPr>
          </a:lstStyle>
          <a:p>
            <a:r>
              <a:rPr lang="en-US" dirty="0" err="1"/>
              <a:t>クリックして画像を追加してください</a:t>
            </a:r>
            <a:r>
              <a:rPr lang="en-US" dirty="0"/>
              <a:t>。</a:t>
            </a:r>
          </a:p>
        </p:txBody>
      </p:sp>
      <p:sp>
        <p:nvSpPr>
          <p:cNvPr id="2" name="Picture Placeholder 6">
            <a:extLst>
              <a:ext uri="{FF2B5EF4-FFF2-40B4-BE49-F238E27FC236}">
                <a16:creationId xmlns:a16="http://schemas.microsoft.com/office/drawing/2014/main" id="{149F5F7A-6BC4-C06C-9C1E-4B267B2B2FE9}"/>
              </a:ext>
            </a:extLst>
          </p:cNvPr>
          <p:cNvSpPr>
            <a:spLocks noGrp="1"/>
          </p:cNvSpPr>
          <p:nvPr>
            <p:ph type="pic" sz="quarter" idx="14" hasCustomPrompt="1"/>
          </p:nvPr>
        </p:nvSpPr>
        <p:spPr bwMode="gray">
          <a:xfrm>
            <a:off x="3322800" y="1411200"/>
            <a:ext cx="3264300" cy="2772000"/>
          </a:xfrm>
          <a:solidFill>
            <a:schemeClr val="accent6"/>
          </a:solidFill>
        </p:spPr>
        <p:txBody>
          <a:bodyPr anchor="ctr" anchorCtr="0"/>
          <a:lstStyle>
            <a:lvl1pPr algn="ctr">
              <a:defRPr sz="1625">
                <a:solidFill>
                  <a:schemeClr val="bg1"/>
                </a:solidFill>
              </a:defRPr>
            </a:lvl1pPr>
          </a:lstStyle>
          <a:p>
            <a:r>
              <a:rPr lang="en-US" dirty="0" err="1"/>
              <a:t>クリックして画像を追加してください</a:t>
            </a:r>
            <a:r>
              <a:rPr lang="en-US" dirty="0"/>
              <a:t>。</a:t>
            </a:r>
          </a:p>
        </p:txBody>
      </p:sp>
      <p:sp>
        <p:nvSpPr>
          <p:cNvPr id="8" name="Picture Placeholder 6">
            <a:extLst>
              <a:ext uri="{FF2B5EF4-FFF2-40B4-BE49-F238E27FC236}">
                <a16:creationId xmlns:a16="http://schemas.microsoft.com/office/drawing/2014/main" id="{A67C5164-A259-C81F-D67B-6539C0BBF790}"/>
              </a:ext>
            </a:extLst>
          </p:cNvPr>
          <p:cNvSpPr>
            <a:spLocks noGrp="1"/>
          </p:cNvSpPr>
          <p:nvPr>
            <p:ph type="pic" sz="quarter" idx="15" hasCustomPrompt="1"/>
          </p:nvPr>
        </p:nvSpPr>
        <p:spPr bwMode="gray">
          <a:xfrm>
            <a:off x="6642675" y="1411200"/>
            <a:ext cx="3264300" cy="2772000"/>
          </a:xfrm>
          <a:solidFill>
            <a:schemeClr val="accent6"/>
          </a:solidFill>
        </p:spPr>
        <p:txBody>
          <a:bodyPr anchor="ctr" anchorCtr="0"/>
          <a:lstStyle>
            <a:lvl1pPr algn="ctr">
              <a:defRPr sz="1625">
                <a:solidFill>
                  <a:schemeClr val="bg1"/>
                </a:solidFill>
              </a:defRPr>
            </a:lvl1pPr>
          </a:lstStyle>
          <a:p>
            <a:r>
              <a:rPr lang="en-US" dirty="0" err="1"/>
              <a:t>クリックして画像を追加してください</a:t>
            </a:r>
            <a:r>
              <a:rPr lang="en-US" dirty="0"/>
              <a:t>。</a:t>
            </a:r>
          </a:p>
        </p:txBody>
      </p:sp>
    </p:spTree>
    <p:extLst>
      <p:ext uri="{BB962C8B-B14F-4D97-AF65-F5344CB8AC3E}">
        <p14:creationId xmlns:p14="http://schemas.microsoft.com/office/powerpoint/2010/main" val="127820132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写真集">
    <p:spTree>
      <p:nvGrpSpPr>
        <p:cNvPr id="1" name=""/>
        <p:cNvGrpSpPr/>
        <p:nvPr/>
      </p:nvGrpSpPr>
      <p:grpSpPr>
        <a:xfrm>
          <a:off x="0" y="0"/>
          <a:ext cx="0" cy="0"/>
          <a:chOff x="0" y="0"/>
          <a:chExt cx="0" cy="0"/>
        </a:xfrm>
      </p:grpSpPr>
      <p:sp>
        <p:nvSpPr>
          <p:cNvPr id="5" name="図プレースホルダー 4">
            <a:extLst>
              <a:ext uri="{FF2B5EF4-FFF2-40B4-BE49-F238E27FC236}">
                <a16:creationId xmlns:a16="http://schemas.microsoft.com/office/drawing/2014/main" id="{AF36B133-36B0-B253-B7D4-C28F41A61059}"/>
              </a:ext>
            </a:extLst>
          </p:cNvPr>
          <p:cNvSpPr>
            <a:spLocks noGrp="1"/>
          </p:cNvSpPr>
          <p:nvPr>
            <p:ph type="pic" sz="quarter" idx="11" hasCustomPrompt="1"/>
          </p:nvPr>
        </p:nvSpPr>
        <p:spPr>
          <a:xfrm>
            <a:off x="301275" y="334800"/>
            <a:ext cx="3591900" cy="3546000"/>
          </a:xfrm>
          <a:solidFill>
            <a:schemeClr val="accent3"/>
          </a:solidFill>
        </p:spPr>
        <p:txBody>
          <a:bodyPr anchor="ctr"/>
          <a:lstStyle>
            <a:lvl1pPr algn="ctr">
              <a:defRPr>
                <a:solidFill>
                  <a:schemeClr val="bg1"/>
                </a:solidFill>
              </a:defRPr>
            </a:lvl1pPr>
          </a:lstStyle>
          <a:p>
            <a:r>
              <a:rPr kumimoji="1" lang="ja-JP" altLang="en-US"/>
              <a:t>画像を追加</a:t>
            </a:r>
          </a:p>
        </p:txBody>
      </p:sp>
      <p:sp>
        <p:nvSpPr>
          <p:cNvPr id="2" name="タイトル 1">
            <a:extLst>
              <a:ext uri="{FF2B5EF4-FFF2-40B4-BE49-F238E27FC236}">
                <a16:creationId xmlns:a16="http://schemas.microsoft.com/office/drawing/2014/main" id="{760F00A5-A022-0540-F2CC-D4AA03AB45B3}"/>
              </a:ext>
            </a:extLst>
          </p:cNvPr>
          <p:cNvSpPr>
            <a:spLocks noGrp="1"/>
          </p:cNvSpPr>
          <p:nvPr>
            <p:ph type="title" hasCustomPrompt="1"/>
          </p:nvPr>
        </p:nvSpPr>
        <p:spPr>
          <a:xfrm>
            <a:off x="301275" y="2422800"/>
            <a:ext cx="3591900" cy="1458000"/>
          </a:xfrm>
        </p:spPr>
        <p:txBody>
          <a:bodyPr>
            <a:noAutofit/>
          </a:bodyPr>
          <a:lstStyle>
            <a:lvl1pPr algn="ctr">
              <a:defRPr sz="1731" b="0">
                <a:solidFill>
                  <a:schemeClr val="bg1"/>
                </a:solidFill>
              </a:defRPr>
            </a:lvl1pPr>
          </a:lstStyle>
          <a:p>
            <a:r>
              <a:rPr kumimoji="1" lang="ja-JP" altLang="en-US"/>
              <a:t>マスター テキストの書式設定</a:t>
            </a:r>
          </a:p>
        </p:txBody>
      </p:sp>
      <p:sp>
        <p:nvSpPr>
          <p:cNvPr id="7" name="テキスト プレースホルダー 6">
            <a:extLst>
              <a:ext uri="{FF2B5EF4-FFF2-40B4-BE49-F238E27FC236}">
                <a16:creationId xmlns:a16="http://schemas.microsoft.com/office/drawing/2014/main" id="{786AAEE8-9706-2A45-5CC0-A6743ACE48DC}"/>
              </a:ext>
            </a:extLst>
          </p:cNvPr>
          <p:cNvSpPr>
            <a:spLocks noGrp="1"/>
          </p:cNvSpPr>
          <p:nvPr>
            <p:ph type="body" sz="quarter" idx="12"/>
          </p:nvPr>
        </p:nvSpPr>
        <p:spPr>
          <a:xfrm>
            <a:off x="301275" y="3988800"/>
            <a:ext cx="2778750" cy="2250000"/>
          </a:xfrm>
          <a:solidFill>
            <a:schemeClr val="accent6"/>
          </a:solidFill>
        </p:spPr>
        <p:txBody>
          <a:bodyPr anchor="ctr"/>
          <a:lstStyle>
            <a:lvl1pPr algn="l">
              <a:defRPr sz="2169" b="1"/>
            </a:lvl1pPr>
          </a:lstStyle>
          <a:p>
            <a:pPr lvl="0"/>
            <a:r>
              <a:rPr kumimoji="1" lang="ja-JP" altLang="en-US"/>
              <a:t>マスター テキストの書式設定</a:t>
            </a:r>
          </a:p>
        </p:txBody>
      </p:sp>
      <p:sp>
        <p:nvSpPr>
          <p:cNvPr id="9" name="テキスト プレースホルダー 8">
            <a:extLst>
              <a:ext uri="{FF2B5EF4-FFF2-40B4-BE49-F238E27FC236}">
                <a16:creationId xmlns:a16="http://schemas.microsoft.com/office/drawing/2014/main" id="{47250683-2213-51C3-F47C-D3BB0C13BFD4}"/>
              </a:ext>
            </a:extLst>
          </p:cNvPr>
          <p:cNvSpPr>
            <a:spLocks noGrp="1"/>
          </p:cNvSpPr>
          <p:nvPr>
            <p:ph type="body" sz="quarter" idx="13"/>
          </p:nvPr>
        </p:nvSpPr>
        <p:spPr>
          <a:xfrm>
            <a:off x="3983850" y="334800"/>
            <a:ext cx="3533400" cy="3556800"/>
          </a:xfrm>
          <a:solidFill>
            <a:schemeClr val="accent1"/>
          </a:solidFill>
        </p:spPr>
        <p:txBody>
          <a:bodyPr anchor="ctr"/>
          <a:lstStyle>
            <a:lvl1pPr algn="l">
              <a:defRPr sz="2600" b="1">
                <a:solidFill>
                  <a:schemeClr val="bg1"/>
                </a:solidFill>
              </a:defRPr>
            </a:lvl1pPr>
          </a:lstStyle>
          <a:p>
            <a:pPr lvl="0"/>
            <a:r>
              <a:rPr kumimoji="1" lang="ja-JP" altLang="en-US"/>
              <a:t>マスター テキストの書式設定</a:t>
            </a:r>
          </a:p>
        </p:txBody>
      </p:sp>
      <p:sp>
        <p:nvSpPr>
          <p:cNvPr id="11" name="図プレースホルダー 10">
            <a:extLst>
              <a:ext uri="{FF2B5EF4-FFF2-40B4-BE49-F238E27FC236}">
                <a16:creationId xmlns:a16="http://schemas.microsoft.com/office/drawing/2014/main" id="{D127BBDB-D025-FD8A-C85D-A801D42BDD16}"/>
              </a:ext>
            </a:extLst>
          </p:cNvPr>
          <p:cNvSpPr>
            <a:spLocks noGrp="1"/>
          </p:cNvSpPr>
          <p:nvPr>
            <p:ph type="pic" sz="quarter" idx="14" hasCustomPrompt="1"/>
          </p:nvPr>
        </p:nvSpPr>
        <p:spPr>
          <a:xfrm>
            <a:off x="3150225" y="3988801"/>
            <a:ext cx="4364100" cy="2249487"/>
          </a:xfrm>
          <a:solidFill>
            <a:schemeClr val="accent3"/>
          </a:solidFill>
        </p:spPr>
        <p:txBody>
          <a:bodyPr anchor="ctr"/>
          <a:lstStyle>
            <a:lvl1pPr algn="ctr">
              <a:defRPr>
                <a:solidFill>
                  <a:schemeClr val="bg1"/>
                </a:solidFill>
              </a:defRPr>
            </a:lvl1pPr>
          </a:lstStyle>
          <a:p>
            <a:r>
              <a:rPr kumimoji="1" lang="ja-JP" altLang="en-US"/>
              <a:t>画像を追加</a:t>
            </a:r>
          </a:p>
        </p:txBody>
      </p:sp>
      <p:sp>
        <p:nvSpPr>
          <p:cNvPr id="13" name="テキスト プレースホルダー 12">
            <a:extLst>
              <a:ext uri="{FF2B5EF4-FFF2-40B4-BE49-F238E27FC236}">
                <a16:creationId xmlns:a16="http://schemas.microsoft.com/office/drawing/2014/main" id="{A7430A91-EF7E-38AA-26AE-08F2AE017756}"/>
              </a:ext>
            </a:extLst>
          </p:cNvPr>
          <p:cNvSpPr>
            <a:spLocks noGrp="1"/>
          </p:cNvSpPr>
          <p:nvPr>
            <p:ph type="body" sz="quarter" idx="15"/>
          </p:nvPr>
        </p:nvSpPr>
        <p:spPr>
          <a:xfrm>
            <a:off x="3150225" y="5400000"/>
            <a:ext cx="4364100" cy="838800"/>
          </a:xfrm>
        </p:spPr>
        <p:txBody>
          <a:bodyPr anchor="t" anchorCtr="0"/>
          <a:lstStyle>
            <a:lvl1pPr algn="ctr">
              <a:defRPr>
                <a:solidFill>
                  <a:schemeClr val="bg1"/>
                </a:solidFill>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kumimoji="1" lang="ja-JP" altLang="en-US"/>
              <a:t>マスター テキストの書式設定</a:t>
            </a:r>
          </a:p>
        </p:txBody>
      </p:sp>
      <p:sp>
        <p:nvSpPr>
          <p:cNvPr id="15" name="テキスト プレースホルダー 14">
            <a:extLst>
              <a:ext uri="{FF2B5EF4-FFF2-40B4-BE49-F238E27FC236}">
                <a16:creationId xmlns:a16="http://schemas.microsoft.com/office/drawing/2014/main" id="{8E3F89E9-9AFA-9CD7-A1FE-3F17B7226957}"/>
              </a:ext>
            </a:extLst>
          </p:cNvPr>
          <p:cNvSpPr>
            <a:spLocks noGrp="1"/>
          </p:cNvSpPr>
          <p:nvPr>
            <p:ph type="body" sz="quarter" idx="16"/>
          </p:nvPr>
        </p:nvSpPr>
        <p:spPr>
          <a:xfrm>
            <a:off x="7605000" y="334800"/>
            <a:ext cx="2009475" cy="1699200"/>
          </a:xfrm>
          <a:solidFill>
            <a:schemeClr val="accent6"/>
          </a:solidFill>
        </p:spPr>
        <p:txBody>
          <a:bodyPr anchor="ctr"/>
          <a:lstStyle>
            <a:lvl1pPr algn="ctr">
              <a:defRPr sz="1731">
                <a:solidFill>
                  <a:schemeClr val="bg1"/>
                </a:solidFill>
              </a:defRPr>
            </a:lvl1pPr>
            <a:lvl2pPr>
              <a:defRPr sz="1731">
                <a:solidFill>
                  <a:schemeClr val="bg1"/>
                </a:solidFill>
              </a:defRPr>
            </a:lvl2pPr>
            <a:lvl3pPr>
              <a:defRPr sz="1731">
                <a:solidFill>
                  <a:schemeClr val="bg1"/>
                </a:solidFill>
              </a:defRPr>
            </a:lvl3pPr>
            <a:lvl4pPr>
              <a:defRPr sz="1731">
                <a:solidFill>
                  <a:schemeClr val="bg1"/>
                </a:solidFill>
              </a:defRPr>
            </a:lvl4pPr>
            <a:lvl5pPr>
              <a:defRPr sz="1731">
                <a:solidFill>
                  <a:schemeClr val="bg1"/>
                </a:solidFill>
              </a:defRPr>
            </a:lvl5pPr>
          </a:lstStyle>
          <a:p>
            <a:pPr lvl="0"/>
            <a:r>
              <a:rPr kumimoji="1" lang="ja-JP" altLang="en-US"/>
              <a:t>マスター テキストの書式設定</a:t>
            </a:r>
          </a:p>
        </p:txBody>
      </p:sp>
      <p:sp>
        <p:nvSpPr>
          <p:cNvPr id="17" name="図プレースホルダー 16">
            <a:extLst>
              <a:ext uri="{FF2B5EF4-FFF2-40B4-BE49-F238E27FC236}">
                <a16:creationId xmlns:a16="http://schemas.microsoft.com/office/drawing/2014/main" id="{36D62073-F3ED-902D-ABDD-53B579CEBC66}"/>
              </a:ext>
            </a:extLst>
          </p:cNvPr>
          <p:cNvSpPr>
            <a:spLocks noGrp="1"/>
          </p:cNvSpPr>
          <p:nvPr>
            <p:ph type="pic" sz="quarter" idx="17" hasCustomPrompt="1"/>
          </p:nvPr>
        </p:nvSpPr>
        <p:spPr>
          <a:xfrm>
            <a:off x="7596225" y="2138400"/>
            <a:ext cx="2018250" cy="2682000"/>
          </a:xfrm>
          <a:solidFill>
            <a:schemeClr val="accent3"/>
          </a:solidFill>
        </p:spPr>
        <p:txBody>
          <a:bodyPr anchor="ctr"/>
          <a:lstStyle>
            <a:lvl1pPr algn="ctr">
              <a:defRPr>
                <a:solidFill>
                  <a:schemeClr val="bg1"/>
                </a:solidFill>
              </a:defRPr>
            </a:lvl1pPr>
          </a:lstStyle>
          <a:p>
            <a:r>
              <a:rPr kumimoji="1" lang="ja-JP" altLang="en-US"/>
              <a:t>画像を追加</a:t>
            </a:r>
          </a:p>
        </p:txBody>
      </p:sp>
      <p:sp>
        <p:nvSpPr>
          <p:cNvPr id="19" name="テキスト プレースホルダー 18">
            <a:extLst>
              <a:ext uri="{FF2B5EF4-FFF2-40B4-BE49-F238E27FC236}">
                <a16:creationId xmlns:a16="http://schemas.microsoft.com/office/drawing/2014/main" id="{4A8E1685-4EC8-2142-116E-6C7F07537E72}"/>
              </a:ext>
            </a:extLst>
          </p:cNvPr>
          <p:cNvSpPr>
            <a:spLocks noGrp="1"/>
          </p:cNvSpPr>
          <p:nvPr>
            <p:ph type="body" sz="quarter" idx="18"/>
          </p:nvPr>
        </p:nvSpPr>
        <p:spPr>
          <a:xfrm>
            <a:off x="7605000" y="3744000"/>
            <a:ext cx="2009475" cy="1076400"/>
          </a:xfrm>
        </p:spPr>
        <p:txBody>
          <a:bodyPr/>
          <a:lstStyle>
            <a:lvl1pPr algn="ctr">
              <a:defRPr sz="1731">
                <a:solidFill>
                  <a:schemeClr val="bg1"/>
                </a:solidFill>
              </a:defRPr>
            </a:lvl1pPr>
            <a:lvl2pPr>
              <a:defRPr sz="1731">
                <a:solidFill>
                  <a:schemeClr val="bg1"/>
                </a:solidFill>
              </a:defRPr>
            </a:lvl2pPr>
            <a:lvl3pPr>
              <a:defRPr sz="1731">
                <a:solidFill>
                  <a:schemeClr val="bg1"/>
                </a:solidFill>
              </a:defRPr>
            </a:lvl3pPr>
            <a:lvl4pPr>
              <a:defRPr sz="1731">
                <a:solidFill>
                  <a:schemeClr val="bg1"/>
                </a:solidFill>
              </a:defRPr>
            </a:lvl4pPr>
            <a:lvl5pPr>
              <a:defRPr sz="1731">
                <a:solidFill>
                  <a:schemeClr val="bg1"/>
                </a:solidFill>
              </a:defRPr>
            </a:lvl5pPr>
          </a:lstStyle>
          <a:p>
            <a:pPr lvl="0"/>
            <a:r>
              <a:rPr kumimoji="1" lang="ja-JP" altLang="en-US"/>
              <a:t>マスター テキストの書式設定</a:t>
            </a:r>
          </a:p>
        </p:txBody>
      </p:sp>
      <p:sp>
        <p:nvSpPr>
          <p:cNvPr id="21" name="テキスト プレースホルダー 20">
            <a:extLst>
              <a:ext uri="{FF2B5EF4-FFF2-40B4-BE49-F238E27FC236}">
                <a16:creationId xmlns:a16="http://schemas.microsoft.com/office/drawing/2014/main" id="{A9A8FCD4-EB65-F684-B13F-80CED75EC550}"/>
              </a:ext>
            </a:extLst>
          </p:cNvPr>
          <p:cNvSpPr>
            <a:spLocks noGrp="1"/>
          </p:cNvSpPr>
          <p:nvPr>
            <p:ph type="body" sz="quarter" idx="19"/>
          </p:nvPr>
        </p:nvSpPr>
        <p:spPr>
          <a:xfrm>
            <a:off x="7596225" y="4928400"/>
            <a:ext cx="2006550" cy="1310400"/>
          </a:xfrm>
          <a:solidFill>
            <a:schemeClr val="accent2"/>
          </a:solidFill>
        </p:spPr>
        <p:txBody>
          <a:bodyPr anchor="ctr"/>
          <a:lstStyle>
            <a:lvl1pPr algn="ctr">
              <a:defRPr sz="1731">
                <a:solidFill>
                  <a:schemeClr val="bg1"/>
                </a:solidFill>
              </a:defRPr>
            </a:lvl1pPr>
          </a:lstStyle>
          <a:p>
            <a:pPr lvl="0"/>
            <a:r>
              <a:rPr kumimoji="1" lang="ja-JP" altLang="en-US"/>
              <a:t>マスター テキストの書式設定</a:t>
            </a:r>
          </a:p>
        </p:txBody>
      </p:sp>
      <p:sp>
        <p:nvSpPr>
          <p:cNvPr id="8" name="テキスト ボックス 7">
            <a:extLst>
              <a:ext uri="{FF2B5EF4-FFF2-40B4-BE49-F238E27FC236}">
                <a16:creationId xmlns:a16="http://schemas.microsoft.com/office/drawing/2014/main" id="{C76A7A10-7575-DD29-07D8-321ECD75E9AA}"/>
              </a:ext>
            </a:extLst>
          </p:cNvPr>
          <p:cNvSpPr txBox="1"/>
          <p:nvPr userDrawn="1"/>
        </p:nvSpPr>
        <p:spPr>
          <a:xfrm>
            <a:off x="4829175" y="6562800"/>
            <a:ext cx="248625"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650" smtClean="0">
                <a:solidFill>
                  <a:srgbClr val="6B6B6B"/>
                </a:solidFill>
              </a:rPr>
              <a:pPr algn="ctr"/>
              <a:t>‹#›</a:t>
            </a:fld>
            <a:endParaRPr kumimoji="0" lang="en-US" altLang="ja-JP" sz="650" dirty="0">
              <a:solidFill>
                <a:srgbClr val="6B6B6B"/>
              </a:solidFill>
              <a:latin typeface="+mn-ea"/>
              <a:cs typeface="Meiryo UI" pitchFamily="50" charset="-128"/>
            </a:endParaRPr>
          </a:p>
        </p:txBody>
      </p:sp>
    </p:spTree>
    <p:extLst>
      <p:ext uri="{BB962C8B-B14F-4D97-AF65-F5344CB8AC3E}">
        <p14:creationId xmlns:p14="http://schemas.microsoft.com/office/powerpoint/2010/main" val="291969653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タイトルとコンテンツB">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26844846-989F-49DD-8D5C-53B561520309}"/>
              </a:ext>
            </a:extLst>
          </p:cNvPr>
          <p:cNvSpPr>
            <a:spLocks noGrp="1"/>
          </p:cNvSpPr>
          <p:nvPr>
            <p:ph type="body" sz="quarter" idx="11" hasCustomPrompt="1"/>
          </p:nvPr>
        </p:nvSpPr>
        <p:spPr>
          <a:xfrm>
            <a:off x="473075" y="908049"/>
            <a:ext cx="8946000" cy="5256000"/>
          </a:xfrm>
          <a:prstGeom prst="rect">
            <a:avLst/>
          </a:prstGeom>
        </p:spPr>
        <p:txBody>
          <a:bodyPr/>
          <a:lstStyle>
            <a:lvl1pPr marL="0" indent="0">
              <a:buNone/>
              <a:defRPr sz="1625"/>
            </a:lvl1pPr>
            <a:lvl2pPr>
              <a:defRPr sz="1625"/>
            </a:lvl2pPr>
            <a:lvl3pPr>
              <a:defRPr sz="1625"/>
            </a:lvl3pPr>
            <a:lvl4pPr>
              <a:defRPr sz="1625"/>
            </a:lvl4pPr>
            <a:lvl5pPr>
              <a:defRPr sz="1625"/>
            </a:lvl5pPr>
          </a:lstStyle>
          <a:p>
            <a:pPr lvl="0"/>
            <a:r>
              <a:rPr kumimoji="1" lang="ja-JP" altLang="en-US" dirty="0"/>
              <a:t>テキストの入力</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5" name="Rectangle 20"/>
          <p:cNvSpPr/>
          <p:nvPr userDrawn="1"/>
        </p:nvSpPr>
        <p:spPr>
          <a:xfrm>
            <a:off x="0" y="0"/>
            <a:ext cx="9906000" cy="733702"/>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68270" tIns="34135" rIns="68270" bIns="34135" rtlCol="0" anchor="ctr">
            <a:normAutofit/>
          </a:bodyPr>
          <a:lstStyle/>
          <a:p>
            <a:pPr algn="ctr"/>
            <a:endParaRPr lang="en-US" sz="1463" dirty="0"/>
          </a:p>
        </p:txBody>
      </p:sp>
      <p:sp>
        <p:nvSpPr>
          <p:cNvPr id="10" name="タイトル 1"/>
          <p:cNvSpPr>
            <a:spLocks noGrp="1"/>
          </p:cNvSpPr>
          <p:nvPr>
            <p:ph type="title" hasCustomPrompt="1"/>
          </p:nvPr>
        </p:nvSpPr>
        <p:spPr>
          <a:xfrm>
            <a:off x="172187" y="2904"/>
            <a:ext cx="9578639" cy="730799"/>
          </a:xfrm>
          <a:prstGeom prst="rect">
            <a:avLst/>
          </a:prstGeom>
        </p:spPr>
        <p:txBody>
          <a:bodyPr tIns="108000" anchor="ctr" anchorCtr="0">
            <a:normAutofit/>
          </a:bodyPr>
          <a:lstStyle>
            <a:lvl1pPr>
              <a:defRPr lang="ja-JP" altLang="en-US" sz="1950" spc="0" dirty="0" smtClean="0">
                <a:solidFill>
                  <a:schemeClr val="bg1"/>
                </a:solidFill>
                <a:latin typeface="+mj-ea"/>
                <a:ea typeface="+mj-ea"/>
                <a:cs typeface="Arial"/>
              </a:defRPr>
            </a:lvl1pPr>
          </a:lstStyle>
          <a:p>
            <a:pPr marL="184005" marR="0" lvl="0" indent="-184005" defTabSz="495263" latinLnBrk="0">
              <a:lnSpc>
                <a:spcPct val="100000"/>
              </a:lnSpc>
              <a:spcBef>
                <a:spcPct val="20000"/>
              </a:spcBef>
              <a:buClrTx/>
              <a:buSzTx/>
              <a:buFont typeface="+mj-lt"/>
              <a:buNone/>
              <a:tabLst/>
            </a:pPr>
            <a:r>
              <a:rPr kumimoji="1" lang="ja-JP" altLang="en-US" dirty="0"/>
              <a:t>［タイトル］</a:t>
            </a:r>
          </a:p>
        </p:txBody>
      </p:sp>
    </p:spTree>
    <p:extLst>
      <p:ext uri="{BB962C8B-B14F-4D97-AF65-F5344CB8AC3E}">
        <p14:creationId xmlns:p14="http://schemas.microsoft.com/office/powerpoint/2010/main" val="395311011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イノベーションカーブなし">
    <p:spTree>
      <p:nvGrpSpPr>
        <p:cNvPr id="1" name=""/>
        <p:cNvGrpSpPr/>
        <p:nvPr/>
      </p:nvGrpSpPr>
      <p:grpSpPr>
        <a:xfrm>
          <a:off x="0" y="0"/>
          <a:ext cx="0" cy="0"/>
          <a:chOff x="0" y="0"/>
          <a:chExt cx="0" cy="0"/>
        </a:xfrm>
      </p:grpSpPr>
      <p:pic>
        <p:nvPicPr>
          <p:cNvPr id="2" name="Picture Placeholder 8">
            <a:extLst>
              <a:ext uri="{FF2B5EF4-FFF2-40B4-BE49-F238E27FC236}">
                <a16:creationId xmlns:a16="http://schemas.microsoft.com/office/drawing/2014/main" id="{10AAF6A0-9426-1792-5BF0-ADD639497155}"/>
              </a:ext>
            </a:extLst>
          </p:cNvPr>
          <p:cNvPicPr>
            <a:picLocks noChangeAspect="1"/>
          </p:cNvPicPr>
          <p:nvPr userDrawn="1"/>
        </p:nvPicPr>
        <p:blipFill>
          <a:blip r:embed="rId2"/>
          <a:srcRect/>
          <a:stretch/>
        </p:blipFill>
        <p:spPr>
          <a:xfrm>
            <a:off x="1" y="-1"/>
            <a:ext cx="9905998" cy="6857999"/>
          </a:xfrm>
          <a:prstGeom prst="rect">
            <a:avLst/>
          </a:prstGeom>
        </p:spPr>
      </p:pic>
      <p:sp>
        <p:nvSpPr>
          <p:cNvPr id="4" name="正方形/長方形 3">
            <a:extLst>
              <a:ext uri="{FF2B5EF4-FFF2-40B4-BE49-F238E27FC236}">
                <a16:creationId xmlns:a16="http://schemas.microsoft.com/office/drawing/2014/main" id="{770D6933-50FC-7553-7845-69CEDA1C00C5}"/>
              </a:ext>
            </a:extLst>
          </p:cNvPr>
          <p:cNvSpPr/>
          <p:nvPr userDrawn="1"/>
        </p:nvSpPr>
        <p:spPr>
          <a:xfrm>
            <a:off x="0" y="1"/>
            <a:ext cx="9902344" cy="6858001"/>
          </a:xfrm>
          <a:prstGeom prst="rect">
            <a:avLst/>
          </a:prstGeom>
          <a:solidFill>
            <a:srgbClr val="050D24">
              <a:alpha val="5808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endParaRPr kumimoji="1" lang="ja-JP" altLang="en-US" sz="1138" dirty="0" err="1">
              <a:solidFill>
                <a:schemeClr val="tx1"/>
              </a:solidFill>
            </a:endParaRPr>
          </a:p>
        </p:txBody>
      </p:sp>
      <p:pic>
        <p:nvPicPr>
          <p:cNvPr id="3" name="図 2">
            <a:extLst>
              <a:ext uri="{FF2B5EF4-FFF2-40B4-BE49-F238E27FC236}">
                <a16:creationId xmlns:a16="http://schemas.microsoft.com/office/drawing/2014/main" id="{14FF15F3-493A-8C15-9F64-F0766961604A}"/>
              </a:ext>
            </a:extLst>
          </p:cNvPr>
          <p:cNvPicPr>
            <a:picLocks noChangeAspect="1"/>
          </p:cNvPicPr>
          <p:nvPr userDrawn="1"/>
        </p:nvPicPr>
        <p:blipFill>
          <a:blip r:embed="rId3"/>
          <a:srcRect/>
          <a:stretch/>
        </p:blipFill>
        <p:spPr>
          <a:xfrm>
            <a:off x="188390" y="191534"/>
            <a:ext cx="1817662" cy="569864"/>
          </a:xfrm>
          <a:prstGeom prst="rect">
            <a:avLst/>
          </a:prstGeom>
        </p:spPr>
      </p:pic>
      <p:sp>
        <p:nvSpPr>
          <p:cNvPr id="6" name="テキスト ボックス 5">
            <a:extLst>
              <a:ext uri="{FF2B5EF4-FFF2-40B4-BE49-F238E27FC236}">
                <a16:creationId xmlns:a16="http://schemas.microsoft.com/office/drawing/2014/main" id="{E6AA3F11-2310-C251-1D68-4B8F48D50146}"/>
              </a:ext>
            </a:extLst>
          </p:cNvPr>
          <p:cNvSpPr txBox="1"/>
          <p:nvPr userDrawn="1"/>
        </p:nvSpPr>
        <p:spPr>
          <a:xfrm>
            <a:off x="301275" y="6562800"/>
            <a:ext cx="3942900" cy="90000"/>
          </a:xfrm>
          <a:prstGeom prst="rect">
            <a:avLst/>
          </a:prstGeom>
          <a:noFill/>
        </p:spPr>
        <p:txBody>
          <a:bodyPr wrap="square" lIns="0" tIns="0" rIns="0" bIns="0" rtlCol="0" anchor="ctr" anchorCtr="0">
            <a:noAutofit/>
          </a:bodyPr>
          <a:lstStyle/>
          <a:p>
            <a:pPr marL="0" marR="0" lvl="0" indent="0" algn="l" defTabSz="234000" rtl="0" eaLnBrk="1" fontAlgn="auto" latinLnBrk="0" hangingPunct="1">
              <a:lnSpc>
                <a:spcPct val="100000"/>
              </a:lnSpc>
              <a:spcBef>
                <a:spcPts val="0"/>
              </a:spcBef>
              <a:spcAft>
                <a:spcPts val="0"/>
              </a:spcAft>
              <a:buClrTx/>
              <a:buSzTx/>
              <a:buFontTx/>
              <a:buNone/>
              <a:tabLst/>
              <a:defRPr/>
            </a:pPr>
            <a:r>
              <a:rPr lang="en-US" altLang="ja-JP" sz="813" dirty="0">
                <a:solidFill>
                  <a:schemeClr val="bg1"/>
                </a:solidFill>
              </a:rPr>
              <a:t>© 2025 NTT DATA University Corporation</a:t>
            </a:r>
          </a:p>
        </p:txBody>
      </p:sp>
      <p:sp>
        <p:nvSpPr>
          <p:cNvPr id="8" name="テキスト ボックス 7">
            <a:extLst>
              <a:ext uri="{FF2B5EF4-FFF2-40B4-BE49-F238E27FC236}">
                <a16:creationId xmlns:a16="http://schemas.microsoft.com/office/drawing/2014/main" id="{A6C1596D-A3C7-4FF6-6DFA-9626A8F84014}"/>
              </a:ext>
            </a:extLst>
          </p:cNvPr>
          <p:cNvSpPr txBox="1"/>
          <p:nvPr userDrawn="1"/>
        </p:nvSpPr>
        <p:spPr>
          <a:xfrm>
            <a:off x="2372070" y="7465384"/>
            <a:ext cx="5522893" cy="297455"/>
          </a:xfrm>
          <a:prstGeom prst="rect">
            <a:avLst/>
          </a:prstGeom>
          <a:noFill/>
        </p:spPr>
        <p:txBody>
          <a:bodyPr wrap="square" lIns="0" rIns="0" rtlCol="0">
            <a:noAutofit/>
          </a:bodyPr>
          <a:lstStyle/>
          <a:p>
            <a:pPr marL="0" marR="0" lvl="0" indent="0" algn="ctr" defTabSz="234000" rtl="0" eaLnBrk="1" fontAlgn="auto" latinLnBrk="0" hangingPunct="1">
              <a:lnSpc>
                <a:spcPct val="100000"/>
              </a:lnSpc>
              <a:spcBef>
                <a:spcPts val="0"/>
              </a:spcBef>
              <a:spcAft>
                <a:spcPts val="0"/>
              </a:spcAft>
              <a:buClrTx/>
              <a:buSzTx/>
              <a:buFontTx/>
              <a:buNone/>
              <a:tabLst/>
              <a:defRPr/>
            </a:pPr>
            <a:r>
              <a:rPr lang="ja-JP" altLang="en-US" sz="1480" dirty="0">
                <a:solidFill>
                  <a:srgbClr val="C00000"/>
                </a:solidFill>
                <a:latin typeface="+mn-ea"/>
              </a:rPr>
              <a:t>写真の差し替えはマスタより行ってください。</a:t>
            </a:r>
            <a:endParaRPr kumimoji="1" lang="ja-JP" altLang="en-US" sz="1480" dirty="0">
              <a:solidFill>
                <a:srgbClr val="C00000"/>
              </a:solidFill>
            </a:endParaRPr>
          </a:p>
          <a:p>
            <a:pPr algn="ctr" defTabSz="234000"/>
            <a:endParaRPr kumimoji="1" lang="ja-JP" altLang="en-US" sz="1480" dirty="0">
              <a:solidFill>
                <a:srgbClr val="C00000"/>
              </a:solidFill>
              <a:latin typeface="+mn-ea"/>
            </a:endParaRPr>
          </a:p>
        </p:txBody>
      </p:sp>
      <p:sp>
        <p:nvSpPr>
          <p:cNvPr id="7" name="タイトル 2">
            <a:extLst>
              <a:ext uri="{FF2B5EF4-FFF2-40B4-BE49-F238E27FC236}">
                <a16:creationId xmlns:a16="http://schemas.microsoft.com/office/drawing/2014/main" id="{8D564593-F08C-BEC6-7F51-ED1F5CE1271B}"/>
              </a:ext>
            </a:extLst>
          </p:cNvPr>
          <p:cNvSpPr>
            <a:spLocks noGrp="1"/>
          </p:cNvSpPr>
          <p:nvPr>
            <p:ph type="title" hasCustomPrompt="1"/>
          </p:nvPr>
        </p:nvSpPr>
        <p:spPr>
          <a:xfrm>
            <a:off x="310050" y="1450800"/>
            <a:ext cx="9295650" cy="795600"/>
          </a:xfrm>
          <a:prstGeom prst="rect">
            <a:avLst/>
          </a:prstGeom>
        </p:spPr>
        <p:txBody>
          <a:bodyPr lIns="0" rIns="0" anchor="b" anchorCtr="0"/>
          <a:lstStyle>
            <a:lvl1pPr>
              <a:defRPr>
                <a:solidFill>
                  <a:schemeClr val="bg1"/>
                </a:solidFill>
              </a:defRPr>
            </a:lvl1pPr>
          </a:lstStyle>
          <a:p>
            <a:pPr lvl="0"/>
            <a:r>
              <a:rPr kumimoji="1" lang="ja-JP" altLang="en-US" dirty="0"/>
              <a:t>○○○○御中</a:t>
            </a:r>
          </a:p>
        </p:txBody>
      </p:sp>
      <p:sp>
        <p:nvSpPr>
          <p:cNvPr id="11" name="テキスト プレースホルダー 6">
            <a:extLst>
              <a:ext uri="{FF2B5EF4-FFF2-40B4-BE49-F238E27FC236}">
                <a16:creationId xmlns:a16="http://schemas.microsoft.com/office/drawing/2014/main" id="{0B4BDF00-A209-76C8-BB25-F0D0D8A5CF53}"/>
              </a:ext>
            </a:extLst>
          </p:cNvPr>
          <p:cNvSpPr>
            <a:spLocks noGrp="1"/>
          </p:cNvSpPr>
          <p:nvPr>
            <p:ph type="body" sz="quarter" idx="11" hasCustomPrompt="1"/>
          </p:nvPr>
        </p:nvSpPr>
        <p:spPr>
          <a:xfrm>
            <a:off x="310050" y="2246400"/>
            <a:ext cx="9295650" cy="1562400"/>
          </a:xfrm>
          <a:prstGeom prst="rect">
            <a:avLst/>
          </a:prstGeom>
        </p:spPr>
        <p:txBody>
          <a:bodyPr lIns="0" tIns="46800" rIns="0" anchor="b"/>
          <a:lstStyle>
            <a:lvl1pPr>
              <a:lnSpc>
                <a:spcPct val="80000"/>
              </a:lnSpc>
              <a:defRPr sz="3575" b="1">
                <a:solidFill>
                  <a:schemeClr val="bg1"/>
                </a:solidFill>
              </a:defRPr>
            </a:lvl1pPr>
          </a:lstStyle>
          <a:p>
            <a:pPr lvl="0"/>
            <a:r>
              <a:rPr kumimoji="1" lang="ja-JP" altLang="en-US"/>
              <a:t>［タイトル］</a:t>
            </a:r>
          </a:p>
        </p:txBody>
      </p:sp>
      <p:sp>
        <p:nvSpPr>
          <p:cNvPr id="12" name="テキスト プレースホルダー 10">
            <a:extLst>
              <a:ext uri="{FF2B5EF4-FFF2-40B4-BE49-F238E27FC236}">
                <a16:creationId xmlns:a16="http://schemas.microsoft.com/office/drawing/2014/main" id="{07CC41DA-AB1D-B096-5118-CDEB9ED3AACC}"/>
              </a:ext>
            </a:extLst>
          </p:cNvPr>
          <p:cNvSpPr>
            <a:spLocks noGrp="1"/>
          </p:cNvSpPr>
          <p:nvPr>
            <p:ph type="body" sz="quarter" idx="13" hasCustomPrompt="1"/>
          </p:nvPr>
        </p:nvSpPr>
        <p:spPr>
          <a:xfrm>
            <a:off x="310050" y="5191200"/>
            <a:ext cx="9295650" cy="1119600"/>
          </a:xfrm>
          <a:prstGeom prst="rect">
            <a:avLst/>
          </a:prstGeom>
        </p:spPr>
        <p:txBody>
          <a:bodyPr lIns="0" tIns="46800" rIns="0" anchor="b"/>
          <a:lstStyle>
            <a:lvl1pPr>
              <a:defRPr>
                <a:solidFill>
                  <a:schemeClr val="bg1"/>
                </a:solidFill>
              </a:defRPr>
            </a:lvl1pPr>
            <a:lvl5pPr marL="1981051" indent="0">
              <a:buNone/>
              <a:defRPr/>
            </a:lvl5pPr>
          </a:lstStyle>
          <a:p>
            <a:pPr lvl="0"/>
            <a:r>
              <a:rPr kumimoji="1" lang="en-US" altLang="ja-JP" dirty="0"/>
              <a:t>2023</a:t>
            </a:r>
            <a:r>
              <a:rPr kumimoji="1" lang="ja-JP" altLang="en-US" dirty="0"/>
              <a:t>年〇月〇日</a:t>
            </a:r>
            <a:endParaRPr kumimoji="1" lang="en-US" altLang="ja-JP" dirty="0"/>
          </a:p>
          <a:p>
            <a:pPr lvl="0"/>
            <a:r>
              <a:rPr kumimoji="1" lang="ja-JP" altLang="en-US" dirty="0"/>
              <a:t>株式会社</a:t>
            </a:r>
            <a:r>
              <a:rPr kumimoji="1" lang="en-US" altLang="ja-JP" dirty="0"/>
              <a:t>NTT</a:t>
            </a:r>
            <a:r>
              <a:rPr kumimoji="1" lang="ja-JP" altLang="en-US" dirty="0"/>
              <a:t>データ ○○○○○○</a:t>
            </a:r>
          </a:p>
          <a:p>
            <a:pPr lvl="0"/>
            <a:r>
              <a:rPr kumimoji="1" lang="ja-JP" altLang="en-US" dirty="0"/>
              <a:t>○○○○○○○○○○○○○○</a:t>
            </a:r>
          </a:p>
        </p:txBody>
      </p:sp>
    </p:spTree>
    <p:extLst>
      <p:ext uri="{BB962C8B-B14F-4D97-AF65-F5344CB8AC3E}">
        <p14:creationId xmlns:p14="http://schemas.microsoft.com/office/powerpoint/2010/main" val="124200940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白背景">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D5407A4A-3DB7-4C09-9159-4E2F57E6F3A7}"/>
              </a:ext>
            </a:extLst>
          </p:cNvPr>
          <p:cNvPicPr>
            <a:picLocks noChangeAspect="1"/>
          </p:cNvPicPr>
          <p:nvPr userDrawn="1"/>
        </p:nvPicPr>
        <p:blipFill>
          <a:blip r:embed="rId2"/>
          <a:srcRect/>
          <a:stretch/>
        </p:blipFill>
        <p:spPr>
          <a:xfrm>
            <a:off x="3150687" y="2865912"/>
            <a:ext cx="3604627" cy="1126177"/>
          </a:xfrm>
          <a:prstGeom prst="rect">
            <a:avLst/>
          </a:prstGeom>
        </p:spPr>
      </p:pic>
    </p:spTree>
    <p:extLst>
      <p:ext uri="{BB962C8B-B14F-4D97-AF65-F5344CB8AC3E}">
        <p14:creationId xmlns:p14="http://schemas.microsoft.com/office/powerpoint/2010/main" val="155975872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写真背景">
    <p:bg>
      <p:bgRef idx="1001">
        <a:schemeClr val="bg1"/>
      </p:bgRef>
    </p:bg>
    <p:spTree>
      <p:nvGrpSpPr>
        <p:cNvPr id="1" name=""/>
        <p:cNvGrpSpPr/>
        <p:nvPr/>
      </p:nvGrpSpPr>
      <p:grpSpPr>
        <a:xfrm>
          <a:off x="0" y="0"/>
          <a:ext cx="0" cy="0"/>
          <a:chOff x="0" y="0"/>
          <a:chExt cx="0" cy="0"/>
        </a:xfrm>
      </p:grpSpPr>
      <p:pic>
        <p:nvPicPr>
          <p:cNvPr id="9" name="Picture Placeholder 8">
            <a:extLst>
              <a:ext uri="{FF2B5EF4-FFF2-40B4-BE49-F238E27FC236}">
                <a16:creationId xmlns:a16="http://schemas.microsoft.com/office/drawing/2014/main" id="{32BAA3C9-E6D9-AE11-A16C-34CC9C76E6A5}"/>
              </a:ext>
            </a:extLst>
          </p:cNvPr>
          <p:cNvPicPr>
            <a:picLocks noChangeAspect="1"/>
          </p:cNvPicPr>
          <p:nvPr userDrawn="1"/>
        </p:nvPicPr>
        <p:blipFill>
          <a:blip r:embed="rId2"/>
          <a:srcRect/>
          <a:stretch/>
        </p:blipFill>
        <p:spPr>
          <a:xfrm>
            <a:off x="1" y="-1"/>
            <a:ext cx="9905998" cy="6857999"/>
          </a:xfrm>
          <a:prstGeom prst="rect">
            <a:avLst/>
          </a:prstGeom>
        </p:spPr>
      </p:pic>
      <p:sp>
        <p:nvSpPr>
          <p:cNvPr id="11" name="正方形/長方形 10">
            <a:extLst>
              <a:ext uri="{FF2B5EF4-FFF2-40B4-BE49-F238E27FC236}">
                <a16:creationId xmlns:a16="http://schemas.microsoft.com/office/drawing/2014/main" id="{4EB59AC5-1B60-A021-8B7D-DF59CBAD3A75}"/>
              </a:ext>
            </a:extLst>
          </p:cNvPr>
          <p:cNvSpPr/>
          <p:nvPr userDrawn="1"/>
        </p:nvSpPr>
        <p:spPr>
          <a:xfrm>
            <a:off x="0" y="2"/>
            <a:ext cx="9906000" cy="6857998"/>
          </a:xfrm>
          <a:prstGeom prst="rect">
            <a:avLst/>
          </a:prstGeom>
          <a:solidFill>
            <a:srgbClr val="050D24">
              <a:alpha val="58367"/>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endParaRPr kumimoji="1" lang="ja-JP" altLang="en-US" sz="1138" dirty="0" err="1">
              <a:solidFill>
                <a:schemeClr val="tx1"/>
              </a:solidFill>
            </a:endParaRPr>
          </a:p>
        </p:txBody>
      </p:sp>
      <p:pic>
        <p:nvPicPr>
          <p:cNvPr id="12" name="図 11">
            <a:extLst>
              <a:ext uri="{FF2B5EF4-FFF2-40B4-BE49-F238E27FC236}">
                <a16:creationId xmlns:a16="http://schemas.microsoft.com/office/drawing/2014/main" id="{CB41749C-507D-C7F2-AA9C-DC270B029338}"/>
              </a:ext>
            </a:extLst>
          </p:cNvPr>
          <p:cNvPicPr>
            <a:picLocks noChangeAspect="1"/>
          </p:cNvPicPr>
          <p:nvPr userDrawn="1"/>
        </p:nvPicPr>
        <p:blipFill>
          <a:blip r:embed="rId3"/>
          <a:srcRect/>
          <a:stretch/>
        </p:blipFill>
        <p:spPr>
          <a:xfrm>
            <a:off x="3156949" y="2865912"/>
            <a:ext cx="3592102" cy="1126177"/>
          </a:xfrm>
          <a:prstGeom prst="rect">
            <a:avLst/>
          </a:prstGeom>
        </p:spPr>
      </p:pic>
      <p:sp>
        <p:nvSpPr>
          <p:cNvPr id="3" name="テキスト ボックス 2">
            <a:extLst>
              <a:ext uri="{FF2B5EF4-FFF2-40B4-BE49-F238E27FC236}">
                <a16:creationId xmlns:a16="http://schemas.microsoft.com/office/drawing/2014/main" id="{BCC68497-90FC-6E5F-2917-BB03147BFBDA}"/>
              </a:ext>
            </a:extLst>
          </p:cNvPr>
          <p:cNvSpPr txBox="1"/>
          <p:nvPr userDrawn="1"/>
        </p:nvSpPr>
        <p:spPr>
          <a:xfrm>
            <a:off x="2372070" y="7039346"/>
            <a:ext cx="5522893" cy="297455"/>
          </a:xfrm>
          <a:prstGeom prst="rect">
            <a:avLst/>
          </a:prstGeom>
          <a:noFill/>
        </p:spPr>
        <p:txBody>
          <a:bodyPr wrap="square" lIns="0" rIns="0" rtlCol="0">
            <a:noAutofit/>
          </a:bodyPr>
          <a:lstStyle/>
          <a:p>
            <a:pPr marL="0" marR="0" lvl="0" indent="0" algn="ctr" defTabSz="234000" rtl="0" eaLnBrk="1" fontAlgn="auto" latinLnBrk="0" hangingPunct="1">
              <a:lnSpc>
                <a:spcPct val="100000"/>
              </a:lnSpc>
              <a:spcBef>
                <a:spcPts val="0"/>
              </a:spcBef>
              <a:spcAft>
                <a:spcPts val="0"/>
              </a:spcAft>
              <a:buClrTx/>
              <a:buSzTx/>
              <a:buFontTx/>
              <a:buNone/>
              <a:tabLst/>
              <a:defRPr/>
            </a:pPr>
            <a:r>
              <a:rPr lang="ja-JP" altLang="en-US" sz="1480" dirty="0">
                <a:solidFill>
                  <a:srgbClr val="C00000"/>
                </a:solidFill>
                <a:latin typeface="+mn-ea"/>
              </a:rPr>
              <a:t>写真の差し替えはマスタより行ってください。</a:t>
            </a:r>
            <a:endParaRPr kumimoji="1" lang="ja-JP" altLang="en-US" sz="1480" dirty="0">
              <a:solidFill>
                <a:srgbClr val="C00000"/>
              </a:solidFill>
            </a:endParaRPr>
          </a:p>
          <a:p>
            <a:pPr algn="ctr" defTabSz="234000"/>
            <a:endParaRPr kumimoji="1" lang="ja-JP" altLang="en-US" sz="1480" dirty="0">
              <a:solidFill>
                <a:srgbClr val="C00000"/>
              </a:solidFill>
              <a:latin typeface="+mn-ea"/>
            </a:endParaRPr>
          </a:p>
        </p:txBody>
      </p:sp>
    </p:spTree>
    <p:extLst>
      <p:ext uri="{BB962C8B-B14F-4D97-AF65-F5344CB8AC3E}">
        <p14:creationId xmlns:p14="http://schemas.microsoft.com/office/powerpoint/2010/main" val="4027165686"/>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イノベーションカーブ">
    <p:spTree>
      <p:nvGrpSpPr>
        <p:cNvPr id="1" name=""/>
        <p:cNvGrpSpPr/>
        <p:nvPr/>
      </p:nvGrpSpPr>
      <p:grpSpPr>
        <a:xfrm>
          <a:off x="0" y="0"/>
          <a:ext cx="0" cy="0"/>
          <a:chOff x="0" y="0"/>
          <a:chExt cx="0" cy="0"/>
        </a:xfrm>
      </p:grpSpPr>
      <p:pic>
        <p:nvPicPr>
          <p:cNvPr id="5" name="Picture Placeholder 8">
            <a:extLst>
              <a:ext uri="{FF2B5EF4-FFF2-40B4-BE49-F238E27FC236}">
                <a16:creationId xmlns:a16="http://schemas.microsoft.com/office/drawing/2014/main" id="{914A62E0-557E-B957-9899-5EBF45E3EA8C}"/>
              </a:ext>
            </a:extLst>
          </p:cNvPr>
          <p:cNvPicPr>
            <a:picLocks noChangeAspect="1"/>
          </p:cNvPicPr>
          <p:nvPr userDrawn="1"/>
        </p:nvPicPr>
        <p:blipFill>
          <a:blip r:embed="rId2"/>
          <a:srcRect/>
          <a:stretch/>
        </p:blipFill>
        <p:spPr>
          <a:xfrm>
            <a:off x="1" y="-1"/>
            <a:ext cx="9905998" cy="6857999"/>
          </a:xfrm>
          <a:prstGeom prst="rect">
            <a:avLst/>
          </a:prstGeom>
        </p:spPr>
      </p:pic>
      <p:sp>
        <p:nvSpPr>
          <p:cNvPr id="15" name="正方形/長方形 14">
            <a:extLst>
              <a:ext uri="{FF2B5EF4-FFF2-40B4-BE49-F238E27FC236}">
                <a16:creationId xmlns:a16="http://schemas.microsoft.com/office/drawing/2014/main" id="{B21D845A-6F22-B3AA-CB2B-CE570ECB54DA}"/>
              </a:ext>
            </a:extLst>
          </p:cNvPr>
          <p:cNvSpPr/>
          <p:nvPr userDrawn="1"/>
        </p:nvSpPr>
        <p:spPr>
          <a:xfrm>
            <a:off x="0" y="1"/>
            <a:ext cx="9902344" cy="6858001"/>
          </a:xfrm>
          <a:prstGeom prst="rect">
            <a:avLst/>
          </a:prstGeom>
          <a:solidFill>
            <a:srgbClr val="050D24">
              <a:alpha val="5808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endParaRPr kumimoji="1" lang="ja-JP" altLang="en-US" sz="1138" dirty="0" err="1">
              <a:solidFill>
                <a:schemeClr val="tx1"/>
              </a:solidFill>
            </a:endParaRPr>
          </a:p>
        </p:txBody>
      </p:sp>
      <p:pic>
        <p:nvPicPr>
          <p:cNvPr id="14" name="図 13">
            <a:extLst>
              <a:ext uri="{FF2B5EF4-FFF2-40B4-BE49-F238E27FC236}">
                <a16:creationId xmlns:a16="http://schemas.microsoft.com/office/drawing/2014/main" id="{293D96B2-6F5E-EE7E-9F24-93B0B654C8F0}"/>
              </a:ext>
            </a:extLst>
          </p:cNvPr>
          <p:cNvPicPr>
            <a:picLocks noChangeAspect="1"/>
          </p:cNvPicPr>
          <p:nvPr userDrawn="1"/>
        </p:nvPicPr>
        <p:blipFill>
          <a:blip r:embed="rId3"/>
          <a:stretch>
            <a:fillRect/>
          </a:stretch>
        </p:blipFill>
        <p:spPr>
          <a:xfrm>
            <a:off x="4350287" y="0"/>
            <a:ext cx="5555713" cy="6876000"/>
          </a:xfrm>
          <a:prstGeom prst="rect">
            <a:avLst/>
          </a:prstGeom>
        </p:spPr>
      </p:pic>
      <p:pic>
        <p:nvPicPr>
          <p:cNvPr id="7" name="図 6">
            <a:extLst>
              <a:ext uri="{FF2B5EF4-FFF2-40B4-BE49-F238E27FC236}">
                <a16:creationId xmlns:a16="http://schemas.microsoft.com/office/drawing/2014/main" id="{306268F2-28E0-79B7-DA6F-57A7B640AE86}"/>
              </a:ext>
            </a:extLst>
          </p:cNvPr>
          <p:cNvPicPr>
            <a:picLocks noChangeAspect="1"/>
          </p:cNvPicPr>
          <p:nvPr userDrawn="1"/>
        </p:nvPicPr>
        <p:blipFill>
          <a:blip r:embed="rId4"/>
          <a:srcRect/>
          <a:stretch/>
        </p:blipFill>
        <p:spPr>
          <a:xfrm>
            <a:off x="188390" y="191534"/>
            <a:ext cx="1817662" cy="569864"/>
          </a:xfrm>
          <a:prstGeom prst="rect">
            <a:avLst/>
          </a:prstGeom>
        </p:spPr>
      </p:pic>
      <p:sp>
        <p:nvSpPr>
          <p:cNvPr id="17" name="テキスト ボックス 16">
            <a:extLst>
              <a:ext uri="{FF2B5EF4-FFF2-40B4-BE49-F238E27FC236}">
                <a16:creationId xmlns:a16="http://schemas.microsoft.com/office/drawing/2014/main" id="{638584A2-F12B-7FC9-C3A1-97D2EFB00B41}"/>
              </a:ext>
            </a:extLst>
          </p:cNvPr>
          <p:cNvSpPr txBox="1"/>
          <p:nvPr userDrawn="1"/>
        </p:nvSpPr>
        <p:spPr>
          <a:xfrm>
            <a:off x="301275" y="6562800"/>
            <a:ext cx="3942900" cy="90000"/>
          </a:xfrm>
          <a:prstGeom prst="rect">
            <a:avLst/>
          </a:prstGeom>
          <a:noFill/>
        </p:spPr>
        <p:txBody>
          <a:bodyPr wrap="square" lIns="0" tIns="0" rIns="0" bIns="0" rtlCol="0" anchor="ctr" anchorCtr="0">
            <a:noAutofit/>
          </a:bodyPr>
          <a:lstStyle/>
          <a:p>
            <a:pPr marL="0" marR="0" lvl="0" indent="0" algn="l" defTabSz="234000" rtl="0" eaLnBrk="1" fontAlgn="auto" latinLnBrk="0" hangingPunct="1">
              <a:lnSpc>
                <a:spcPct val="100000"/>
              </a:lnSpc>
              <a:spcBef>
                <a:spcPts val="0"/>
              </a:spcBef>
              <a:spcAft>
                <a:spcPts val="0"/>
              </a:spcAft>
              <a:buClrTx/>
              <a:buSzTx/>
              <a:buFontTx/>
              <a:buNone/>
              <a:tabLst/>
              <a:defRPr/>
            </a:pPr>
            <a:r>
              <a:rPr lang="en-US" altLang="ja-JP" sz="813" dirty="0">
                <a:solidFill>
                  <a:schemeClr val="bg1"/>
                </a:solidFill>
              </a:rPr>
              <a:t>© 2025 NTT DATA University Corporation</a:t>
            </a:r>
          </a:p>
        </p:txBody>
      </p:sp>
      <p:sp>
        <p:nvSpPr>
          <p:cNvPr id="3" name="テキスト ボックス 2">
            <a:extLst>
              <a:ext uri="{FF2B5EF4-FFF2-40B4-BE49-F238E27FC236}">
                <a16:creationId xmlns:a16="http://schemas.microsoft.com/office/drawing/2014/main" id="{A49A56B1-D141-A67A-825B-D1E94545EC0A}"/>
              </a:ext>
            </a:extLst>
          </p:cNvPr>
          <p:cNvSpPr txBox="1"/>
          <p:nvPr userDrawn="1"/>
        </p:nvSpPr>
        <p:spPr>
          <a:xfrm>
            <a:off x="2372070" y="7465384"/>
            <a:ext cx="5522893" cy="297455"/>
          </a:xfrm>
          <a:prstGeom prst="rect">
            <a:avLst/>
          </a:prstGeom>
          <a:noFill/>
        </p:spPr>
        <p:txBody>
          <a:bodyPr wrap="square" lIns="0" rIns="0" rtlCol="0">
            <a:noAutofit/>
          </a:bodyPr>
          <a:lstStyle/>
          <a:p>
            <a:pPr marL="0" marR="0" lvl="0" indent="0" algn="ctr" defTabSz="234000" rtl="0" eaLnBrk="1" fontAlgn="auto" latinLnBrk="0" hangingPunct="1">
              <a:lnSpc>
                <a:spcPct val="100000"/>
              </a:lnSpc>
              <a:spcBef>
                <a:spcPts val="0"/>
              </a:spcBef>
              <a:spcAft>
                <a:spcPts val="0"/>
              </a:spcAft>
              <a:buClrTx/>
              <a:buSzTx/>
              <a:buFontTx/>
              <a:buNone/>
              <a:tabLst/>
              <a:defRPr/>
            </a:pPr>
            <a:r>
              <a:rPr lang="ja-JP" altLang="en-US" sz="1480" dirty="0">
                <a:solidFill>
                  <a:srgbClr val="C00000"/>
                </a:solidFill>
                <a:latin typeface="+mn-ea"/>
              </a:rPr>
              <a:t>写真の差し替えはマスタより行ってください。</a:t>
            </a:r>
            <a:endParaRPr kumimoji="1" lang="ja-JP" altLang="en-US" sz="1480" dirty="0">
              <a:solidFill>
                <a:srgbClr val="C00000"/>
              </a:solidFill>
            </a:endParaRPr>
          </a:p>
          <a:p>
            <a:pPr algn="ctr" defTabSz="234000"/>
            <a:endParaRPr kumimoji="1" lang="ja-JP" altLang="en-US" sz="1480" dirty="0">
              <a:solidFill>
                <a:srgbClr val="C00000"/>
              </a:solidFill>
              <a:latin typeface="+mn-ea"/>
            </a:endParaRPr>
          </a:p>
        </p:txBody>
      </p:sp>
      <p:sp>
        <p:nvSpPr>
          <p:cNvPr id="2" name="タイトル 2">
            <a:extLst>
              <a:ext uri="{FF2B5EF4-FFF2-40B4-BE49-F238E27FC236}">
                <a16:creationId xmlns:a16="http://schemas.microsoft.com/office/drawing/2014/main" id="{9FFE2739-2E04-47EE-56DD-BB294EDAFE24}"/>
              </a:ext>
            </a:extLst>
          </p:cNvPr>
          <p:cNvSpPr>
            <a:spLocks noGrp="1"/>
          </p:cNvSpPr>
          <p:nvPr>
            <p:ph type="title" hasCustomPrompt="1"/>
          </p:nvPr>
        </p:nvSpPr>
        <p:spPr>
          <a:xfrm>
            <a:off x="310050" y="864000"/>
            <a:ext cx="3934125" cy="795600"/>
          </a:xfrm>
          <a:prstGeom prst="rect">
            <a:avLst/>
          </a:prstGeom>
        </p:spPr>
        <p:txBody>
          <a:bodyPr lIns="0" rIns="0" anchor="b" anchorCtr="0"/>
          <a:lstStyle>
            <a:lvl1pPr>
              <a:defRPr>
                <a:solidFill>
                  <a:schemeClr val="bg1"/>
                </a:solidFill>
              </a:defRPr>
            </a:lvl1pPr>
          </a:lstStyle>
          <a:p>
            <a:pPr lvl="0"/>
            <a:r>
              <a:rPr kumimoji="1" lang="ja-JP" altLang="en-US" dirty="0"/>
              <a:t>○○○○御中</a:t>
            </a:r>
          </a:p>
        </p:txBody>
      </p:sp>
      <p:sp>
        <p:nvSpPr>
          <p:cNvPr id="9" name="テキスト プレースホルダー 6">
            <a:extLst>
              <a:ext uri="{FF2B5EF4-FFF2-40B4-BE49-F238E27FC236}">
                <a16:creationId xmlns:a16="http://schemas.microsoft.com/office/drawing/2014/main" id="{F837CDFA-F63F-E633-A624-CDB5B06CAF47}"/>
              </a:ext>
            </a:extLst>
          </p:cNvPr>
          <p:cNvSpPr>
            <a:spLocks noGrp="1"/>
          </p:cNvSpPr>
          <p:nvPr>
            <p:ph type="body" sz="quarter" idx="12" hasCustomPrompt="1"/>
          </p:nvPr>
        </p:nvSpPr>
        <p:spPr>
          <a:xfrm>
            <a:off x="310050" y="2188800"/>
            <a:ext cx="3934125" cy="2412000"/>
          </a:xfrm>
          <a:prstGeom prst="rect">
            <a:avLst/>
          </a:prstGeom>
        </p:spPr>
        <p:txBody>
          <a:bodyPr lIns="0" tIns="46800" rIns="0" anchor="b"/>
          <a:lstStyle>
            <a:lvl1pPr>
              <a:lnSpc>
                <a:spcPct val="80000"/>
              </a:lnSpc>
              <a:defRPr sz="3575" b="1">
                <a:solidFill>
                  <a:schemeClr val="bg1"/>
                </a:solidFill>
              </a:defRPr>
            </a:lvl1pPr>
          </a:lstStyle>
          <a:p>
            <a:pPr lvl="0"/>
            <a:r>
              <a:rPr kumimoji="1" lang="ja-JP" altLang="en-US" dirty="0"/>
              <a:t>［タイトル］</a:t>
            </a:r>
          </a:p>
        </p:txBody>
      </p:sp>
      <p:sp>
        <p:nvSpPr>
          <p:cNvPr id="10" name="テキスト プレースホルダー 10">
            <a:extLst>
              <a:ext uri="{FF2B5EF4-FFF2-40B4-BE49-F238E27FC236}">
                <a16:creationId xmlns:a16="http://schemas.microsoft.com/office/drawing/2014/main" id="{C902823D-1000-9AD4-A5D1-BC7E7F7ABDBA}"/>
              </a:ext>
            </a:extLst>
          </p:cNvPr>
          <p:cNvSpPr>
            <a:spLocks noGrp="1"/>
          </p:cNvSpPr>
          <p:nvPr>
            <p:ph type="body" sz="quarter" idx="14" hasCustomPrompt="1"/>
          </p:nvPr>
        </p:nvSpPr>
        <p:spPr>
          <a:xfrm>
            <a:off x="310050" y="5191200"/>
            <a:ext cx="3934125" cy="1119600"/>
          </a:xfrm>
          <a:prstGeom prst="rect">
            <a:avLst/>
          </a:prstGeom>
        </p:spPr>
        <p:txBody>
          <a:bodyPr lIns="0" tIns="46800" rIns="0" anchor="b"/>
          <a:lstStyle>
            <a:lvl1pPr>
              <a:defRPr>
                <a:solidFill>
                  <a:schemeClr val="bg1"/>
                </a:solidFill>
              </a:defRPr>
            </a:lvl1pPr>
            <a:lvl5pPr marL="1981051" indent="0">
              <a:buNone/>
              <a:defRPr/>
            </a:lvl5pPr>
          </a:lstStyle>
          <a:p>
            <a:pPr lvl="0"/>
            <a:r>
              <a:rPr kumimoji="1" lang="en-US" altLang="ja-JP" dirty="0"/>
              <a:t>2023</a:t>
            </a:r>
            <a:r>
              <a:rPr kumimoji="1" lang="ja-JP" altLang="en-US" dirty="0"/>
              <a:t>年〇月〇日</a:t>
            </a:r>
            <a:endParaRPr kumimoji="1" lang="en-US" altLang="ja-JP" dirty="0"/>
          </a:p>
          <a:p>
            <a:pPr lvl="0"/>
            <a:r>
              <a:rPr kumimoji="1" lang="ja-JP" altLang="en-US" dirty="0"/>
              <a:t>株式会社</a:t>
            </a:r>
            <a:r>
              <a:rPr kumimoji="1" lang="en-US" altLang="ja-JP" dirty="0"/>
              <a:t>NTT</a:t>
            </a:r>
            <a:r>
              <a:rPr kumimoji="1" lang="ja-JP" altLang="en-US" dirty="0"/>
              <a:t>データ ○○○○○○</a:t>
            </a:r>
          </a:p>
          <a:p>
            <a:pPr lvl="0"/>
            <a:r>
              <a:rPr kumimoji="1" lang="ja-JP" altLang="en-US" dirty="0"/>
              <a:t>○○○○○○○○○○○○○○</a:t>
            </a:r>
          </a:p>
        </p:txBody>
      </p:sp>
    </p:spTree>
    <p:extLst>
      <p:ext uri="{BB962C8B-B14F-4D97-AF65-F5344CB8AC3E}">
        <p14:creationId xmlns:p14="http://schemas.microsoft.com/office/powerpoint/2010/main" val="297383715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イノベーションカーブ一部">
    <p:spTree>
      <p:nvGrpSpPr>
        <p:cNvPr id="1" name=""/>
        <p:cNvGrpSpPr/>
        <p:nvPr/>
      </p:nvGrpSpPr>
      <p:grpSpPr>
        <a:xfrm>
          <a:off x="0" y="0"/>
          <a:ext cx="0" cy="0"/>
          <a:chOff x="0" y="0"/>
          <a:chExt cx="0" cy="0"/>
        </a:xfrm>
      </p:grpSpPr>
      <p:pic>
        <p:nvPicPr>
          <p:cNvPr id="3" name="Picture Placeholder 8">
            <a:extLst>
              <a:ext uri="{FF2B5EF4-FFF2-40B4-BE49-F238E27FC236}">
                <a16:creationId xmlns:a16="http://schemas.microsoft.com/office/drawing/2014/main" id="{135D64F4-1CA0-56CF-8C07-767DED8AAB1A}"/>
              </a:ext>
            </a:extLst>
          </p:cNvPr>
          <p:cNvPicPr>
            <a:picLocks noChangeAspect="1"/>
          </p:cNvPicPr>
          <p:nvPr userDrawn="1"/>
        </p:nvPicPr>
        <p:blipFill>
          <a:blip r:embed="rId2"/>
          <a:srcRect/>
          <a:stretch/>
        </p:blipFill>
        <p:spPr>
          <a:xfrm>
            <a:off x="1" y="-1"/>
            <a:ext cx="9905998" cy="6857999"/>
          </a:xfrm>
          <a:prstGeom prst="rect">
            <a:avLst/>
          </a:prstGeom>
        </p:spPr>
      </p:pic>
      <p:sp>
        <p:nvSpPr>
          <p:cNvPr id="8" name="正方形/長方形 7">
            <a:extLst>
              <a:ext uri="{FF2B5EF4-FFF2-40B4-BE49-F238E27FC236}">
                <a16:creationId xmlns:a16="http://schemas.microsoft.com/office/drawing/2014/main" id="{297923DD-A187-436F-BFDF-933B5E40DE59}"/>
              </a:ext>
            </a:extLst>
          </p:cNvPr>
          <p:cNvSpPr/>
          <p:nvPr userDrawn="1"/>
        </p:nvSpPr>
        <p:spPr>
          <a:xfrm>
            <a:off x="0" y="1"/>
            <a:ext cx="9902344" cy="6858001"/>
          </a:xfrm>
          <a:prstGeom prst="rect">
            <a:avLst/>
          </a:prstGeom>
          <a:solidFill>
            <a:srgbClr val="050D24">
              <a:alpha val="5808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endParaRPr kumimoji="1" lang="ja-JP" altLang="en-US" sz="1138" dirty="0" err="1">
              <a:solidFill>
                <a:schemeClr val="tx1"/>
              </a:solidFill>
            </a:endParaRPr>
          </a:p>
        </p:txBody>
      </p:sp>
      <p:pic>
        <p:nvPicPr>
          <p:cNvPr id="5" name="図 4">
            <a:extLst>
              <a:ext uri="{FF2B5EF4-FFF2-40B4-BE49-F238E27FC236}">
                <a16:creationId xmlns:a16="http://schemas.microsoft.com/office/drawing/2014/main" id="{1F0B3FE2-7046-025F-1030-28927CDF7940}"/>
              </a:ext>
            </a:extLst>
          </p:cNvPr>
          <p:cNvPicPr>
            <a:picLocks noChangeAspect="1"/>
          </p:cNvPicPr>
          <p:nvPr userDrawn="1"/>
        </p:nvPicPr>
        <p:blipFill>
          <a:blip r:embed="rId3"/>
          <a:srcRect/>
          <a:stretch/>
        </p:blipFill>
        <p:spPr>
          <a:xfrm>
            <a:off x="188390" y="191534"/>
            <a:ext cx="1817662" cy="569864"/>
          </a:xfrm>
          <a:prstGeom prst="rect">
            <a:avLst/>
          </a:prstGeom>
        </p:spPr>
      </p:pic>
      <p:pic>
        <p:nvPicPr>
          <p:cNvPr id="7" name="図 6">
            <a:extLst>
              <a:ext uri="{FF2B5EF4-FFF2-40B4-BE49-F238E27FC236}">
                <a16:creationId xmlns:a16="http://schemas.microsoft.com/office/drawing/2014/main" id="{C26356CC-4A55-00B4-4C29-4C4FF9AC3E50}"/>
              </a:ext>
            </a:extLst>
          </p:cNvPr>
          <p:cNvPicPr>
            <a:picLocks noChangeAspect="1"/>
          </p:cNvPicPr>
          <p:nvPr userDrawn="1"/>
        </p:nvPicPr>
        <p:blipFill>
          <a:blip r:embed="rId4"/>
          <a:stretch>
            <a:fillRect/>
          </a:stretch>
        </p:blipFill>
        <p:spPr>
          <a:xfrm>
            <a:off x="6198535" y="0"/>
            <a:ext cx="3703809" cy="6876000"/>
          </a:xfrm>
          <a:prstGeom prst="rect">
            <a:avLst/>
          </a:prstGeom>
        </p:spPr>
      </p:pic>
      <p:sp>
        <p:nvSpPr>
          <p:cNvPr id="10" name="テキスト ボックス 9">
            <a:extLst>
              <a:ext uri="{FF2B5EF4-FFF2-40B4-BE49-F238E27FC236}">
                <a16:creationId xmlns:a16="http://schemas.microsoft.com/office/drawing/2014/main" id="{253D2BDA-26EA-370D-2084-F7F1C3809C6A}"/>
              </a:ext>
            </a:extLst>
          </p:cNvPr>
          <p:cNvSpPr txBox="1"/>
          <p:nvPr userDrawn="1"/>
        </p:nvSpPr>
        <p:spPr>
          <a:xfrm>
            <a:off x="301275" y="6562800"/>
            <a:ext cx="3942900" cy="90000"/>
          </a:xfrm>
          <a:prstGeom prst="rect">
            <a:avLst/>
          </a:prstGeom>
          <a:noFill/>
        </p:spPr>
        <p:txBody>
          <a:bodyPr wrap="square" lIns="0" tIns="0" rIns="0" bIns="0" rtlCol="0" anchor="ctr" anchorCtr="0">
            <a:noAutofit/>
          </a:bodyPr>
          <a:lstStyle/>
          <a:p>
            <a:pPr marL="0" marR="0" lvl="0" indent="0" algn="l" defTabSz="234000" rtl="0" eaLnBrk="1" fontAlgn="auto" latinLnBrk="0" hangingPunct="1">
              <a:lnSpc>
                <a:spcPct val="100000"/>
              </a:lnSpc>
              <a:spcBef>
                <a:spcPts val="0"/>
              </a:spcBef>
              <a:spcAft>
                <a:spcPts val="0"/>
              </a:spcAft>
              <a:buClrTx/>
              <a:buSzTx/>
              <a:buFontTx/>
              <a:buNone/>
              <a:tabLst/>
              <a:defRPr/>
            </a:pPr>
            <a:r>
              <a:rPr lang="en-US" altLang="ja-JP" sz="813" dirty="0">
                <a:solidFill>
                  <a:schemeClr val="bg1"/>
                </a:solidFill>
              </a:rPr>
              <a:t>© 2025 NTT DATA University Corporation</a:t>
            </a:r>
          </a:p>
        </p:txBody>
      </p:sp>
      <p:sp>
        <p:nvSpPr>
          <p:cNvPr id="4" name="テキスト ボックス 3">
            <a:extLst>
              <a:ext uri="{FF2B5EF4-FFF2-40B4-BE49-F238E27FC236}">
                <a16:creationId xmlns:a16="http://schemas.microsoft.com/office/drawing/2014/main" id="{0C97F027-0343-7668-5879-F7126DF17584}"/>
              </a:ext>
            </a:extLst>
          </p:cNvPr>
          <p:cNvSpPr txBox="1"/>
          <p:nvPr userDrawn="1"/>
        </p:nvSpPr>
        <p:spPr>
          <a:xfrm>
            <a:off x="2372070" y="7465384"/>
            <a:ext cx="5522893" cy="297455"/>
          </a:xfrm>
          <a:prstGeom prst="rect">
            <a:avLst/>
          </a:prstGeom>
          <a:noFill/>
        </p:spPr>
        <p:txBody>
          <a:bodyPr wrap="square" lIns="0" rIns="0" rtlCol="0">
            <a:noAutofit/>
          </a:bodyPr>
          <a:lstStyle/>
          <a:p>
            <a:pPr marL="0" marR="0" lvl="0" indent="0" algn="ctr" defTabSz="234000" rtl="0" eaLnBrk="1" fontAlgn="auto" latinLnBrk="0" hangingPunct="1">
              <a:lnSpc>
                <a:spcPct val="100000"/>
              </a:lnSpc>
              <a:spcBef>
                <a:spcPts val="0"/>
              </a:spcBef>
              <a:spcAft>
                <a:spcPts val="0"/>
              </a:spcAft>
              <a:buClrTx/>
              <a:buSzTx/>
              <a:buFontTx/>
              <a:buNone/>
              <a:tabLst/>
              <a:defRPr/>
            </a:pPr>
            <a:r>
              <a:rPr lang="ja-JP" altLang="en-US" sz="1480" dirty="0">
                <a:solidFill>
                  <a:srgbClr val="C00000"/>
                </a:solidFill>
                <a:latin typeface="+mn-ea"/>
              </a:rPr>
              <a:t>写真の差し替えはマスタより行ってください。</a:t>
            </a:r>
            <a:endParaRPr kumimoji="1" lang="ja-JP" altLang="en-US" sz="1480" dirty="0">
              <a:solidFill>
                <a:srgbClr val="C00000"/>
              </a:solidFill>
            </a:endParaRPr>
          </a:p>
          <a:p>
            <a:pPr algn="ctr" defTabSz="234000"/>
            <a:endParaRPr kumimoji="1" lang="ja-JP" altLang="en-US" sz="1480" dirty="0">
              <a:solidFill>
                <a:srgbClr val="C00000"/>
              </a:solidFill>
              <a:latin typeface="+mn-ea"/>
            </a:endParaRPr>
          </a:p>
        </p:txBody>
      </p:sp>
      <p:sp>
        <p:nvSpPr>
          <p:cNvPr id="2" name="タイトル 2">
            <a:extLst>
              <a:ext uri="{FF2B5EF4-FFF2-40B4-BE49-F238E27FC236}">
                <a16:creationId xmlns:a16="http://schemas.microsoft.com/office/drawing/2014/main" id="{FDC3CA59-45BD-B018-FE26-B50D0990128D}"/>
              </a:ext>
            </a:extLst>
          </p:cNvPr>
          <p:cNvSpPr>
            <a:spLocks noGrp="1"/>
          </p:cNvSpPr>
          <p:nvPr>
            <p:ph type="title" hasCustomPrompt="1"/>
          </p:nvPr>
        </p:nvSpPr>
        <p:spPr>
          <a:xfrm>
            <a:off x="310050" y="1450800"/>
            <a:ext cx="5838300" cy="795600"/>
          </a:xfrm>
          <a:prstGeom prst="rect">
            <a:avLst/>
          </a:prstGeom>
        </p:spPr>
        <p:txBody>
          <a:bodyPr lIns="0" rIns="0" anchor="b" anchorCtr="0"/>
          <a:lstStyle>
            <a:lvl1pPr>
              <a:defRPr>
                <a:solidFill>
                  <a:schemeClr val="bg1"/>
                </a:solidFill>
              </a:defRPr>
            </a:lvl1pPr>
          </a:lstStyle>
          <a:p>
            <a:pPr lvl="0"/>
            <a:r>
              <a:rPr kumimoji="1" lang="ja-JP" altLang="en-US" dirty="0"/>
              <a:t>○○○○御中</a:t>
            </a:r>
          </a:p>
        </p:txBody>
      </p:sp>
      <p:sp>
        <p:nvSpPr>
          <p:cNvPr id="12" name="テキスト プレースホルダー 6">
            <a:extLst>
              <a:ext uri="{FF2B5EF4-FFF2-40B4-BE49-F238E27FC236}">
                <a16:creationId xmlns:a16="http://schemas.microsoft.com/office/drawing/2014/main" id="{2704D472-D7F1-5C17-D2C9-89CA9C7E6E83}"/>
              </a:ext>
            </a:extLst>
          </p:cNvPr>
          <p:cNvSpPr>
            <a:spLocks noGrp="1"/>
          </p:cNvSpPr>
          <p:nvPr>
            <p:ph type="body" sz="quarter" idx="11" hasCustomPrompt="1"/>
          </p:nvPr>
        </p:nvSpPr>
        <p:spPr>
          <a:xfrm>
            <a:off x="310050" y="2246400"/>
            <a:ext cx="5838300" cy="2346865"/>
          </a:xfrm>
          <a:prstGeom prst="rect">
            <a:avLst/>
          </a:prstGeom>
        </p:spPr>
        <p:txBody>
          <a:bodyPr lIns="0" tIns="46800" rIns="0" anchor="b"/>
          <a:lstStyle>
            <a:lvl1pPr>
              <a:lnSpc>
                <a:spcPct val="80000"/>
              </a:lnSpc>
              <a:defRPr sz="3575" b="1">
                <a:solidFill>
                  <a:schemeClr val="bg1"/>
                </a:solidFill>
              </a:defRPr>
            </a:lvl1pPr>
          </a:lstStyle>
          <a:p>
            <a:pPr lvl="0"/>
            <a:r>
              <a:rPr kumimoji="1" lang="ja-JP" altLang="en-US" dirty="0"/>
              <a:t>［タイトル］</a:t>
            </a:r>
          </a:p>
        </p:txBody>
      </p:sp>
      <p:sp>
        <p:nvSpPr>
          <p:cNvPr id="13" name="テキスト プレースホルダー 10">
            <a:extLst>
              <a:ext uri="{FF2B5EF4-FFF2-40B4-BE49-F238E27FC236}">
                <a16:creationId xmlns:a16="http://schemas.microsoft.com/office/drawing/2014/main" id="{FF2F9E31-F480-6E30-B7CC-0D2A360E0E4D}"/>
              </a:ext>
            </a:extLst>
          </p:cNvPr>
          <p:cNvSpPr>
            <a:spLocks noGrp="1"/>
          </p:cNvSpPr>
          <p:nvPr>
            <p:ph type="body" sz="quarter" idx="13" hasCustomPrompt="1"/>
          </p:nvPr>
        </p:nvSpPr>
        <p:spPr>
          <a:xfrm>
            <a:off x="310050" y="5191200"/>
            <a:ext cx="5838300" cy="1119600"/>
          </a:xfrm>
          <a:prstGeom prst="rect">
            <a:avLst/>
          </a:prstGeom>
        </p:spPr>
        <p:txBody>
          <a:bodyPr lIns="0" tIns="46800" rIns="0" anchor="b"/>
          <a:lstStyle>
            <a:lvl1pPr>
              <a:defRPr>
                <a:solidFill>
                  <a:schemeClr val="bg1"/>
                </a:solidFill>
              </a:defRPr>
            </a:lvl1pPr>
            <a:lvl5pPr marL="1981051" indent="0">
              <a:buNone/>
              <a:defRPr/>
            </a:lvl5pPr>
          </a:lstStyle>
          <a:p>
            <a:pPr lvl="0"/>
            <a:r>
              <a:rPr kumimoji="1" lang="en-US" altLang="ja-JP" dirty="0"/>
              <a:t>2023</a:t>
            </a:r>
            <a:r>
              <a:rPr kumimoji="1" lang="ja-JP" altLang="en-US" dirty="0"/>
              <a:t>年〇月〇日</a:t>
            </a:r>
            <a:endParaRPr kumimoji="1" lang="en-US" altLang="ja-JP" dirty="0"/>
          </a:p>
          <a:p>
            <a:pPr lvl="0"/>
            <a:r>
              <a:rPr kumimoji="1" lang="ja-JP" altLang="en-US" dirty="0"/>
              <a:t>株式会社</a:t>
            </a:r>
            <a:r>
              <a:rPr kumimoji="1" lang="en-US" altLang="ja-JP" dirty="0"/>
              <a:t>NTT</a:t>
            </a:r>
            <a:r>
              <a:rPr kumimoji="1" lang="ja-JP" altLang="en-US" dirty="0"/>
              <a:t>データ ○○○○○○</a:t>
            </a:r>
          </a:p>
          <a:p>
            <a:pPr lvl="0"/>
            <a:r>
              <a:rPr kumimoji="1" lang="ja-JP" altLang="en-US" dirty="0"/>
              <a:t>○○○○○○○○○○○○○○</a:t>
            </a:r>
          </a:p>
        </p:txBody>
      </p:sp>
    </p:spTree>
    <p:extLst>
      <p:ext uri="{BB962C8B-B14F-4D97-AF65-F5344CB8AC3E}">
        <p14:creationId xmlns:p14="http://schemas.microsoft.com/office/powerpoint/2010/main" val="190303967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イノベーションカーブなし">
    <p:spTree>
      <p:nvGrpSpPr>
        <p:cNvPr id="1" name=""/>
        <p:cNvGrpSpPr/>
        <p:nvPr/>
      </p:nvGrpSpPr>
      <p:grpSpPr>
        <a:xfrm>
          <a:off x="0" y="0"/>
          <a:ext cx="0" cy="0"/>
          <a:chOff x="0" y="0"/>
          <a:chExt cx="0" cy="0"/>
        </a:xfrm>
      </p:grpSpPr>
      <p:pic>
        <p:nvPicPr>
          <p:cNvPr id="2" name="Picture Placeholder 8">
            <a:extLst>
              <a:ext uri="{FF2B5EF4-FFF2-40B4-BE49-F238E27FC236}">
                <a16:creationId xmlns:a16="http://schemas.microsoft.com/office/drawing/2014/main" id="{10AAF6A0-9426-1792-5BF0-ADD639497155}"/>
              </a:ext>
            </a:extLst>
          </p:cNvPr>
          <p:cNvPicPr>
            <a:picLocks noChangeAspect="1"/>
          </p:cNvPicPr>
          <p:nvPr userDrawn="1"/>
        </p:nvPicPr>
        <p:blipFill>
          <a:blip r:embed="rId2"/>
          <a:srcRect/>
          <a:stretch/>
        </p:blipFill>
        <p:spPr>
          <a:xfrm>
            <a:off x="1" y="-1"/>
            <a:ext cx="9905998" cy="6857999"/>
          </a:xfrm>
          <a:prstGeom prst="rect">
            <a:avLst/>
          </a:prstGeom>
        </p:spPr>
      </p:pic>
      <p:sp>
        <p:nvSpPr>
          <p:cNvPr id="4" name="正方形/長方形 3">
            <a:extLst>
              <a:ext uri="{FF2B5EF4-FFF2-40B4-BE49-F238E27FC236}">
                <a16:creationId xmlns:a16="http://schemas.microsoft.com/office/drawing/2014/main" id="{770D6933-50FC-7553-7845-69CEDA1C00C5}"/>
              </a:ext>
            </a:extLst>
          </p:cNvPr>
          <p:cNvSpPr/>
          <p:nvPr userDrawn="1"/>
        </p:nvSpPr>
        <p:spPr>
          <a:xfrm>
            <a:off x="0" y="1"/>
            <a:ext cx="9902344" cy="6858001"/>
          </a:xfrm>
          <a:prstGeom prst="rect">
            <a:avLst/>
          </a:prstGeom>
          <a:solidFill>
            <a:srgbClr val="050D24">
              <a:alpha val="5808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endParaRPr kumimoji="1" lang="ja-JP" altLang="en-US" sz="1138" dirty="0" err="1">
              <a:solidFill>
                <a:schemeClr val="tx1"/>
              </a:solidFill>
            </a:endParaRPr>
          </a:p>
        </p:txBody>
      </p:sp>
      <p:pic>
        <p:nvPicPr>
          <p:cNvPr id="3" name="図 2">
            <a:extLst>
              <a:ext uri="{FF2B5EF4-FFF2-40B4-BE49-F238E27FC236}">
                <a16:creationId xmlns:a16="http://schemas.microsoft.com/office/drawing/2014/main" id="{14FF15F3-493A-8C15-9F64-F0766961604A}"/>
              </a:ext>
            </a:extLst>
          </p:cNvPr>
          <p:cNvPicPr>
            <a:picLocks noChangeAspect="1"/>
          </p:cNvPicPr>
          <p:nvPr userDrawn="1"/>
        </p:nvPicPr>
        <p:blipFill>
          <a:blip r:embed="rId3"/>
          <a:srcRect/>
          <a:stretch/>
        </p:blipFill>
        <p:spPr>
          <a:xfrm>
            <a:off x="188390" y="191534"/>
            <a:ext cx="1817662" cy="569864"/>
          </a:xfrm>
          <a:prstGeom prst="rect">
            <a:avLst/>
          </a:prstGeom>
        </p:spPr>
      </p:pic>
      <p:sp>
        <p:nvSpPr>
          <p:cNvPr id="6" name="テキスト ボックス 5">
            <a:extLst>
              <a:ext uri="{FF2B5EF4-FFF2-40B4-BE49-F238E27FC236}">
                <a16:creationId xmlns:a16="http://schemas.microsoft.com/office/drawing/2014/main" id="{E6AA3F11-2310-C251-1D68-4B8F48D50146}"/>
              </a:ext>
            </a:extLst>
          </p:cNvPr>
          <p:cNvSpPr txBox="1"/>
          <p:nvPr userDrawn="1"/>
        </p:nvSpPr>
        <p:spPr>
          <a:xfrm>
            <a:off x="301275" y="6562800"/>
            <a:ext cx="3942900" cy="90000"/>
          </a:xfrm>
          <a:prstGeom prst="rect">
            <a:avLst/>
          </a:prstGeom>
          <a:noFill/>
        </p:spPr>
        <p:txBody>
          <a:bodyPr wrap="square" lIns="0" tIns="0" rIns="0" bIns="0" rtlCol="0" anchor="ctr" anchorCtr="0">
            <a:noAutofit/>
          </a:bodyPr>
          <a:lstStyle/>
          <a:p>
            <a:pPr marL="0" marR="0" lvl="0" indent="0" algn="l" defTabSz="234000" rtl="0" eaLnBrk="1" fontAlgn="auto" latinLnBrk="0" hangingPunct="1">
              <a:lnSpc>
                <a:spcPct val="100000"/>
              </a:lnSpc>
              <a:spcBef>
                <a:spcPts val="0"/>
              </a:spcBef>
              <a:spcAft>
                <a:spcPts val="0"/>
              </a:spcAft>
              <a:buClrTx/>
              <a:buSzTx/>
              <a:buFontTx/>
              <a:buNone/>
              <a:tabLst/>
              <a:defRPr/>
            </a:pPr>
            <a:r>
              <a:rPr lang="en-US" altLang="ja-JP" sz="813" dirty="0">
                <a:solidFill>
                  <a:schemeClr val="bg1"/>
                </a:solidFill>
              </a:rPr>
              <a:t>© 2025 NTT DATA University Corporation</a:t>
            </a:r>
          </a:p>
        </p:txBody>
      </p:sp>
      <p:sp>
        <p:nvSpPr>
          <p:cNvPr id="8" name="テキスト ボックス 7">
            <a:extLst>
              <a:ext uri="{FF2B5EF4-FFF2-40B4-BE49-F238E27FC236}">
                <a16:creationId xmlns:a16="http://schemas.microsoft.com/office/drawing/2014/main" id="{A6C1596D-A3C7-4FF6-6DFA-9626A8F84014}"/>
              </a:ext>
            </a:extLst>
          </p:cNvPr>
          <p:cNvSpPr txBox="1"/>
          <p:nvPr userDrawn="1"/>
        </p:nvSpPr>
        <p:spPr>
          <a:xfrm>
            <a:off x="2372070" y="7465384"/>
            <a:ext cx="5522893" cy="297455"/>
          </a:xfrm>
          <a:prstGeom prst="rect">
            <a:avLst/>
          </a:prstGeom>
          <a:noFill/>
        </p:spPr>
        <p:txBody>
          <a:bodyPr wrap="square" lIns="0" rIns="0" rtlCol="0">
            <a:noAutofit/>
          </a:bodyPr>
          <a:lstStyle/>
          <a:p>
            <a:pPr marL="0" marR="0" lvl="0" indent="0" algn="ctr" defTabSz="234000" rtl="0" eaLnBrk="1" fontAlgn="auto" latinLnBrk="0" hangingPunct="1">
              <a:lnSpc>
                <a:spcPct val="100000"/>
              </a:lnSpc>
              <a:spcBef>
                <a:spcPts val="0"/>
              </a:spcBef>
              <a:spcAft>
                <a:spcPts val="0"/>
              </a:spcAft>
              <a:buClrTx/>
              <a:buSzTx/>
              <a:buFontTx/>
              <a:buNone/>
              <a:tabLst/>
              <a:defRPr/>
            </a:pPr>
            <a:r>
              <a:rPr lang="ja-JP" altLang="en-US" sz="1480" dirty="0">
                <a:solidFill>
                  <a:srgbClr val="C00000"/>
                </a:solidFill>
                <a:latin typeface="+mn-ea"/>
              </a:rPr>
              <a:t>写真の差し替えはマスタより行ってください。</a:t>
            </a:r>
            <a:endParaRPr kumimoji="1" lang="ja-JP" altLang="en-US" sz="1480" dirty="0">
              <a:solidFill>
                <a:srgbClr val="C00000"/>
              </a:solidFill>
            </a:endParaRPr>
          </a:p>
          <a:p>
            <a:pPr algn="ctr" defTabSz="234000"/>
            <a:endParaRPr kumimoji="1" lang="ja-JP" altLang="en-US" sz="1480" dirty="0">
              <a:solidFill>
                <a:srgbClr val="C00000"/>
              </a:solidFill>
              <a:latin typeface="+mn-ea"/>
            </a:endParaRPr>
          </a:p>
        </p:txBody>
      </p:sp>
      <p:sp>
        <p:nvSpPr>
          <p:cNvPr id="7" name="タイトル 2">
            <a:extLst>
              <a:ext uri="{FF2B5EF4-FFF2-40B4-BE49-F238E27FC236}">
                <a16:creationId xmlns:a16="http://schemas.microsoft.com/office/drawing/2014/main" id="{8D564593-F08C-BEC6-7F51-ED1F5CE1271B}"/>
              </a:ext>
            </a:extLst>
          </p:cNvPr>
          <p:cNvSpPr>
            <a:spLocks noGrp="1"/>
          </p:cNvSpPr>
          <p:nvPr>
            <p:ph type="title" hasCustomPrompt="1"/>
          </p:nvPr>
        </p:nvSpPr>
        <p:spPr>
          <a:xfrm>
            <a:off x="310050" y="1450800"/>
            <a:ext cx="9295650" cy="795600"/>
          </a:xfrm>
          <a:prstGeom prst="rect">
            <a:avLst/>
          </a:prstGeom>
        </p:spPr>
        <p:txBody>
          <a:bodyPr lIns="0" rIns="0" anchor="b" anchorCtr="0"/>
          <a:lstStyle>
            <a:lvl1pPr>
              <a:defRPr>
                <a:solidFill>
                  <a:schemeClr val="bg1"/>
                </a:solidFill>
              </a:defRPr>
            </a:lvl1pPr>
          </a:lstStyle>
          <a:p>
            <a:pPr lvl="0"/>
            <a:r>
              <a:rPr kumimoji="1" lang="ja-JP" altLang="en-US" dirty="0"/>
              <a:t>○○○○御中</a:t>
            </a:r>
          </a:p>
        </p:txBody>
      </p:sp>
      <p:sp>
        <p:nvSpPr>
          <p:cNvPr id="11" name="テキスト プレースホルダー 6">
            <a:extLst>
              <a:ext uri="{FF2B5EF4-FFF2-40B4-BE49-F238E27FC236}">
                <a16:creationId xmlns:a16="http://schemas.microsoft.com/office/drawing/2014/main" id="{0B4BDF00-A209-76C8-BB25-F0D0D8A5CF53}"/>
              </a:ext>
            </a:extLst>
          </p:cNvPr>
          <p:cNvSpPr>
            <a:spLocks noGrp="1"/>
          </p:cNvSpPr>
          <p:nvPr>
            <p:ph type="body" sz="quarter" idx="11" hasCustomPrompt="1"/>
          </p:nvPr>
        </p:nvSpPr>
        <p:spPr>
          <a:xfrm>
            <a:off x="310050" y="2246400"/>
            <a:ext cx="9295650" cy="1562400"/>
          </a:xfrm>
          <a:prstGeom prst="rect">
            <a:avLst/>
          </a:prstGeom>
        </p:spPr>
        <p:txBody>
          <a:bodyPr lIns="0" tIns="46800" rIns="0" anchor="b"/>
          <a:lstStyle>
            <a:lvl1pPr>
              <a:lnSpc>
                <a:spcPct val="80000"/>
              </a:lnSpc>
              <a:defRPr sz="3575" b="1">
                <a:solidFill>
                  <a:schemeClr val="bg1"/>
                </a:solidFill>
              </a:defRPr>
            </a:lvl1pPr>
          </a:lstStyle>
          <a:p>
            <a:pPr lvl="0"/>
            <a:r>
              <a:rPr kumimoji="1" lang="ja-JP" altLang="en-US"/>
              <a:t>［タイトル］</a:t>
            </a:r>
          </a:p>
        </p:txBody>
      </p:sp>
      <p:sp>
        <p:nvSpPr>
          <p:cNvPr id="12" name="テキスト プレースホルダー 10">
            <a:extLst>
              <a:ext uri="{FF2B5EF4-FFF2-40B4-BE49-F238E27FC236}">
                <a16:creationId xmlns:a16="http://schemas.microsoft.com/office/drawing/2014/main" id="{07CC41DA-AB1D-B096-5118-CDEB9ED3AACC}"/>
              </a:ext>
            </a:extLst>
          </p:cNvPr>
          <p:cNvSpPr>
            <a:spLocks noGrp="1"/>
          </p:cNvSpPr>
          <p:nvPr>
            <p:ph type="body" sz="quarter" idx="13" hasCustomPrompt="1"/>
          </p:nvPr>
        </p:nvSpPr>
        <p:spPr>
          <a:xfrm>
            <a:off x="310050" y="5191200"/>
            <a:ext cx="9295650" cy="1119600"/>
          </a:xfrm>
          <a:prstGeom prst="rect">
            <a:avLst/>
          </a:prstGeom>
        </p:spPr>
        <p:txBody>
          <a:bodyPr lIns="0" tIns="46800" rIns="0" anchor="b"/>
          <a:lstStyle>
            <a:lvl1pPr>
              <a:defRPr>
                <a:solidFill>
                  <a:schemeClr val="bg1"/>
                </a:solidFill>
              </a:defRPr>
            </a:lvl1pPr>
            <a:lvl5pPr marL="1981051" indent="0">
              <a:buNone/>
              <a:defRPr/>
            </a:lvl5pPr>
          </a:lstStyle>
          <a:p>
            <a:pPr lvl="0"/>
            <a:r>
              <a:rPr kumimoji="1" lang="en-US" altLang="ja-JP" dirty="0"/>
              <a:t>2023</a:t>
            </a:r>
            <a:r>
              <a:rPr kumimoji="1" lang="ja-JP" altLang="en-US" dirty="0"/>
              <a:t>年〇月〇日</a:t>
            </a:r>
            <a:endParaRPr kumimoji="1" lang="en-US" altLang="ja-JP" dirty="0"/>
          </a:p>
          <a:p>
            <a:pPr lvl="0"/>
            <a:r>
              <a:rPr kumimoji="1" lang="ja-JP" altLang="en-US" dirty="0"/>
              <a:t>株式会社</a:t>
            </a:r>
            <a:r>
              <a:rPr kumimoji="1" lang="en-US" altLang="ja-JP" dirty="0"/>
              <a:t>NTT</a:t>
            </a:r>
            <a:r>
              <a:rPr kumimoji="1" lang="ja-JP" altLang="en-US" dirty="0"/>
              <a:t>データ ○○○○○○</a:t>
            </a:r>
          </a:p>
          <a:p>
            <a:pPr lvl="0"/>
            <a:r>
              <a:rPr kumimoji="1" lang="ja-JP" altLang="en-US" dirty="0"/>
              <a:t>○○○○○○○○○○○○○○</a:t>
            </a:r>
          </a:p>
        </p:txBody>
      </p:sp>
    </p:spTree>
    <p:extLst>
      <p:ext uri="{BB962C8B-B14F-4D97-AF65-F5344CB8AC3E}">
        <p14:creationId xmlns:p14="http://schemas.microsoft.com/office/powerpoint/2010/main" val="385697641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写真">
    <p:spTree>
      <p:nvGrpSpPr>
        <p:cNvPr id="1" name=""/>
        <p:cNvGrpSpPr/>
        <p:nvPr/>
      </p:nvGrpSpPr>
      <p:grpSpPr>
        <a:xfrm>
          <a:off x="0" y="0"/>
          <a:ext cx="0" cy="0"/>
          <a:chOff x="0" y="0"/>
          <a:chExt cx="0" cy="0"/>
        </a:xfrm>
      </p:grpSpPr>
      <p:pic>
        <p:nvPicPr>
          <p:cNvPr id="5" name="図プレースホルダー 11">
            <a:extLst>
              <a:ext uri="{FF2B5EF4-FFF2-40B4-BE49-F238E27FC236}">
                <a16:creationId xmlns:a16="http://schemas.microsoft.com/office/drawing/2014/main" id="{A3393BEA-233F-245F-0129-ADDB8158110C}"/>
              </a:ext>
            </a:extLst>
          </p:cNvPr>
          <p:cNvPicPr>
            <a:picLocks noChangeAspect="1"/>
          </p:cNvPicPr>
          <p:nvPr userDrawn="1"/>
        </p:nvPicPr>
        <p:blipFill rotWithShape="1">
          <a:blip r:embed="rId2"/>
          <a:srcRect l="21608" t="8744" r="2060" b="52192"/>
          <a:stretch/>
        </p:blipFill>
        <p:spPr>
          <a:xfrm>
            <a:off x="0" y="3351600"/>
            <a:ext cx="9906975" cy="3510000"/>
          </a:xfrm>
          <a:prstGeom prst="rect">
            <a:avLst/>
          </a:prstGeom>
        </p:spPr>
      </p:pic>
      <p:pic>
        <p:nvPicPr>
          <p:cNvPr id="10" name="図 9">
            <a:extLst>
              <a:ext uri="{FF2B5EF4-FFF2-40B4-BE49-F238E27FC236}">
                <a16:creationId xmlns:a16="http://schemas.microsoft.com/office/drawing/2014/main" id="{4E76937A-BEA1-17BD-51FF-75828A894647}"/>
              </a:ext>
            </a:extLst>
          </p:cNvPr>
          <p:cNvPicPr>
            <a:picLocks noChangeAspect="1"/>
          </p:cNvPicPr>
          <p:nvPr userDrawn="1"/>
        </p:nvPicPr>
        <p:blipFill>
          <a:blip r:embed="rId3"/>
          <a:stretch>
            <a:fillRect/>
          </a:stretch>
        </p:blipFill>
        <p:spPr>
          <a:xfrm>
            <a:off x="7368075" y="3733200"/>
            <a:ext cx="2228850" cy="2743200"/>
          </a:xfrm>
          <a:prstGeom prst="rect">
            <a:avLst/>
          </a:prstGeom>
        </p:spPr>
      </p:pic>
      <p:sp>
        <p:nvSpPr>
          <p:cNvPr id="12" name="テキスト ボックス 11">
            <a:extLst>
              <a:ext uri="{FF2B5EF4-FFF2-40B4-BE49-F238E27FC236}">
                <a16:creationId xmlns:a16="http://schemas.microsoft.com/office/drawing/2014/main" id="{CC6F50BD-6D4E-93A3-94F5-CD0A6C075F68}"/>
              </a:ext>
            </a:extLst>
          </p:cNvPr>
          <p:cNvSpPr txBox="1"/>
          <p:nvPr userDrawn="1"/>
        </p:nvSpPr>
        <p:spPr>
          <a:xfrm>
            <a:off x="301275" y="3146400"/>
            <a:ext cx="3942900" cy="90000"/>
          </a:xfrm>
          <a:prstGeom prst="rect">
            <a:avLst/>
          </a:prstGeom>
          <a:noFill/>
        </p:spPr>
        <p:txBody>
          <a:bodyPr wrap="square" lIns="0" tIns="0" rIns="0" bIns="0" rtlCol="0" anchor="ctr" anchorCtr="0">
            <a:noAutofit/>
          </a:bodyPr>
          <a:lstStyle/>
          <a:p>
            <a:pPr marL="0" marR="0" lvl="0" indent="0" algn="l" defTabSz="234000" rtl="0" eaLnBrk="1" fontAlgn="auto" latinLnBrk="0" hangingPunct="1">
              <a:lnSpc>
                <a:spcPct val="100000"/>
              </a:lnSpc>
              <a:spcBef>
                <a:spcPts val="0"/>
              </a:spcBef>
              <a:spcAft>
                <a:spcPts val="0"/>
              </a:spcAft>
              <a:buClrTx/>
              <a:buSzTx/>
              <a:buFontTx/>
              <a:buNone/>
              <a:tabLst/>
              <a:defRPr/>
            </a:pPr>
            <a:r>
              <a:rPr lang="en-US" altLang="ja-JP" sz="813" dirty="0">
                <a:solidFill>
                  <a:schemeClr val="bg1"/>
                </a:solidFill>
              </a:rPr>
              <a:t>© 2025 NTT DATA University Corporation</a:t>
            </a:r>
          </a:p>
        </p:txBody>
      </p:sp>
      <p:sp>
        <p:nvSpPr>
          <p:cNvPr id="7" name="テキスト ボックス 6">
            <a:extLst>
              <a:ext uri="{FF2B5EF4-FFF2-40B4-BE49-F238E27FC236}">
                <a16:creationId xmlns:a16="http://schemas.microsoft.com/office/drawing/2014/main" id="{5FFAB0DC-12F1-0A0D-5E05-98EABE352010}"/>
              </a:ext>
            </a:extLst>
          </p:cNvPr>
          <p:cNvSpPr txBox="1"/>
          <p:nvPr userDrawn="1"/>
        </p:nvSpPr>
        <p:spPr>
          <a:xfrm>
            <a:off x="2372070" y="7465384"/>
            <a:ext cx="5522893" cy="297455"/>
          </a:xfrm>
          <a:prstGeom prst="rect">
            <a:avLst/>
          </a:prstGeom>
          <a:noFill/>
        </p:spPr>
        <p:txBody>
          <a:bodyPr wrap="square" lIns="0" rIns="0" rtlCol="0">
            <a:noAutofit/>
          </a:bodyPr>
          <a:lstStyle/>
          <a:p>
            <a:pPr marL="0" marR="0" lvl="0" indent="0" algn="ctr" defTabSz="234000" rtl="0" eaLnBrk="1" fontAlgn="auto" latinLnBrk="0" hangingPunct="1">
              <a:lnSpc>
                <a:spcPct val="100000"/>
              </a:lnSpc>
              <a:spcBef>
                <a:spcPts val="0"/>
              </a:spcBef>
              <a:spcAft>
                <a:spcPts val="0"/>
              </a:spcAft>
              <a:buClrTx/>
              <a:buSzTx/>
              <a:buFontTx/>
              <a:buNone/>
              <a:tabLst/>
              <a:defRPr/>
            </a:pPr>
            <a:r>
              <a:rPr lang="ja-JP" altLang="en-US" sz="1480" dirty="0">
                <a:solidFill>
                  <a:srgbClr val="C00000"/>
                </a:solidFill>
                <a:latin typeface="+mn-ea"/>
              </a:rPr>
              <a:t>写真の差し替えはマスタより行ってください。</a:t>
            </a:r>
            <a:endParaRPr kumimoji="1" lang="ja-JP" altLang="en-US" sz="1480" dirty="0">
              <a:solidFill>
                <a:srgbClr val="C00000"/>
              </a:solidFill>
            </a:endParaRPr>
          </a:p>
          <a:p>
            <a:pPr algn="ctr" defTabSz="234000"/>
            <a:endParaRPr kumimoji="1" lang="ja-JP" altLang="en-US" sz="1480" dirty="0">
              <a:solidFill>
                <a:srgbClr val="C00000"/>
              </a:solidFill>
              <a:latin typeface="+mn-ea"/>
            </a:endParaRPr>
          </a:p>
        </p:txBody>
      </p:sp>
      <p:sp>
        <p:nvSpPr>
          <p:cNvPr id="2" name="タイトル 2">
            <a:extLst>
              <a:ext uri="{FF2B5EF4-FFF2-40B4-BE49-F238E27FC236}">
                <a16:creationId xmlns:a16="http://schemas.microsoft.com/office/drawing/2014/main" id="{F5B93878-EB0F-DF28-452A-99587B3CF9AF}"/>
              </a:ext>
            </a:extLst>
          </p:cNvPr>
          <p:cNvSpPr>
            <a:spLocks noGrp="1"/>
          </p:cNvSpPr>
          <p:nvPr>
            <p:ph type="title" hasCustomPrompt="1"/>
          </p:nvPr>
        </p:nvSpPr>
        <p:spPr>
          <a:xfrm>
            <a:off x="301275" y="752400"/>
            <a:ext cx="9295650" cy="396000"/>
          </a:xfrm>
          <a:prstGeom prst="rect">
            <a:avLst/>
          </a:prstGeom>
        </p:spPr>
        <p:txBody>
          <a:bodyPr lIns="0" rIns="0" anchor="b" anchorCtr="0"/>
          <a:lstStyle>
            <a:lvl1pPr>
              <a:defRPr>
                <a:solidFill>
                  <a:schemeClr val="bg1"/>
                </a:solidFill>
              </a:defRPr>
            </a:lvl1pPr>
          </a:lstStyle>
          <a:p>
            <a:pPr lvl="0"/>
            <a:r>
              <a:rPr kumimoji="1" lang="ja-JP" altLang="en-US" dirty="0"/>
              <a:t>○○○○御中</a:t>
            </a:r>
          </a:p>
        </p:txBody>
      </p:sp>
      <p:sp>
        <p:nvSpPr>
          <p:cNvPr id="3" name="テキスト プレースホルダー 6">
            <a:extLst>
              <a:ext uri="{FF2B5EF4-FFF2-40B4-BE49-F238E27FC236}">
                <a16:creationId xmlns:a16="http://schemas.microsoft.com/office/drawing/2014/main" id="{5893501C-E04B-3D7E-860E-2A66FEF8D7C9}"/>
              </a:ext>
            </a:extLst>
          </p:cNvPr>
          <p:cNvSpPr>
            <a:spLocks noGrp="1"/>
          </p:cNvSpPr>
          <p:nvPr>
            <p:ph type="body" sz="quarter" idx="11" hasCustomPrompt="1"/>
          </p:nvPr>
        </p:nvSpPr>
        <p:spPr>
          <a:xfrm>
            <a:off x="301275" y="1143727"/>
            <a:ext cx="9295650" cy="1422244"/>
          </a:xfrm>
          <a:prstGeom prst="rect">
            <a:avLst/>
          </a:prstGeom>
        </p:spPr>
        <p:txBody>
          <a:bodyPr lIns="0" tIns="46800" rIns="0" anchor="b"/>
          <a:lstStyle>
            <a:lvl1pPr>
              <a:lnSpc>
                <a:spcPct val="80000"/>
              </a:lnSpc>
              <a:defRPr sz="3575" b="1">
                <a:solidFill>
                  <a:schemeClr val="bg1"/>
                </a:solidFill>
              </a:defRPr>
            </a:lvl1pPr>
          </a:lstStyle>
          <a:p>
            <a:pPr lvl="0"/>
            <a:r>
              <a:rPr kumimoji="1" lang="ja-JP" altLang="en-US"/>
              <a:t>［タイトル］</a:t>
            </a:r>
          </a:p>
        </p:txBody>
      </p:sp>
      <p:sp>
        <p:nvSpPr>
          <p:cNvPr id="4" name="テキスト プレースホルダー 10">
            <a:extLst>
              <a:ext uri="{FF2B5EF4-FFF2-40B4-BE49-F238E27FC236}">
                <a16:creationId xmlns:a16="http://schemas.microsoft.com/office/drawing/2014/main" id="{8ADA0CC1-B34F-2866-9154-43C9EABF8BF5}"/>
              </a:ext>
            </a:extLst>
          </p:cNvPr>
          <p:cNvSpPr>
            <a:spLocks noGrp="1"/>
          </p:cNvSpPr>
          <p:nvPr>
            <p:ph type="body" sz="quarter" idx="13" hasCustomPrompt="1"/>
          </p:nvPr>
        </p:nvSpPr>
        <p:spPr>
          <a:xfrm>
            <a:off x="301275" y="2565971"/>
            <a:ext cx="9295650" cy="375900"/>
          </a:xfrm>
          <a:prstGeom prst="rect">
            <a:avLst/>
          </a:prstGeom>
        </p:spPr>
        <p:txBody>
          <a:bodyPr lIns="0" tIns="46800" rIns="0"/>
          <a:lstStyle>
            <a:lvl1pPr>
              <a:defRPr>
                <a:solidFill>
                  <a:schemeClr val="bg1"/>
                </a:solidFill>
              </a:defRPr>
            </a:lvl1pPr>
            <a:lvl5pPr marL="1981051" indent="0">
              <a:buNone/>
              <a:defRPr/>
            </a:lvl5pPr>
          </a:lstStyle>
          <a:p>
            <a:pPr lvl="0"/>
            <a:r>
              <a:rPr kumimoji="1" lang="en-US" altLang="ja-JP" dirty="0"/>
              <a:t>2023</a:t>
            </a:r>
            <a:r>
              <a:rPr kumimoji="1" lang="ja-JP" altLang="en-US" dirty="0"/>
              <a:t>年〇月〇日　株式会社</a:t>
            </a:r>
            <a:r>
              <a:rPr kumimoji="1" lang="en-US" altLang="ja-JP" dirty="0"/>
              <a:t>NTT</a:t>
            </a:r>
            <a:r>
              <a:rPr kumimoji="1" lang="ja-JP" altLang="en-US" dirty="0"/>
              <a:t>データ ○○○○○○</a:t>
            </a:r>
          </a:p>
        </p:txBody>
      </p:sp>
    </p:spTree>
    <p:extLst>
      <p:ext uri="{BB962C8B-B14F-4D97-AF65-F5344CB8AC3E}">
        <p14:creationId xmlns:p14="http://schemas.microsoft.com/office/powerpoint/2010/main" val="199180753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写真">
    <p:spTree>
      <p:nvGrpSpPr>
        <p:cNvPr id="1" name=""/>
        <p:cNvGrpSpPr/>
        <p:nvPr/>
      </p:nvGrpSpPr>
      <p:grpSpPr>
        <a:xfrm>
          <a:off x="0" y="0"/>
          <a:ext cx="0" cy="0"/>
          <a:chOff x="0" y="0"/>
          <a:chExt cx="0" cy="0"/>
        </a:xfrm>
      </p:grpSpPr>
      <p:pic>
        <p:nvPicPr>
          <p:cNvPr id="4" name="Picture Placeholder 8">
            <a:extLst>
              <a:ext uri="{FF2B5EF4-FFF2-40B4-BE49-F238E27FC236}">
                <a16:creationId xmlns:a16="http://schemas.microsoft.com/office/drawing/2014/main" id="{4CF74755-19E7-052E-D6BE-AE04C9B65B9E}"/>
              </a:ext>
            </a:extLst>
          </p:cNvPr>
          <p:cNvPicPr>
            <a:picLocks noChangeAspect="1"/>
          </p:cNvPicPr>
          <p:nvPr userDrawn="1"/>
        </p:nvPicPr>
        <p:blipFill rotWithShape="1">
          <a:blip r:embed="rId2"/>
          <a:srcRect l="58440" r="8440"/>
          <a:stretch/>
        </p:blipFill>
        <p:spPr>
          <a:xfrm>
            <a:off x="1" y="-1"/>
            <a:ext cx="3280874" cy="6857999"/>
          </a:xfrm>
          <a:prstGeom prst="rect">
            <a:avLst/>
          </a:prstGeom>
        </p:spPr>
      </p:pic>
      <p:sp>
        <p:nvSpPr>
          <p:cNvPr id="2" name="タイトル 1">
            <a:extLst>
              <a:ext uri="{FF2B5EF4-FFF2-40B4-BE49-F238E27FC236}">
                <a16:creationId xmlns:a16="http://schemas.microsoft.com/office/drawing/2014/main" id="{D8C3003A-1C0D-B582-B3BE-CA14C4D8AE89}"/>
              </a:ext>
            </a:extLst>
          </p:cNvPr>
          <p:cNvSpPr>
            <a:spLocks noGrp="1"/>
          </p:cNvSpPr>
          <p:nvPr>
            <p:ph type="title" hasCustomPrompt="1"/>
          </p:nvPr>
        </p:nvSpPr>
        <p:spPr>
          <a:xfrm>
            <a:off x="3653325" y="687601"/>
            <a:ext cx="5943600" cy="1447199"/>
          </a:xfrm>
          <a:prstGeom prst="rect">
            <a:avLst/>
          </a:prstGeom>
        </p:spPr>
        <p:txBody>
          <a:bodyPr/>
          <a:lstStyle/>
          <a:p>
            <a:r>
              <a:rPr kumimoji="1" lang="en-US" altLang="ja-JP" dirty="0"/>
              <a:t>01</a:t>
            </a:r>
            <a:endParaRPr kumimoji="1" lang="ja-JP" altLang="en-US"/>
          </a:p>
        </p:txBody>
      </p:sp>
      <p:sp>
        <p:nvSpPr>
          <p:cNvPr id="5" name="テキスト プレースホルダー 8">
            <a:extLst>
              <a:ext uri="{FF2B5EF4-FFF2-40B4-BE49-F238E27FC236}">
                <a16:creationId xmlns:a16="http://schemas.microsoft.com/office/drawing/2014/main" id="{FFDB246B-7466-9829-C733-D7C8F366017A}"/>
              </a:ext>
            </a:extLst>
          </p:cNvPr>
          <p:cNvSpPr>
            <a:spLocks noGrp="1"/>
          </p:cNvSpPr>
          <p:nvPr>
            <p:ph type="body" sz="quarter" idx="16" hasCustomPrompt="1"/>
          </p:nvPr>
        </p:nvSpPr>
        <p:spPr>
          <a:xfrm>
            <a:off x="3653325" y="2286000"/>
            <a:ext cx="5943600" cy="3952800"/>
          </a:xfrm>
          <a:prstGeom prst="rect">
            <a:avLst/>
          </a:prstGeom>
        </p:spPr>
        <p:txBody>
          <a:bodyPr lIns="0" tIns="0" rIns="0" bIns="0"/>
          <a:lstStyle>
            <a:lvl1pPr>
              <a:defRPr sz="3900" b="1">
                <a:solidFill>
                  <a:schemeClr val="bg1"/>
                </a:solidFill>
              </a:defRPr>
            </a:lvl1pPr>
          </a:lstStyle>
          <a:p>
            <a:pPr lvl="0"/>
            <a:r>
              <a:rPr kumimoji="1" lang="ja-JP" altLang="en-US"/>
              <a:t>中扉タイトル</a:t>
            </a:r>
          </a:p>
        </p:txBody>
      </p:sp>
      <p:sp>
        <p:nvSpPr>
          <p:cNvPr id="9" name="テキスト ボックス 8">
            <a:extLst>
              <a:ext uri="{FF2B5EF4-FFF2-40B4-BE49-F238E27FC236}">
                <a16:creationId xmlns:a16="http://schemas.microsoft.com/office/drawing/2014/main" id="{CBB76971-86FF-83F8-9E8E-FF04E7792ABB}"/>
              </a:ext>
            </a:extLst>
          </p:cNvPr>
          <p:cNvSpPr txBox="1"/>
          <p:nvPr userDrawn="1"/>
        </p:nvSpPr>
        <p:spPr>
          <a:xfrm>
            <a:off x="6318000" y="6562800"/>
            <a:ext cx="248625"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650" smtClean="0">
                <a:solidFill>
                  <a:schemeClr val="bg1"/>
                </a:solidFill>
              </a:rPr>
              <a:pPr algn="ctr"/>
              <a:t>‹#›</a:t>
            </a:fld>
            <a:endParaRPr kumimoji="0" lang="en-US" altLang="ja-JP" sz="650" dirty="0">
              <a:solidFill>
                <a:schemeClr val="bg1"/>
              </a:solidFill>
              <a:latin typeface="+mn-ea"/>
              <a:cs typeface="Meiryo UI" pitchFamily="50" charset="-128"/>
            </a:endParaRPr>
          </a:p>
        </p:txBody>
      </p:sp>
      <p:sp>
        <p:nvSpPr>
          <p:cNvPr id="7" name="正方形/長方形 6">
            <a:extLst>
              <a:ext uri="{FF2B5EF4-FFF2-40B4-BE49-F238E27FC236}">
                <a16:creationId xmlns:a16="http://schemas.microsoft.com/office/drawing/2014/main" id="{9CFA8725-4E9D-1A8D-75CB-0BBF9E663993}"/>
              </a:ext>
            </a:extLst>
          </p:cNvPr>
          <p:cNvSpPr/>
          <p:nvPr userDrawn="1"/>
        </p:nvSpPr>
        <p:spPr>
          <a:xfrm>
            <a:off x="-976" y="5202001"/>
            <a:ext cx="328185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endParaRPr kumimoji="1" lang="ja-JP" altLang="en-US" sz="1138" dirty="0" err="1">
              <a:solidFill>
                <a:schemeClr val="tx1"/>
              </a:solidFill>
            </a:endParaRPr>
          </a:p>
        </p:txBody>
      </p:sp>
      <p:sp>
        <p:nvSpPr>
          <p:cNvPr id="10" name="テキスト ボックス 9">
            <a:extLst>
              <a:ext uri="{FF2B5EF4-FFF2-40B4-BE49-F238E27FC236}">
                <a16:creationId xmlns:a16="http://schemas.microsoft.com/office/drawing/2014/main" id="{CA9355A0-2A70-15E3-7B93-39F5C7005529}"/>
              </a:ext>
            </a:extLst>
          </p:cNvPr>
          <p:cNvSpPr txBox="1"/>
          <p:nvPr userDrawn="1"/>
        </p:nvSpPr>
        <p:spPr>
          <a:xfrm>
            <a:off x="3653325" y="6562800"/>
            <a:ext cx="2603250" cy="90000"/>
          </a:xfrm>
          <a:prstGeom prst="rect">
            <a:avLst/>
          </a:prstGeom>
          <a:noFill/>
        </p:spPr>
        <p:txBody>
          <a:bodyPr wrap="square" lIns="0" tIns="0" rIns="0" bIns="0" rtlCol="0" anchor="ctr" anchorCtr="0">
            <a:noAutofit/>
          </a:bodyPr>
          <a:lstStyle/>
          <a:p>
            <a:pPr marL="0" marR="0" lvl="0" indent="0" algn="l" defTabSz="234000" rtl="0" eaLnBrk="1" fontAlgn="auto" latinLnBrk="0" hangingPunct="1">
              <a:lnSpc>
                <a:spcPct val="100000"/>
              </a:lnSpc>
              <a:spcBef>
                <a:spcPts val="0"/>
              </a:spcBef>
              <a:spcAft>
                <a:spcPts val="0"/>
              </a:spcAft>
              <a:buClrTx/>
              <a:buSzTx/>
              <a:buFontTx/>
              <a:buNone/>
              <a:tabLst/>
              <a:defRPr/>
            </a:pPr>
            <a:r>
              <a:rPr lang="en-US" altLang="ja-JP" sz="813" dirty="0">
                <a:solidFill>
                  <a:schemeClr val="bg1"/>
                </a:solidFill>
              </a:rPr>
              <a:t>© 2025 NTT DATA University Corporation</a:t>
            </a:r>
          </a:p>
        </p:txBody>
      </p:sp>
      <p:sp>
        <p:nvSpPr>
          <p:cNvPr id="3" name="テキスト ボックス 2">
            <a:extLst>
              <a:ext uri="{FF2B5EF4-FFF2-40B4-BE49-F238E27FC236}">
                <a16:creationId xmlns:a16="http://schemas.microsoft.com/office/drawing/2014/main" id="{DD2ECDF7-C73E-11AF-9E8E-8C6D93EE20FD}"/>
              </a:ext>
            </a:extLst>
          </p:cNvPr>
          <p:cNvSpPr txBox="1"/>
          <p:nvPr userDrawn="1"/>
        </p:nvSpPr>
        <p:spPr>
          <a:xfrm>
            <a:off x="2372070" y="7039346"/>
            <a:ext cx="5522893" cy="297455"/>
          </a:xfrm>
          <a:prstGeom prst="rect">
            <a:avLst/>
          </a:prstGeom>
          <a:noFill/>
        </p:spPr>
        <p:txBody>
          <a:bodyPr wrap="square" lIns="0" rIns="0" rtlCol="0">
            <a:noAutofit/>
          </a:bodyPr>
          <a:lstStyle/>
          <a:p>
            <a:pPr marL="0" marR="0" lvl="0" indent="0" algn="ctr" defTabSz="234000" rtl="0" eaLnBrk="1" fontAlgn="auto" latinLnBrk="0" hangingPunct="1">
              <a:lnSpc>
                <a:spcPct val="100000"/>
              </a:lnSpc>
              <a:spcBef>
                <a:spcPts val="0"/>
              </a:spcBef>
              <a:spcAft>
                <a:spcPts val="0"/>
              </a:spcAft>
              <a:buClrTx/>
              <a:buSzTx/>
              <a:buFontTx/>
              <a:buNone/>
              <a:tabLst/>
              <a:defRPr/>
            </a:pPr>
            <a:r>
              <a:rPr lang="ja-JP" altLang="en-US" sz="1480" dirty="0">
                <a:solidFill>
                  <a:srgbClr val="C00000"/>
                </a:solidFill>
                <a:latin typeface="+mn-ea"/>
              </a:rPr>
              <a:t>写真の差し替えはマスタより行ってください。</a:t>
            </a:r>
            <a:endParaRPr kumimoji="1" lang="ja-JP" altLang="en-US" sz="1480" dirty="0">
              <a:solidFill>
                <a:srgbClr val="C00000"/>
              </a:solidFill>
            </a:endParaRPr>
          </a:p>
          <a:p>
            <a:pPr algn="ctr" defTabSz="234000"/>
            <a:endParaRPr kumimoji="1" lang="ja-JP" altLang="en-US" sz="1480" dirty="0">
              <a:solidFill>
                <a:srgbClr val="C00000"/>
              </a:solidFill>
              <a:latin typeface="+mn-ea"/>
            </a:endParaRPr>
          </a:p>
        </p:txBody>
      </p:sp>
    </p:spTree>
    <p:extLst>
      <p:ext uri="{BB962C8B-B14F-4D97-AF65-F5344CB8AC3E}">
        <p14:creationId xmlns:p14="http://schemas.microsoft.com/office/powerpoint/2010/main" val="61792826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イノベーションカーブ">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7E0E3DF-D30F-67F3-1120-4D08EF0597DA}"/>
              </a:ext>
            </a:extLst>
          </p:cNvPr>
          <p:cNvSpPr>
            <a:spLocks noGrp="1"/>
          </p:cNvSpPr>
          <p:nvPr>
            <p:ph type="title" hasCustomPrompt="1"/>
          </p:nvPr>
        </p:nvSpPr>
        <p:spPr>
          <a:xfrm>
            <a:off x="301273" y="687602"/>
            <a:ext cx="5943600" cy="1447199"/>
          </a:xfrm>
          <a:prstGeom prst="rect">
            <a:avLst/>
          </a:prstGeom>
        </p:spPr>
        <p:txBody>
          <a:bodyPr/>
          <a:lstStyle/>
          <a:p>
            <a:r>
              <a:rPr kumimoji="1" lang="en-US" altLang="ja-JP" dirty="0"/>
              <a:t>01</a:t>
            </a:r>
            <a:endParaRPr kumimoji="1" lang="ja-JP" altLang="en-US"/>
          </a:p>
        </p:txBody>
      </p:sp>
      <p:sp>
        <p:nvSpPr>
          <p:cNvPr id="3" name="テキスト プレースホルダー 8">
            <a:extLst>
              <a:ext uri="{FF2B5EF4-FFF2-40B4-BE49-F238E27FC236}">
                <a16:creationId xmlns:a16="http://schemas.microsoft.com/office/drawing/2014/main" id="{14339CF7-9CA0-A841-448E-67A663E55CF3}"/>
              </a:ext>
            </a:extLst>
          </p:cNvPr>
          <p:cNvSpPr>
            <a:spLocks noGrp="1"/>
          </p:cNvSpPr>
          <p:nvPr>
            <p:ph type="body" sz="quarter" idx="16" hasCustomPrompt="1"/>
          </p:nvPr>
        </p:nvSpPr>
        <p:spPr>
          <a:xfrm>
            <a:off x="301275" y="2286000"/>
            <a:ext cx="5943600" cy="3888000"/>
          </a:xfrm>
          <a:prstGeom prst="rect">
            <a:avLst/>
          </a:prstGeom>
        </p:spPr>
        <p:txBody>
          <a:bodyPr lIns="0" tIns="0" rIns="0" bIns="0"/>
          <a:lstStyle>
            <a:lvl1pPr>
              <a:defRPr sz="3250" b="1">
                <a:solidFill>
                  <a:schemeClr val="bg1"/>
                </a:solidFill>
              </a:defRPr>
            </a:lvl1pPr>
          </a:lstStyle>
          <a:p>
            <a:pPr lvl="0"/>
            <a:r>
              <a:rPr kumimoji="1" lang="ja-JP" altLang="en-US"/>
              <a:t>中扉タイトル</a:t>
            </a:r>
          </a:p>
        </p:txBody>
      </p:sp>
      <p:pic>
        <p:nvPicPr>
          <p:cNvPr id="6" name="Innovationcurve">
            <a:extLst>
              <a:ext uri="{FF2B5EF4-FFF2-40B4-BE49-F238E27FC236}">
                <a16:creationId xmlns:a16="http://schemas.microsoft.com/office/drawing/2014/main" id="{7CF64CB9-660F-8471-3C6F-4FD9FD6E3B9E}"/>
              </a:ext>
            </a:extLst>
          </p:cNvPr>
          <p:cNvPicPr>
            <a:picLocks noChangeAspect="1"/>
          </p:cNvPicPr>
          <p:nvPr userDrawn="1"/>
        </p:nvPicPr>
        <p:blipFill>
          <a:blip r:embed="rId2"/>
          <a:stretch>
            <a:fillRect/>
          </a:stretch>
        </p:blipFill>
        <p:spPr>
          <a:xfrm>
            <a:off x="6574425" y="2433601"/>
            <a:ext cx="3030300" cy="3739975"/>
          </a:xfrm>
          <a:prstGeom prst="rect">
            <a:avLst/>
          </a:prstGeom>
        </p:spPr>
      </p:pic>
      <p:sp>
        <p:nvSpPr>
          <p:cNvPr id="8" name="テキスト ボックス 7">
            <a:extLst>
              <a:ext uri="{FF2B5EF4-FFF2-40B4-BE49-F238E27FC236}">
                <a16:creationId xmlns:a16="http://schemas.microsoft.com/office/drawing/2014/main" id="{943F721B-F20E-EF98-7C7E-D4DD73191926}"/>
              </a:ext>
            </a:extLst>
          </p:cNvPr>
          <p:cNvSpPr txBox="1"/>
          <p:nvPr userDrawn="1"/>
        </p:nvSpPr>
        <p:spPr>
          <a:xfrm>
            <a:off x="4829175" y="6562800"/>
            <a:ext cx="248625"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650" smtClean="0">
                <a:solidFill>
                  <a:schemeClr val="bg1"/>
                </a:solidFill>
              </a:rPr>
              <a:pPr algn="ctr"/>
              <a:t>‹#›</a:t>
            </a:fld>
            <a:endParaRPr kumimoji="0" lang="en-US" altLang="ja-JP" sz="650" dirty="0">
              <a:solidFill>
                <a:schemeClr val="bg1"/>
              </a:solidFill>
              <a:latin typeface="+mn-ea"/>
              <a:cs typeface="Meiryo UI" pitchFamily="50" charset="-128"/>
            </a:endParaRPr>
          </a:p>
        </p:txBody>
      </p:sp>
    </p:spTree>
    <p:extLst>
      <p:ext uri="{BB962C8B-B14F-4D97-AF65-F5344CB8AC3E}">
        <p14:creationId xmlns:p14="http://schemas.microsoft.com/office/powerpoint/2010/main" val="335681603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写真入イノベーションカーブ">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E01CCA0-7E92-7FFB-2532-8D8D86CBBF3B}"/>
              </a:ext>
            </a:extLst>
          </p:cNvPr>
          <p:cNvSpPr>
            <a:spLocks noGrp="1"/>
          </p:cNvSpPr>
          <p:nvPr>
            <p:ph type="title" hasCustomPrompt="1"/>
          </p:nvPr>
        </p:nvSpPr>
        <p:spPr>
          <a:xfrm>
            <a:off x="3653325" y="687601"/>
            <a:ext cx="5943600" cy="1447199"/>
          </a:xfrm>
          <a:prstGeom prst="rect">
            <a:avLst/>
          </a:prstGeom>
        </p:spPr>
        <p:txBody>
          <a:bodyPr/>
          <a:lstStyle/>
          <a:p>
            <a:r>
              <a:rPr kumimoji="1" lang="en-US" altLang="ja-JP" dirty="0"/>
              <a:t>01</a:t>
            </a:r>
            <a:endParaRPr kumimoji="1" lang="ja-JP" altLang="en-US"/>
          </a:p>
        </p:txBody>
      </p:sp>
      <p:pic>
        <p:nvPicPr>
          <p:cNvPr id="3" name="Picture 6">
            <a:extLst>
              <a:ext uri="{FF2B5EF4-FFF2-40B4-BE49-F238E27FC236}">
                <a16:creationId xmlns:a16="http://schemas.microsoft.com/office/drawing/2014/main" id="{38FD529D-5FF6-E828-CE3E-B79F0DF6878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20592" y="2447060"/>
            <a:ext cx="3021525" cy="3718800"/>
          </a:xfrm>
          <a:prstGeom prst="rect">
            <a:avLst/>
          </a:prstGeom>
        </p:spPr>
      </p:pic>
      <p:sp>
        <p:nvSpPr>
          <p:cNvPr id="5" name="テキスト プレースホルダー 8">
            <a:extLst>
              <a:ext uri="{FF2B5EF4-FFF2-40B4-BE49-F238E27FC236}">
                <a16:creationId xmlns:a16="http://schemas.microsoft.com/office/drawing/2014/main" id="{E10C1EF1-42DC-CE53-8902-8E322B4352D3}"/>
              </a:ext>
            </a:extLst>
          </p:cNvPr>
          <p:cNvSpPr>
            <a:spLocks noGrp="1"/>
          </p:cNvSpPr>
          <p:nvPr>
            <p:ph type="body" sz="quarter" idx="16" hasCustomPrompt="1"/>
          </p:nvPr>
        </p:nvSpPr>
        <p:spPr>
          <a:xfrm>
            <a:off x="3653325" y="2433600"/>
            <a:ext cx="5943600" cy="3740400"/>
          </a:xfrm>
          <a:prstGeom prst="rect">
            <a:avLst/>
          </a:prstGeom>
        </p:spPr>
        <p:txBody>
          <a:bodyPr lIns="0" tIns="0" rIns="0" bIns="0"/>
          <a:lstStyle>
            <a:lvl1pPr>
              <a:defRPr sz="3250" b="1">
                <a:solidFill>
                  <a:schemeClr val="bg1"/>
                </a:solidFill>
              </a:defRPr>
            </a:lvl1pPr>
          </a:lstStyle>
          <a:p>
            <a:pPr lvl="0"/>
            <a:r>
              <a:rPr kumimoji="1" lang="ja-JP" altLang="en-US"/>
              <a:t>中扉タイトル</a:t>
            </a:r>
          </a:p>
        </p:txBody>
      </p:sp>
      <p:sp>
        <p:nvSpPr>
          <p:cNvPr id="6" name="テキスト ボックス 5">
            <a:extLst>
              <a:ext uri="{FF2B5EF4-FFF2-40B4-BE49-F238E27FC236}">
                <a16:creationId xmlns:a16="http://schemas.microsoft.com/office/drawing/2014/main" id="{53785BB8-9BEF-6511-73A0-EFF55EDD2267}"/>
              </a:ext>
            </a:extLst>
          </p:cNvPr>
          <p:cNvSpPr txBox="1"/>
          <p:nvPr userDrawn="1"/>
        </p:nvSpPr>
        <p:spPr>
          <a:xfrm>
            <a:off x="4829175" y="6562800"/>
            <a:ext cx="248625"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650" smtClean="0">
                <a:solidFill>
                  <a:schemeClr val="bg1"/>
                </a:solidFill>
              </a:rPr>
              <a:pPr algn="ctr"/>
              <a:t>‹#›</a:t>
            </a:fld>
            <a:endParaRPr kumimoji="0" lang="en-US" altLang="ja-JP" sz="650" dirty="0">
              <a:solidFill>
                <a:schemeClr val="bg1"/>
              </a:solidFill>
              <a:latin typeface="+mn-ea"/>
              <a:cs typeface="Meiryo UI" pitchFamily="50" charset="-128"/>
            </a:endParaRPr>
          </a:p>
        </p:txBody>
      </p:sp>
      <p:sp>
        <p:nvSpPr>
          <p:cNvPr id="4" name="テキスト ボックス 3">
            <a:extLst>
              <a:ext uri="{FF2B5EF4-FFF2-40B4-BE49-F238E27FC236}">
                <a16:creationId xmlns:a16="http://schemas.microsoft.com/office/drawing/2014/main" id="{63EDD009-B7C6-2FAB-6C6C-D361E024042A}"/>
              </a:ext>
            </a:extLst>
          </p:cNvPr>
          <p:cNvSpPr txBox="1"/>
          <p:nvPr userDrawn="1"/>
        </p:nvSpPr>
        <p:spPr>
          <a:xfrm>
            <a:off x="2372070" y="7039346"/>
            <a:ext cx="5522893" cy="297455"/>
          </a:xfrm>
          <a:prstGeom prst="rect">
            <a:avLst/>
          </a:prstGeom>
          <a:noFill/>
        </p:spPr>
        <p:txBody>
          <a:bodyPr wrap="square" lIns="0" rIns="0" rtlCol="0">
            <a:noAutofit/>
          </a:bodyPr>
          <a:lstStyle/>
          <a:p>
            <a:pPr marL="0" marR="0" lvl="0" indent="0" algn="ctr" defTabSz="234000" rtl="0" eaLnBrk="1" fontAlgn="auto" latinLnBrk="0" hangingPunct="1">
              <a:lnSpc>
                <a:spcPct val="100000"/>
              </a:lnSpc>
              <a:spcBef>
                <a:spcPts val="0"/>
              </a:spcBef>
              <a:spcAft>
                <a:spcPts val="0"/>
              </a:spcAft>
              <a:buClrTx/>
              <a:buSzTx/>
              <a:buFontTx/>
              <a:buNone/>
              <a:tabLst/>
              <a:defRPr/>
            </a:pPr>
            <a:r>
              <a:rPr lang="ja-JP" altLang="en-US" sz="1480" dirty="0">
                <a:solidFill>
                  <a:srgbClr val="C00000"/>
                </a:solidFill>
                <a:latin typeface="+mn-ea"/>
              </a:rPr>
              <a:t>写真の差し替えはマスタより行ってください。</a:t>
            </a:r>
            <a:endParaRPr kumimoji="1" lang="ja-JP" altLang="en-US" sz="1480" dirty="0">
              <a:solidFill>
                <a:srgbClr val="C00000"/>
              </a:solidFill>
            </a:endParaRPr>
          </a:p>
          <a:p>
            <a:pPr algn="ctr" defTabSz="234000"/>
            <a:endParaRPr kumimoji="1" lang="ja-JP" altLang="en-US" sz="1480" dirty="0">
              <a:solidFill>
                <a:srgbClr val="C00000"/>
              </a:solidFill>
              <a:latin typeface="+mn-ea"/>
            </a:endParaRPr>
          </a:p>
        </p:txBody>
      </p:sp>
      <p:pic>
        <p:nvPicPr>
          <p:cNvPr id="7" name="図プレースホルダー 15">
            <a:extLst>
              <a:ext uri="{FF2B5EF4-FFF2-40B4-BE49-F238E27FC236}">
                <a16:creationId xmlns:a16="http://schemas.microsoft.com/office/drawing/2014/main" id="{B62A01C9-0B30-0082-9D00-73A4244F836E}"/>
              </a:ext>
            </a:extLst>
          </p:cNvPr>
          <p:cNvPicPr>
            <a:picLocks noChangeAspect="1"/>
          </p:cNvPicPr>
          <p:nvPr userDrawn="1"/>
        </p:nvPicPr>
        <p:blipFill rotWithShape="1">
          <a:blip r:embed="rId3"/>
          <a:srcRect l="40504" r="3246"/>
          <a:stretch/>
        </p:blipFill>
        <p:spPr>
          <a:xfrm>
            <a:off x="301823" y="2447060"/>
            <a:ext cx="3021525" cy="3718800"/>
          </a:xfrm>
          <a:custGeom>
            <a:avLst/>
            <a:gdLst>
              <a:gd name="connsiteX0" fmla="*/ 1704548 w 5267271"/>
              <a:gd name="connsiteY0" fmla="*/ 0 h 5272719"/>
              <a:gd name="connsiteX1" fmla="*/ 3527745 w 5267271"/>
              <a:gd name="connsiteY1" fmla="*/ 1774521 h 5272719"/>
              <a:gd name="connsiteX2" fmla="*/ 5267271 w 5267271"/>
              <a:gd name="connsiteY2" fmla="*/ 5269498 h 5272719"/>
              <a:gd name="connsiteX3" fmla="*/ 3509088 w 5267271"/>
              <a:gd name="connsiteY3" fmla="*/ 5269044 h 5272719"/>
              <a:gd name="connsiteX4" fmla="*/ 1794302 w 5267271"/>
              <a:gd name="connsiteY4" fmla="*/ 1858626 h 5272719"/>
              <a:gd name="connsiteX5" fmla="*/ 1794667 w 5267271"/>
              <a:gd name="connsiteY5" fmla="*/ 5270472 h 5272719"/>
              <a:gd name="connsiteX6" fmla="*/ 0 w 5267271"/>
              <a:gd name="connsiteY6" fmla="*/ 5272719 h 5272719"/>
              <a:gd name="connsiteX7" fmla="*/ 3384 w 5267271"/>
              <a:gd name="connsiteY7" fmla="*/ 1714773 h 5272719"/>
              <a:gd name="connsiteX8" fmla="*/ 569360 w 5267271"/>
              <a:gd name="connsiteY8" fmla="*/ 333790 h 5272719"/>
              <a:gd name="connsiteX9" fmla="*/ 1704548 w 5267271"/>
              <a:gd name="connsiteY9" fmla="*/ 0 h 5272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67271" h="5272719">
                <a:moveTo>
                  <a:pt x="1704548" y="0"/>
                </a:moveTo>
                <a:cubicBezTo>
                  <a:pt x="2442328" y="19929"/>
                  <a:pt x="2925708" y="438914"/>
                  <a:pt x="3527745" y="1774521"/>
                </a:cubicBezTo>
                <a:lnTo>
                  <a:pt x="5267271" y="5269498"/>
                </a:lnTo>
                <a:lnTo>
                  <a:pt x="3509088" y="5269044"/>
                </a:lnTo>
                <a:cubicBezTo>
                  <a:pt x="2932089" y="4085847"/>
                  <a:pt x="2376159" y="3052885"/>
                  <a:pt x="1794302" y="1858626"/>
                </a:cubicBezTo>
                <a:cubicBezTo>
                  <a:pt x="1800510" y="2806405"/>
                  <a:pt x="1797959" y="3550976"/>
                  <a:pt x="1794667" y="5270472"/>
                </a:cubicBezTo>
                <a:lnTo>
                  <a:pt x="0" y="5272719"/>
                </a:lnTo>
                <a:cubicBezTo>
                  <a:pt x="6041" y="3933998"/>
                  <a:pt x="-2660" y="3106972"/>
                  <a:pt x="3384" y="1714773"/>
                </a:cubicBezTo>
                <a:cubicBezTo>
                  <a:pt x="20552" y="931022"/>
                  <a:pt x="285832" y="562108"/>
                  <a:pt x="569360" y="333790"/>
                </a:cubicBezTo>
                <a:cubicBezTo>
                  <a:pt x="852888" y="105472"/>
                  <a:pt x="1272212" y="9538"/>
                  <a:pt x="1704548" y="0"/>
                </a:cubicBezTo>
                <a:close/>
              </a:path>
            </a:pathLst>
          </a:custGeom>
        </p:spPr>
      </p:pic>
    </p:spTree>
    <p:extLst>
      <p:ext uri="{BB962C8B-B14F-4D97-AF65-F5344CB8AC3E}">
        <p14:creationId xmlns:p14="http://schemas.microsoft.com/office/powerpoint/2010/main" val="414346632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タイトルのみ">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01275" y="334800"/>
            <a:ext cx="9301500" cy="396000"/>
          </a:xfrm>
        </p:spPr>
        <p:txBody>
          <a:bodyPr tIns="0" bIns="0">
            <a:noAutofit/>
          </a:bodyPr>
          <a:lstStyle>
            <a:lvl1pPr>
              <a:defRPr sz="2113">
                <a:solidFill>
                  <a:schemeClr val="bg1"/>
                </a:solidFill>
              </a:defRPr>
            </a:lvl1pPr>
          </a:lstStyle>
          <a:p>
            <a:r>
              <a:rPr kumimoji="1" lang="ja-JP" altLang="en-US"/>
              <a:t>［タイトル］</a:t>
            </a:r>
          </a:p>
        </p:txBody>
      </p:sp>
      <p:sp>
        <p:nvSpPr>
          <p:cNvPr id="5" name="テキスト ボックス 4">
            <a:extLst>
              <a:ext uri="{FF2B5EF4-FFF2-40B4-BE49-F238E27FC236}">
                <a16:creationId xmlns:a16="http://schemas.microsoft.com/office/drawing/2014/main" id="{16A1EA45-BF6A-8E89-F9CE-BFA62AF363CC}"/>
              </a:ext>
            </a:extLst>
          </p:cNvPr>
          <p:cNvSpPr txBox="1"/>
          <p:nvPr userDrawn="1"/>
        </p:nvSpPr>
        <p:spPr>
          <a:xfrm>
            <a:off x="4829175" y="6562800"/>
            <a:ext cx="248625"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650" smtClean="0">
                <a:solidFill>
                  <a:schemeClr val="bg1"/>
                </a:solidFill>
              </a:rPr>
              <a:pPr algn="ctr"/>
              <a:t>‹#›</a:t>
            </a:fld>
            <a:endParaRPr kumimoji="0" lang="en-US" altLang="ja-JP" sz="650" dirty="0">
              <a:solidFill>
                <a:schemeClr val="bg1"/>
              </a:solidFill>
              <a:latin typeface="+mn-ea"/>
              <a:cs typeface="Meiryo UI" pitchFamily="50" charset="-128"/>
            </a:endParaRPr>
          </a:p>
        </p:txBody>
      </p:sp>
    </p:spTree>
    <p:extLst>
      <p:ext uri="{BB962C8B-B14F-4D97-AF65-F5344CB8AC3E}">
        <p14:creationId xmlns:p14="http://schemas.microsoft.com/office/powerpoint/2010/main" val="410845393"/>
      </p:ext>
    </p:extLst>
  </p:cSld>
  <p:clrMapOvr>
    <a:masterClrMapping/>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タイトルと1コンテンツ">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01275" y="334800"/>
            <a:ext cx="9301500" cy="396000"/>
          </a:xfrm>
        </p:spPr>
        <p:txBody>
          <a:bodyPr tIns="0" bIns="0">
            <a:noAutofit/>
          </a:bodyPr>
          <a:lstStyle>
            <a:lvl1pPr>
              <a:defRPr sz="2113">
                <a:solidFill>
                  <a:schemeClr val="bg1"/>
                </a:solidFill>
              </a:defRPr>
            </a:lvl1pPr>
          </a:lstStyle>
          <a:p>
            <a:r>
              <a:rPr kumimoji="1" lang="ja-JP" altLang="en-US"/>
              <a:t>［タイトル］</a:t>
            </a:r>
          </a:p>
        </p:txBody>
      </p:sp>
      <p:sp>
        <p:nvSpPr>
          <p:cNvPr id="5" name="コンテンツ プレースホルダー 4">
            <a:extLst>
              <a:ext uri="{FF2B5EF4-FFF2-40B4-BE49-F238E27FC236}">
                <a16:creationId xmlns:a16="http://schemas.microsoft.com/office/drawing/2014/main" id="{65165EBE-CE9B-A551-474B-E2D5D257B0E4}"/>
              </a:ext>
            </a:extLst>
          </p:cNvPr>
          <p:cNvSpPr>
            <a:spLocks noGrp="1"/>
          </p:cNvSpPr>
          <p:nvPr>
            <p:ph sz="quarter" idx="10"/>
          </p:nvPr>
        </p:nvSpPr>
        <p:spPr>
          <a:xfrm>
            <a:off x="301823" y="1038386"/>
            <a:ext cx="9301500" cy="5196814"/>
          </a:xfrm>
        </p:spPr>
        <p:txBody>
          <a:bodyPr t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テキスト ボックス 6">
            <a:extLst>
              <a:ext uri="{FF2B5EF4-FFF2-40B4-BE49-F238E27FC236}">
                <a16:creationId xmlns:a16="http://schemas.microsoft.com/office/drawing/2014/main" id="{4D3BB6FD-8126-0BC5-CD78-240E479EB679}"/>
              </a:ext>
            </a:extLst>
          </p:cNvPr>
          <p:cNvSpPr txBox="1"/>
          <p:nvPr userDrawn="1"/>
        </p:nvSpPr>
        <p:spPr>
          <a:xfrm>
            <a:off x="4829175" y="6562800"/>
            <a:ext cx="248625"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650" smtClean="0">
                <a:solidFill>
                  <a:schemeClr val="bg1"/>
                </a:solidFill>
              </a:rPr>
              <a:pPr algn="ctr"/>
              <a:t>‹#›</a:t>
            </a:fld>
            <a:endParaRPr kumimoji="0" lang="en-US" altLang="ja-JP" sz="650" dirty="0">
              <a:solidFill>
                <a:schemeClr val="bg1"/>
              </a:solidFill>
              <a:latin typeface="+mn-ea"/>
              <a:cs typeface="Meiryo UI" pitchFamily="50" charset="-128"/>
            </a:endParaRPr>
          </a:p>
        </p:txBody>
      </p:sp>
    </p:spTree>
    <p:extLst>
      <p:ext uri="{BB962C8B-B14F-4D97-AF65-F5344CB8AC3E}">
        <p14:creationId xmlns:p14="http://schemas.microsoft.com/office/powerpoint/2010/main" val="3545458899"/>
      </p:ext>
    </p:extLst>
  </p:cSld>
  <p:clrMapOvr>
    <a:masterClrMapping/>
  </p:clrMapOvr>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タイトルと２コンテンツ">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01275" y="334800"/>
            <a:ext cx="9301500" cy="396000"/>
          </a:xfrm>
        </p:spPr>
        <p:txBody>
          <a:bodyPr tIns="0" bIns="0">
            <a:noAutofit/>
          </a:bodyPr>
          <a:lstStyle>
            <a:lvl1pPr>
              <a:defRPr sz="2113">
                <a:solidFill>
                  <a:schemeClr val="bg1"/>
                </a:solidFill>
              </a:defRPr>
            </a:lvl1pPr>
          </a:lstStyle>
          <a:p>
            <a:r>
              <a:rPr kumimoji="1" lang="ja-JP" altLang="en-US"/>
              <a:t>［タイトル］</a:t>
            </a:r>
          </a:p>
        </p:txBody>
      </p:sp>
      <p:sp>
        <p:nvSpPr>
          <p:cNvPr id="5" name="コンテンツ プレースホルダー 4">
            <a:extLst>
              <a:ext uri="{FF2B5EF4-FFF2-40B4-BE49-F238E27FC236}">
                <a16:creationId xmlns:a16="http://schemas.microsoft.com/office/drawing/2014/main" id="{65165EBE-CE9B-A551-474B-E2D5D257B0E4}"/>
              </a:ext>
            </a:extLst>
          </p:cNvPr>
          <p:cNvSpPr>
            <a:spLocks noGrp="1"/>
          </p:cNvSpPr>
          <p:nvPr>
            <p:ph sz="quarter" idx="10"/>
          </p:nvPr>
        </p:nvSpPr>
        <p:spPr>
          <a:xfrm>
            <a:off x="301822" y="1038386"/>
            <a:ext cx="4475250" cy="5196814"/>
          </a:xfrm>
        </p:spPr>
        <p:txBody>
          <a:bodyPr t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2" name="コンテンツ プレースホルダー 4">
            <a:extLst>
              <a:ext uri="{FF2B5EF4-FFF2-40B4-BE49-F238E27FC236}">
                <a16:creationId xmlns:a16="http://schemas.microsoft.com/office/drawing/2014/main" id="{EF021ACE-2CF5-4B31-D043-4FF4199CE0CE}"/>
              </a:ext>
            </a:extLst>
          </p:cNvPr>
          <p:cNvSpPr>
            <a:spLocks noGrp="1"/>
          </p:cNvSpPr>
          <p:nvPr>
            <p:ph sz="quarter" idx="11"/>
          </p:nvPr>
        </p:nvSpPr>
        <p:spPr>
          <a:xfrm>
            <a:off x="5127525" y="1038386"/>
            <a:ext cx="4475250" cy="5196814"/>
          </a:xfrm>
        </p:spPr>
        <p:txBody>
          <a:bodyPr t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テキスト ボックス 2">
            <a:extLst>
              <a:ext uri="{FF2B5EF4-FFF2-40B4-BE49-F238E27FC236}">
                <a16:creationId xmlns:a16="http://schemas.microsoft.com/office/drawing/2014/main" id="{E00132AB-F8CC-E986-3454-C51AAC0E95E8}"/>
              </a:ext>
            </a:extLst>
          </p:cNvPr>
          <p:cNvSpPr txBox="1"/>
          <p:nvPr userDrawn="1"/>
        </p:nvSpPr>
        <p:spPr>
          <a:xfrm>
            <a:off x="4829175" y="6562800"/>
            <a:ext cx="248625"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650" smtClean="0">
                <a:solidFill>
                  <a:schemeClr val="bg1"/>
                </a:solidFill>
              </a:rPr>
              <a:pPr algn="ctr"/>
              <a:t>‹#›</a:t>
            </a:fld>
            <a:endParaRPr kumimoji="0" lang="en-US" altLang="ja-JP" sz="650" dirty="0">
              <a:solidFill>
                <a:schemeClr val="bg1"/>
              </a:solidFill>
              <a:latin typeface="+mn-ea"/>
              <a:cs typeface="Meiryo UI" pitchFamily="50" charset="-128"/>
            </a:endParaRPr>
          </a:p>
        </p:txBody>
      </p:sp>
    </p:spTree>
    <p:extLst>
      <p:ext uri="{BB962C8B-B14F-4D97-AF65-F5344CB8AC3E}">
        <p14:creationId xmlns:p14="http://schemas.microsoft.com/office/powerpoint/2010/main" val="51459366"/>
      </p:ext>
    </p:extLst>
  </p:cSld>
  <p:clrMapOvr>
    <a:masterClrMapping/>
  </p:clrMapOvr>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タイトルと３コンテンツ">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01275" y="334800"/>
            <a:ext cx="9301500" cy="396000"/>
          </a:xfrm>
        </p:spPr>
        <p:txBody>
          <a:bodyPr tIns="0" bIns="0">
            <a:noAutofit/>
          </a:bodyPr>
          <a:lstStyle>
            <a:lvl1pPr>
              <a:defRPr sz="2113">
                <a:solidFill>
                  <a:schemeClr val="bg1"/>
                </a:solidFill>
              </a:defRPr>
            </a:lvl1pPr>
          </a:lstStyle>
          <a:p>
            <a:r>
              <a:rPr kumimoji="1" lang="ja-JP" altLang="en-US"/>
              <a:t>［タイトル］</a:t>
            </a:r>
          </a:p>
        </p:txBody>
      </p:sp>
      <p:sp>
        <p:nvSpPr>
          <p:cNvPr id="5" name="コンテンツ プレースホルダー 4">
            <a:extLst>
              <a:ext uri="{FF2B5EF4-FFF2-40B4-BE49-F238E27FC236}">
                <a16:creationId xmlns:a16="http://schemas.microsoft.com/office/drawing/2014/main" id="{65165EBE-CE9B-A551-474B-E2D5D257B0E4}"/>
              </a:ext>
            </a:extLst>
          </p:cNvPr>
          <p:cNvSpPr>
            <a:spLocks noGrp="1"/>
          </p:cNvSpPr>
          <p:nvPr>
            <p:ph sz="quarter" idx="10"/>
          </p:nvPr>
        </p:nvSpPr>
        <p:spPr>
          <a:xfrm>
            <a:off x="301822" y="1038386"/>
            <a:ext cx="2971800" cy="5196814"/>
          </a:xfrm>
        </p:spPr>
        <p:txBody>
          <a:bodyPr t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コンテンツ プレースホルダー 4">
            <a:extLst>
              <a:ext uri="{FF2B5EF4-FFF2-40B4-BE49-F238E27FC236}">
                <a16:creationId xmlns:a16="http://schemas.microsoft.com/office/drawing/2014/main" id="{58228A74-29BB-7D83-4FBF-D4C78D0E8273}"/>
              </a:ext>
            </a:extLst>
          </p:cNvPr>
          <p:cNvSpPr>
            <a:spLocks noGrp="1"/>
          </p:cNvSpPr>
          <p:nvPr>
            <p:ph sz="quarter" idx="11"/>
          </p:nvPr>
        </p:nvSpPr>
        <p:spPr>
          <a:xfrm>
            <a:off x="3466125" y="1038386"/>
            <a:ext cx="2971800" cy="5196814"/>
          </a:xfrm>
        </p:spPr>
        <p:txBody>
          <a:bodyPr t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4">
            <a:extLst>
              <a:ext uri="{FF2B5EF4-FFF2-40B4-BE49-F238E27FC236}">
                <a16:creationId xmlns:a16="http://schemas.microsoft.com/office/drawing/2014/main" id="{1B772862-BD3C-7869-DB09-5C7C67173F27}"/>
              </a:ext>
            </a:extLst>
          </p:cNvPr>
          <p:cNvSpPr>
            <a:spLocks noGrp="1"/>
          </p:cNvSpPr>
          <p:nvPr>
            <p:ph sz="quarter" idx="12"/>
          </p:nvPr>
        </p:nvSpPr>
        <p:spPr>
          <a:xfrm>
            <a:off x="6632380" y="1038386"/>
            <a:ext cx="2971800" cy="5196814"/>
          </a:xfrm>
        </p:spPr>
        <p:txBody>
          <a:bodyPr t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テキスト ボックス 6">
            <a:extLst>
              <a:ext uri="{FF2B5EF4-FFF2-40B4-BE49-F238E27FC236}">
                <a16:creationId xmlns:a16="http://schemas.microsoft.com/office/drawing/2014/main" id="{4659282D-E203-D490-4B15-F802032603A3}"/>
              </a:ext>
            </a:extLst>
          </p:cNvPr>
          <p:cNvSpPr txBox="1"/>
          <p:nvPr userDrawn="1"/>
        </p:nvSpPr>
        <p:spPr>
          <a:xfrm>
            <a:off x="4829175" y="6562800"/>
            <a:ext cx="248625"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650" smtClean="0">
                <a:solidFill>
                  <a:schemeClr val="bg1"/>
                </a:solidFill>
              </a:rPr>
              <a:pPr algn="ctr"/>
              <a:t>‹#›</a:t>
            </a:fld>
            <a:endParaRPr kumimoji="0" lang="en-US" altLang="ja-JP" sz="650" dirty="0">
              <a:solidFill>
                <a:schemeClr val="bg1"/>
              </a:solidFill>
              <a:latin typeface="+mn-ea"/>
              <a:cs typeface="Meiryo UI" pitchFamily="50" charset="-128"/>
            </a:endParaRPr>
          </a:p>
        </p:txBody>
      </p:sp>
    </p:spTree>
    <p:extLst>
      <p:ext uri="{BB962C8B-B14F-4D97-AF65-F5344CB8AC3E}">
        <p14:creationId xmlns:p14="http://schemas.microsoft.com/office/powerpoint/2010/main" val="226399043"/>
      </p:ext>
    </p:extLst>
  </p:cSld>
  <p:clrMapOvr>
    <a:masterClrMapping/>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サブタイトル有">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01275" y="334800"/>
            <a:ext cx="9301500" cy="400110"/>
          </a:xfrm>
        </p:spPr>
        <p:txBody>
          <a:bodyPr tIns="0" bIns="0">
            <a:noAutofit/>
          </a:bodyPr>
          <a:lstStyle>
            <a:lvl1pPr>
              <a:defRPr sz="2113">
                <a:solidFill>
                  <a:schemeClr val="bg1"/>
                </a:solidFill>
              </a:defRPr>
            </a:lvl1pPr>
          </a:lstStyle>
          <a:p>
            <a:r>
              <a:rPr kumimoji="1" lang="ja-JP" altLang="en-US"/>
              <a:t>［タイトル］</a:t>
            </a:r>
          </a:p>
        </p:txBody>
      </p:sp>
      <p:sp>
        <p:nvSpPr>
          <p:cNvPr id="3" name="テキスト プレースホルダー 2">
            <a:extLst>
              <a:ext uri="{FF2B5EF4-FFF2-40B4-BE49-F238E27FC236}">
                <a16:creationId xmlns:a16="http://schemas.microsoft.com/office/drawing/2014/main" id="{922FFA65-3599-E725-9F45-9CF39BF996EE}"/>
              </a:ext>
            </a:extLst>
          </p:cNvPr>
          <p:cNvSpPr>
            <a:spLocks noGrp="1"/>
          </p:cNvSpPr>
          <p:nvPr>
            <p:ph type="body" sz="quarter" idx="10" hasCustomPrompt="1"/>
          </p:nvPr>
        </p:nvSpPr>
        <p:spPr>
          <a:xfrm>
            <a:off x="301823" y="727200"/>
            <a:ext cx="9301500" cy="288000"/>
          </a:xfrm>
        </p:spPr>
        <p:txBody>
          <a:bodyPr>
            <a:noAutofit/>
          </a:bodyPr>
          <a:lstStyle>
            <a:lvl1pPr>
              <a:defRPr b="1">
                <a:solidFill>
                  <a:schemeClr val="bg2"/>
                </a:solidFill>
              </a:defRPr>
            </a:lvl1pPr>
          </a:lstStyle>
          <a:p>
            <a:pPr lvl="0"/>
            <a:r>
              <a:rPr kumimoji="1" lang="ja-JP" altLang="en-US"/>
              <a:t>［サブタイトル］</a:t>
            </a:r>
          </a:p>
        </p:txBody>
      </p:sp>
      <p:sp>
        <p:nvSpPr>
          <p:cNvPr id="4" name="コンテンツ プレースホルダー 4">
            <a:extLst>
              <a:ext uri="{FF2B5EF4-FFF2-40B4-BE49-F238E27FC236}">
                <a16:creationId xmlns:a16="http://schemas.microsoft.com/office/drawing/2014/main" id="{FE40B33C-3077-F325-8EA7-EEDBA1AD5E20}"/>
              </a:ext>
            </a:extLst>
          </p:cNvPr>
          <p:cNvSpPr>
            <a:spLocks noGrp="1"/>
          </p:cNvSpPr>
          <p:nvPr>
            <p:ph sz="quarter" idx="11"/>
          </p:nvPr>
        </p:nvSpPr>
        <p:spPr>
          <a:xfrm>
            <a:off x="301823" y="1411200"/>
            <a:ext cx="9301500" cy="4824000"/>
          </a:xfrm>
        </p:spPr>
        <p:txBody>
          <a:bodyPr t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ボックス 4">
            <a:extLst>
              <a:ext uri="{FF2B5EF4-FFF2-40B4-BE49-F238E27FC236}">
                <a16:creationId xmlns:a16="http://schemas.microsoft.com/office/drawing/2014/main" id="{0A1A7CDA-C0AA-A8AC-8808-09E8B9AA91A2}"/>
              </a:ext>
            </a:extLst>
          </p:cNvPr>
          <p:cNvSpPr txBox="1"/>
          <p:nvPr userDrawn="1"/>
        </p:nvSpPr>
        <p:spPr>
          <a:xfrm>
            <a:off x="4829175" y="6562800"/>
            <a:ext cx="248625"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650" smtClean="0">
                <a:solidFill>
                  <a:schemeClr val="bg1"/>
                </a:solidFill>
              </a:rPr>
              <a:pPr algn="ctr"/>
              <a:t>‹#›</a:t>
            </a:fld>
            <a:endParaRPr kumimoji="0" lang="en-US" altLang="ja-JP" sz="650" dirty="0">
              <a:solidFill>
                <a:schemeClr val="bg1"/>
              </a:solidFill>
              <a:latin typeface="+mn-ea"/>
              <a:cs typeface="Meiryo UI" pitchFamily="50" charset="-128"/>
            </a:endParaRPr>
          </a:p>
        </p:txBody>
      </p:sp>
    </p:spTree>
    <p:extLst>
      <p:ext uri="{BB962C8B-B14F-4D97-AF65-F5344CB8AC3E}">
        <p14:creationId xmlns:p14="http://schemas.microsoft.com/office/powerpoint/2010/main" val="2073027820"/>
      </p:ext>
    </p:extLst>
  </p:cSld>
  <p:clrMapOvr>
    <a:masterClrMapping/>
  </p:clrMapOvr>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81771512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白紙（フッター有）">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E21C562A-25AB-8415-C9E5-F862FADD5F01}"/>
              </a:ext>
            </a:extLst>
          </p:cNvPr>
          <p:cNvSpPr txBox="1"/>
          <p:nvPr userDrawn="1"/>
        </p:nvSpPr>
        <p:spPr>
          <a:xfrm>
            <a:off x="4829175" y="6562800"/>
            <a:ext cx="248625"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650" smtClean="0">
                <a:solidFill>
                  <a:schemeClr val="bg1"/>
                </a:solidFill>
              </a:rPr>
              <a:pPr algn="ctr"/>
              <a:t>‹#›</a:t>
            </a:fld>
            <a:endParaRPr kumimoji="0" lang="en-US" altLang="ja-JP" sz="650" dirty="0">
              <a:solidFill>
                <a:schemeClr val="bg1"/>
              </a:solidFill>
              <a:latin typeface="+mn-ea"/>
              <a:cs typeface="Meiryo UI" pitchFamily="50" charset="-128"/>
            </a:endParaRPr>
          </a:p>
        </p:txBody>
      </p:sp>
    </p:spTree>
    <p:extLst>
      <p:ext uri="{BB962C8B-B14F-4D97-AF65-F5344CB8AC3E}">
        <p14:creationId xmlns:p14="http://schemas.microsoft.com/office/powerpoint/2010/main" val="164946077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全面画像">
    <p:spTree>
      <p:nvGrpSpPr>
        <p:cNvPr id="1" name=""/>
        <p:cNvGrpSpPr/>
        <p:nvPr/>
      </p:nvGrpSpPr>
      <p:grpSpPr>
        <a:xfrm>
          <a:off x="0" y="0"/>
          <a:ext cx="0" cy="0"/>
          <a:chOff x="0" y="0"/>
          <a:chExt cx="0" cy="0"/>
        </a:xfrm>
      </p:grpSpPr>
      <p:pic>
        <p:nvPicPr>
          <p:cNvPr id="5" name="Picture Placeholder 8">
            <a:extLst>
              <a:ext uri="{FF2B5EF4-FFF2-40B4-BE49-F238E27FC236}">
                <a16:creationId xmlns:a16="http://schemas.microsoft.com/office/drawing/2014/main" id="{284A47DF-598D-4484-FC4C-BB3F7796E5E5}"/>
              </a:ext>
            </a:extLst>
          </p:cNvPr>
          <p:cNvPicPr>
            <a:picLocks noChangeAspect="1"/>
          </p:cNvPicPr>
          <p:nvPr userDrawn="1"/>
        </p:nvPicPr>
        <p:blipFill>
          <a:blip r:embed="rId2"/>
          <a:srcRect/>
          <a:stretch/>
        </p:blipFill>
        <p:spPr>
          <a:xfrm>
            <a:off x="1" y="-1"/>
            <a:ext cx="9905998" cy="6857998"/>
          </a:xfrm>
          <a:prstGeom prst="rect">
            <a:avLst/>
          </a:prstGeom>
        </p:spPr>
      </p:pic>
      <p:sp>
        <p:nvSpPr>
          <p:cNvPr id="6" name="正方形/長方形 5">
            <a:extLst>
              <a:ext uri="{FF2B5EF4-FFF2-40B4-BE49-F238E27FC236}">
                <a16:creationId xmlns:a16="http://schemas.microsoft.com/office/drawing/2014/main" id="{17BFC142-EE3C-1097-DFF9-406290BF82E8}"/>
              </a:ext>
            </a:extLst>
          </p:cNvPr>
          <p:cNvSpPr/>
          <p:nvPr userDrawn="1"/>
        </p:nvSpPr>
        <p:spPr>
          <a:xfrm>
            <a:off x="0" y="5202001"/>
            <a:ext cx="99060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endParaRPr kumimoji="1" lang="ja-JP" altLang="en-US" sz="1138" dirty="0" err="1">
              <a:solidFill>
                <a:schemeClr val="tx1"/>
              </a:solidFill>
            </a:endParaRPr>
          </a:p>
        </p:txBody>
      </p:sp>
      <p:sp>
        <p:nvSpPr>
          <p:cNvPr id="2" name="タイトル 1">
            <a:extLst>
              <a:ext uri="{FF2B5EF4-FFF2-40B4-BE49-F238E27FC236}">
                <a16:creationId xmlns:a16="http://schemas.microsoft.com/office/drawing/2014/main" id="{B1265E79-47D9-4B17-A967-60D543C5CD4E}"/>
              </a:ext>
            </a:extLst>
          </p:cNvPr>
          <p:cNvSpPr>
            <a:spLocks noGrp="1"/>
          </p:cNvSpPr>
          <p:nvPr>
            <p:ph type="title" hasCustomPrompt="1"/>
          </p:nvPr>
        </p:nvSpPr>
        <p:spPr>
          <a:xfrm>
            <a:off x="301275" y="334801"/>
            <a:ext cx="9301500" cy="413999"/>
          </a:xfrm>
        </p:spPr>
        <p:txBody>
          <a:bodyPr tIns="0" bIns="0" anchor="t">
            <a:noAutofit/>
          </a:bodyPr>
          <a:lstStyle>
            <a:lvl1pPr>
              <a:defRPr sz="2113"/>
            </a:lvl1pPr>
          </a:lstStyle>
          <a:p>
            <a:r>
              <a:rPr kumimoji="1" lang="ja-JP" altLang="en-US"/>
              <a:t>［タイトル］</a:t>
            </a:r>
          </a:p>
        </p:txBody>
      </p:sp>
      <p:pic>
        <p:nvPicPr>
          <p:cNvPr id="7" name="図 6">
            <a:extLst>
              <a:ext uri="{FF2B5EF4-FFF2-40B4-BE49-F238E27FC236}">
                <a16:creationId xmlns:a16="http://schemas.microsoft.com/office/drawing/2014/main" id="{53006D64-E6DC-EC14-0869-CFFA4F407720}"/>
              </a:ext>
            </a:extLst>
          </p:cNvPr>
          <p:cNvPicPr>
            <a:picLocks noChangeAspect="1"/>
          </p:cNvPicPr>
          <p:nvPr userDrawn="1"/>
        </p:nvPicPr>
        <p:blipFill>
          <a:blip r:embed="rId3"/>
          <a:srcRect/>
          <a:stretch/>
        </p:blipFill>
        <p:spPr>
          <a:xfrm>
            <a:off x="8728709" y="6425921"/>
            <a:ext cx="933474" cy="292658"/>
          </a:xfrm>
          <a:prstGeom prst="rect">
            <a:avLst/>
          </a:prstGeom>
        </p:spPr>
      </p:pic>
      <p:sp>
        <p:nvSpPr>
          <p:cNvPr id="10" name="テキスト ボックス 9">
            <a:extLst>
              <a:ext uri="{FF2B5EF4-FFF2-40B4-BE49-F238E27FC236}">
                <a16:creationId xmlns:a16="http://schemas.microsoft.com/office/drawing/2014/main" id="{982FFD09-936A-AF7C-CD3D-13DA700D6B37}"/>
              </a:ext>
            </a:extLst>
          </p:cNvPr>
          <p:cNvSpPr txBox="1"/>
          <p:nvPr userDrawn="1"/>
        </p:nvSpPr>
        <p:spPr>
          <a:xfrm>
            <a:off x="301275" y="6562800"/>
            <a:ext cx="3942900" cy="90000"/>
          </a:xfrm>
          <a:prstGeom prst="rect">
            <a:avLst/>
          </a:prstGeom>
          <a:noFill/>
        </p:spPr>
        <p:txBody>
          <a:bodyPr wrap="square" lIns="0" tIns="0" rIns="0" bIns="0" rtlCol="0" anchor="ctr" anchorCtr="0">
            <a:noAutofit/>
          </a:bodyPr>
          <a:lstStyle/>
          <a:p>
            <a:pPr marL="0" marR="0" lvl="0" indent="0" algn="l" defTabSz="234000" rtl="0" eaLnBrk="1" fontAlgn="auto" latinLnBrk="0" hangingPunct="1">
              <a:lnSpc>
                <a:spcPct val="100000"/>
              </a:lnSpc>
              <a:spcBef>
                <a:spcPts val="0"/>
              </a:spcBef>
              <a:spcAft>
                <a:spcPts val="0"/>
              </a:spcAft>
              <a:buClrTx/>
              <a:buSzTx/>
              <a:buFontTx/>
              <a:buNone/>
              <a:tabLst/>
              <a:defRPr/>
            </a:pPr>
            <a:r>
              <a:rPr lang="en-US" altLang="ja-JP" sz="813" dirty="0">
                <a:solidFill>
                  <a:schemeClr val="bg1"/>
                </a:solidFill>
              </a:rPr>
              <a:t>© 2025 NTT DATA University Corporation</a:t>
            </a:r>
          </a:p>
        </p:txBody>
      </p:sp>
      <p:sp>
        <p:nvSpPr>
          <p:cNvPr id="11" name="テキスト ボックス 10">
            <a:extLst>
              <a:ext uri="{FF2B5EF4-FFF2-40B4-BE49-F238E27FC236}">
                <a16:creationId xmlns:a16="http://schemas.microsoft.com/office/drawing/2014/main" id="{F630E21C-D3DA-C1C9-6335-53E0F302CA3F}"/>
              </a:ext>
            </a:extLst>
          </p:cNvPr>
          <p:cNvSpPr txBox="1"/>
          <p:nvPr userDrawn="1"/>
        </p:nvSpPr>
        <p:spPr>
          <a:xfrm>
            <a:off x="4829175" y="6562800"/>
            <a:ext cx="248625"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650" smtClean="0">
                <a:solidFill>
                  <a:schemeClr val="bg1"/>
                </a:solidFill>
              </a:rPr>
              <a:pPr algn="ctr"/>
              <a:t>‹#›</a:t>
            </a:fld>
            <a:endParaRPr kumimoji="0" lang="en-US" altLang="ja-JP" sz="650" dirty="0">
              <a:solidFill>
                <a:schemeClr val="bg1"/>
              </a:solidFill>
              <a:latin typeface="+mn-ea"/>
              <a:cs typeface="Meiryo UI" pitchFamily="50" charset="-128"/>
            </a:endParaRPr>
          </a:p>
        </p:txBody>
      </p:sp>
      <p:sp>
        <p:nvSpPr>
          <p:cNvPr id="3" name="テキスト ボックス 2">
            <a:extLst>
              <a:ext uri="{FF2B5EF4-FFF2-40B4-BE49-F238E27FC236}">
                <a16:creationId xmlns:a16="http://schemas.microsoft.com/office/drawing/2014/main" id="{1ED76DD1-6CF3-67A2-ABEE-C68044278951}"/>
              </a:ext>
            </a:extLst>
          </p:cNvPr>
          <p:cNvSpPr txBox="1"/>
          <p:nvPr userDrawn="1"/>
        </p:nvSpPr>
        <p:spPr>
          <a:xfrm>
            <a:off x="2372070" y="7039346"/>
            <a:ext cx="5522893" cy="297455"/>
          </a:xfrm>
          <a:prstGeom prst="rect">
            <a:avLst/>
          </a:prstGeom>
          <a:noFill/>
        </p:spPr>
        <p:txBody>
          <a:bodyPr wrap="square" lIns="0" rIns="0" rtlCol="0">
            <a:noAutofit/>
          </a:bodyPr>
          <a:lstStyle/>
          <a:p>
            <a:pPr marL="0" marR="0" lvl="0" indent="0" algn="ctr" defTabSz="234000" rtl="0" eaLnBrk="1" fontAlgn="auto" latinLnBrk="0" hangingPunct="1">
              <a:lnSpc>
                <a:spcPct val="100000"/>
              </a:lnSpc>
              <a:spcBef>
                <a:spcPts val="0"/>
              </a:spcBef>
              <a:spcAft>
                <a:spcPts val="0"/>
              </a:spcAft>
              <a:buClrTx/>
              <a:buSzTx/>
              <a:buFontTx/>
              <a:buNone/>
              <a:tabLst/>
              <a:defRPr/>
            </a:pPr>
            <a:r>
              <a:rPr lang="ja-JP" altLang="en-US" sz="1480" dirty="0">
                <a:solidFill>
                  <a:srgbClr val="C00000"/>
                </a:solidFill>
                <a:latin typeface="+mn-ea"/>
              </a:rPr>
              <a:t>写真の差し替えはマスタより行ってください。</a:t>
            </a:r>
            <a:endParaRPr kumimoji="1" lang="ja-JP" altLang="en-US" sz="1480" dirty="0">
              <a:solidFill>
                <a:srgbClr val="C00000"/>
              </a:solidFill>
            </a:endParaRPr>
          </a:p>
          <a:p>
            <a:pPr algn="ctr" defTabSz="234000"/>
            <a:endParaRPr kumimoji="1" lang="ja-JP" altLang="en-US" sz="1480" dirty="0">
              <a:solidFill>
                <a:srgbClr val="C00000"/>
              </a:solidFill>
              <a:latin typeface="+mn-ea"/>
            </a:endParaRPr>
          </a:p>
        </p:txBody>
      </p:sp>
    </p:spTree>
    <p:extLst>
      <p:ext uri="{BB962C8B-B14F-4D97-AF65-F5344CB8AC3E}">
        <p14:creationId xmlns:p14="http://schemas.microsoft.com/office/powerpoint/2010/main" val="211917531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右に画像">
    <p:spTree>
      <p:nvGrpSpPr>
        <p:cNvPr id="1" name=""/>
        <p:cNvGrpSpPr/>
        <p:nvPr/>
      </p:nvGrpSpPr>
      <p:grpSpPr>
        <a:xfrm>
          <a:off x="0" y="0"/>
          <a:ext cx="0" cy="0"/>
          <a:chOff x="0" y="0"/>
          <a:chExt cx="0" cy="0"/>
        </a:xfrm>
      </p:grpSpPr>
      <p:pic>
        <p:nvPicPr>
          <p:cNvPr id="6" name="Picture Placeholder 8">
            <a:extLst>
              <a:ext uri="{FF2B5EF4-FFF2-40B4-BE49-F238E27FC236}">
                <a16:creationId xmlns:a16="http://schemas.microsoft.com/office/drawing/2014/main" id="{364C7304-EA79-3047-AAB3-5F36CE9C49DE}"/>
              </a:ext>
            </a:extLst>
          </p:cNvPr>
          <p:cNvPicPr>
            <a:picLocks noChangeAspect="1"/>
          </p:cNvPicPr>
          <p:nvPr userDrawn="1"/>
        </p:nvPicPr>
        <p:blipFill rotWithShape="1">
          <a:blip r:embed="rId2"/>
          <a:srcRect l="58440" r="8440"/>
          <a:stretch/>
        </p:blipFill>
        <p:spPr>
          <a:xfrm>
            <a:off x="6624151" y="-1"/>
            <a:ext cx="3280874" cy="6857999"/>
          </a:xfrm>
          <a:prstGeom prst="rect">
            <a:avLst/>
          </a:prstGeom>
        </p:spPr>
      </p:pic>
      <p:sp>
        <p:nvSpPr>
          <p:cNvPr id="3" name="タイトル 1">
            <a:extLst>
              <a:ext uri="{FF2B5EF4-FFF2-40B4-BE49-F238E27FC236}">
                <a16:creationId xmlns:a16="http://schemas.microsoft.com/office/drawing/2014/main" id="{4F42E522-CE3A-6008-C8C6-04F66A8E510F}"/>
              </a:ext>
            </a:extLst>
          </p:cNvPr>
          <p:cNvSpPr>
            <a:spLocks noGrp="1"/>
          </p:cNvSpPr>
          <p:nvPr>
            <p:ph type="title" hasCustomPrompt="1"/>
          </p:nvPr>
        </p:nvSpPr>
        <p:spPr>
          <a:xfrm>
            <a:off x="301275" y="334800"/>
            <a:ext cx="6078150" cy="412538"/>
          </a:xfrm>
        </p:spPr>
        <p:txBody>
          <a:bodyPr tIns="0" bIns="0">
            <a:noAutofit/>
          </a:bodyPr>
          <a:lstStyle>
            <a:lvl1pPr>
              <a:defRPr sz="2113"/>
            </a:lvl1pPr>
          </a:lstStyle>
          <a:p>
            <a:r>
              <a:rPr kumimoji="1" lang="ja-JP" altLang="en-US"/>
              <a:t>［タイトル］</a:t>
            </a:r>
          </a:p>
        </p:txBody>
      </p:sp>
      <p:sp>
        <p:nvSpPr>
          <p:cNvPr id="4" name="テキスト ボックス 3">
            <a:extLst>
              <a:ext uri="{FF2B5EF4-FFF2-40B4-BE49-F238E27FC236}">
                <a16:creationId xmlns:a16="http://schemas.microsoft.com/office/drawing/2014/main" id="{8C3C35FC-0C2C-C5D6-0210-3A570FE264A2}"/>
              </a:ext>
            </a:extLst>
          </p:cNvPr>
          <p:cNvSpPr txBox="1"/>
          <p:nvPr userDrawn="1"/>
        </p:nvSpPr>
        <p:spPr>
          <a:xfrm>
            <a:off x="4829175" y="6562800"/>
            <a:ext cx="248625"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650" smtClean="0">
                <a:solidFill>
                  <a:schemeClr val="bg1"/>
                </a:solidFill>
              </a:rPr>
              <a:pPr algn="ctr"/>
              <a:t>‹#›</a:t>
            </a:fld>
            <a:endParaRPr kumimoji="0" lang="en-US" altLang="ja-JP" sz="650" dirty="0">
              <a:solidFill>
                <a:schemeClr val="bg1"/>
              </a:solidFill>
              <a:latin typeface="+mn-ea"/>
              <a:cs typeface="Meiryo UI" pitchFamily="50" charset="-128"/>
            </a:endParaRPr>
          </a:p>
        </p:txBody>
      </p:sp>
      <p:sp>
        <p:nvSpPr>
          <p:cNvPr id="9" name="正方形/長方形 8">
            <a:extLst>
              <a:ext uri="{FF2B5EF4-FFF2-40B4-BE49-F238E27FC236}">
                <a16:creationId xmlns:a16="http://schemas.microsoft.com/office/drawing/2014/main" id="{7B12F8C5-0E88-DAD9-ABAF-0068EAED006A}"/>
              </a:ext>
            </a:extLst>
          </p:cNvPr>
          <p:cNvSpPr/>
          <p:nvPr userDrawn="1"/>
        </p:nvSpPr>
        <p:spPr>
          <a:xfrm>
            <a:off x="6624150" y="5202001"/>
            <a:ext cx="328185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endParaRPr kumimoji="1" lang="ja-JP" altLang="en-US" sz="1138" dirty="0" err="1">
              <a:solidFill>
                <a:schemeClr val="tx1"/>
              </a:solidFill>
            </a:endParaRPr>
          </a:p>
        </p:txBody>
      </p:sp>
      <p:pic>
        <p:nvPicPr>
          <p:cNvPr id="10" name="図 9">
            <a:extLst>
              <a:ext uri="{FF2B5EF4-FFF2-40B4-BE49-F238E27FC236}">
                <a16:creationId xmlns:a16="http://schemas.microsoft.com/office/drawing/2014/main" id="{1511AB2B-344F-4945-B779-70D998A016D8}"/>
              </a:ext>
            </a:extLst>
          </p:cNvPr>
          <p:cNvPicPr>
            <a:picLocks noChangeAspect="1"/>
          </p:cNvPicPr>
          <p:nvPr userDrawn="1"/>
        </p:nvPicPr>
        <p:blipFill>
          <a:blip r:embed="rId3"/>
          <a:srcRect/>
          <a:stretch/>
        </p:blipFill>
        <p:spPr>
          <a:xfrm>
            <a:off x="8728709" y="6425921"/>
            <a:ext cx="933474" cy="292658"/>
          </a:xfrm>
          <a:prstGeom prst="rect">
            <a:avLst/>
          </a:prstGeom>
        </p:spPr>
      </p:pic>
      <p:sp>
        <p:nvSpPr>
          <p:cNvPr id="5" name="テキスト ボックス 4">
            <a:extLst>
              <a:ext uri="{FF2B5EF4-FFF2-40B4-BE49-F238E27FC236}">
                <a16:creationId xmlns:a16="http://schemas.microsoft.com/office/drawing/2014/main" id="{E362071F-A70C-04A3-5591-E26AA3F70795}"/>
              </a:ext>
            </a:extLst>
          </p:cNvPr>
          <p:cNvSpPr txBox="1"/>
          <p:nvPr userDrawn="1"/>
        </p:nvSpPr>
        <p:spPr>
          <a:xfrm>
            <a:off x="2372070" y="7039346"/>
            <a:ext cx="5522893" cy="297455"/>
          </a:xfrm>
          <a:prstGeom prst="rect">
            <a:avLst/>
          </a:prstGeom>
          <a:noFill/>
        </p:spPr>
        <p:txBody>
          <a:bodyPr wrap="square" lIns="0" rIns="0" rtlCol="0">
            <a:noAutofit/>
          </a:bodyPr>
          <a:lstStyle/>
          <a:p>
            <a:pPr marL="0" marR="0" lvl="0" indent="0" algn="ctr" defTabSz="234000" rtl="0" eaLnBrk="1" fontAlgn="auto" latinLnBrk="0" hangingPunct="1">
              <a:lnSpc>
                <a:spcPct val="100000"/>
              </a:lnSpc>
              <a:spcBef>
                <a:spcPts val="0"/>
              </a:spcBef>
              <a:spcAft>
                <a:spcPts val="0"/>
              </a:spcAft>
              <a:buClrTx/>
              <a:buSzTx/>
              <a:buFontTx/>
              <a:buNone/>
              <a:tabLst/>
              <a:defRPr/>
            </a:pPr>
            <a:r>
              <a:rPr lang="ja-JP" altLang="en-US" sz="1480" dirty="0">
                <a:solidFill>
                  <a:srgbClr val="C00000"/>
                </a:solidFill>
                <a:latin typeface="+mn-ea"/>
              </a:rPr>
              <a:t>写真の差し替えはマスタより行ってください。</a:t>
            </a:r>
            <a:endParaRPr kumimoji="1" lang="ja-JP" altLang="en-US" sz="1480" dirty="0">
              <a:solidFill>
                <a:srgbClr val="C00000"/>
              </a:solidFill>
            </a:endParaRPr>
          </a:p>
          <a:p>
            <a:pPr algn="ctr" defTabSz="234000"/>
            <a:endParaRPr kumimoji="1" lang="ja-JP" altLang="en-US" sz="1480" dirty="0">
              <a:solidFill>
                <a:srgbClr val="C00000"/>
              </a:solidFill>
              <a:latin typeface="+mn-ea"/>
            </a:endParaRPr>
          </a:p>
        </p:txBody>
      </p:sp>
    </p:spTree>
    <p:extLst>
      <p:ext uri="{BB962C8B-B14F-4D97-AF65-F5344CB8AC3E}">
        <p14:creationId xmlns:p14="http://schemas.microsoft.com/office/powerpoint/2010/main" val="64479417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左に画像">
    <p:spTree>
      <p:nvGrpSpPr>
        <p:cNvPr id="1" name=""/>
        <p:cNvGrpSpPr/>
        <p:nvPr/>
      </p:nvGrpSpPr>
      <p:grpSpPr>
        <a:xfrm>
          <a:off x="0" y="0"/>
          <a:ext cx="0" cy="0"/>
          <a:chOff x="0" y="0"/>
          <a:chExt cx="0" cy="0"/>
        </a:xfrm>
      </p:grpSpPr>
      <p:pic>
        <p:nvPicPr>
          <p:cNvPr id="6" name="Picture Placeholder 8">
            <a:extLst>
              <a:ext uri="{FF2B5EF4-FFF2-40B4-BE49-F238E27FC236}">
                <a16:creationId xmlns:a16="http://schemas.microsoft.com/office/drawing/2014/main" id="{A5C280F5-C8A3-ED0C-C7A4-8D18EBF140D0}"/>
              </a:ext>
            </a:extLst>
          </p:cNvPr>
          <p:cNvPicPr>
            <a:picLocks noChangeAspect="1"/>
          </p:cNvPicPr>
          <p:nvPr userDrawn="1"/>
        </p:nvPicPr>
        <p:blipFill rotWithShape="1">
          <a:blip r:embed="rId2"/>
          <a:srcRect l="58440" r="8440"/>
          <a:stretch/>
        </p:blipFill>
        <p:spPr>
          <a:xfrm>
            <a:off x="1" y="-1"/>
            <a:ext cx="3280874" cy="6857999"/>
          </a:xfrm>
          <a:prstGeom prst="rect">
            <a:avLst/>
          </a:prstGeom>
        </p:spPr>
      </p:pic>
      <p:sp>
        <p:nvSpPr>
          <p:cNvPr id="3" name="タイトル 1">
            <a:extLst>
              <a:ext uri="{FF2B5EF4-FFF2-40B4-BE49-F238E27FC236}">
                <a16:creationId xmlns:a16="http://schemas.microsoft.com/office/drawing/2014/main" id="{4F42E522-CE3A-6008-C8C6-04F66A8E510F}"/>
              </a:ext>
            </a:extLst>
          </p:cNvPr>
          <p:cNvSpPr>
            <a:spLocks noGrp="1"/>
          </p:cNvSpPr>
          <p:nvPr>
            <p:ph type="title" hasCustomPrompt="1"/>
          </p:nvPr>
        </p:nvSpPr>
        <p:spPr>
          <a:xfrm>
            <a:off x="3726450" y="334800"/>
            <a:ext cx="5876325" cy="412538"/>
          </a:xfrm>
        </p:spPr>
        <p:txBody>
          <a:bodyPr tIns="0" bIns="0">
            <a:noAutofit/>
          </a:bodyPr>
          <a:lstStyle>
            <a:lvl1pPr>
              <a:defRPr sz="2113"/>
            </a:lvl1pPr>
          </a:lstStyle>
          <a:p>
            <a:r>
              <a:rPr kumimoji="1" lang="ja-JP" altLang="en-US"/>
              <a:t>［タイトル］</a:t>
            </a:r>
          </a:p>
        </p:txBody>
      </p:sp>
      <p:sp>
        <p:nvSpPr>
          <p:cNvPr id="9" name="テキスト ボックス 8">
            <a:extLst>
              <a:ext uri="{FF2B5EF4-FFF2-40B4-BE49-F238E27FC236}">
                <a16:creationId xmlns:a16="http://schemas.microsoft.com/office/drawing/2014/main" id="{7B9BBD56-FDC8-781A-F41D-9973F313B293}"/>
              </a:ext>
            </a:extLst>
          </p:cNvPr>
          <p:cNvSpPr txBox="1"/>
          <p:nvPr userDrawn="1"/>
        </p:nvSpPr>
        <p:spPr>
          <a:xfrm>
            <a:off x="6318000" y="6562800"/>
            <a:ext cx="248625"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650" smtClean="0">
                <a:solidFill>
                  <a:schemeClr val="bg1"/>
                </a:solidFill>
              </a:rPr>
              <a:pPr algn="ctr"/>
              <a:t>‹#›</a:t>
            </a:fld>
            <a:endParaRPr kumimoji="0" lang="en-US" altLang="ja-JP" sz="650" dirty="0">
              <a:solidFill>
                <a:schemeClr val="bg1"/>
              </a:solidFill>
              <a:latin typeface="+mn-ea"/>
              <a:cs typeface="Meiryo UI" pitchFamily="50" charset="-128"/>
            </a:endParaRPr>
          </a:p>
        </p:txBody>
      </p:sp>
      <p:sp>
        <p:nvSpPr>
          <p:cNvPr id="4" name="正方形/長方形 3">
            <a:extLst>
              <a:ext uri="{FF2B5EF4-FFF2-40B4-BE49-F238E27FC236}">
                <a16:creationId xmlns:a16="http://schemas.microsoft.com/office/drawing/2014/main" id="{D3B0CE17-A075-1981-B937-98723C53A715}"/>
              </a:ext>
            </a:extLst>
          </p:cNvPr>
          <p:cNvSpPr/>
          <p:nvPr userDrawn="1"/>
        </p:nvSpPr>
        <p:spPr>
          <a:xfrm>
            <a:off x="-976" y="5202001"/>
            <a:ext cx="328185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endParaRPr kumimoji="1" lang="ja-JP" altLang="en-US" sz="1138" dirty="0" err="1">
              <a:solidFill>
                <a:schemeClr val="tx1"/>
              </a:solidFill>
            </a:endParaRPr>
          </a:p>
        </p:txBody>
      </p:sp>
      <p:sp>
        <p:nvSpPr>
          <p:cNvPr id="8" name="テキスト ボックス 7">
            <a:extLst>
              <a:ext uri="{FF2B5EF4-FFF2-40B4-BE49-F238E27FC236}">
                <a16:creationId xmlns:a16="http://schemas.microsoft.com/office/drawing/2014/main" id="{7CCDB277-94A0-134B-3BE0-C7631A608D43}"/>
              </a:ext>
            </a:extLst>
          </p:cNvPr>
          <p:cNvSpPr txBox="1"/>
          <p:nvPr userDrawn="1"/>
        </p:nvSpPr>
        <p:spPr>
          <a:xfrm>
            <a:off x="3653325" y="6562800"/>
            <a:ext cx="2603250" cy="90000"/>
          </a:xfrm>
          <a:prstGeom prst="rect">
            <a:avLst/>
          </a:prstGeom>
          <a:noFill/>
        </p:spPr>
        <p:txBody>
          <a:bodyPr wrap="square" lIns="0" tIns="0" rIns="0" bIns="0" rtlCol="0" anchor="ctr" anchorCtr="0">
            <a:noAutofit/>
          </a:bodyPr>
          <a:lstStyle/>
          <a:p>
            <a:pPr marL="0" marR="0" lvl="0" indent="0" algn="l" defTabSz="234000" rtl="0" eaLnBrk="1" fontAlgn="auto" latinLnBrk="0" hangingPunct="1">
              <a:lnSpc>
                <a:spcPct val="100000"/>
              </a:lnSpc>
              <a:spcBef>
                <a:spcPts val="0"/>
              </a:spcBef>
              <a:spcAft>
                <a:spcPts val="0"/>
              </a:spcAft>
              <a:buClrTx/>
              <a:buSzTx/>
              <a:buFontTx/>
              <a:buNone/>
              <a:tabLst/>
              <a:defRPr/>
            </a:pPr>
            <a:r>
              <a:rPr lang="en-US" altLang="ja-JP" sz="813" dirty="0">
                <a:solidFill>
                  <a:schemeClr val="bg1"/>
                </a:solidFill>
              </a:rPr>
              <a:t>© 2025 NTT DATA University Corporation</a:t>
            </a:r>
          </a:p>
        </p:txBody>
      </p:sp>
      <p:sp>
        <p:nvSpPr>
          <p:cNvPr id="5" name="テキスト ボックス 4">
            <a:extLst>
              <a:ext uri="{FF2B5EF4-FFF2-40B4-BE49-F238E27FC236}">
                <a16:creationId xmlns:a16="http://schemas.microsoft.com/office/drawing/2014/main" id="{FE3BD25D-ABBB-6D2D-8F6B-16DB936E7872}"/>
              </a:ext>
            </a:extLst>
          </p:cNvPr>
          <p:cNvSpPr txBox="1"/>
          <p:nvPr userDrawn="1"/>
        </p:nvSpPr>
        <p:spPr>
          <a:xfrm>
            <a:off x="2372070" y="7039346"/>
            <a:ext cx="5522893" cy="297455"/>
          </a:xfrm>
          <a:prstGeom prst="rect">
            <a:avLst/>
          </a:prstGeom>
          <a:noFill/>
        </p:spPr>
        <p:txBody>
          <a:bodyPr wrap="square" lIns="0" rIns="0" rtlCol="0">
            <a:noAutofit/>
          </a:bodyPr>
          <a:lstStyle/>
          <a:p>
            <a:pPr marL="0" marR="0" lvl="0" indent="0" algn="ctr" defTabSz="234000" rtl="0" eaLnBrk="1" fontAlgn="auto" latinLnBrk="0" hangingPunct="1">
              <a:lnSpc>
                <a:spcPct val="100000"/>
              </a:lnSpc>
              <a:spcBef>
                <a:spcPts val="0"/>
              </a:spcBef>
              <a:spcAft>
                <a:spcPts val="0"/>
              </a:spcAft>
              <a:buClrTx/>
              <a:buSzTx/>
              <a:buFontTx/>
              <a:buNone/>
              <a:tabLst/>
              <a:defRPr/>
            </a:pPr>
            <a:r>
              <a:rPr lang="ja-JP" altLang="en-US" sz="1480" dirty="0">
                <a:solidFill>
                  <a:srgbClr val="C00000"/>
                </a:solidFill>
                <a:latin typeface="+mn-ea"/>
              </a:rPr>
              <a:t>写真の差し替えはマスタより行ってください。</a:t>
            </a:r>
            <a:endParaRPr kumimoji="1" lang="ja-JP" altLang="en-US" sz="1480" dirty="0">
              <a:solidFill>
                <a:srgbClr val="C00000"/>
              </a:solidFill>
            </a:endParaRPr>
          </a:p>
          <a:p>
            <a:pPr algn="ctr" defTabSz="234000"/>
            <a:endParaRPr kumimoji="1" lang="ja-JP" altLang="en-US" sz="1480" dirty="0">
              <a:solidFill>
                <a:srgbClr val="C00000"/>
              </a:solidFill>
              <a:latin typeface="+mn-ea"/>
            </a:endParaRPr>
          </a:p>
        </p:txBody>
      </p:sp>
    </p:spTree>
    <p:extLst>
      <p:ext uri="{BB962C8B-B14F-4D97-AF65-F5344CB8AC3E}">
        <p14:creationId xmlns:p14="http://schemas.microsoft.com/office/powerpoint/2010/main" val="265325084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下に画像">
    <p:spTree>
      <p:nvGrpSpPr>
        <p:cNvPr id="1" name=""/>
        <p:cNvGrpSpPr/>
        <p:nvPr/>
      </p:nvGrpSpPr>
      <p:grpSpPr>
        <a:xfrm>
          <a:off x="0" y="0"/>
          <a:ext cx="0" cy="0"/>
          <a:chOff x="0" y="0"/>
          <a:chExt cx="0" cy="0"/>
        </a:xfrm>
      </p:grpSpPr>
      <p:pic>
        <p:nvPicPr>
          <p:cNvPr id="2" name="図プレースホルダー 11">
            <a:extLst>
              <a:ext uri="{FF2B5EF4-FFF2-40B4-BE49-F238E27FC236}">
                <a16:creationId xmlns:a16="http://schemas.microsoft.com/office/drawing/2014/main" id="{9A370874-D6E7-8236-0AEC-2B707CC0DA41}"/>
              </a:ext>
            </a:extLst>
          </p:cNvPr>
          <p:cNvPicPr>
            <a:picLocks noChangeAspect="1"/>
          </p:cNvPicPr>
          <p:nvPr userDrawn="1"/>
        </p:nvPicPr>
        <p:blipFill>
          <a:blip r:embed="rId2"/>
          <a:srcRect t="24412" b="24412"/>
          <a:stretch/>
        </p:blipFill>
        <p:spPr>
          <a:xfrm>
            <a:off x="0" y="3351600"/>
            <a:ext cx="9906975" cy="3510000"/>
          </a:xfrm>
          <a:prstGeom prst="rect">
            <a:avLst/>
          </a:prstGeom>
        </p:spPr>
      </p:pic>
      <p:sp>
        <p:nvSpPr>
          <p:cNvPr id="7" name="正方形/長方形 6">
            <a:extLst>
              <a:ext uri="{FF2B5EF4-FFF2-40B4-BE49-F238E27FC236}">
                <a16:creationId xmlns:a16="http://schemas.microsoft.com/office/drawing/2014/main" id="{C3712D3F-0A14-B965-583E-18E6FCE4A735}"/>
              </a:ext>
            </a:extLst>
          </p:cNvPr>
          <p:cNvSpPr/>
          <p:nvPr userDrawn="1"/>
        </p:nvSpPr>
        <p:spPr>
          <a:xfrm>
            <a:off x="975" y="5205602"/>
            <a:ext cx="99060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endParaRPr kumimoji="1" lang="ja-JP" altLang="en-US" sz="1138" dirty="0" err="1">
              <a:solidFill>
                <a:schemeClr val="tx1"/>
              </a:solidFill>
            </a:endParaRPr>
          </a:p>
        </p:txBody>
      </p:sp>
      <p:pic>
        <p:nvPicPr>
          <p:cNvPr id="8" name="図 7">
            <a:extLst>
              <a:ext uri="{FF2B5EF4-FFF2-40B4-BE49-F238E27FC236}">
                <a16:creationId xmlns:a16="http://schemas.microsoft.com/office/drawing/2014/main" id="{84D7E9EC-CF46-317F-6A0E-F6BDEEB785B0}"/>
              </a:ext>
            </a:extLst>
          </p:cNvPr>
          <p:cNvPicPr>
            <a:picLocks noChangeAspect="1"/>
          </p:cNvPicPr>
          <p:nvPr userDrawn="1"/>
        </p:nvPicPr>
        <p:blipFill>
          <a:blip r:embed="rId3"/>
          <a:srcRect/>
          <a:stretch/>
        </p:blipFill>
        <p:spPr>
          <a:xfrm>
            <a:off x="8728709" y="6425921"/>
            <a:ext cx="933474" cy="292658"/>
          </a:xfrm>
          <a:prstGeom prst="rect">
            <a:avLst/>
          </a:prstGeom>
        </p:spPr>
      </p:pic>
      <p:sp>
        <p:nvSpPr>
          <p:cNvPr id="3" name="タイトル 1">
            <a:extLst>
              <a:ext uri="{FF2B5EF4-FFF2-40B4-BE49-F238E27FC236}">
                <a16:creationId xmlns:a16="http://schemas.microsoft.com/office/drawing/2014/main" id="{90F45524-EB8E-A1DF-361B-8D78281B5E74}"/>
              </a:ext>
            </a:extLst>
          </p:cNvPr>
          <p:cNvSpPr>
            <a:spLocks noGrp="1"/>
          </p:cNvSpPr>
          <p:nvPr>
            <p:ph type="title" hasCustomPrompt="1"/>
          </p:nvPr>
        </p:nvSpPr>
        <p:spPr>
          <a:xfrm>
            <a:off x="301275" y="334801"/>
            <a:ext cx="9301500" cy="413999"/>
          </a:xfrm>
        </p:spPr>
        <p:txBody>
          <a:bodyPr tIns="0" bIns="0" anchor="t">
            <a:noAutofit/>
          </a:bodyPr>
          <a:lstStyle>
            <a:lvl1pPr>
              <a:defRPr sz="2113"/>
            </a:lvl1pPr>
          </a:lstStyle>
          <a:p>
            <a:r>
              <a:rPr kumimoji="1" lang="ja-JP" altLang="en-US"/>
              <a:t>［タイトル］</a:t>
            </a:r>
          </a:p>
        </p:txBody>
      </p:sp>
      <p:sp>
        <p:nvSpPr>
          <p:cNvPr id="12" name="テキスト ボックス 11">
            <a:extLst>
              <a:ext uri="{FF2B5EF4-FFF2-40B4-BE49-F238E27FC236}">
                <a16:creationId xmlns:a16="http://schemas.microsoft.com/office/drawing/2014/main" id="{EFD602CA-4EF9-5AA1-3EE4-33973263E246}"/>
              </a:ext>
            </a:extLst>
          </p:cNvPr>
          <p:cNvSpPr txBox="1"/>
          <p:nvPr userDrawn="1"/>
        </p:nvSpPr>
        <p:spPr>
          <a:xfrm>
            <a:off x="301275" y="6562800"/>
            <a:ext cx="3942900" cy="90000"/>
          </a:xfrm>
          <a:prstGeom prst="rect">
            <a:avLst/>
          </a:prstGeom>
          <a:noFill/>
        </p:spPr>
        <p:txBody>
          <a:bodyPr wrap="square" lIns="0" tIns="0" rIns="0" bIns="0" rtlCol="0" anchor="ctr" anchorCtr="0">
            <a:noAutofit/>
          </a:bodyPr>
          <a:lstStyle/>
          <a:p>
            <a:pPr marL="0" marR="0" lvl="0" indent="0" algn="l" defTabSz="234000" rtl="0" eaLnBrk="1" fontAlgn="auto" latinLnBrk="0" hangingPunct="1">
              <a:lnSpc>
                <a:spcPct val="100000"/>
              </a:lnSpc>
              <a:spcBef>
                <a:spcPts val="0"/>
              </a:spcBef>
              <a:spcAft>
                <a:spcPts val="0"/>
              </a:spcAft>
              <a:buClrTx/>
              <a:buSzTx/>
              <a:buFontTx/>
              <a:buNone/>
              <a:tabLst/>
              <a:defRPr/>
            </a:pPr>
            <a:r>
              <a:rPr lang="en-US" altLang="ja-JP" sz="813" dirty="0">
                <a:solidFill>
                  <a:schemeClr val="bg1"/>
                </a:solidFill>
              </a:rPr>
              <a:t>© 2025 NTT DATA University Corporation</a:t>
            </a:r>
          </a:p>
        </p:txBody>
      </p:sp>
      <p:sp>
        <p:nvSpPr>
          <p:cNvPr id="13" name="テキスト ボックス 12">
            <a:extLst>
              <a:ext uri="{FF2B5EF4-FFF2-40B4-BE49-F238E27FC236}">
                <a16:creationId xmlns:a16="http://schemas.microsoft.com/office/drawing/2014/main" id="{AE93AE18-67FE-0AB9-197B-5A29BB657E46}"/>
              </a:ext>
            </a:extLst>
          </p:cNvPr>
          <p:cNvSpPr txBox="1"/>
          <p:nvPr userDrawn="1"/>
        </p:nvSpPr>
        <p:spPr>
          <a:xfrm>
            <a:off x="4829175" y="6562800"/>
            <a:ext cx="248625"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650" smtClean="0">
                <a:solidFill>
                  <a:schemeClr val="bg1"/>
                </a:solidFill>
              </a:rPr>
              <a:pPr algn="ctr"/>
              <a:t>‹#›</a:t>
            </a:fld>
            <a:endParaRPr kumimoji="0" lang="en-US" altLang="ja-JP" sz="650" dirty="0">
              <a:solidFill>
                <a:schemeClr val="bg1"/>
              </a:solidFill>
              <a:latin typeface="+mn-ea"/>
              <a:cs typeface="Meiryo UI" pitchFamily="50" charset="-128"/>
            </a:endParaRPr>
          </a:p>
        </p:txBody>
      </p:sp>
      <p:sp>
        <p:nvSpPr>
          <p:cNvPr id="4" name="テキスト ボックス 3">
            <a:extLst>
              <a:ext uri="{FF2B5EF4-FFF2-40B4-BE49-F238E27FC236}">
                <a16:creationId xmlns:a16="http://schemas.microsoft.com/office/drawing/2014/main" id="{8A8B6262-DDC9-FD06-5613-CDCB22E48DDD}"/>
              </a:ext>
            </a:extLst>
          </p:cNvPr>
          <p:cNvSpPr txBox="1"/>
          <p:nvPr userDrawn="1"/>
        </p:nvSpPr>
        <p:spPr>
          <a:xfrm>
            <a:off x="2372070" y="7039346"/>
            <a:ext cx="5522893" cy="297455"/>
          </a:xfrm>
          <a:prstGeom prst="rect">
            <a:avLst/>
          </a:prstGeom>
          <a:noFill/>
        </p:spPr>
        <p:txBody>
          <a:bodyPr wrap="square" lIns="0" rIns="0" rtlCol="0">
            <a:noAutofit/>
          </a:bodyPr>
          <a:lstStyle/>
          <a:p>
            <a:pPr marL="0" marR="0" lvl="0" indent="0" algn="ctr" defTabSz="234000" rtl="0" eaLnBrk="1" fontAlgn="auto" latinLnBrk="0" hangingPunct="1">
              <a:lnSpc>
                <a:spcPct val="100000"/>
              </a:lnSpc>
              <a:spcBef>
                <a:spcPts val="0"/>
              </a:spcBef>
              <a:spcAft>
                <a:spcPts val="0"/>
              </a:spcAft>
              <a:buClrTx/>
              <a:buSzTx/>
              <a:buFontTx/>
              <a:buNone/>
              <a:tabLst/>
              <a:defRPr/>
            </a:pPr>
            <a:r>
              <a:rPr lang="ja-JP" altLang="en-US" sz="1480" dirty="0">
                <a:solidFill>
                  <a:srgbClr val="C00000"/>
                </a:solidFill>
                <a:latin typeface="+mn-ea"/>
              </a:rPr>
              <a:t>写真の差し替えはマスタより行ってください。</a:t>
            </a:r>
            <a:endParaRPr kumimoji="1" lang="ja-JP" altLang="en-US" sz="1480" dirty="0">
              <a:solidFill>
                <a:srgbClr val="C00000"/>
              </a:solidFill>
            </a:endParaRPr>
          </a:p>
          <a:p>
            <a:pPr algn="ctr" defTabSz="234000"/>
            <a:endParaRPr kumimoji="1" lang="ja-JP" altLang="en-US" sz="1480" dirty="0">
              <a:solidFill>
                <a:srgbClr val="C00000"/>
              </a:solidFill>
              <a:latin typeface="+mn-ea"/>
            </a:endParaRPr>
          </a:p>
        </p:txBody>
      </p:sp>
    </p:spTree>
    <p:extLst>
      <p:ext uri="{BB962C8B-B14F-4D97-AF65-F5344CB8AC3E}">
        <p14:creationId xmlns:p14="http://schemas.microsoft.com/office/powerpoint/2010/main" val="104698229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画像3枚">
    <p:spTree>
      <p:nvGrpSpPr>
        <p:cNvPr id="1" name=""/>
        <p:cNvGrpSpPr/>
        <p:nvPr/>
      </p:nvGrpSpPr>
      <p:grpSpPr>
        <a:xfrm>
          <a:off x="0" y="0"/>
          <a:ext cx="0" cy="0"/>
          <a:chOff x="0" y="0"/>
          <a:chExt cx="0" cy="0"/>
        </a:xfrm>
      </p:grpSpPr>
      <p:sp>
        <p:nvSpPr>
          <p:cNvPr id="3" name="タイトル 1">
            <a:extLst>
              <a:ext uri="{FF2B5EF4-FFF2-40B4-BE49-F238E27FC236}">
                <a16:creationId xmlns:a16="http://schemas.microsoft.com/office/drawing/2014/main" id="{4F42E522-CE3A-6008-C8C6-04F66A8E510F}"/>
              </a:ext>
            </a:extLst>
          </p:cNvPr>
          <p:cNvSpPr>
            <a:spLocks noGrp="1"/>
          </p:cNvSpPr>
          <p:nvPr>
            <p:ph type="title" hasCustomPrompt="1"/>
          </p:nvPr>
        </p:nvSpPr>
        <p:spPr>
          <a:xfrm>
            <a:off x="301275" y="334800"/>
            <a:ext cx="9301500" cy="412538"/>
          </a:xfrm>
        </p:spPr>
        <p:txBody>
          <a:bodyPr tIns="0" bIns="0">
            <a:noAutofit/>
          </a:bodyPr>
          <a:lstStyle>
            <a:lvl1pPr>
              <a:defRPr sz="2113"/>
            </a:lvl1pPr>
          </a:lstStyle>
          <a:p>
            <a:r>
              <a:rPr kumimoji="1" lang="ja-JP" altLang="en-US"/>
              <a:t>［タイトル］</a:t>
            </a:r>
          </a:p>
        </p:txBody>
      </p:sp>
      <p:sp>
        <p:nvSpPr>
          <p:cNvPr id="4" name="テキスト ボックス 3">
            <a:extLst>
              <a:ext uri="{FF2B5EF4-FFF2-40B4-BE49-F238E27FC236}">
                <a16:creationId xmlns:a16="http://schemas.microsoft.com/office/drawing/2014/main" id="{8C3C35FC-0C2C-C5D6-0210-3A570FE264A2}"/>
              </a:ext>
            </a:extLst>
          </p:cNvPr>
          <p:cNvSpPr txBox="1"/>
          <p:nvPr userDrawn="1"/>
        </p:nvSpPr>
        <p:spPr>
          <a:xfrm>
            <a:off x="4829175" y="6562800"/>
            <a:ext cx="248625"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650" smtClean="0">
                <a:solidFill>
                  <a:schemeClr val="bg1"/>
                </a:solidFill>
              </a:rPr>
              <a:pPr algn="ctr"/>
              <a:t>‹#›</a:t>
            </a:fld>
            <a:endParaRPr kumimoji="0" lang="en-US" altLang="ja-JP" sz="650" dirty="0">
              <a:solidFill>
                <a:schemeClr val="bg1"/>
              </a:solidFill>
              <a:latin typeface="+mn-ea"/>
              <a:cs typeface="Meiryo UI" pitchFamily="50" charset="-128"/>
            </a:endParaRPr>
          </a:p>
        </p:txBody>
      </p:sp>
      <p:sp>
        <p:nvSpPr>
          <p:cNvPr id="5" name="Picture Placeholder 6">
            <a:extLst>
              <a:ext uri="{FF2B5EF4-FFF2-40B4-BE49-F238E27FC236}">
                <a16:creationId xmlns:a16="http://schemas.microsoft.com/office/drawing/2014/main" id="{8D8BF745-92BD-988C-34D0-74B4D7534C7D}"/>
              </a:ext>
            </a:extLst>
          </p:cNvPr>
          <p:cNvSpPr>
            <a:spLocks noGrp="1"/>
          </p:cNvSpPr>
          <p:nvPr>
            <p:ph type="pic" sz="quarter" idx="13" hasCustomPrompt="1"/>
          </p:nvPr>
        </p:nvSpPr>
        <p:spPr bwMode="gray">
          <a:xfrm>
            <a:off x="0" y="1411200"/>
            <a:ext cx="3264300" cy="2772000"/>
          </a:xfrm>
          <a:solidFill>
            <a:schemeClr val="accent6"/>
          </a:solidFill>
        </p:spPr>
        <p:txBody>
          <a:bodyPr anchor="ctr" anchorCtr="0"/>
          <a:lstStyle>
            <a:lvl1pPr algn="ctr">
              <a:defRPr sz="1625">
                <a:solidFill>
                  <a:schemeClr val="bg1"/>
                </a:solidFill>
              </a:defRPr>
            </a:lvl1pPr>
          </a:lstStyle>
          <a:p>
            <a:r>
              <a:rPr lang="en-US" dirty="0" err="1"/>
              <a:t>クリックして画像を追加してください</a:t>
            </a:r>
            <a:r>
              <a:rPr lang="en-US" dirty="0"/>
              <a:t>。</a:t>
            </a:r>
          </a:p>
        </p:txBody>
      </p:sp>
      <p:sp>
        <p:nvSpPr>
          <p:cNvPr id="2" name="Picture Placeholder 6">
            <a:extLst>
              <a:ext uri="{FF2B5EF4-FFF2-40B4-BE49-F238E27FC236}">
                <a16:creationId xmlns:a16="http://schemas.microsoft.com/office/drawing/2014/main" id="{149F5F7A-6BC4-C06C-9C1E-4B267B2B2FE9}"/>
              </a:ext>
            </a:extLst>
          </p:cNvPr>
          <p:cNvSpPr>
            <a:spLocks noGrp="1"/>
          </p:cNvSpPr>
          <p:nvPr>
            <p:ph type="pic" sz="quarter" idx="14" hasCustomPrompt="1"/>
          </p:nvPr>
        </p:nvSpPr>
        <p:spPr bwMode="gray">
          <a:xfrm>
            <a:off x="3322800" y="1411200"/>
            <a:ext cx="3264300" cy="2772000"/>
          </a:xfrm>
          <a:solidFill>
            <a:schemeClr val="accent6"/>
          </a:solidFill>
        </p:spPr>
        <p:txBody>
          <a:bodyPr anchor="ctr" anchorCtr="0"/>
          <a:lstStyle>
            <a:lvl1pPr algn="ctr">
              <a:defRPr sz="1625">
                <a:solidFill>
                  <a:schemeClr val="bg1"/>
                </a:solidFill>
              </a:defRPr>
            </a:lvl1pPr>
          </a:lstStyle>
          <a:p>
            <a:r>
              <a:rPr lang="en-US" dirty="0" err="1"/>
              <a:t>クリックして画像を追加してください</a:t>
            </a:r>
            <a:r>
              <a:rPr lang="en-US" dirty="0"/>
              <a:t>。</a:t>
            </a:r>
          </a:p>
        </p:txBody>
      </p:sp>
      <p:sp>
        <p:nvSpPr>
          <p:cNvPr id="8" name="Picture Placeholder 6">
            <a:extLst>
              <a:ext uri="{FF2B5EF4-FFF2-40B4-BE49-F238E27FC236}">
                <a16:creationId xmlns:a16="http://schemas.microsoft.com/office/drawing/2014/main" id="{A67C5164-A259-C81F-D67B-6539C0BBF790}"/>
              </a:ext>
            </a:extLst>
          </p:cNvPr>
          <p:cNvSpPr>
            <a:spLocks noGrp="1"/>
          </p:cNvSpPr>
          <p:nvPr>
            <p:ph type="pic" sz="quarter" idx="15" hasCustomPrompt="1"/>
          </p:nvPr>
        </p:nvSpPr>
        <p:spPr bwMode="gray">
          <a:xfrm>
            <a:off x="6642675" y="1411200"/>
            <a:ext cx="3264300" cy="2772000"/>
          </a:xfrm>
          <a:solidFill>
            <a:schemeClr val="accent6"/>
          </a:solidFill>
        </p:spPr>
        <p:txBody>
          <a:bodyPr anchor="ctr" anchorCtr="0"/>
          <a:lstStyle>
            <a:lvl1pPr algn="ctr">
              <a:defRPr sz="1625">
                <a:solidFill>
                  <a:schemeClr val="bg1"/>
                </a:solidFill>
              </a:defRPr>
            </a:lvl1pPr>
          </a:lstStyle>
          <a:p>
            <a:r>
              <a:rPr lang="en-US" dirty="0" err="1"/>
              <a:t>クリックして画像を追加してください</a:t>
            </a:r>
            <a:r>
              <a:rPr lang="en-US" dirty="0"/>
              <a:t>。</a:t>
            </a:r>
          </a:p>
        </p:txBody>
      </p:sp>
    </p:spTree>
    <p:extLst>
      <p:ext uri="{BB962C8B-B14F-4D97-AF65-F5344CB8AC3E}">
        <p14:creationId xmlns:p14="http://schemas.microsoft.com/office/powerpoint/2010/main" val="3094984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写真集">
    <p:spTree>
      <p:nvGrpSpPr>
        <p:cNvPr id="1" name=""/>
        <p:cNvGrpSpPr/>
        <p:nvPr/>
      </p:nvGrpSpPr>
      <p:grpSpPr>
        <a:xfrm>
          <a:off x="0" y="0"/>
          <a:ext cx="0" cy="0"/>
          <a:chOff x="0" y="0"/>
          <a:chExt cx="0" cy="0"/>
        </a:xfrm>
      </p:grpSpPr>
      <p:sp>
        <p:nvSpPr>
          <p:cNvPr id="5" name="図プレースホルダー 4">
            <a:extLst>
              <a:ext uri="{FF2B5EF4-FFF2-40B4-BE49-F238E27FC236}">
                <a16:creationId xmlns:a16="http://schemas.microsoft.com/office/drawing/2014/main" id="{AF36B133-36B0-B253-B7D4-C28F41A61059}"/>
              </a:ext>
            </a:extLst>
          </p:cNvPr>
          <p:cNvSpPr>
            <a:spLocks noGrp="1"/>
          </p:cNvSpPr>
          <p:nvPr>
            <p:ph type="pic" sz="quarter" idx="11" hasCustomPrompt="1"/>
          </p:nvPr>
        </p:nvSpPr>
        <p:spPr>
          <a:xfrm>
            <a:off x="301275" y="334800"/>
            <a:ext cx="3591900" cy="3546000"/>
          </a:xfrm>
          <a:solidFill>
            <a:schemeClr val="accent3"/>
          </a:solidFill>
        </p:spPr>
        <p:txBody>
          <a:bodyPr anchor="ctr"/>
          <a:lstStyle>
            <a:lvl1pPr algn="ctr">
              <a:defRPr>
                <a:solidFill>
                  <a:schemeClr val="bg1"/>
                </a:solidFill>
              </a:defRPr>
            </a:lvl1pPr>
          </a:lstStyle>
          <a:p>
            <a:r>
              <a:rPr kumimoji="1" lang="ja-JP" altLang="en-US"/>
              <a:t>画像を追加</a:t>
            </a:r>
          </a:p>
        </p:txBody>
      </p:sp>
      <p:sp>
        <p:nvSpPr>
          <p:cNvPr id="2" name="タイトル 1">
            <a:extLst>
              <a:ext uri="{FF2B5EF4-FFF2-40B4-BE49-F238E27FC236}">
                <a16:creationId xmlns:a16="http://schemas.microsoft.com/office/drawing/2014/main" id="{760F00A5-A022-0540-F2CC-D4AA03AB45B3}"/>
              </a:ext>
            </a:extLst>
          </p:cNvPr>
          <p:cNvSpPr>
            <a:spLocks noGrp="1"/>
          </p:cNvSpPr>
          <p:nvPr>
            <p:ph type="title" hasCustomPrompt="1"/>
          </p:nvPr>
        </p:nvSpPr>
        <p:spPr>
          <a:xfrm>
            <a:off x="301275" y="2422800"/>
            <a:ext cx="3591900" cy="1458000"/>
          </a:xfrm>
        </p:spPr>
        <p:txBody>
          <a:bodyPr>
            <a:noAutofit/>
          </a:bodyPr>
          <a:lstStyle>
            <a:lvl1pPr algn="ctr">
              <a:defRPr sz="1731" b="0">
                <a:solidFill>
                  <a:schemeClr val="bg1"/>
                </a:solidFill>
              </a:defRPr>
            </a:lvl1pPr>
          </a:lstStyle>
          <a:p>
            <a:r>
              <a:rPr kumimoji="1" lang="ja-JP" altLang="en-US"/>
              <a:t>マスター テキストの書式設定</a:t>
            </a:r>
          </a:p>
        </p:txBody>
      </p:sp>
      <p:sp>
        <p:nvSpPr>
          <p:cNvPr id="7" name="テキスト プレースホルダー 6">
            <a:extLst>
              <a:ext uri="{FF2B5EF4-FFF2-40B4-BE49-F238E27FC236}">
                <a16:creationId xmlns:a16="http://schemas.microsoft.com/office/drawing/2014/main" id="{786AAEE8-9706-2A45-5CC0-A6743ACE48DC}"/>
              </a:ext>
            </a:extLst>
          </p:cNvPr>
          <p:cNvSpPr>
            <a:spLocks noGrp="1"/>
          </p:cNvSpPr>
          <p:nvPr>
            <p:ph type="body" sz="quarter" idx="12"/>
          </p:nvPr>
        </p:nvSpPr>
        <p:spPr>
          <a:xfrm>
            <a:off x="301275" y="3988800"/>
            <a:ext cx="2778750" cy="2250000"/>
          </a:xfrm>
          <a:solidFill>
            <a:schemeClr val="accent6"/>
          </a:solidFill>
        </p:spPr>
        <p:txBody>
          <a:bodyPr anchor="ctr"/>
          <a:lstStyle>
            <a:lvl1pPr algn="l">
              <a:defRPr sz="2169" b="1"/>
            </a:lvl1pPr>
          </a:lstStyle>
          <a:p>
            <a:pPr lvl="0"/>
            <a:r>
              <a:rPr kumimoji="1" lang="ja-JP" altLang="en-US"/>
              <a:t>マスター テキストの書式設定</a:t>
            </a:r>
          </a:p>
        </p:txBody>
      </p:sp>
      <p:sp>
        <p:nvSpPr>
          <p:cNvPr id="9" name="テキスト プレースホルダー 8">
            <a:extLst>
              <a:ext uri="{FF2B5EF4-FFF2-40B4-BE49-F238E27FC236}">
                <a16:creationId xmlns:a16="http://schemas.microsoft.com/office/drawing/2014/main" id="{47250683-2213-51C3-F47C-D3BB0C13BFD4}"/>
              </a:ext>
            </a:extLst>
          </p:cNvPr>
          <p:cNvSpPr>
            <a:spLocks noGrp="1"/>
          </p:cNvSpPr>
          <p:nvPr>
            <p:ph type="body" sz="quarter" idx="13"/>
          </p:nvPr>
        </p:nvSpPr>
        <p:spPr>
          <a:xfrm>
            <a:off x="3983850" y="334800"/>
            <a:ext cx="3533400" cy="3556800"/>
          </a:xfrm>
          <a:solidFill>
            <a:schemeClr val="accent1"/>
          </a:solidFill>
        </p:spPr>
        <p:txBody>
          <a:bodyPr anchor="ctr"/>
          <a:lstStyle>
            <a:lvl1pPr algn="l">
              <a:defRPr sz="2600" b="1">
                <a:solidFill>
                  <a:schemeClr val="bg1"/>
                </a:solidFill>
              </a:defRPr>
            </a:lvl1pPr>
          </a:lstStyle>
          <a:p>
            <a:pPr lvl="0"/>
            <a:r>
              <a:rPr kumimoji="1" lang="ja-JP" altLang="en-US"/>
              <a:t>マスター テキストの書式設定</a:t>
            </a:r>
          </a:p>
        </p:txBody>
      </p:sp>
      <p:sp>
        <p:nvSpPr>
          <p:cNvPr id="11" name="図プレースホルダー 10">
            <a:extLst>
              <a:ext uri="{FF2B5EF4-FFF2-40B4-BE49-F238E27FC236}">
                <a16:creationId xmlns:a16="http://schemas.microsoft.com/office/drawing/2014/main" id="{D127BBDB-D025-FD8A-C85D-A801D42BDD16}"/>
              </a:ext>
            </a:extLst>
          </p:cNvPr>
          <p:cNvSpPr>
            <a:spLocks noGrp="1"/>
          </p:cNvSpPr>
          <p:nvPr>
            <p:ph type="pic" sz="quarter" idx="14" hasCustomPrompt="1"/>
          </p:nvPr>
        </p:nvSpPr>
        <p:spPr>
          <a:xfrm>
            <a:off x="3150225" y="3988801"/>
            <a:ext cx="4364100" cy="2249487"/>
          </a:xfrm>
          <a:solidFill>
            <a:schemeClr val="accent3"/>
          </a:solidFill>
        </p:spPr>
        <p:txBody>
          <a:bodyPr anchor="ctr"/>
          <a:lstStyle>
            <a:lvl1pPr algn="ctr">
              <a:defRPr>
                <a:solidFill>
                  <a:schemeClr val="bg1"/>
                </a:solidFill>
              </a:defRPr>
            </a:lvl1pPr>
          </a:lstStyle>
          <a:p>
            <a:r>
              <a:rPr kumimoji="1" lang="ja-JP" altLang="en-US"/>
              <a:t>画像を追加</a:t>
            </a:r>
          </a:p>
        </p:txBody>
      </p:sp>
      <p:sp>
        <p:nvSpPr>
          <p:cNvPr id="13" name="テキスト プレースホルダー 12">
            <a:extLst>
              <a:ext uri="{FF2B5EF4-FFF2-40B4-BE49-F238E27FC236}">
                <a16:creationId xmlns:a16="http://schemas.microsoft.com/office/drawing/2014/main" id="{A7430A91-EF7E-38AA-26AE-08F2AE017756}"/>
              </a:ext>
            </a:extLst>
          </p:cNvPr>
          <p:cNvSpPr>
            <a:spLocks noGrp="1"/>
          </p:cNvSpPr>
          <p:nvPr>
            <p:ph type="body" sz="quarter" idx="15"/>
          </p:nvPr>
        </p:nvSpPr>
        <p:spPr>
          <a:xfrm>
            <a:off x="3150225" y="5400000"/>
            <a:ext cx="4364100" cy="838800"/>
          </a:xfrm>
        </p:spPr>
        <p:txBody>
          <a:bodyPr anchor="t" anchorCtr="0"/>
          <a:lstStyle>
            <a:lvl1pPr algn="ctr">
              <a:defRPr>
                <a:solidFill>
                  <a:schemeClr val="bg1"/>
                </a:solidFill>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kumimoji="1" lang="ja-JP" altLang="en-US"/>
              <a:t>マスター テキストの書式設定</a:t>
            </a:r>
          </a:p>
        </p:txBody>
      </p:sp>
      <p:sp>
        <p:nvSpPr>
          <p:cNvPr id="15" name="テキスト プレースホルダー 14">
            <a:extLst>
              <a:ext uri="{FF2B5EF4-FFF2-40B4-BE49-F238E27FC236}">
                <a16:creationId xmlns:a16="http://schemas.microsoft.com/office/drawing/2014/main" id="{8E3F89E9-9AFA-9CD7-A1FE-3F17B7226957}"/>
              </a:ext>
            </a:extLst>
          </p:cNvPr>
          <p:cNvSpPr>
            <a:spLocks noGrp="1"/>
          </p:cNvSpPr>
          <p:nvPr>
            <p:ph type="body" sz="quarter" idx="16"/>
          </p:nvPr>
        </p:nvSpPr>
        <p:spPr>
          <a:xfrm>
            <a:off x="7605000" y="334800"/>
            <a:ext cx="2009475" cy="1699200"/>
          </a:xfrm>
          <a:solidFill>
            <a:schemeClr val="accent6"/>
          </a:solidFill>
        </p:spPr>
        <p:txBody>
          <a:bodyPr anchor="ctr"/>
          <a:lstStyle>
            <a:lvl1pPr algn="ctr">
              <a:defRPr sz="1731">
                <a:solidFill>
                  <a:schemeClr val="bg1"/>
                </a:solidFill>
              </a:defRPr>
            </a:lvl1pPr>
            <a:lvl2pPr>
              <a:defRPr sz="1731">
                <a:solidFill>
                  <a:schemeClr val="bg1"/>
                </a:solidFill>
              </a:defRPr>
            </a:lvl2pPr>
            <a:lvl3pPr>
              <a:defRPr sz="1731">
                <a:solidFill>
                  <a:schemeClr val="bg1"/>
                </a:solidFill>
              </a:defRPr>
            </a:lvl3pPr>
            <a:lvl4pPr>
              <a:defRPr sz="1731">
                <a:solidFill>
                  <a:schemeClr val="bg1"/>
                </a:solidFill>
              </a:defRPr>
            </a:lvl4pPr>
            <a:lvl5pPr>
              <a:defRPr sz="1731">
                <a:solidFill>
                  <a:schemeClr val="bg1"/>
                </a:solidFill>
              </a:defRPr>
            </a:lvl5pPr>
          </a:lstStyle>
          <a:p>
            <a:pPr lvl="0"/>
            <a:r>
              <a:rPr kumimoji="1" lang="ja-JP" altLang="en-US"/>
              <a:t>マスター テキストの書式設定</a:t>
            </a:r>
          </a:p>
        </p:txBody>
      </p:sp>
      <p:sp>
        <p:nvSpPr>
          <p:cNvPr id="17" name="図プレースホルダー 16">
            <a:extLst>
              <a:ext uri="{FF2B5EF4-FFF2-40B4-BE49-F238E27FC236}">
                <a16:creationId xmlns:a16="http://schemas.microsoft.com/office/drawing/2014/main" id="{36D62073-F3ED-902D-ABDD-53B579CEBC66}"/>
              </a:ext>
            </a:extLst>
          </p:cNvPr>
          <p:cNvSpPr>
            <a:spLocks noGrp="1"/>
          </p:cNvSpPr>
          <p:nvPr>
            <p:ph type="pic" sz="quarter" idx="17" hasCustomPrompt="1"/>
          </p:nvPr>
        </p:nvSpPr>
        <p:spPr>
          <a:xfrm>
            <a:off x="7596225" y="2138400"/>
            <a:ext cx="2018250" cy="2682000"/>
          </a:xfrm>
          <a:solidFill>
            <a:schemeClr val="accent3"/>
          </a:solidFill>
        </p:spPr>
        <p:txBody>
          <a:bodyPr anchor="ctr"/>
          <a:lstStyle>
            <a:lvl1pPr algn="ctr">
              <a:defRPr>
                <a:solidFill>
                  <a:schemeClr val="bg1"/>
                </a:solidFill>
              </a:defRPr>
            </a:lvl1pPr>
          </a:lstStyle>
          <a:p>
            <a:r>
              <a:rPr kumimoji="1" lang="ja-JP" altLang="en-US"/>
              <a:t>画像を追加</a:t>
            </a:r>
          </a:p>
        </p:txBody>
      </p:sp>
      <p:sp>
        <p:nvSpPr>
          <p:cNvPr id="19" name="テキスト プレースホルダー 18">
            <a:extLst>
              <a:ext uri="{FF2B5EF4-FFF2-40B4-BE49-F238E27FC236}">
                <a16:creationId xmlns:a16="http://schemas.microsoft.com/office/drawing/2014/main" id="{4A8E1685-4EC8-2142-116E-6C7F07537E72}"/>
              </a:ext>
            </a:extLst>
          </p:cNvPr>
          <p:cNvSpPr>
            <a:spLocks noGrp="1"/>
          </p:cNvSpPr>
          <p:nvPr>
            <p:ph type="body" sz="quarter" idx="18"/>
          </p:nvPr>
        </p:nvSpPr>
        <p:spPr>
          <a:xfrm>
            <a:off x="7605000" y="3744000"/>
            <a:ext cx="2009475" cy="1076400"/>
          </a:xfrm>
        </p:spPr>
        <p:txBody>
          <a:bodyPr/>
          <a:lstStyle>
            <a:lvl1pPr algn="ctr">
              <a:defRPr sz="1731">
                <a:solidFill>
                  <a:schemeClr val="bg1"/>
                </a:solidFill>
              </a:defRPr>
            </a:lvl1pPr>
            <a:lvl2pPr>
              <a:defRPr sz="1731">
                <a:solidFill>
                  <a:schemeClr val="bg1"/>
                </a:solidFill>
              </a:defRPr>
            </a:lvl2pPr>
            <a:lvl3pPr>
              <a:defRPr sz="1731">
                <a:solidFill>
                  <a:schemeClr val="bg1"/>
                </a:solidFill>
              </a:defRPr>
            </a:lvl3pPr>
            <a:lvl4pPr>
              <a:defRPr sz="1731">
                <a:solidFill>
                  <a:schemeClr val="bg1"/>
                </a:solidFill>
              </a:defRPr>
            </a:lvl4pPr>
            <a:lvl5pPr>
              <a:defRPr sz="1731">
                <a:solidFill>
                  <a:schemeClr val="bg1"/>
                </a:solidFill>
              </a:defRPr>
            </a:lvl5pPr>
          </a:lstStyle>
          <a:p>
            <a:pPr lvl="0"/>
            <a:r>
              <a:rPr kumimoji="1" lang="ja-JP" altLang="en-US"/>
              <a:t>マスター テキストの書式設定</a:t>
            </a:r>
          </a:p>
        </p:txBody>
      </p:sp>
      <p:sp>
        <p:nvSpPr>
          <p:cNvPr id="21" name="テキスト プレースホルダー 20">
            <a:extLst>
              <a:ext uri="{FF2B5EF4-FFF2-40B4-BE49-F238E27FC236}">
                <a16:creationId xmlns:a16="http://schemas.microsoft.com/office/drawing/2014/main" id="{A9A8FCD4-EB65-F684-B13F-80CED75EC550}"/>
              </a:ext>
            </a:extLst>
          </p:cNvPr>
          <p:cNvSpPr>
            <a:spLocks noGrp="1"/>
          </p:cNvSpPr>
          <p:nvPr>
            <p:ph type="body" sz="quarter" idx="19"/>
          </p:nvPr>
        </p:nvSpPr>
        <p:spPr>
          <a:xfrm>
            <a:off x="7596225" y="4928400"/>
            <a:ext cx="2006550" cy="1310400"/>
          </a:xfrm>
          <a:solidFill>
            <a:schemeClr val="accent2"/>
          </a:solidFill>
        </p:spPr>
        <p:txBody>
          <a:bodyPr anchor="ctr"/>
          <a:lstStyle>
            <a:lvl1pPr algn="ctr">
              <a:defRPr sz="1731">
                <a:solidFill>
                  <a:schemeClr val="bg1"/>
                </a:solidFill>
              </a:defRPr>
            </a:lvl1pPr>
          </a:lstStyle>
          <a:p>
            <a:pPr lvl="0"/>
            <a:r>
              <a:rPr kumimoji="1" lang="ja-JP" altLang="en-US"/>
              <a:t>マスター テキストの書式設定</a:t>
            </a:r>
          </a:p>
        </p:txBody>
      </p:sp>
      <p:sp>
        <p:nvSpPr>
          <p:cNvPr id="6" name="テキスト ボックス 5">
            <a:extLst>
              <a:ext uri="{FF2B5EF4-FFF2-40B4-BE49-F238E27FC236}">
                <a16:creationId xmlns:a16="http://schemas.microsoft.com/office/drawing/2014/main" id="{9BE84247-9F18-8E6D-E1A4-05326A6BB139}"/>
              </a:ext>
            </a:extLst>
          </p:cNvPr>
          <p:cNvSpPr txBox="1"/>
          <p:nvPr userDrawn="1"/>
        </p:nvSpPr>
        <p:spPr>
          <a:xfrm>
            <a:off x="4829175" y="6562800"/>
            <a:ext cx="248625"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650" smtClean="0">
                <a:solidFill>
                  <a:schemeClr val="bg1"/>
                </a:solidFill>
              </a:rPr>
              <a:pPr algn="ctr"/>
              <a:t>‹#›</a:t>
            </a:fld>
            <a:endParaRPr kumimoji="0" lang="en-US" altLang="ja-JP" sz="650" dirty="0">
              <a:solidFill>
                <a:schemeClr val="bg1"/>
              </a:solidFill>
              <a:latin typeface="+mn-ea"/>
              <a:cs typeface="Meiryo UI" pitchFamily="50" charset="-128"/>
            </a:endParaRPr>
          </a:p>
        </p:txBody>
      </p:sp>
    </p:spTree>
    <p:extLst>
      <p:ext uri="{BB962C8B-B14F-4D97-AF65-F5344CB8AC3E}">
        <p14:creationId xmlns:p14="http://schemas.microsoft.com/office/powerpoint/2010/main" val="140632033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白背景">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D5407A4A-3DB7-4C09-9159-4E2F57E6F3A7}"/>
              </a:ext>
            </a:extLst>
          </p:cNvPr>
          <p:cNvPicPr>
            <a:picLocks noChangeAspect="1"/>
          </p:cNvPicPr>
          <p:nvPr userDrawn="1"/>
        </p:nvPicPr>
        <p:blipFill>
          <a:blip r:embed="rId2"/>
          <a:srcRect/>
          <a:stretch/>
        </p:blipFill>
        <p:spPr>
          <a:xfrm>
            <a:off x="3156949" y="2865912"/>
            <a:ext cx="3592102" cy="1126177"/>
          </a:xfrm>
          <a:prstGeom prst="rect">
            <a:avLst/>
          </a:prstGeom>
        </p:spPr>
      </p:pic>
    </p:spTree>
    <p:extLst>
      <p:ext uri="{BB962C8B-B14F-4D97-AF65-F5344CB8AC3E}">
        <p14:creationId xmlns:p14="http://schemas.microsoft.com/office/powerpoint/2010/main" val="342517112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写真背景">
    <p:bg>
      <p:bgRef idx="1001">
        <a:schemeClr val="bg1"/>
      </p:bgRef>
    </p:bg>
    <p:spTree>
      <p:nvGrpSpPr>
        <p:cNvPr id="1" name=""/>
        <p:cNvGrpSpPr/>
        <p:nvPr/>
      </p:nvGrpSpPr>
      <p:grpSpPr>
        <a:xfrm>
          <a:off x="0" y="0"/>
          <a:ext cx="0" cy="0"/>
          <a:chOff x="0" y="0"/>
          <a:chExt cx="0" cy="0"/>
        </a:xfrm>
      </p:grpSpPr>
      <p:pic>
        <p:nvPicPr>
          <p:cNvPr id="9" name="Picture Placeholder 8">
            <a:extLst>
              <a:ext uri="{FF2B5EF4-FFF2-40B4-BE49-F238E27FC236}">
                <a16:creationId xmlns:a16="http://schemas.microsoft.com/office/drawing/2014/main" id="{32BAA3C9-E6D9-AE11-A16C-34CC9C76E6A5}"/>
              </a:ext>
            </a:extLst>
          </p:cNvPr>
          <p:cNvPicPr>
            <a:picLocks noChangeAspect="1"/>
          </p:cNvPicPr>
          <p:nvPr userDrawn="1"/>
        </p:nvPicPr>
        <p:blipFill>
          <a:blip r:embed="rId2"/>
          <a:srcRect/>
          <a:stretch/>
        </p:blipFill>
        <p:spPr>
          <a:xfrm>
            <a:off x="1" y="-1"/>
            <a:ext cx="9905998" cy="6857999"/>
          </a:xfrm>
          <a:prstGeom prst="rect">
            <a:avLst/>
          </a:prstGeom>
        </p:spPr>
      </p:pic>
      <p:sp>
        <p:nvSpPr>
          <p:cNvPr id="11" name="正方形/長方形 10">
            <a:extLst>
              <a:ext uri="{FF2B5EF4-FFF2-40B4-BE49-F238E27FC236}">
                <a16:creationId xmlns:a16="http://schemas.microsoft.com/office/drawing/2014/main" id="{4EB59AC5-1B60-A021-8B7D-DF59CBAD3A75}"/>
              </a:ext>
            </a:extLst>
          </p:cNvPr>
          <p:cNvSpPr/>
          <p:nvPr userDrawn="1"/>
        </p:nvSpPr>
        <p:spPr>
          <a:xfrm>
            <a:off x="0" y="-1"/>
            <a:ext cx="9906000" cy="6857998"/>
          </a:xfrm>
          <a:prstGeom prst="rect">
            <a:avLst/>
          </a:prstGeom>
          <a:solidFill>
            <a:srgbClr val="050D24">
              <a:alpha val="58367"/>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endParaRPr kumimoji="1" lang="ja-JP" altLang="en-US" sz="1138" dirty="0" err="1">
              <a:solidFill>
                <a:schemeClr val="tx1"/>
              </a:solidFill>
            </a:endParaRPr>
          </a:p>
        </p:txBody>
      </p:sp>
      <p:pic>
        <p:nvPicPr>
          <p:cNvPr id="12" name="図 11">
            <a:extLst>
              <a:ext uri="{FF2B5EF4-FFF2-40B4-BE49-F238E27FC236}">
                <a16:creationId xmlns:a16="http://schemas.microsoft.com/office/drawing/2014/main" id="{CB41749C-507D-C7F2-AA9C-DC270B029338}"/>
              </a:ext>
            </a:extLst>
          </p:cNvPr>
          <p:cNvPicPr>
            <a:picLocks noChangeAspect="1"/>
          </p:cNvPicPr>
          <p:nvPr userDrawn="1"/>
        </p:nvPicPr>
        <p:blipFill>
          <a:blip r:embed="rId3"/>
          <a:srcRect/>
          <a:stretch/>
        </p:blipFill>
        <p:spPr>
          <a:xfrm>
            <a:off x="3156949" y="2865912"/>
            <a:ext cx="3592102" cy="1126177"/>
          </a:xfrm>
          <a:prstGeom prst="rect">
            <a:avLst/>
          </a:prstGeom>
        </p:spPr>
      </p:pic>
      <p:sp>
        <p:nvSpPr>
          <p:cNvPr id="3" name="テキスト ボックス 2">
            <a:extLst>
              <a:ext uri="{FF2B5EF4-FFF2-40B4-BE49-F238E27FC236}">
                <a16:creationId xmlns:a16="http://schemas.microsoft.com/office/drawing/2014/main" id="{81BDF2C6-C064-BC40-82E9-4D1BAEA155C8}"/>
              </a:ext>
            </a:extLst>
          </p:cNvPr>
          <p:cNvSpPr txBox="1"/>
          <p:nvPr userDrawn="1"/>
        </p:nvSpPr>
        <p:spPr>
          <a:xfrm>
            <a:off x="2372070" y="7039346"/>
            <a:ext cx="5522893" cy="297455"/>
          </a:xfrm>
          <a:prstGeom prst="rect">
            <a:avLst/>
          </a:prstGeom>
          <a:noFill/>
        </p:spPr>
        <p:txBody>
          <a:bodyPr wrap="square" lIns="0" rIns="0" rtlCol="0">
            <a:noAutofit/>
          </a:bodyPr>
          <a:lstStyle/>
          <a:p>
            <a:pPr marL="0" marR="0" lvl="0" indent="0" algn="ctr" defTabSz="234000" rtl="0" eaLnBrk="1" fontAlgn="auto" latinLnBrk="0" hangingPunct="1">
              <a:lnSpc>
                <a:spcPct val="100000"/>
              </a:lnSpc>
              <a:spcBef>
                <a:spcPts val="0"/>
              </a:spcBef>
              <a:spcAft>
                <a:spcPts val="0"/>
              </a:spcAft>
              <a:buClrTx/>
              <a:buSzTx/>
              <a:buFontTx/>
              <a:buNone/>
              <a:tabLst/>
              <a:defRPr/>
            </a:pPr>
            <a:r>
              <a:rPr lang="ja-JP" altLang="en-US" sz="1480" dirty="0">
                <a:solidFill>
                  <a:srgbClr val="C00000"/>
                </a:solidFill>
                <a:latin typeface="+mn-ea"/>
              </a:rPr>
              <a:t>写真の差し替えはマスタより行ってください。</a:t>
            </a:r>
            <a:endParaRPr kumimoji="1" lang="ja-JP" altLang="en-US" sz="1480" dirty="0">
              <a:solidFill>
                <a:srgbClr val="C00000"/>
              </a:solidFill>
            </a:endParaRPr>
          </a:p>
          <a:p>
            <a:pPr algn="ctr" defTabSz="234000"/>
            <a:endParaRPr kumimoji="1" lang="ja-JP" altLang="en-US" sz="1480" dirty="0">
              <a:solidFill>
                <a:srgbClr val="C00000"/>
              </a:solidFill>
              <a:latin typeface="+mn-ea"/>
            </a:endParaRPr>
          </a:p>
        </p:txBody>
      </p:sp>
    </p:spTree>
    <p:extLst>
      <p:ext uri="{BB962C8B-B14F-4D97-AF65-F5344CB8AC3E}">
        <p14:creationId xmlns:p14="http://schemas.microsoft.com/office/powerpoint/2010/main" val="3499010309"/>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4" Type="http://schemas.openxmlformats.org/officeDocument/2006/relationships/image" Target="../media/image6.png"/></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7.xml"/><Relationship Id="rId1" Type="http://schemas.openxmlformats.org/officeDocument/2006/relationships/slideLayout" Target="../slideLayouts/slideLayout6.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theme" Target="../theme/theme4.xml"/><Relationship Id="rId5" Type="http://schemas.openxmlformats.org/officeDocument/2006/relationships/slideLayout" Target="../slideLayouts/slideLayout12.xml"/><Relationship Id="rId4" Type="http://schemas.openxmlformats.org/officeDocument/2006/relationships/slideLayout" Target="../slideLayouts/slideLayout11.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4" Type="http://schemas.openxmlformats.org/officeDocument/2006/relationships/image" Target="../media/image6.png"/></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image" Target="../media/image11.png"/><Relationship Id="rId5" Type="http://schemas.openxmlformats.org/officeDocument/2006/relationships/theme" Target="../theme/theme6.xml"/><Relationship Id="rId4" Type="http://schemas.openxmlformats.org/officeDocument/2006/relationships/slideLayout" Target="../slideLayouts/slideLayout18.xml"/></Relationships>
</file>

<file path=ppt/slideMasters/_rels/slideMaster7.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slideLayout" Target="../slideLayouts/slideLayout20.xml"/><Relationship Id="rId1" Type="http://schemas.openxmlformats.org/officeDocument/2006/relationships/slideLayout" Target="../slideLayouts/slideLayout19.xml"/><Relationship Id="rId5" Type="http://schemas.openxmlformats.org/officeDocument/2006/relationships/image" Target="../media/image11.png"/><Relationship Id="rId4"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17" Type="http://schemas.openxmlformats.org/officeDocument/2006/relationships/image" Target="../media/image11.png"/><Relationship Id="rId2" Type="http://schemas.openxmlformats.org/officeDocument/2006/relationships/slideLayout" Target="../slideLayouts/slideLayout23.xml"/><Relationship Id="rId16" Type="http://schemas.openxmlformats.org/officeDocument/2006/relationships/theme" Target="../theme/theme8.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5" Type="http://schemas.openxmlformats.org/officeDocument/2006/relationships/slideLayout" Target="../slideLayouts/slideLayout3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slideLayout" Target="../slideLayouts/slideLayout35.xml"/></Relationships>
</file>

<file path=ppt/slideMasters/_rels/slideMaster9.xml.rels><?xml version="1.0" encoding="UTF-8" standalone="yes"?>
<Relationships xmlns="http://schemas.openxmlformats.org/package/2006/relationships"><Relationship Id="rId3" Type="http://schemas.openxmlformats.org/officeDocument/2006/relationships/theme" Target="../theme/theme9.xml"/><Relationship Id="rId2" Type="http://schemas.openxmlformats.org/officeDocument/2006/relationships/slideLayout" Target="../slideLayouts/slideLayout38.xml"/><Relationship Id="rId1" Type="http://schemas.openxmlformats.org/officeDocument/2006/relationships/slideLayout" Target="../slideLayouts/slideLayout37.xml"/></Relationships>
</file>

<file path=ppt/slideMasters/_rels/slideMaster10.xml.rels><?xml version="1.0" encoding="UTF-8" standalone="yes"?>
<Relationships xmlns="http://schemas.openxmlformats.org/package/2006/relationships"><Relationship Id="rId3" Type="http://schemas.openxmlformats.org/officeDocument/2006/relationships/slideLayout" Target="../slideLayouts/slideLayout41.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image" Target="../media/image19.gif"/><Relationship Id="rId5" Type="http://schemas.openxmlformats.org/officeDocument/2006/relationships/theme" Target="../theme/theme10.xml"/><Relationship Id="rId4" Type="http://schemas.openxmlformats.org/officeDocument/2006/relationships/slideLayout" Target="../slideLayouts/slideLayout42.xml"/></Relationships>
</file>

<file path=ppt/slideMasters/_rels/slideMaster11.xml.rels><?xml version="1.0" encoding="UTF-8" standalone="yes"?>
<Relationships xmlns="http://schemas.openxmlformats.org/package/2006/relationships"><Relationship Id="rId3" Type="http://schemas.openxmlformats.org/officeDocument/2006/relationships/slideLayout" Target="../slideLayouts/slideLayout45.xml"/><Relationship Id="rId2" Type="http://schemas.openxmlformats.org/officeDocument/2006/relationships/slideLayout" Target="../slideLayouts/slideLayout44.xml"/><Relationship Id="rId1" Type="http://schemas.openxmlformats.org/officeDocument/2006/relationships/slideLayout" Target="../slideLayouts/slideLayout43.xml"/><Relationship Id="rId5" Type="http://schemas.openxmlformats.org/officeDocument/2006/relationships/image" Target="../media/image19.gif"/><Relationship Id="rId4" Type="http://schemas.openxmlformats.org/officeDocument/2006/relationships/theme" Target="../theme/theme11.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slideLayout" Target="../slideLayouts/slideLayout58.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5" Type="http://schemas.openxmlformats.org/officeDocument/2006/relationships/image" Target="../media/image19.gif"/><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3" Type="http://schemas.openxmlformats.org/officeDocument/2006/relationships/theme" Target="../theme/theme13.xml"/><Relationship Id="rId2" Type="http://schemas.openxmlformats.org/officeDocument/2006/relationships/slideLayout" Target="../slideLayouts/slideLayout60.xml"/><Relationship Id="rId1" Type="http://schemas.openxmlformats.org/officeDocument/2006/relationships/slideLayout" Target="../slideLayouts/slideLayout5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687312"/>
      </p:ext>
    </p:extLst>
  </p:cSld>
  <p:clrMap bg1="lt1" tx1="dk1" bg2="lt2" tx2="dk2" accent1="accent1" accent2="accent2" accent3="accent3" accent4="accent4" accent5="accent5" accent6="accent6" hlink="hlink" folHlink="folHlink"/>
  <p:sldLayoutIdLst>
    <p:sldLayoutId id="2147483717" r:id="rId1"/>
    <p:sldLayoutId id="2147483718" r:id="rId2"/>
    <p:sldLayoutId id="2147483749" r:id="rId3"/>
  </p:sldLayoutIdLst>
  <p:hf hdr="0" ftr="0" dt="0"/>
  <p:txStyles>
    <p:titleStyle>
      <a:lvl1pPr algn="l" defTabSz="484862" rtl="0" eaLnBrk="1" fontAlgn="base" hangingPunct="1">
        <a:spcBef>
          <a:spcPct val="0"/>
        </a:spcBef>
        <a:spcAft>
          <a:spcPct val="0"/>
        </a:spcAft>
        <a:defRPr kumimoji="1" sz="1909" b="0" i="0" kern="1200" spc="160" baseline="0">
          <a:solidFill>
            <a:srgbClr val="404040"/>
          </a:solidFill>
          <a:latin typeface="HGPGothicE" charset="-128"/>
          <a:ea typeface="HGPGothicE" charset="-128"/>
          <a:cs typeface="HGPGothicE" charset="-128"/>
        </a:defRPr>
      </a:lvl1pPr>
      <a:lvl2pPr algn="l" defTabSz="484862" rtl="0" eaLnBrk="1" fontAlgn="base" hangingPunct="1">
        <a:spcBef>
          <a:spcPct val="0"/>
        </a:spcBef>
        <a:spcAft>
          <a:spcPct val="0"/>
        </a:spcAft>
        <a:defRPr kumimoji="1" sz="2121">
          <a:solidFill>
            <a:schemeClr val="tx1"/>
          </a:solidFill>
          <a:latin typeface="Arial" pitchFamily="34" charset="0"/>
          <a:ea typeface="HGP創英角ｺﾞｼｯｸUB"/>
          <a:cs typeface="Arial" pitchFamily="34" charset="0"/>
        </a:defRPr>
      </a:lvl2pPr>
      <a:lvl3pPr algn="l" defTabSz="484862" rtl="0" eaLnBrk="1" fontAlgn="base" hangingPunct="1">
        <a:spcBef>
          <a:spcPct val="0"/>
        </a:spcBef>
        <a:spcAft>
          <a:spcPct val="0"/>
        </a:spcAft>
        <a:defRPr kumimoji="1" sz="2121">
          <a:solidFill>
            <a:schemeClr val="tx1"/>
          </a:solidFill>
          <a:latin typeface="Arial" pitchFamily="34" charset="0"/>
          <a:ea typeface="HGP創英角ｺﾞｼｯｸUB"/>
          <a:cs typeface="Arial" pitchFamily="34" charset="0"/>
        </a:defRPr>
      </a:lvl3pPr>
      <a:lvl4pPr algn="l" defTabSz="484862" rtl="0" eaLnBrk="1" fontAlgn="base" hangingPunct="1">
        <a:spcBef>
          <a:spcPct val="0"/>
        </a:spcBef>
        <a:spcAft>
          <a:spcPct val="0"/>
        </a:spcAft>
        <a:defRPr kumimoji="1" sz="2121">
          <a:solidFill>
            <a:schemeClr val="tx1"/>
          </a:solidFill>
          <a:latin typeface="Arial" pitchFamily="34" charset="0"/>
          <a:ea typeface="HGP創英角ｺﾞｼｯｸUB"/>
          <a:cs typeface="Arial" pitchFamily="34" charset="0"/>
        </a:defRPr>
      </a:lvl4pPr>
      <a:lvl5pPr algn="l" defTabSz="484862" rtl="0" eaLnBrk="1" fontAlgn="base" hangingPunct="1">
        <a:spcBef>
          <a:spcPct val="0"/>
        </a:spcBef>
        <a:spcAft>
          <a:spcPct val="0"/>
        </a:spcAft>
        <a:defRPr kumimoji="1" sz="2121">
          <a:solidFill>
            <a:schemeClr val="tx1"/>
          </a:solidFill>
          <a:latin typeface="Arial" pitchFamily="34" charset="0"/>
          <a:ea typeface="HGP創英角ｺﾞｼｯｸUB"/>
          <a:cs typeface="Arial" pitchFamily="34" charset="0"/>
        </a:defRPr>
      </a:lvl5pPr>
      <a:lvl6pPr marL="484862" algn="l" defTabSz="484862" rtl="0" eaLnBrk="1" fontAlgn="base" hangingPunct="1">
        <a:spcBef>
          <a:spcPct val="0"/>
        </a:spcBef>
        <a:spcAft>
          <a:spcPct val="0"/>
        </a:spcAft>
        <a:defRPr kumimoji="1" sz="2121">
          <a:solidFill>
            <a:schemeClr val="tx1"/>
          </a:solidFill>
          <a:latin typeface="Arial" pitchFamily="34" charset="0"/>
          <a:ea typeface="HGP創英角ｺﾞｼｯｸUB"/>
          <a:cs typeface="Arial" pitchFamily="34" charset="0"/>
        </a:defRPr>
      </a:lvl6pPr>
      <a:lvl7pPr marL="969727" algn="l" defTabSz="484862" rtl="0" eaLnBrk="1" fontAlgn="base" hangingPunct="1">
        <a:spcBef>
          <a:spcPct val="0"/>
        </a:spcBef>
        <a:spcAft>
          <a:spcPct val="0"/>
        </a:spcAft>
        <a:defRPr kumimoji="1" sz="2121">
          <a:solidFill>
            <a:schemeClr val="tx1"/>
          </a:solidFill>
          <a:latin typeface="Arial" pitchFamily="34" charset="0"/>
          <a:ea typeface="HGP創英角ｺﾞｼｯｸUB"/>
          <a:cs typeface="Arial" pitchFamily="34" charset="0"/>
        </a:defRPr>
      </a:lvl7pPr>
      <a:lvl8pPr marL="1454588" algn="l" defTabSz="484862" rtl="0" eaLnBrk="1" fontAlgn="base" hangingPunct="1">
        <a:spcBef>
          <a:spcPct val="0"/>
        </a:spcBef>
        <a:spcAft>
          <a:spcPct val="0"/>
        </a:spcAft>
        <a:defRPr kumimoji="1" sz="2121">
          <a:solidFill>
            <a:schemeClr val="tx1"/>
          </a:solidFill>
          <a:latin typeface="Arial" pitchFamily="34" charset="0"/>
          <a:ea typeface="HGP創英角ｺﾞｼｯｸUB"/>
          <a:cs typeface="Arial" pitchFamily="34" charset="0"/>
        </a:defRPr>
      </a:lvl8pPr>
      <a:lvl9pPr marL="1939450" algn="l" defTabSz="484862" rtl="0" eaLnBrk="1" fontAlgn="base" hangingPunct="1">
        <a:spcBef>
          <a:spcPct val="0"/>
        </a:spcBef>
        <a:spcAft>
          <a:spcPct val="0"/>
        </a:spcAft>
        <a:defRPr kumimoji="1" sz="2121">
          <a:solidFill>
            <a:schemeClr val="tx1"/>
          </a:solidFill>
          <a:latin typeface="Arial" pitchFamily="34" charset="0"/>
          <a:ea typeface="HGP創英角ｺﾞｼｯｸUB"/>
          <a:cs typeface="Arial" pitchFamily="34" charset="0"/>
        </a:defRPr>
      </a:lvl9pPr>
    </p:titleStyle>
    <p:bodyStyle>
      <a:lvl1pPr marL="180141" indent="-180141" algn="l" defTabSz="484862" rtl="0" eaLnBrk="1" fontAlgn="base" hangingPunct="1">
        <a:spcBef>
          <a:spcPct val="20000"/>
        </a:spcBef>
        <a:spcAft>
          <a:spcPct val="0"/>
        </a:spcAft>
        <a:buFont typeface="Arial" pitchFamily="34" charset="0"/>
        <a:buChar char="•"/>
        <a:defRPr kumimoji="1" sz="2545" kern="1200">
          <a:solidFill>
            <a:schemeClr val="tx1"/>
          </a:solidFill>
          <a:latin typeface="Arial"/>
          <a:ea typeface="+mn-ea"/>
          <a:cs typeface="Arial"/>
        </a:defRPr>
      </a:lvl1pPr>
      <a:lvl2pPr marL="723926" indent="-239063" algn="l" defTabSz="484862" rtl="0" eaLnBrk="1" fontAlgn="base" hangingPunct="1">
        <a:spcBef>
          <a:spcPct val="20000"/>
        </a:spcBef>
        <a:spcAft>
          <a:spcPct val="0"/>
        </a:spcAft>
        <a:buFont typeface="Arial" pitchFamily="34" charset="0"/>
        <a:buChar char="–"/>
        <a:defRPr kumimoji="1" sz="2121" kern="1200">
          <a:solidFill>
            <a:schemeClr val="tx1"/>
          </a:solidFill>
          <a:latin typeface="Arial"/>
          <a:ea typeface="+mn-ea"/>
          <a:cs typeface="Arial"/>
        </a:defRPr>
      </a:lvl2pPr>
      <a:lvl3pPr marL="1156599" indent="-186874" algn="l" defTabSz="484862" rtl="0" eaLnBrk="1" fontAlgn="base" hangingPunct="1">
        <a:spcBef>
          <a:spcPct val="20000"/>
        </a:spcBef>
        <a:spcAft>
          <a:spcPct val="0"/>
        </a:spcAft>
        <a:buFont typeface="Arial" pitchFamily="34" charset="0"/>
        <a:buChar char="•"/>
        <a:defRPr kumimoji="1" sz="2121" kern="1200">
          <a:solidFill>
            <a:schemeClr val="tx1"/>
          </a:solidFill>
          <a:latin typeface="Arial"/>
          <a:ea typeface="+mn-ea"/>
          <a:cs typeface="Arial"/>
        </a:defRPr>
      </a:lvl3pPr>
      <a:lvl4pPr marL="1638094" indent="-183509" algn="l" defTabSz="484862" rtl="0" eaLnBrk="1" fontAlgn="base" hangingPunct="1">
        <a:spcBef>
          <a:spcPct val="20000"/>
        </a:spcBef>
        <a:spcAft>
          <a:spcPct val="0"/>
        </a:spcAft>
        <a:buFont typeface="Arial" pitchFamily="34" charset="0"/>
        <a:buChar char="–"/>
        <a:defRPr kumimoji="1" sz="2121" kern="1200">
          <a:solidFill>
            <a:schemeClr val="tx1"/>
          </a:solidFill>
          <a:latin typeface="Arial"/>
          <a:ea typeface="+mn-ea"/>
          <a:cs typeface="Arial"/>
        </a:defRPr>
      </a:lvl4pPr>
      <a:lvl5pPr marL="2121273" indent="-181825" algn="l" defTabSz="484862" rtl="0" eaLnBrk="1" fontAlgn="base" hangingPunct="1">
        <a:spcBef>
          <a:spcPct val="20000"/>
        </a:spcBef>
        <a:spcAft>
          <a:spcPct val="0"/>
        </a:spcAft>
        <a:buFont typeface="Arial" pitchFamily="34" charset="0"/>
        <a:buChar char="»"/>
        <a:defRPr kumimoji="1" sz="2121" kern="1200">
          <a:solidFill>
            <a:schemeClr val="tx1"/>
          </a:solidFill>
          <a:latin typeface="Arial"/>
          <a:ea typeface="+mn-ea"/>
          <a:cs typeface="Arial"/>
        </a:defRPr>
      </a:lvl5pPr>
      <a:lvl6pPr marL="2666742" indent="-242431" algn="l" defTabSz="484862" rtl="0" eaLnBrk="1" latinLnBrk="0" hangingPunct="1">
        <a:spcBef>
          <a:spcPct val="20000"/>
        </a:spcBef>
        <a:buFont typeface="Arial"/>
        <a:buChar char="•"/>
        <a:defRPr kumimoji="1" sz="2121" kern="1200">
          <a:solidFill>
            <a:schemeClr val="tx1"/>
          </a:solidFill>
          <a:latin typeface="+mn-lt"/>
          <a:ea typeface="+mn-ea"/>
          <a:cs typeface="+mn-cs"/>
        </a:defRPr>
      </a:lvl6pPr>
      <a:lvl7pPr marL="3151607" indent="-242431" algn="l" defTabSz="484862" rtl="0" eaLnBrk="1" latinLnBrk="0" hangingPunct="1">
        <a:spcBef>
          <a:spcPct val="20000"/>
        </a:spcBef>
        <a:buFont typeface="Arial"/>
        <a:buChar char="•"/>
        <a:defRPr kumimoji="1" sz="2121" kern="1200">
          <a:solidFill>
            <a:schemeClr val="tx1"/>
          </a:solidFill>
          <a:latin typeface="+mn-lt"/>
          <a:ea typeface="+mn-ea"/>
          <a:cs typeface="+mn-cs"/>
        </a:defRPr>
      </a:lvl7pPr>
      <a:lvl8pPr marL="3636468" indent="-242431" algn="l" defTabSz="484862" rtl="0" eaLnBrk="1" latinLnBrk="0" hangingPunct="1">
        <a:spcBef>
          <a:spcPct val="20000"/>
        </a:spcBef>
        <a:buFont typeface="Arial"/>
        <a:buChar char="•"/>
        <a:defRPr kumimoji="1" sz="2121" kern="1200">
          <a:solidFill>
            <a:schemeClr val="tx1"/>
          </a:solidFill>
          <a:latin typeface="+mn-lt"/>
          <a:ea typeface="+mn-ea"/>
          <a:cs typeface="+mn-cs"/>
        </a:defRPr>
      </a:lvl8pPr>
      <a:lvl9pPr marL="4121332" indent="-242431" algn="l" defTabSz="484862" rtl="0" eaLnBrk="1" latinLnBrk="0" hangingPunct="1">
        <a:spcBef>
          <a:spcPct val="20000"/>
        </a:spcBef>
        <a:buFont typeface="Arial"/>
        <a:buChar char="•"/>
        <a:defRPr kumimoji="1" sz="2121" kern="1200">
          <a:solidFill>
            <a:schemeClr val="tx1"/>
          </a:solidFill>
          <a:latin typeface="+mn-lt"/>
          <a:ea typeface="+mn-ea"/>
          <a:cs typeface="+mn-cs"/>
        </a:defRPr>
      </a:lvl9pPr>
    </p:bodyStyle>
    <p:otherStyle>
      <a:defPPr>
        <a:defRPr lang="en-US"/>
      </a:defPPr>
      <a:lvl1pPr marL="0" algn="l" defTabSz="484862" rtl="0" eaLnBrk="1" latinLnBrk="0" hangingPunct="1">
        <a:defRPr kumimoji="1" sz="1909" kern="1200">
          <a:solidFill>
            <a:schemeClr val="tx1"/>
          </a:solidFill>
          <a:latin typeface="+mn-lt"/>
          <a:ea typeface="+mn-ea"/>
          <a:cs typeface="+mn-cs"/>
        </a:defRPr>
      </a:lvl1pPr>
      <a:lvl2pPr marL="484862" algn="l" defTabSz="484862" rtl="0" eaLnBrk="1" latinLnBrk="0" hangingPunct="1">
        <a:defRPr kumimoji="1" sz="1909" kern="1200">
          <a:solidFill>
            <a:schemeClr val="tx1"/>
          </a:solidFill>
          <a:latin typeface="+mn-lt"/>
          <a:ea typeface="+mn-ea"/>
          <a:cs typeface="+mn-cs"/>
        </a:defRPr>
      </a:lvl2pPr>
      <a:lvl3pPr marL="969727" algn="l" defTabSz="484862" rtl="0" eaLnBrk="1" latinLnBrk="0" hangingPunct="1">
        <a:defRPr kumimoji="1" sz="1909" kern="1200">
          <a:solidFill>
            <a:schemeClr val="tx1"/>
          </a:solidFill>
          <a:latin typeface="+mn-lt"/>
          <a:ea typeface="+mn-ea"/>
          <a:cs typeface="+mn-cs"/>
        </a:defRPr>
      </a:lvl3pPr>
      <a:lvl4pPr marL="1454588" algn="l" defTabSz="484862" rtl="0" eaLnBrk="1" latinLnBrk="0" hangingPunct="1">
        <a:defRPr kumimoji="1" sz="1909" kern="1200">
          <a:solidFill>
            <a:schemeClr val="tx1"/>
          </a:solidFill>
          <a:latin typeface="+mn-lt"/>
          <a:ea typeface="+mn-ea"/>
          <a:cs typeface="+mn-cs"/>
        </a:defRPr>
      </a:lvl4pPr>
      <a:lvl5pPr marL="1939450" algn="l" defTabSz="484862" rtl="0" eaLnBrk="1" latinLnBrk="0" hangingPunct="1">
        <a:defRPr kumimoji="1" sz="1909" kern="1200">
          <a:solidFill>
            <a:schemeClr val="tx1"/>
          </a:solidFill>
          <a:latin typeface="+mn-lt"/>
          <a:ea typeface="+mn-ea"/>
          <a:cs typeface="+mn-cs"/>
        </a:defRPr>
      </a:lvl5pPr>
      <a:lvl6pPr marL="2424313" algn="l" defTabSz="484862" rtl="0" eaLnBrk="1" latinLnBrk="0" hangingPunct="1">
        <a:defRPr kumimoji="1" sz="1909" kern="1200">
          <a:solidFill>
            <a:schemeClr val="tx1"/>
          </a:solidFill>
          <a:latin typeface="+mn-lt"/>
          <a:ea typeface="+mn-ea"/>
          <a:cs typeface="+mn-cs"/>
        </a:defRPr>
      </a:lvl6pPr>
      <a:lvl7pPr marL="2909175" algn="l" defTabSz="484862" rtl="0" eaLnBrk="1" latinLnBrk="0" hangingPunct="1">
        <a:defRPr kumimoji="1" sz="1909" kern="1200">
          <a:solidFill>
            <a:schemeClr val="tx1"/>
          </a:solidFill>
          <a:latin typeface="+mn-lt"/>
          <a:ea typeface="+mn-ea"/>
          <a:cs typeface="+mn-cs"/>
        </a:defRPr>
      </a:lvl7pPr>
      <a:lvl8pPr marL="3394036" algn="l" defTabSz="484862" rtl="0" eaLnBrk="1" latinLnBrk="0" hangingPunct="1">
        <a:defRPr kumimoji="1" sz="1909" kern="1200">
          <a:solidFill>
            <a:schemeClr val="tx1"/>
          </a:solidFill>
          <a:latin typeface="+mn-lt"/>
          <a:ea typeface="+mn-ea"/>
          <a:cs typeface="+mn-cs"/>
        </a:defRPr>
      </a:lvl8pPr>
      <a:lvl9pPr marL="3878899" algn="l" defTabSz="484862" rtl="0" eaLnBrk="1" latinLnBrk="0" hangingPunct="1">
        <a:defRPr kumimoji="1" sz="1909"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83" userDrawn="1">
          <p15:clr>
            <a:srgbClr val="F26B43"/>
          </p15:clr>
        </p15:guide>
        <p15:guide id="2" pos="312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11" name="図 10"/>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 y="3113690"/>
            <a:ext cx="2080171" cy="3744310"/>
          </a:xfrm>
          <a:prstGeom prst="rect">
            <a:avLst/>
          </a:prstGeom>
        </p:spPr>
      </p:pic>
    </p:spTree>
    <p:extLst>
      <p:ext uri="{BB962C8B-B14F-4D97-AF65-F5344CB8AC3E}">
        <p14:creationId xmlns:p14="http://schemas.microsoft.com/office/powerpoint/2010/main" val="3767183153"/>
      </p:ext>
    </p:extLst>
  </p:cSld>
  <p:clrMap bg1="lt1" tx1="dk1" bg2="lt2" tx2="dk2" accent1="accent1" accent2="accent2" accent3="accent3" accent4="accent4" accent5="accent5" accent6="accent6" hlink="hlink" folHlink="folHlink"/>
  <p:sldLayoutIdLst>
    <p:sldLayoutId id="2147483713" r:id="rId1"/>
    <p:sldLayoutId id="2147483727" r:id="rId2"/>
  </p:sldLayoutIdLst>
  <p:hf hdr="0" ftr="0" dt="0"/>
  <p:txStyles>
    <p:titleStyle>
      <a:lvl1pPr algn="l" defTabSz="484862" rtl="0" eaLnBrk="1" fontAlgn="base" hangingPunct="1">
        <a:spcBef>
          <a:spcPct val="0"/>
        </a:spcBef>
        <a:spcAft>
          <a:spcPct val="0"/>
        </a:spcAft>
        <a:defRPr kumimoji="1" sz="1909" b="0" i="0" kern="1200" spc="160" baseline="0">
          <a:solidFill>
            <a:srgbClr val="404040"/>
          </a:solidFill>
          <a:latin typeface="HGPGothicE" charset="-128"/>
          <a:ea typeface="HGPGothicE" charset="-128"/>
          <a:cs typeface="HGPGothicE" charset="-128"/>
        </a:defRPr>
      </a:lvl1pPr>
      <a:lvl2pPr algn="l" defTabSz="484862" rtl="0" eaLnBrk="1" fontAlgn="base" hangingPunct="1">
        <a:spcBef>
          <a:spcPct val="0"/>
        </a:spcBef>
        <a:spcAft>
          <a:spcPct val="0"/>
        </a:spcAft>
        <a:defRPr kumimoji="1" sz="2121">
          <a:solidFill>
            <a:schemeClr val="tx1"/>
          </a:solidFill>
          <a:latin typeface="Arial" pitchFamily="34" charset="0"/>
          <a:ea typeface="HGP創英角ｺﾞｼｯｸUB"/>
          <a:cs typeface="Arial" pitchFamily="34" charset="0"/>
        </a:defRPr>
      </a:lvl2pPr>
      <a:lvl3pPr algn="l" defTabSz="484862" rtl="0" eaLnBrk="1" fontAlgn="base" hangingPunct="1">
        <a:spcBef>
          <a:spcPct val="0"/>
        </a:spcBef>
        <a:spcAft>
          <a:spcPct val="0"/>
        </a:spcAft>
        <a:defRPr kumimoji="1" sz="2121">
          <a:solidFill>
            <a:schemeClr val="tx1"/>
          </a:solidFill>
          <a:latin typeface="Arial" pitchFamily="34" charset="0"/>
          <a:ea typeface="HGP創英角ｺﾞｼｯｸUB"/>
          <a:cs typeface="Arial" pitchFamily="34" charset="0"/>
        </a:defRPr>
      </a:lvl3pPr>
      <a:lvl4pPr algn="l" defTabSz="484862" rtl="0" eaLnBrk="1" fontAlgn="base" hangingPunct="1">
        <a:spcBef>
          <a:spcPct val="0"/>
        </a:spcBef>
        <a:spcAft>
          <a:spcPct val="0"/>
        </a:spcAft>
        <a:defRPr kumimoji="1" sz="2121">
          <a:solidFill>
            <a:schemeClr val="tx1"/>
          </a:solidFill>
          <a:latin typeface="Arial" pitchFamily="34" charset="0"/>
          <a:ea typeface="HGP創英角ｺﾞｼｯｸUB"/>
          <a:cs typeface="Arial" pitchFamily="34" charset="0"/>
        </a:defRPr>
      </a:lvl4pPr>
      <a:lvl5pPr algn="l" defTabSz="484862" rtl="0" eaLnBrk="1" fontAlgn="base" hangingPunct="1">
        <a:spcBef>
          <a:spcPct val="0"/>
        </a:spcBef>
        <a:spcAft>
          <a:spcPct val="0"/>
        </a:spcAft>
        <a:defRPr kumimoji="1" sz="2121">
          <a:solidFill>
            <a:schemeClr val="tx1"/>
          </a:solidFill>
          <a:latin typeface="Arial" pitchFamily="34" charset="0"/>
          <a:ea typeface="HGP創英角ｺﾞｼｯｸUB"/>
          <a:cs typeface="Arial" pitchFamily="34" charset="0"/>
        </a:defRPr>
      </a:lvl5pPr>
      <a:lvl6pPr marL="484862" algn="l" defTabSz="484862" rtl="0" eaLnBrk="1" fontAlgn="base" hangingPunct="1">
        <a:spcBef>
          <a:spcPct val="0"/>
        </a:spcBef>
        <a:spcAft>
          <a:spcPct val="0"/>
        </a:spcAft>
        <a:defRPr kumimoji="1" sz="2121">
          <a:solidFill>
            <a:schemeClr val="tx1"/>
          </a:solidFill>
          <a:latin typeface="Arial" pitchFamily="34" charset="0"/>
          <a:ea typeface="HGP創英角ｺﾞｼｯｸUB"/>
          <a:cs typeface="Arial" pitchFamily="34" charset="0"/>
        </a:defRPr>
      </a:lvl6pPr>
      <a:lvl7pPr marL="969727" algn="l" defTabSz="484862" rtl="0" eaLnBrk="1" fontAlgn="base" hangingPunct="1">
        <a:spcBef>
          <a:spcPct val="0"/>
        </a:spcBef>
        <a:spcAft>
          <a:spcPct val="0"/>
        </a:spcAft>
        <a:defRPr kumimoji="1" sz="2121">
          <a:solidFill>
            <a:schemeClr val="tx1"/>
          </a:solidFill>
          <a:latin typeface="Arial" pitchFamily="34" charset="0"/>
          <a:ea typeface="HGP創英角ｺﾞｼｯｸUB"/>
          <a:cs typeface="Arial" pitchFamily="34" charset="0"/>
        </a:defRPr>
      </a:lvl7pPr>
      <a:lvl8pPr marL="1454588" algn="l" defTabSz="484862" rtl="0" eaLnBrk="1" fontAlgn="base" hangingPunct="1">
        <a:spcBef>
          <a:spcPct val="0"/>
        </a:spcBef>
        <a:spcAft>
          <a:spcPct val="0"/>
        </a:spcAft>
        <a:defRPr kumimoji="1" sz="2121">
          <a:solidFill>
            <a:schemeClr val="tx1"/>
          </a:solidFill>
          <a:latin typeface="Arial" pitchFamily="34" charset="0"/>
          <a:ea typeface="HGP創英角ｺﾞｼｯｸUB"/>
          <a:cs typeface="Arial" pitchFamily="34" charset="0"/>
        </a:defRPr>
      </a:lvl8pPr>
      <a:lvl9pPr marL="1939450" algn="l" defTabSz="484862" rtl="0" eaLnBrk="1" fontAlgn="base" hangingPunct="1">
        <a:spcBef>
          <a:spcPct val="0"/>
        </a:spcBef>
        <a:spcAft>
          <a:spcPct val="0"/>
        </a:spcAft>
        <a:defRPr kumimoji="1" sz="2121">
          <a:solidFill>
            <a:schemeClr val="tx1"/>
          </a:solidFill>
          <a:latin typeface="Arial" pitchFamily="34" charset="0"/>
          <a:ea typeface="HGP創英角ｺﾞｼｯｸUB"/>
          <a:cs typeface="Arial" pitchFamily="34" charset="0"/>
        </a:defRPr>
      </a:lvl9pPr>
    </p:titleStyle>
    <p:bodyStyle>
      <a:lvl1pPr marL="180141" indent="-180141" algn="l" defTabSz="484862" rtl="0" eaLnBrk="1" fontAlgn="base" hangingPunct="1">
        <a:spcBef>
          <a:spcPct val="20000"/>
        </a:spcBef>
        <a:spcAft>
          <a:spcPct val="0"/>
        </a:spcAft>
        <a:buFont typeface="Arial" pitchFamily="34" charset="0"/>
        <a:buChar char="•"/>
        <a:defRPr kumimoji="1" sz="2545" kern="1200">
          <a:solidFill>
            <a:schemeClr val="tx1"/>
          </a:solidFill>
          <a:latin typeface="Arial"/>
          <a:ea typeface="+mn-ea"/>
          <a:cs typeface="Arial"/>
        </a:defRPr>
      </a:lvl1pPr>
      <a:lvl2pPr marL="723926" indent="-239063" algn="l" defTabSz="484862" rtl="0" eaLnBrk="1" fontAlgn="base" hangingPunct="1">
        <a:spcBef>
          <a:spcPct val="20000"/>
        </a:spcBef>
        <a:spcAft>
          <a:spcPct val="0"/>
        </a:spcAft>
        <a:buFont typeface="Arial" pitchFamily="34" charset="0"/>
        <a:buChar char="–"/>
        <a:defRPr kumimoji="1" sz="2121" kern="1200">
          <a:solidFill>
            <a:schemeClr val="tx1"/>
          </a:solidFill>
          <a:latin typeface="Arial"/>
          <a:ea typeface="+mn-ea"/>
          <a:cs typeface="Arial"/>
        </a:defRPr>
      </a:lvl2pPr>
      <a:lvl3pPr marL="1156599" indent="-186874" algn="l" defTabSz="484862" rtl="0" eaLnBrk="1" fontAlgn="base" hangingPunct="1">
        <a:spcBef>
          <a:spcPct val="20000"/>
        </a:spcBef>
        <a:spcAft>
          <a:spcPct val="0"/>
        </a:spcAft>
        <a:buFont typeface="Arial" pitchFamily="34" charset="0"/>
        <a:buChar char="•"/>
        <a:defRPr kumimoji="1" sz="2121" kern="1200">
          <a:solidFill>
            <a:schemeClr val="tx1"/>
          </a:solidFill>
          <a:latin typeface="Arial"/>
          <a:ea typeface="+mn-ea"/>
          <a:cs typeface="Arial"/>
        </a:defRPr>
      </a:lvl3pPr>
      <a:lvl4pPr marL="1638094" indent="-183509" algn="l" defTabSz="484862" rtl="0" eaLnBrk="1" fontAlgn="base" hangingPunct="1">
        <a:spcBef>
          <a:spcPct val="20000"/>
        </a:spcBef>
        <a:spcAft>
          <a:spcPct val="0"/>
        </a:spcAft>
        <a:buFont typeface="Arial" pitchFamily="34" charset="0"/>
        <a:buChar char="–"/>
        <a:defRPr kumimoji="1" sz="2121" kern="1200">
          <a:solidFill>
            <a:schemeClr val="tx1"/>
          </a:solidFill>
          <a:latin typeface="Arial"/>
          <a:ea typeface="+mn-ea"/>
          <a:cs typeface="Arial"/>
        </a:defRPr>
      </a:lvl4pPr>
      <a:lvl5pPr marL="2121273" indent="-181825" algn="l" defTabSz="484862" rtl="0" eaLnBrk="1" fontAlgn="base" hangingPunct="1">
        <a:spcBef>
          <a:spcPct val="20000"/>
        </a:spcBef>
        <a:spcAft>
          <a:spcPct val="0"/>
        </a:spcAft>
        <a:buFont typeface="Arial" pitchFamily="34" charset="0"/>
        <a:buChar char="»"/>
        <a:defRPr kumimoji="1" sz="2121" kern="1200">
          <a:solidFill>
            <a:schemeClr val="tx1"/>
          </a:solidFill>
          <a:latin typeface="Arial"/>
          <a:ea typeface="+mn-ea"/>
          <a:cs typeface="Arial"/>
        </a:defRPr>
      </a:lvl5pPr>
      <a:lvl6pPr marL="2666742" indent="-242431" algn="l" defTabSz="484862" rtl="0" eaLnBrk="1" latinLnBrk="0" hangingPunct="1">
        <a:spcBef>
          <a:spcPct val="20000"/>
        </a:spcBef>
        <a:buFont typeface="Arial"/>
        <a:buChar char="•"/>
        <a:defRPr kumimoji="1" sz="2121" kern="1200">
          <a:solidFill>
            <a:schemeClr val="tx1"/>
          </a:solidFill>
          <a:latin typeface="+mn-lt"/>
          <a:ea typeface="+mn-ea"/>
          <a:cs typeface="+mn-cs"/>
        </a:defRPr>
      </a:lvl6pPr>
      <a:lvl7pPr marL="3151607" indent="-242431" algn="l" defTabSz="484862" rtl="0" eaLnBrk="1" latinLnBrk="0" hangingPunct="1">
        <a:spcBef>
          <a:spcPct val="20000"/>
        </a:spcBef>
        <a:buFont typeface="Arial"/>
        <a:buChar char="•"/>
        <a:defRPr kumimoji="1" sz="2121" kern="1200">
          <a:solidFill>
            <a:schemeClr val="tx1"/>
          </a:solidFill>
          <a:latin typeface="+mn-lt"/>
          <a:ea typeface="+mn-ea"/>
          <a:cs typeface="+mn-cs"/>
        </a:defRPr>
      </a:lvl7pPr>
      <a:lvl8pPr marL="3636468" indent="-242431" algn="l" defTabSz="484862" rtl="0" eaLnBrk="1" latinLnBrk="0" hangingPunct="1">
        <a:spcBef>
          <a:spcPct val="20000"/>
        </a:spcBef>
        <a:buFont typeface="Arial"/>
        <a:buChar char="•"/>
        <a:defRPr kumimoji="1" sz="2121" kern="1200">
          <a:solidFill>
            <a:schemeClr val="tx1"/>
          </a:solidFill>
          <a:latin typeface="+mn-lt"/>
          <a:ea typeface="+mn-ea"/>
          <a:cs typeface="+mn-cs"/>
        </a:defRPr>
      </a:lvl8pPr>
      <a:lvl9pPr marL="4121332" indent="-242431" algn="l" defTabSz="484862" rtl="0" eaLnBrk="1" latinLnBrk="0" hangingPunct="1">
        <a:spcBef>
          <a:spcPct val="20000"/>
        </a:spcBef>
        <a:buFont typeface="Arial"/>
        <a:buChar char="•"/>
        <a:defRPr kumimoji="1" sz="2121" kern="1200">
          <a:solidFill>
            <a:schemeClr val="tx1"/>
          </a:solidFill>
          <a:latin typeface="+mn-lt"/>
          <a:ea typeface="+mn-ea"/>
          <a:cs typeface="+mn-cs"/>
        </a:defRPr>
      </a:lvl9pPr>
    </p:bodyStyle>
    <p:otherStyle>
      <a:defPPr>
        <a:defRPr lang="en-US"/>
      </a:defPPr>
      <a:lvl1pPr marL="0" algn="l" defTabSz="484862" rtl="0" eaLnBrk="1" latinLnBrk="0" hangingPunct="1">
        <a:defRPr kumimoji="1" sz="1909" kern="1200">
          <a:solidFill>
            <a:schemeClr val="tx1"/>
          </a:solidFill>
          <a:latin typeface="+mn-lt"/>
          <a:ea typeface="+mn-ea"/>
          <a:cs typeface="+mn-cs"/>
        </a:defRPr>
      </a:lvl1pPr>
      <a:lvl2pPr marL="484862" algn="l" defTabSz="484862" rtl="0" eaLnBrk="1" latinLnBrk="0" hangingPunct="1">
        <a:defRPr kumimoji="1" sz="1909" kern="1200">
          <a:solidFill>
            <a:schemeClr val="tx1"/>
          </a:solidFill>
          <a:latin typeface="+mn-lt"/>
          <a:ea typeface="+mn-ea"/>
          <a:cs typeface="+mn-cs"/>
        </a:defRPr>
      </a:lvl2pPr>
      <a:lvl3pPr marL="969727" algn="l" defTabSz="484862" rtl="0" eaLnBrk="1" latinLnBrk="0" hangingPunct="1">
        <a:defRPr kumimoji="1" sz="1909" kern="1200">
          <a:solidFill>
            <a:schemeClr val="tx1"/>
          </a:solidFill>
          <a:latin typeface="+mn-lt"/>
          <a:ea typeface="+mn-ea"/>
          <a:cs typeface="+mn-cs"/>
        </a:defRPr>
      </a:lvl3pPr>
      <a:lvl4pPr marL="1454588" algn="l" defTabSz="484862" rtl="0" eaLnBrk="1" latinLnBrk="0" hangingPunct="1">
        <a:defRPr kumimoji="1" sz="1909" kern="1200">
          <a:solidFill>
            <a:schemeClr val="tx1"/>
          </a:solidFill>
          <a:latin typeface="+mn-lt"/>
          <a:ea typeface="+mn-ea"/>
          <a:cs typeface="+mn-cs"/>
        </a:defRPr>
      </a:lvl4pPr>
      <a:lvl5pPr marL="1939450" algn="l" defTabSz="484862" rtl="0" eaLnBrk="1" latinLnBrk="0" hangingPunct="1">
        <a:defRPr kumimoji="1" sz="1909" kern="1200">
          <a:solidFill>
            <a:schemeClr val="tx1"/>
          </a:solidFill>
          <a:latin typeface="+mn-lt"/>
          <a:ea typeface="+mn-ea"/>
          <a:cs typeface="+mn-cs"/>
        </a:defRPr>
      </a:lvl5pPr>
      <a:lvl6pPr marL="2424313" algn="l" defTabSz="484862" rtl="0" eaLnBrk="1" latinLnBrk="0" hangingPunct="1">
        <a:defRPr kumimoji="1" sz="1909" kern="1200">
          <a:solidFill>
            <a:schemeClr val="tx1"/>
          </a:solidFill>
          <a:latin typeface="+mn-lt"/>
          <a:ea typeface="+mn-ea"/>
          <a:cs typeface="+mn-cs"/>
        </a:defRPr>
      </a:lvl6pPr>
      <a:lvl7pPr marL="2909175" algn="l" defTabSz="484862" rtl="0" eaLnBrk="1" latinLnBrk="0" hangingPunct="1">
        <a:defRPr kumimoji="1" sz="1909" kern="1200">
          <a:solidFill>
            <a:schemeClr val="tx1"/>
          </a:solidFill>
          <a:latin typeface="+mn-lt"/>
          <a:ea typeface="+mn-ea"/>
          <a:cs typeface="+mn-cs"/>
        </a:defRPr>
      </a:lvl7pPr>
      <a:lvl8pPr marL="3394036" algn="l" defTabSz="484862" rtl="0" eaLnBrk="1" latinLnBrk="0" hangingPunct="1">
        <a:defRPr kumimoji="1" sz="1909" kern="1200">
          <a:solidFill>
            <a:schemeClr val="tx1"/>
          </a:solidFill>
          <a:latin typeface="+mn-lt"/>
          <a:ea typeface="+mn-ea"/>
          <a:cs typeface="+mn-cs"/>
        </a:defRPr>
      </a:lvl8pPr>
      <a:lvl9pPr marL="3878899" algn="l" defTabSz="484862" rtl="0" eaLnBrk="1" latinLnBrk="0" hangingPunct="1">
        <a:defRPr kumimoji="1" sz="1909"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83">
          <p15:clr>
            <a:srgbClr val="F26B43"/>
          </p15:clr>
        </p15:guide>
        <p15:guide id="2" pos="312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0731072"/>
      </p:ext>
    </p:extLst>
  </p:cSld>
  <p:clrMap bg1="lt1" tx1="dk1" bg2="lt2" tx2="dk2" accent1="accent1" accent2="accent2" accent3="accent3" accent4="accent4" accent5="accent5" accent6="accent6" hlink="hlink" folHlink="folHlink"/>
  <p:sldLayoutIdLst>
    <p:sldLayoutId id="2147483746" r:id="rId1"/>
    <p:sldLayoutId id="2147483748" r:id="rId2"/>
  </p:sldLayoutIdLst>
  <p:hf hdr="0" ftr="0" dt="0"/>
  <p:txStyles>
    <p:titleStyle>
      <a:lvl1pPr algn="l" defTabSz="742950" rtl="0" eaLnBrk="1" latinLnBrk="0" hangingPunct="1">
        <a:lnSpc>
          <a:spcPct val="90000"/>
        </a:lnSpc>
        <a:spcBef>
          <a:spcPct val="0"/>
        </a:spcBef>
        <a:buNone/>
        <a:defRPr kumimoji="1" sz="3575" kern="1200">
          <a:solidFill>
            <a:schemeClr val="tx1"/>
          </a:solidFill>
          <a:latin typeface="+mj-lt"/>
          <a:ea typeface="+mj-ea"/>
          <a:cs typeface="+mj-cs"/>
        </a:defRPr>
      </a:lvl1pPr>
    </p:titleStyle>
    <p:bodyStyle>
      <a:lvl1pPr marL="185738" indent="-185738" algn="l" defTabSz="742950" rtl="0" eaLnBrk="1" latinLnBrk="0" hangingPunct="1">
        <a:lnSpc>
          <a:spcPct val="90000"/>
        </a:lnSpc>
        <a:spcBef>
          <a:spcPts val="813"/>
        </a:spcBef>
        <a:buFont typeface="Arial" panose="020B0604020202020204" pitchFamily="34" charset="0"/>
        <a:buChar char="•"/>
        <a:defRPr kumimoji="1" sz="2275" kern="1200">
          <a:solidFill>
            <a:schemeClr val="tx1"/>
          </a:solidFill>
          <a:latin typeface="+mn-lt"/>
          <a:ea typeface="+mn-ea"/>
          <a:cs typeface="+mn-cs"/>
        </a:defRPr>
      </a:lvl1pPr>
      <a:lvl2pPr marL="557213" indent="-185738" algn="l" defTabSz="742950" rtl="0" eaLnBrk="1" latinLnBrk="0" hangingPunct="1">
        <a:lnSpc>
          <a:spcPct val="90000"/>
        </a:lnSpc>
        <a:spcBef>
          <a:spcPts val="406"/>
        </a:spcBef>
        <a:buFont typeface="Arial" panose="020B0604020202020204" pitchFamily="34" charset="0"/>
        <a:buChar char="•"/>
        <a:defRPr kumimoji="1" sz="1950" kern="1200">
          <a:solidFill>
            <a:schemeClr val="tx1"/>
          </a:solidFill>
          <a:latin typeface="+mn-lt"/>
          <a:ea typeface="+mn-ea"/>
          <a:cs typeface="+mn-cs"/>
        </a:defRPr>
      </a:lvl2pPr>
      <a:lvl3pPr marL="928688" indent="-185738" algn="l" defTabSz="742950" rtl="0" eaLnBrk="1" latinLnBrk="0" hangingPunct="1">
        <a:lnSpc>
          <a:spcPct val="90000"/>
        </a:lnSpc>
        <a:spcBef>
          <a:spcPts val="406"/>
        </a:spcBef>
        <a:buFont typeface="Arial" panose="020B0604020202020204" pitchFamily="34" charset="0"/>
        <a:buChar char="•"/>
        <a:defRPr kumimoji="1" sz="1625" kern="1200">
          <a:solidFill>
            <a:schemeClr val="tx1"/>
          </a:solidFill>
          <a:latin typeface="+mn-lt"/>
          <a:ea typeface="+mn-ea"/>
          <a:cs typeface="+mn-cs"/>
        </a:defRPr>
      </a:lvl3pPr>
      <a:lvl4pPr marL="1300163" indent="-185738" algn="l" defTabSz="742950" rtl="0" eaLnBrk="1" latinLnBrk="0" hangingPunct="1">
        <a:lnSpc>
          <a:spcPct val="90000"/>
        </a:lnSpc>
        <a:spcBef>
          <a:spcPts val="406"/>
        </a:spcBef>
        <a:buFont typeface="Arial" panose="020B0604020202020204" pitchFamily="34" charset="0"/>
        <a:buChar char="•"/>
        <a:defRPr kumimoji="1" sz="1463" kern="1200">
          <a:solidFill>
            <a:schemeClr val="tx1"/>
          </a:solidFill>
          <a:latin typeface="+mn-lt"/>
          <a:ea typeface="+mn-ea"/>
          <a:cs typeface="+mn-cs"/>
        </a:defRPr>
      </a:lvl4pPr>
      <a:lvl5pPr marL="1671638" indent="-185738" algn="l" defTabSz="742950" rtl="0" eaLnBrk="1" latinLnBrk="0" hangingPunct="1">
        <a:lnSpc>
          <a:spcPct val="90000"/>
        </a:lnSpc>
        <a:spcBef>
          <a:spcPts val="406"/>
        </a:spcBef>
        <a:buFont typeface="Arial" panose="020B0604020202020204" pitchFamily="34" charset="0"/>
        <a:buChar char="•"/>
        <a:defRPr kumimoji="1" sz="1463"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kumimoji="1"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kumimoji="1"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kumimoji="1"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kumimoji="1" sz="1463" kern="1200">
          <a:solidFill>
            <a:schemeClr val="tx1"/>
          </a:solidFill>
          <a:latin typeface="+mn-lt"/>
          <a:ea typeface="+mn-ea"/>
          <a:cs typeface="+mn-cs"/>
        </a:defRPr>
      </a:lvl9pPr>
    </p:bodyStyle>
    <p:otherStyle>
      <a:defPPr>
        <a:defRPr lang="ja-JP"/>
      </a:defPPr>
      <a:lvl1pPr marL="0" algn="l" defTabSz="742950" rtl="0" eaLnBrk="1" latinLnBrk="0" hangingPunct="1">
        <a:defRPr kumimoji="1" sz="1463" kern="1200">
          <a:solidFill>
            <a:schemeClr val="tx1"/>
          </a:solidFill>
          <a:latin typeface="+mn-lt"/>
          <a:ea typeface="+mn-ea"/>
          <a:cs typeface="+mn-cs"/>
        </a:defRPr>
      </a:lvl1pPr>
      <a:lvl2pPr marL="371475" algn="l" defTabSz="742950" rtl="0" eaLnBrk="1" latinLnBrk="0" hangingPunct="1">
        <a:defRPr kumimoji="1" sz="1463" kern="1200">
          <a:solidFill>
            <a:schemeClr val="tx1"/>
          </a:solidFill>
          <a:latin typeface="+mn-lt"/>
          <a:ea typeface="+mn-ea"/>
          <a:cs typeface="+mn-cs"/>
        </a:defRPr>
      </a:lvl2pPr>
      <a:lvl3pPr marL="742950" algn="l" defTabSz="742950" rtl="0" eaLnBrk="1" latinLnBrk="0" hangingPunct="1">
        <a:defRPr kumimoji="1" sz="1463" kern="1200">
          <a:solidFill>
            <a:schemeClr val="tx1"/>
          </a:solidFill>
          <a:latin typeface="+mn-lt"/>
          <a:ea typeface="+mn-ea"/>
          <a:cs typeface="+mn-cs"/>
        </a:defRPr>
      </a:lvl3pPr>
      <a:lvl4pPr marL="1114425" algn="l" defTabSz="742950" rtl="0" eaLnBrk="1" latinLnBrk="0" hangingPunct="1">
        <a:defRPr kumimoji="1" sz="1463" kern="1200">
          <a:solidFill>
            <a:schemeClr val="tx1"/>
          </a:solidFill>
          <a:latin typeface="+mn-lt"/>
          <a:ea typeface="+mn-ea"/>
          <a:cs typeface="+mn-cs"/>
        </a:defRPr>
      </a:lvl4pPr>
      <a:lvl5pPr marL="1485900" algn="l" defTabSz="742950" rtl="0" eaLnBrk="1" latinLnBrk="0" hangingPunct="1">
        <a:defRPr kumimoji="1" sz="1463" kern="1200">
          <a:solidFill>
            <a:schemeClr val="tx1"/>
          </a:solidFill>
          <a:latin typeface="+mn-lt"/>
          <a:ea typeface="+mn-ea"/>
          <a:cs typeface="+mn-cs"/>
        </a:defRPr>
      </a:lvl5pPr>
      <a:lvl6pPr marL="1857375" algn="l" defTabSz="742950" rtl="0" eaLnBrk="1" latinLnBrk="0" hangingPunct="1">
        <a:defRPr kumimoji="1" sz="1463" kern="1200">
          <a:solidFill>
            <a:schemeClr val="tx1"/>
          </a:solidFill>
          <a:latin typeface="+mn-lt"/>
          <a:ea typeface="+mn-ea"/>
          <a:cs typeface="+mn-cs"/>
        </a:defRPr>
      </a:lvl6pPr>
      <a:lvl7pPr marL="2228850" algn="l" defTabSz="742950" rtl="0" eaLnBrk="1" latinLnBrk="0" hangingPunct="1">
        <a:defRPr kumimoji="1" sz="1463" kern="1200">
          <a:solidFill>
            <a:schemeClr val="tx1"/>
          </a:solidFill>
          <a:latin typeface="+mn-lt"/>
          <a:ea typeface="+mn-ea"/>
          <a:cs typeface="+mn-cs"/>
        </a:defRPr>
      </a:lvl7pPr>
      <a:lvl8pPr marL="2600325" algn="l" defTabSz="742950" rtl="0" eaLnBrk="1" latinLnBrk="0" hangingPunct="1">
        <a:defRPr kumimoji="1" sz="1463" kern="1200">
          <a:solidFill>
            <a:schemeClr val="tx1"/>
          </a:solidFill>
          <a:latin typeface="+mn-lt"/>
          <a:ea typeface="+mn-ea"/>
          <a:cs typeface="+mn-cs"/>
        </a:defRPr>
      </a:lvl8pPr>
      <a:lvl9pPr marL="2971800" algn="l" defTabSz="742950" rtl="0" eaLnBrk="1" latinLnBrk="0" hangingPunct="1">
        <a:defRPr kumimoji="1" sz="1463"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8485586"/>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60" r:id="rId4"/>
    <p:sldLayoutId id="2147483761" r:id="rId5"/>
  </p:sldLayoutIdLst>
  <p:hf hdr="0" ftr="0" dt="0"/>
  <p:txStyles>
    <p:titleStyle>
      <a:lvl1pPr algn="l" defTabSz="742950" rtl="0" eaLnBrk="1" latinLnBrk="0" hangingPunct="1">
        <a:lnSpc>
          <a:spcPct val="90000"/>
        </a:lnSpc>
        <a:spcBef>
          <a:spcPct val="0"/>
        </a:spcBef>
        <a:buNone/>
        <a:defRPr kumimoji="1" sz="3575" kern="1200">
          <a:solidFill>
            <a:schemeClr val="tx1"/>
          </a:solidFill>
          <a:latin typeface="+mj-lt"/>
          <a:ea typeface="+mj-ea"/>
          <a:cs typeface="+mj-cs"/>
        </a:defRPr>
      </a:lvl1pPr>
    </p:titleStyle>
    <p:bodyStyle>
      <a:lvl1pPr marL="185738" indent="-185738" algn="l" defTabSz="742950" rtl="0" eaLnBrk="1" latinLnBrk="0" hangingPunct="1">
        <a:lnSpc>
          <a:spcPct val="90000"/>
        </a:lnSpc>
        <a:spcBef>
          <a:spcPts val="813"/>
        </a:spcBef>
        <a:buFont typeface="Arial" panose="020B0604020202020204" pitchFamily="34" charset="0"/>
        <a:buChar char="•"/>
        <a:defRPr kumimoji="1" sz="2275" kern="1200">
          <a:solidFill>
            <a:schemeClr val="tx1"/>
          </a:solidFill>
          <a:latin typeface="+mn-lt"/>
          <a:ea typeface="+mn-ea"/>
          <a:cs typeface="+mn-cs"/>
        </a:defRPr>
      </a:lvl1pPr>
      <a:lvl2pPr marL="557213" indent="-185738" algn="l" defTabSz="742950" rtl="0" eaLnBrk="1" latinLnBrk="0" hangingPunct="1">
        <a:lnSpc>
          <a:spcPct val="90000"/>
        </a:lnSpc>
        <a:spcBef>
          <a:spcPts val="406"/>
        </a:spcBef>
        <a:buFont typeface="Arial" panose="020B0604020202020204" pitchFamily="34" charset="0"/>
        <a:buChar char="•"/>
        <a:defRPr kumimoji="1" sz="1950" kern="1200">
          <a:solidFill>
            <a:schemeClr val="tx1"/>
          </a:solidFill>
          <a:latin typeface="+mn-lt"/>
          <a:ea typeface="+mn-ea"/>
          <a:cs typeface="+mn-cs"/>
        </a:defRPr>
      </a:lvl2pPr>
      <a:lvl3pPr marL="928688" indent="-185738" algn="l" defTabSz="742950" rtl="0" eaLnBrk="1" latinLnBrk="0" hangingPunct="1">
        <a:lnSpc>
          <a:spcPct val="90000"/>
        </a:lnSpc>
        <a:spcBef>
          <a:spcPts val="406"/>
        </a:spcBef>
        <a:buFont typeface="Arial" panose="020B0604020202020204" pitchFamily="34" charset="0"/>
        <a:buChar char="•"/>
        <a:defRPr kumimoji="1" sz="1625" kern="1200">
          <a:solidFill>
            <a:schemeClr val="tx1"/>
          </a:solidFill>
          <a:latin typeface="+mn-lt"/>
          <a:ea typeface="+mn-ea"/>
          <a:cs typeface="+mn-cs"/>
        </a:defRPr>
      </a:lvl3pPr>
      <a:lvl4pPr marL="1300163" indent="-185738" algn="l" defTabSz="742950" rtl="0" eaLnBrk="1" latinLnBrk="0" hangingPunct="1">
        <a:lnSpc>
          <a:spcPct val="90000"/>
        </a:lnSpc>
        <a:spcBef>
          <a:spcPts val="406"/>
        </a:spcBef>
        <a:buFont typeface="Arial" panose="020B0604020202020204" pitchFamily="34" charset="0"/>
        <a:buChar char="•"/>
        <a:defRPr kumimoji="1" sz="1463" kern="1200">
          <a:solidFill>
            <a:schemeClr val="tx1"/>
          </a:solidFill>
          <a:latin typeface="+mn-lt"/>
          <a:ea typeface="+mn-ea"/>
          <a:cs typeface="+mn-cs"/>
        </a:defRPr>
      </a:lvl4pPr>
      <a:lvl5pPr marL="1671638" indent="-185738" algn="l" defTabSz="742950" rtl="0" eaLnBrk="1" latinLnBrk="0" hangingPunct="1">
        <a:lnSpc>
          <a:spcPct val="90000"/>
        </a:lnSpc>
        <a:spcBef>
          <a:spcPts val="406"/>
        </a:spcBef>
        <a:buFont typeface="Arial" panose="020B0604020202020204" pitchFamily="34" charset="0"/>
        <a:buChar char="•"/>
        <a:defRPr kumimoji="1" sz="1463"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kumimoji="1"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kumimoji="1"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kumimoji="1"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kumimoji="1" sz="1463" kern="1200">
          <a:solidFill>
            <a:schemeClr val="tx1"/>
          </a:solidFill>
          <a:latin typeface="+mn-lt"/>
          <a:ea typeface="+mn-ea"/>
          <a:cs typeface="+mn-cs"/>
        </a:defRPr>
      </a:lvl9pPr>
    </p:bodyStyle>
    <p:otherStyle>
      <a:defPPr>
        <a:defRPr lang="ja-JP"/>
      </a:defPPr>
      <a:lvl1pPr marL="0" algn="l" defTabSz="742950" rtl="0" eaLnBrk="1" latinLnBrk="0" hangingPunct="1">
        <a:defRPr kumimoji="1" sz="1463" kern="1200">
          <a:solidFill>
            <a:schemeClr val="tx1"/>
          </a:solidFill>
          <a:latin typeface="+mn-lt"/>
          <a:ea typeface="+mn-ea"/>
          <a:cs typeface="+mn-cs"/>
        </a:defRPr>
      </a:lvl1pPr>
      <a:lvl2pPr marL="371475" algn="l" defTabSz="742950" rtl="0" eaLnBrk="1" latinLnBrk="0" hangingPunct="1">
        <a:defRPr kumimoji="1" sz="1463" kern="1200">
          <a:solidFill>
            <a:schemeClr val="tx1"/>
          </a:solidFill>
          <a:latin typeface="+mn-lt"/>
          <a:ea typeface="+mn-ea"/>
          <a:cs typeface="+mn-cs"/>
        </a:defRPr>
      </a:lvl2pPr>
      <a:lvl3pPr marL="742950" algn="l" defTabSz="742950" rtl="0" eaLnBrk="1" latinLnBrk="0" hangingPunct="1">
        <a:defRPr kumimoji="1" sz="1463" kern="1200">
          <a:solidFill>
            <a:schemeClr val="tx1"/>
          </a:solidFill>
          <a:latin typeface="+mn-lt"/>
          <a:ea typeface="+mn-ea"/>
          <a:cs typeface="+mn-cs"/>
        </a:defRPr>
      </a:lvl3pPr>
      <a:lvl4pPr marL="1114425" algn="l" defTabSz="742950" rtl="0" eaLnBrk="1" latinLnBrk="0" hangingPunct="1">
        <a:defRPr kumimoji="1" sz="1463" kern="1200">
          <a:solidFill>
            <a:schemeClr val="tx1"/>
          </a:solidFill>
          <a:latin typeface="+mn-lt"/>
          <a:ea typeface="+mn-ea"/>
          <a:cs typeface="+mn-cs"/>
        </a:defRPr>
      </a:lvl4pPr>
      <a:lvl5pPr marL="1485900" algn="l" defTabSz="742950" rtl="0" eaLnBrk="1" latinLnBrk="0" hangingPunct="1">
        <a:defRPr kumimoji="1" sz="1463" kern="1200">
          <a:solidFill>
            <a:schemeClr val="tx1"/>
          </a:solidFill>
          <a:latin typeface="+mn-lt"/>
          <a:ea typeface="+mn-ea"/>
          <a:cs typeface="+mn-cs"/>
        </a:defRPr>
      </a:lvl5pPr>
      <a:lvl6pPr marL="1857375" algn="l" defTabSz="742950" rtl="0" eaLnBrk="1" latinLnBrk="0" hangingPunct="1">
        <a:defRPr kumimoji="1" sz="1463" kern="1200">
          <a:solidFill>
            <a:schemeClr val="tx1"/>
          </a:solidFill>
          <a:latin typeface="+mn-lt"/>
          <a:ea typeface="+mn-ea"/>
          <a:cs typeface="+mn-cs"/>
        </a:defRPr>
      </a:lvl6pPr>
      <a:lvl7pPr marL="2228850" algn="l" defTabSz="742950" rtl="0" eaLnBrk="1" latinLnBrk="0" hangingPunct="1">
        <a:defRPr kumimoji="1" sz="1463" kern="1200">
          <a:solidFill>
            <a:schemeClr val="tx1"/>
          </a:solidFill>
          <a:latin typeface="+mn-lt"/>
          <a:ea typeface="+mn-ea"/>
          <a:cs typeface="+mn-cs"/>
        </a:defRPr>
      </a:lvl7pPr>
      <a:lvl8pPr marL="2600325" algn="l" defTabSz="742950" rtl="0" eaLnBrk="1" latinLnBrk="0" hangingPunct="1">
        <a:defRPr kumimoji="1" sz="1463" kern="1200">
          <a:solidFill>
            <a:schemeClr val="tx1"/>
          </a:solidFill>
          <a:latin typeface="+mn-lt"/>
          <a:ea typeface="+mn-ea"/>
          <a:cs typeface="+mn-cs"/>
        </a:defRPr>
      </a:lvl8pPr>
      <a:lvl9pPr marL="2971800" algn="l" defTabSz="742950" rtl="0" eaLnBrk="1" latinLnBrk="0" hangingPunct="1">
        <a:defRPr kumimoji="1" sz="1463"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11" name="図 10"/>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 y="3113690"/>
            <a:ext cx="2080171" cy="3744310"/>
          </a:xfrm>
          <a:prstGeom prst="rect">
            <a:avLst/>
          </a:prstGeom>
        </p:spPr>
      </p:pic>
    </p:spTree>
    <p:extLst>
      <p:ext uri="{BB962C8B-B14F-4D97-AF65-F5344CB8AC3E}">
        <p14:creationId xmlns:p14="http://schemas.microsoft.com/office/powerpoint/2010/main" val="3356824949"/>
      </p:ext>
    </p:extLst>
  </p:cSld>
  <p:clrMap bg1="lt1" tx1="dk1" bg2="lt2" tx2="dk2" accent1="accent1" accent2="accent2" accent3="accent3" accent4="accent4" accent5="accent5" accent6="accent6" hlink="hlink" folHlink="folHlink"/>
  <p:sldLayoutIdLst>
    <p:sldLayoutId id="2147483743" r:id="rId1"/>
    <p:sldLayoutId id="2147483744" r:id="rId2"/>
  </p:sldLayoutIdLst>
  <p:hf hdr="0" ftr="0" dt="0"/>
  <p:txStyles>
    <p:titleStyle>
      <a:lvl1pPr algn="l" defTabSz="484862" rtl="0" eaLnBrk="1" fontAlgn="base" hangingPunct="1">
        <a:spcBef>
          <a:spcPct val="0"/>
        </a:spcBef>
        <a:spcAft>
          <a:spcPct val="0"/>
        </a:spcAft>
        <a:defRPr kumimoji="1" sz="1909" b="0" i="0" kern="1200" spc="160" baseline="0">
          <a:solidFill>
            <a:srgbClr val="404040"/>
          </a:solidFill>
          <a:latin typeface="HGPGothicE" charset="-128"/>
          <a:ea typeface="HGPGothicE" charset="-128"/>
          <a:cs typeface="HGPGothicE" charset="-128"/>
        </a:defRPr>
      </a:lvl1pPr>
      <a:lvl2pPr algn="l" defTabSz="484862" rtl="0" eaLnBrk="1" fontAlgn="base" hangingPunct="1">
        <a:spcBef>
          <a:spcPct val="0"/>
        </a:spcBef>
        <a:spcAft>
          <a:spcPct val="0"/>
        </a:spcAft>
        <a:defRPr kumimoji="1" sz="2121">
          <a:solidFill>
            <a:schemeClr val="tx1"/>
          </a:solidFill>
          <a:latin typeface="Arial" pitchFamily="34" charset="0"/>
          <a:ea typeface="HGP創英角ｺﾞｼｯｸUB"/>
          <a:cs typeface="Arial" pitchFamily="34" charset="0"/>
        </a:defRPr>
      </a:lvl2pPr>
      <a:lvl3pPr algn="l" defTabSz="484862" rtl="0" eaLnBrk="1" fontAlgn="base" hangingPunct="1">
        <a:spcBef>
          <a:spcPct val="0"/>
        </a:spcBef>
        <a:spcAft>
          <a:spcPct val="0"/>
        </a:spcAft>
        <a:defRPr kumimoji="1" sz="2121">
          <a:solidFill>
            <a:schemeClr val="tx1"/>
          </a:solidFill>
          <a:latin typeface="Arial" pitchFamily="34" charset="0"/>
          <a:ea typeface="HGP創英角ｺﾞｼｯｸUB"/>
          <a:cs typeface="Arial" pitchFamily="34" charset="0"/>
        </a:defRPr>
      </a:lvl3pPr>
      <a:lvl4pPr algn="l" defTabSz="484862" rtl="0" eaLnBrk="1" fontAlgn="base" hangingPunct="1">
        <a:spcBef>
          <a:spcPct val="0"/>
        </a:spcBef>
        <a:spcAft>
          <a:spcPct val="0"/>
        </a:spcAft>
        <a:defRPr kumimoji="1" sz="2121">
          <a:solidFill>
            <a:schemeClr val="tx1"/>
          </a:solidFill>
          <a:latin typeface="Arial" pitchFamily="34" charset="0"/>
          <a:ea typeface="HGP創英角ｺﾞｼｯｸUB"/>
          <a:cs typeface="Arial" pitchFamily="34" charset="0"/>
        </a:defRPr>
      </a:lvl4pPr>
      <a:lvl5pPr algn="l" defTabSz="484862" rtl="0" eaLnBrk="1" fontAlgn="base" hangingPunct="1">
        <a:spcBef>
          <a:spcPct val="0"/>
        </a:spcBef>
        <a:spcAft>
          <a:spcPct val="0"/>
        </a:spcAft>
        <a:defRPr kumimoji="1" sz="2121">
          <a:solidFill>
            <a:schemeClr val="tx1"/>
          </a:solidFill>
          <a:latin typeface="Arial" pitchFamily="34" charset="0"/>
          <a:ea typeface="HGP創英角ｺﾞｼｯｸUB"/>
          <a:cs typeface="Arial" pitchFamily="34" charset="0"/>
        </a:defRPr>
      </a:lvl5pPr>
      <a:lvl6pPr marL="484862" algn="l" defTabSz="484862" rtl="0" eaLnBrk="1" fontAlgn="base" hangingPunct="1">
        <a:spcBef>
          <a:spcPct val="0"/>
        </a:spcBef>
        <a:spcAft>
          <a:spcPct val="0"/>
        </a:spcAft>
        <a:defRPr kumimoji="1" sz="2121">
          <a:solidFill>
            <a:schemeClr val="tx1"/>
          </a:solidFill>
          <a:latin typeface="Arial" pitchFamily="34" charset="0"/>
          <a:ea typeface="HGP創英角ｺﾞｼｯｸUB"/>
          <a:cs typeface="Arial" pitchFamily="34" charset="0"/>
        </a:defRPr>
      </a:lvl6pPr>
      <a:lvl7pPr marL="969727" algn="l" defTabSz="484862" rtl="0" eaLnBrk="1" fontAlgn="base" hangingPunct="1">
        <a:spcBef>
          <a:spcPct val="0"/>
        </a:spcBef>
        <a:spcAft>
          <a:spcPct val="0"/>
        </a:spcAft>
        <a:defRPr kumimoji="1" sz="2121">
          <a:solidFill>
            <a:schemeClr val="tx1"/>
          </a:solidFill>
          <a:latin typeface="Arial" pitchFamily="34" charset="0"/>
          <a:ea typeface="HGP創英角ｺﾞｼｯｸUB"/>
          <a:cs typeface="Arial" pitchFamily="34" charset="0"/>
        </a:defRPr>
      </a:lvl7pPr>
      <a:lvl8pPr marL="1454588" algn="l" defTabSz="484862" rtl="0" eaLnBrk="1" fontAlgn="base" hangingPunct="1">
        <a:spcBef>
          <a:spcPct val="0"/>
        </a:spcBef>
        <a:spcAft>
          <a:spcPct val="0"/>
        </a:spcAft>
        <a:defRPr kumimoji="1" sz="2121">
          <a:solidFill>
            <a:schemeClr val="tx1"/>
          </a:solidFill>
          <a:latin typeface="Arial" pitchFamily="34" charset="0"/>
          <a:ea typeface="HGP創英角ｺﾞｼｯｸUB"/>
          <a:cs typeface="Arial" pitchFamily="34" charset="0"/>
        </a:defRPr>
      </a:lvl8pPr>
      <a:lvl9pPr marL="1939450" algn="l" defTabSz="484862" rtl="0" eaLnBrk="1" fontAlgn="base" hangingPunct="1">
        <a:spcBef>
          <a:spcPct val="0"/>
        </a:spcBef>
        <a:spcAft>
          <a:spcPct val="0"/>
        </a:spcAft>
        <a:defRPr kumimoji="1" sz="2121">
          <a:solidFill>
            <a:schemeClr val="tx1"/>
          </a:solidFill>
          <a:latin typeface="Arial" pitchFamily="34" charset="0"/>
          <a:ea typeface="HGP創英角ｺﾞｼｯｸUB"/>
          <a:cs typeface="Arial" pitchFamily="34" charset="0"/>
        </a:defRPr>
      </a:lvl9pPr>
    </p:titleStyle>
    <p:bodyStyle>
      <a:lvl1pPr marL="180141" indent="-180141" algn="l" defTabSz="484862" rtl="0" eaLnBrk="1" fontAlgn="base" hangingPunct="1">
        <a:spcBef>
          <a:spcPct val="20000"/>
        </a:spcBef>
        <a:spcAft>
          <a:spcPct val="0"/>
        </a:spcAft>
        <a:buFont typeface="Arial" pitchFamily="34" charset="0"/>
        <a:buChar char="•"/>
        <a:defRPr kumimoji="1" sz="2545" kern="1200">
          <a:solidFill>
            <a:schemeClr val="tx1"/>
          </a:solidFill>
          <a:latin typeface="Arial"/>
          <a:ea typeface="+mn-ea"/>
          <a:cs typeface="Arial"/>
        </a:defRPr>
      </a:lvl1pPr>
      <a:lvl2pPr marL="723926" indent="-239063" algn="l" defTabSz="484862" rtl="0" eaLnBrk="1" fontAlgn="base" hangingPunct="1">
        <a:spcBef>
          <a:spcPct val="20000"/>
        </a:spcBef>
        <a:spcAft>
          <a:spcPct val="0"/>
        </a:spcAft>
        <a:buFont typeface="Arial" pitchFamily="34" charset="0"/>
        <a:buChar char="–"/>
        <a:defRPr kumimoji="1" sz="2121" kern="1200">
          <a:solidFill>
            <a:schemeClr val="tx1"/>
          </a:solidFill>
          <a:latin typeface="Arial"/>
          <a:ea typeface="+mn-ea"/>
          <a:cs typeface="Arial"/>
        </a:defRPr>
      </a:lvl2pPr>
      <a:lvl3pPr marL="1156599" indent="-186874" algn="l" defTabSz="484862" rtl="0" eaLnBrk="1" fontAlgn="base" hangingPunct="1">
        <a:spcBef>
          <a:spcPct val="20000"/>
        </a:spcBef>
        <a:spcAft>
          <a:spcPct val="0"/>
        </a:spcAft>
        <a:buFont typeface="Arial" pitchFamily="34" charset="0"/>
        <a:buChar char="•"/>
        <a:defRPr kumimoji="1" sz="2121" kern="1200">
          <a:solidFill>
            <a:schemeClr val="tx1"/>
          </a:solidFill>
          <a:latin typeface="Arial"/>
          <a:ea typeface="+mn-ea"/>
          <a:cs typeface="Arial"/>
        </a:defRPr>
      </a:lvl3pPr>
      <a:lvl4pPr marL="1638094" indent="-183509" algn="l" defTabSz="484862" rtl="0" eaLnBrk="1" fontAlgn="base" hangingPunct="1">
        <a:spcBef>
          <a:spcPct val="20000"/>
        </a:spcBef>
        <a:spcAft>
          <a:spcPct val="0"/>
        </a:spcAft>
        <a:buFont typeface="Arial" pitchFamily="34" charset="0"/>
        <a:buChar char="–"/>
        <a:defRPr kumimoji="1" sz="2121" kern="1200">
          <a:solidFill>
            <a:schemeClr val="tx1"/>
          </a:solidFill>
          <a:latin typeface="Arial"/>
          <a:ea typeface="+mn-ea"/>
          <a:cs typeface="Arial"/>
        </a:defRPr>
      </a:lvl4pPr>
      <a:lvl5pPr marL="2121273" indent="-181825" algn="l" defTabSz="484862" rtl="0" eaLnBrk="1" fontAlgn="base" hangingPunct="1">
        <a:spcBef>
          <a:spcPct val="20000"/>
        </a:spcBef>
        <a:spcAft>
          <a:spcPct val="0"/>
        </a:spcAft>
        <a:buFont typeface="Arial" pitchFamily="34" charset="0"/>
        <a:buChar char="»"/>
        <a:defRPr kumimoji="1" sz="2121" kern="1200">
          <a:solidFill>
            <a:schemeClr val="tx1"/>
          </a:solidFill>
          <a:latin typeface="Arial"/>
          <a:ea typeface="+mn-ea"/>
          <a:cs typeface="Arial"/>
        </a:defRPr>
      </a:lvl5pPr>
      <a:lvl6pPr marL="2666742" indent="-242431" algn="l" defTabSz="484862" rtl="0" eaLnBrk="1" latinLnBrk="0" hangingPunct="1">
        <a:spcBef>
          <a:spcPct val="20000"/>
        </a:spcBef>
        <a:buFont typeface="Arial"/>
        <a:buChar char="•"/>
        <a:defRPr kumimoji="1" sz="2121" kern="1200">
          <a:solidFill>
            <a:schemeClr val="tx1"/>
          </a:solidFill>
          <a:latin typeface="+mn-lt"/>
          <a:ea typeface="+mn-ea"/>
          <a:cs typeface="+mn-cs"/>
        </a:defRPr>
      </a:lvl6pPr>
      <a:lvl7pPr marL="3151607" indent="-242431" algn="l" defTabSz="484862" rtl="0" eaLnBrk="1" latinLnBrk="0" hangingPunct="1">
        <a:spcBef>
          <a:spcPct val="20000"/>
        </a:spcBef>
        <a:buFont typeface="Arial"/>
        <a:buChar char="•"/>
        <a:defRPr kumimoji="1" sz="2121" kern="1200">
          <a:solidFill>
            <a:schemeClr val="tx1"/>
          </a:solidFill>
          <a:latin typeface="+mn-lt"/>
          <a:ea typeface="+mn-ea"/>
          <a:cs typeface="+mn-cs"/>
        </a:defRPr>
      </a:lvl7pPr>
      <a:lvl8pPr marL="3636468" indent="-242431" algn="l" defTabSz="484862" rtl="0" eaLnBrk="1" latinLnBrk="0" hangingPunct="1">
        <a:spcBef>
          <a:spcPct val="20000"/>
        </a:spcBef>
        <a:buFont typeface="Arial"/>
        <a:buChar char="•"/>
        <a:defRPr kumimoji="1" sz="2121" kern="1200">
          <a:solidFill>
            <a:schemeClr val="tx1"/>
          </a:solidFill>
          <a:latin typeface="+mn-lt"/>
          <a:ea typeface="+mn-ea"/>
          <a:cs typeface="+mn-cs"/>
        </a:defRPr>
      </a:lvl8pPr>
      <a:lvl9pPr marL="4121332" indent="-242431" algn="l" defTabSz="484862" rtl="0" eaLnBrk="1" latinLnBrk="0" hangingPunct="1">
        <a:spcBef>
          <a:spcPct val="20000"/>
        </a:spcBef>
        <a:buFont typeface="Arial"/>
        <a:buChar char="•"/>
        <a:defRPr kumimoji="1" sz="2121" kern="1200">
          <a:solidFill>
            <a:schemeClr val="tx1"/>
          </a:solidFill>
          <a:latin typeface="+mn-lt"/>
          <a:ea typeface="+mn-ea"/>
          <a:cs typeface="+mn-cs"/>
        </a:defRPr>
      </a:lvl9pPr>
    </p:bodyStyle>
    <p:otherStyle>
      <a:defPPr>
        <a:defRPr lang="en-US"/>
      </a:defPPr>
      <a:lvl1pPr marL="0" algn="l" defTabSz="484862" rtl="0" eaLnBrk="1" latinLnBrk="0" hangingPunct="1">
        <a:defRPr kumimoji="1" sz="1909" kern="1200">
          <a:solidFill>
            <a:schemeClr val="tx1"/>
          </a:solidFill>
          <a:latin typeface="+mn-lt"/>
          <a:ea typeface="+mn-ea"/>
          <a:cs typeface="+mn-cs"/>
        </a:defRPr>
      </a:lvl1pPr>
      <a:lvl2pPr marL="484862" algn="l" defTabSz="484862" rtl="0" eaLnBrk="1" latinLnBrk="0" hangingPunct="1">
        <a:defRPr kumimoji="1" sz="1909" kern="1200">
          <a:solidFill>
            <a:schemeClr val="tx1"/>
          </a:solidFill>
          <a:latin typeface="+mn-lt"/>
          <a:ea typeface="+mn-ea"/>
          <a:cs typeface="+mn-cs"/>
        </a:defRPr>
      </a:lvl2pPr>
      <a:lvl3pPr marL="969727" algn="l" defTabSz="484862" rtl="0" eaLnBrk="1" latinLnBrk="0" hangingPunct="1">
        <a:defRPr kumimoji="1" sz="1909" kern="1200">
          <a:solidFill>
            <a:schemeClr val="tx1"/>
          </a:solidFill>
          <a:latin typeface="+mn-lt"/>
          <a:ea typeface="+mn-ea"/>
          <a:cs typeface="+mn-cs"/>
        </a:defRPr>
      </a:lvl3pPr>
      <a:lvl4pPr marL="1454588" algn="l" defTabSz="484862" rtl="0" eaLnBrk="1" latinLnBrk="0" hangingPunct="1">
        <a:defRPr kumimoji="1" sz="1909" kern="1200">
          <a:solidFill>
            <a:schemeClr val="tx1"/>
          </a:solidFill>
          <a:latin typeface="+mn-lt"/>
          <a:ea typeface="+mn-ea"/>
          <a:cs typeface="+mn-cs"/>
        </a:defRPr>
      </a:lvl4pPr>
      <a:lvl5pPr marL="1939450" algn="l" defTabSz="484862" rtl="0" eaLnBrk="1" latinLnBrk="0" hangingPunct="1">
        <a:defRPr kumimoji="1" sz="1909" kern="1200">
          <a:solidFill>
            <a:schemeClr val="tx1"/>
          </a:solidFill>
          <a:latin typeface="+mn-lt"/>
          <a:ea typeface="+mn-ea"/>
          <a:cs typeface="+mn-cs"/>
        </a:defRPr>
      </a:lvl5pPr>
      <a:lvl6pPr marL="2424313" algn="l" defTabSz="484862" rtl="0" eaLnBrk="1" latinLnBrk="0" hangingPunct="1">
        <a:defRPr kumimoji="1" sz="1909" kern="1200">
          <a:solidFill>
            <a:schemeClr val="tx1"/>
          </a:solidFill>
          <a:latin typeface="+mn-lt"/>
          <a:ea typeface="+mn-ea"/>
          <a:cs typeface="+mn-cs"/>
        </a:defRPr>
      </a:lvl6pPr>
      <a:lvl7pPr marL="2909175" algn="l" defTabSz="484862" rtl="0" eaLnBrk="1" latinLnBrk="0" hangingPunct="1">
        <a:defRPr kumimoji="1" sz="1909" kern="1200">
          <a:solidFill>
            <a:schemeClr val="tx1"/>
          </a:solidFill>
          <a:latin typeface="+mn-lt"/>
          <a:ea typeface="+mn-ea"/>
          <a:cs typeface="+mn-cs"/>
        </a:defRPr>
      </a:lvl7pPr>
      <a:lvl8pPr marL="3394036" algn="l" defTabSz="484862" rtl="0" eaLnBrk="1" latinLnBrk="0" hangingPunct="1">
        <a:defRPr kumimoji="1" sz="1909" kern="1200">
          <a:solidFill>
            <a:schemeClr val="tx1"/>
          </a:solidFill>
          <a:latin typeface="+mn-lt"/>
          <a:ea typeface="+mn-ea"/>
          <a:cs typeface="+mn-cs"/>
        </a:defRPr>
      </a:lvl8pPr>
      <a:lvl9pPr marL="3878899" algn="l" defTabSz="484862" rtl="0" eaLnBrk="1" latinLnBrk="0" hangingPunct="1">
        <a:defRPr kumimoji="1" sz="1909"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83">
          <p15:clr>
            <a:srgbClr val="F26B43"/>
          </p15:clr>
        </p15:guide>
        <p15:guide id="2" pos="3120">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9BAA029A-FBBF-0DA2-B8D6-BC87BC147E66}"/>
              </a:ext>
            </a:extLst>
          </p:cNvPr>
          <p:cNvPicPr>
            <a:picLocks noChangeAspect="1"/>
          </p:cNvPicPr>
          <p:nvPr userDrawn="1"/>
        </p:nvPicPr>
        <p:blipFill>
          <a:blip r:embed="rId6"/>
          <a:stretch>
            <a:fillRect/>
          </a:stretch>
        </p:blipFill>
        <p:spPr>
          <a:xfrm>
            <a:off x="185224" y="191534"/>
            <a:ext cx="1823995" cy="569864"/>
          </a:xfrm>
          <a:prstGeom prst="rect">
            <a:avLst/>
          </a:prstGeom>
        </p:spPr>
      </p:pic>
      <p:sp>
        <p:nvSpPr>
          <p:cNvPr id="2" name="テキスト ボックス 1">
            <a:extLst>
              <a:ext uri="{FF2B5EF4-FFF2-40B4-BE49-F238E27FC236}">
                <a16:creationId xmlns:a16="http://schemas.microsoft.com/office/drawing/2014/main" id="{99FFB214-AC1C-6625-D288-FF1B7FC90CA1}"/>
              </a:ext>
            </a:extLst>
          </p:cNvPr>
          <p:cNvSpPr txBox="1"/>
          <p:nvPr userDrawn="1"/>
        </p:nvSpPr>
        <p:spPr>
          <a:xfrm>
            <a:off x="561378" y="7065341"/>
            <a:ext cx="8783244" cy="329192"/>
          </a:xfrm>
          <a:prstGeom prst="rect">
            <a:avLst/>
          </a:prstGeom>
          <a:noFill/>
        </p:spPr>
        <p:txBody>
          <a:bodyPr wrap="none" lIns="0" rIns="0" rtlCol="0">
            <a:noAutofit/>
          </a:bodyPr>
          <a:lstStyle/>
          <a:p>
            <a:pPr algn="ctr" defTabSz="234000"/>
            <a:r>
              <a:rPr kumimoji="1" lang="ja-JP" altLang="en-US" sz="1480">
                <a:solidFill>
                  <a:srgbClr val="C00000"/>
                </a:solidFill>
                <a:latin typeface="+mn-ea"/>
              </a:rPr>
              <a:t>コピーライトを修正するときは、ホームタブの「置換」から、文字列を</a:t>
            </a:r>
            <a:r>
              <a:rPr kumimoji="1" lang="ja-JP" altLang="en-US" sz="1480" b="1">
                <a:solidFill>
                  <a:srgbClr val="C00000"/>
                </a:solidFill>
                <a:latin typeface="+mn-ea"/>
              </a:rPr>
              <a:t>すべて置換</a:t>
            </a:r>
            <a:r>
              <a:rPr kumimoji="1" lang="ja-JP" altLang="en-US" sz="1480">
                <a:solidFill>
                  <a:srgbClr val="C00000"/>
                </a:solidFill>
                <a:latin typeface="+mn-ea"/>
              </a:rPr>
              <a:t>してください。</a:t>
            </a:r>
          </a:p>
        </p:txBody>
      </p:sp>
      <p:sp>
        <p:nvSpPr>
          <p:cNvPr id="12" name="テキスト ボックス 11">
            <a:extLst>
              <a:ext uri="{FF2B5EF4-FFF2-40B4-BE49-F238E27FC236}">
                <a16:creationId xmlns:a16="http://schemas.microsoft.com/office/drawing/2014/main" id="{8E0B27DF-CFBE-A4A8-9EB1-3609B2C2EB77}"/>
              </a:ext>
            </a:extLst>
          </p:cNvPr>
          <p:cNvSpPr txBox="1"/>
          <p:nvPr userDrawn="1"/>
        </p:nvSpPr>
        <p:spPr>
          <a:xfrm>
            <a:off x="301275" y="6562800"/>
            <a:ext cx="3942900" cy="90000"/>
          </a:xfrm>
          <a:prstGeom prst="rect">
            <a:avLst/>
          </a:prstGeom>
          <a:noFill/>
        </p:spPr>
        <p:txBody>
          <a:bodyPr wrap="square" lIns="0" tIns="0" rIns="0" bIns="0" rtlCol="0" anchor="ctr" anchorCtr="0">
            <a:noAutofit/>
          </a:bodyPr>
          <a:lstStyle/>
          <a:p>
            <a:pPr marL="0" marR="0" lvl="0" indent="0" algn="l" defTabSz="234000" rtl="0" eaLnBrk="1" fontAlgn="auto" latinLnBrk="0" hangingPunct="1">
              <a:lnSpc>
                <a:spcPct val="100000"/>
              </a:lnSpc>
              <a:spcBef>
                <a:spcPts val="0"/>
              </a:spcBef>
              <a:spcAft>
                <a:spcPts val="0"/>
              </a:spcAft>
              <a:buClrTx/>
              <a:buSzTx/>
              <a:buFontTx/>
              <a:buNone/>
              <a:tabLst/>
              <a:defRPr/>
            </a:pPr>
            <a:r>
              <a:rPr lang="en-US" altLang="ja-JP" sz="813" dirty="0">
                <a:solidFill>
                  <a:srgbClr val="6B6B6B"/>
                </a:solidFill>
              </a:rPr>
              <a:t>© 2025 NTT DATA University Corporation</a:t>
            </a:r>
          </a:p>
        </p:txBody>
      </p:sp>
    </p:spTree>
    <p:extLst>
      <p:ext uri="{BB962C8B-B14F-4D97-AF65-F5344CB8AC3E}">
        <p14:creationId xmlns:p14="http://schemas.microsoft.com/office/powerpoint/2010/main" val="1148109052"/>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Lst>
  <p:hf hdr="0" dt="0"/>
  <p:txStyles>
    <p:titleStyle>
      <a:lvl1pPr algn="l" defTabSz="495263" rtl="0" eaLnBrk="1" fontAlgn="base" hangingPunct="1">
        <a:spcBef>
          <a:spcPct val="0"/>
        </a:spcBef>
        <a:spcAft>
          <a:spcPct val="0"/>
        </a:spcAft>
        <a:defRPr kumimoji="1" sz="1625" b="0" i="0" kern="1200" spc="0" baseline="0">
          <a:solidFill>
            <a:schemeClr val="accent1"/>
          </a:solidFill>
          <a:latin typeface="+mn-ea"/>
          <a:ea typeface="+mn-ea"/>
          <a:cs typeface="HGPGothicE" charset="-128"/>
        </a:defRPr>
      </a:lvl1pPr>
      <a:lvl2pPr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2pPr>
      <a:lvl3pPr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3pPr>
      <a:lvl4pPr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4pPr>
      <a:lvl5pPr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5pPr>
      <a:lvl6pPr marL="495263"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6pPr>
      <a:lvl7pPr marL="990527"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7pPr>
      <a:lvl8pPr marL="1485790"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8pPr>
      <a:lvl9pPr marL="1981052"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9pPr>
    </p:titleStyle>
    <p:bodyStyle>
      <a:lvl1pPr marL="0" indent="0" algn="l" defTabSz="495263" rtl="0" eaLnBrk="1" fontAlgn="base" hangingPunct="1">
        <a:spcBef>
          <a:spcPct val="20000"/>
        </a:spcBef>
        <a:spcAft>
          <a:spcPct val="0"/>
        </a:spcAft>
        <a:buFont typeface="Arial" pitchFamily="34" charset="0"/>
        <a:buNone/>
        <a:defRPr kumimoji="1" sz="1625" kern="1200">
          <a:solidFill>
            <a:schemeClr val="tx1"/>
          </a:solidFill>
          <a:latin typeface="+mn-ea"/>
          <a:ea typeface="+mn-ea"/>
          <a:cs typeface="Arial"/>
        </a:defRPr>
      </a:lvl1pPr>
      <a:lvl2pPr marL="739455" indent="-244191" algn="l" defTabSz="495263" rtl="0" eaLnBrk="1" fontAlgn="base" hangingPunct="1">
        <a:spcBef>
          <a:spcPct val="20000"/>
        </a:spcBef>
        <a:spcAft>
          <a:spcPct val="0"/>
        </a:spcAft>
        <a:buFont typeface="Arial" pitchFamily="34" charset="0"/>
        <a:buChar char="–"/>
        <a:defRPr kumimoji="1" sz="2167" kern="1200">
          <a:solidFill>
            <a:schemeClr val="tx1"/>
          </a:solidFill>
          <a:latin typeface="+mn-ea"/>
          <a:ea typeface="+mn-ea"/>
          <a:cs typeface="Arial"/>
        </a:defRPr>
      </a:lvl2pPr>
      <a:lvl3pPr marL="1181409" indent="-190883" algn="l" defTabSz="495263" rtl="0" eaLnBrk="1" fontAlgn="base" hangingPunct="1">
        <a:spcBef>
          <a:spcPct val="20000"/>
        </a:spcBef>
        <a:spcAft>
          <a:spcPct val="0"/>
        </a:spcAft>
        <a:buFont typeface="Arial" pitchFamily="34" charset="0"/>
        <a:buChar char="•"/>
        <a:defRPr kumimoji="1" sz="2167" kern="1200">
          <a:solidFill>
            <a:schemeClr val="tx1"/>
          </a:solidFill>
          <a:latin typeface="+mn-ea"/>
          <a:ea typeface="+mn-ea"/>
          <a:cs typeface="Arial"/>
        </a:defRPr>
      </a:lvl3pPr>
      <a:lvl4pPr marL="1673232" indent="-187445" algn="l" defTabSz="495263" rtl="0" eaLnBrk="1" fontAlgn="base" hangingPunct="1">
        <a:spcBef>
          <a:spcPct val="20000"/>
        </a:spcBef>
        <a:spcAft>
          <a:spcPct val="0"/>
        </a:spcAft>
        <a:buFont typeface="Arial" pitchFamily="34" charset="0"/>
        <a:buChar char="–"/>
        <a:defRPr kumimoji="1" sz="2167" kern="1200">
          <a:solidFill>
            <a:schemeClr val="tx1"/>
          </a:solidFill>
          <a:latin typeface="+mn-ea"/>
          <a:ea typeface="+mn-ea"/>
          <a:cs typeface="Arial"/>
        </a:defRPr>
      </a:lvl4pPr>
      <a:lvl5pPr marL="2166775" indent="-185725" algn="l" defTabSz="495263" rtl="0" eaLnBrk="1" fontAlgn="base" hangingPunct="1">
        <a:spcBef>
          <a:spcPct val="20000"/>
        </a:spcBef>
        <a:spcAft>
          <a:spcPct val="0"/>
        </a:spcAft>
        <a:buFont typeface="Arial" pitchFamily="34" charset="0"/>
        <a:buChar char="»"/>
        <a:defRPr kumimoji="1" sz="2167" kern="1200">
          <a:solidFill>
            <a:schemeClr val="tx1"/>
          </a:solidFill>
          <a:latin typeface="+mn-ea"/>
          <a:ea typeface="+mn-ea"/>
          <a:cs typeface="Arial"/>
        </a:defRPr>
      </a:lvl5pPr>
      <a:lvl6pPr marL="2723945" indent="-247631" algn="l" defTabSz="495263" rtl="0" eaLnBrk="1" latinLnBrk="0" hangingPunct="1">
        <a:spcBef>
          <a:spcPct val="20000"/>
        </a:spcBef>
        <a:buFont typeface="Arial"/>
        <a:buChar char="•"/>
        <a:defRPr kumimoji="1" sz="2167" kern="1200">
          <a:solidFill>
            <a:schemeClr val="tx1"/>
          </a:solidFill>
          <a:latin typeface="+mn-lt"/>
          <a:ea typeface="+mn-ea"/>
          <a:cs typeface="+mn-cs"/>
        </a:defRPr>
      </a:lvl6pPr>
      <a:lvl7pPr marL="3219210" indent="-247631" algn="l" defTabSz="495263" rtl="0" eaLnBrk="1" latinLnBrk="0" hangingPunct="1">
        <a:spcBef>
          <a:spcPct val="20000"/>
        </a:spcBef>
        <a:buFont typeface="Arial"/>
        <a:buChar char="•"/>
        <a:defRPr kumimoji="1" sz="2167" kern="1200">
          <a:solidFill>
            <a:schemeClr val="tx1"/>
          </a:solidFill>
          <a:latin typeface="+mn-lt"/>
          <a:ea typeface="+mn-ea"/>
          <a:cs typeface="+mn-cs"/>
        </a:defRPr>
      </a:lvl7pPr>
      <a:lvl8pPr marL="3714472" indent="-247631" algn="l" defTabSz="495263" rtl="0" eaLnBrk="1" latinLnBrk="0" hangingPunct="1">
        <a:spcBef>
          <a:spcPct val="20000"/>
        </a:spcBef>
        <a:buFont typeface="Arial"/>
        <a:buChar char="•"/>
        <a:defRPr kumimoji="1" sz="2167" kern="1200">
          <a:solidFill>
            <a:schemeClr val="tx1"/>
          </a:solidFill>
          <a:latin typeface="+mn-lt"/>
          <a:ea typeface="+mn-ea"/>
          <a:cs typeface="+mn-cs"/>
        </a:defRPr>
      </a:lvl8pPr>
      <a:lvl9pPr marL="4209735" indent="-247631" algn="l" defTabSz="495263" rtl="0" eaLnBrk="1" latinLnBrk="0" hangingPunct="1">
        <a:spcBef>
          <a:spcPct val="20000"/>
        </a:spcBef>
        <a:buFont typeface="Arial"/>
        <a:buChar char="•"/>
        <a:defRPr kumimoji="1" sz="2167" kern="1200">
          <a:solidFill>
            <a:schemeClr val="tx1"/>
          </a:solidFill>
          <a:latin typeface="+mn-lt"/>
          <a:ea typeface="+mn-ea"/>
          <a:cs typeface="+mn-cs"/>
        </a:defRPr>
      </a:lvl9pPr>
    </p:bodyStyle>
    <p:otherStyle>
      <a:defPPr>
        <a:defRPr lang="en-US"/>
      </a:defPPr>
      <a:lvl1pPr marL="0" algn="l" defTabSz="495263" rtl="0" eaLnBrk="1" latinLnBrk="0" hangingPunct="1">
        <a:defRPr kumimoji="1" sz="1950" kern="1200">
          <a:solidFill>
            <a:schemeClr val="tx1"/>
          </a:solidFill>
          <a:latin typeface="+mn-lt"/>
          <a:ea typeface="+mn-ea"/>
          <a:cs typeface="+mn-cs"/>
        </a:defRPr>
      </a:lvl1pPr>
      <a:lvl2pPr marL="495263" algn="l" defTabSz="495263" rtl="0" eaLnBrk="1" latinLnBrk="0" hangingPunct="1">
        <a:defRPr kumimoji="1" sz="1950" kern="1200">
          <a:solidFill>
            <a:schemeClr val="tx1"/>
          </a:solidFill>
          <a:latin typeface="+mn-lt"/>
          <a:ea typeface="+mn-ea"/>
          <a:cs typeface="+mn-cs"/>
        </a:defRPr>
      </a:lvl2pPr>
      <a:lvl3pPr marL="990527" algn="l" defTabSz="495263" rtl="0" eaLnBrk="1" latinLnBrk="0" hangingPunct="1">
        <a:defRPr kumimoji="1" sz="1950" kern="1200">
          <a:solidFill>
            <a:schemeClr val="tx1"/>
          </a:solidFill>
          <a:latin typeface="+mn-lt"/>
          <a:ea typeface="+mn-ea"/>
          <a:cs typeface="+mn-cs"/>
        </a:defRPr>
      </a:lvl3pPr>
      <a:lvl4pPr marL="1485790" algn="l" defTabSz="495263" rtl="0" eaLnBrk="1" latinLnBrk="0" hangingPunct="1">
        <a:defRPr kumimoji="1" sz="1950" kern="1200">
          <a:solidFill>
            <a:schemeClr val="tx1"/>
          </a:solidFill>
          <a:latin typeface="+mn-lt"/>
          <a:ea typeface="+mn-ea"/>
          <a:cs typeface="+mn-cs"/>
        </a:defRPr>
      </a:lvl4pPr>
      <a:lvl5pPr marL="1981052" algn="l" defTabSz="495263" rtl="0" eaLnBrk="1" latinLnBrk="0" hangingPunct="1">
        <a:defRPr kumimoji="1" sz="1950" kern="1200">
          <a:solidFill>
            <a:schemeClr val="tx1"/>
          </a:solidFill>
          <a:latin typeface="+mn-lt"/>
          <a:ea typeface="+mn-ea"/>
          <a:cs typeface="+mn-cs"/>
        </a:defRPr>
      </a:lvl5pPr>
      <a:lvl6pPr marL="2476315" algn="l" defTabSz="495263" rtl="0" eaLnBrk="1" latinLnBrk="0" hangingPunct="1">
        <a:defRPr kumimoji="1" sz="1950" kern="1200">
          <a:solidFill>
            <a:schemeClr val="tx1"/>
          </a:solidFill>
          <a:latin typeface="+mn-lt"/>
          <a:ea typeface="+mn-ea"/>
          <a:cs typeface="+mn-cs"/>
        </a:defRPr>
      </a:lvl6pPr>
      <a:lvl7pPr marL="2971578" algn="l" defTabSz="495263" rtl="0" eaLnBrk="1" latinLnBrk="0" hangingPunct="1">
        <a:defRPr kumimoji="1" sz="1950" kern="1200">
          <a:solidFill>
            <a:schemeClr val="tx1"/>
          </a:solidFill>
          <a:latin typeface="+mn-lt"/>
          <a:ea typeface="+mn-ea"/>
          <a:cs typeface="+mn-cs"/>
        </a:defRPr>
      </a:lvl7pPr>
      <a:lvl8pPr marL="3466840" algn="l" defTabSz="495263" rtl="0" eaLnBrk="1" latinLnBrk="0" hangingPunct="1">
        <a:defRPr kumimoji="1" sz="1950" kern="1200">
          <a:solidFill>
            <a:schemeClr val="tx1"/>
          </a:solidFill>
          <a:latin typeface="+mn-lt"/>
          <a:ea typeface="+mn-ea"/>
          <a:cs typeface="+mn-cs"/>
        </a:defRPr>
      </a:lvl8pPr>
      <a:lvl9pPr marL="3962103" algn="l" defTabSz="495263" rtl="0" eaLnBrk="1" latinLnBrk="0" hangingPunct="1">
        <a:defRPr kumimoji="1" sz="19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34">
          <p15:clr>
            <a:srgbClr val="F26B43"/>
          </p15:clr>
        </p15:guide>
        <p15:guide id="2" pos="3840">
          <p15:clr>
            <a:srgbClr val="F26B43"/>
          </p15:clr>
        </p15:guide>
        <p15:guide id="4" pos="7446">
          <p15:clr>
            <a:srgbClr val="F26B43"/>
          </p15:clr>
        </p15:guide>
        <p15:guide id="6" orient="horz" pos="4201">
          <p15:clr>
            <a:srgbClr val="F26B43"/>
          </p15:clr>
        </p15:guide>
        <p15:guide id="11" orient="horz" pos="210">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72EB1D28-97C8-BB72-8C7A-7FCA119F5F07}"/>
              </a:ext>
            </a:extLst>
          </p:cNvPr>
          <p:cNvPicPr>
            <a:picLocks noChangeAspect="1"/>
          </p:cNvPicPr>
          <p:nvPr userDrawn="1"/>
        </p:nvPicPr>
        <p:blipFill>
          <a:blip r:embed="rId5"/>
          <a:srcRect/>
          <a:stretch/>
        </p:blipFill>
        <p:spPr>
          <a:xfrm>
            <a:off x="8727083" y="6425922"/>
            <a:ext cx="936726" cy="292657"/>
          </a:xfrm>
          <a:prstGeom prst="rect">
            <a:avLst/>
          </a:prstGeom>
        </p:spPr>
      </p:pic>
      <p:sp>
        <p:nvSpPr>
          <p:cNvPr id="4" name="テキスト ボックス 3">
            <a:extLst>
              <a:ext uri="{FF2B5EF4-FFF2-40B4-BE49-F238E27FC236}">
                <a16:creationId xmlns:a16="http://schemas.microsoft.com/office/drawing/2014/main" id="{32A0D56C-E1F5-E3B7-AD07-B9E1E5DD0E11}"/>
              </a:ext>
            </a:extLst>
          </p:cNvPr>
          <p:cNvSpPr txBox="1"/>
          <p:nvPr userDrawn="1"/>
        </p:nvSpPr>
        <p:spPr>
          <a:xfrm>
            <a:off x="301275" y="6562800"/>
            <a:ext cx="3942900" cy="90000"/>
          </a:xfrm>
          <a:prstGeom prst="rect">
            <a:avLst/>
          </a:prstGeom>
          <a:noFill/>
        </p:spPr>
        <p:txBody>
          <a:bodyPr wrap="square" lIns="0" tIns="0" rIns="0" bIns="0" rtlCol="0" anchor="ctr" anchorCtr="0">
            <a:noAutofit/>
          </a:bodyPr>
          <a:lstStyle/>
          <a:p>
            <a:pPr marL="0" marR="0" lvl="0" indent="0" algn="l" defTabSz="234000" rtl="0" eaLnBrk="1" fontAlgn="auto" latinLnBrk="0" hangingPunct="1">
              <a:lnSpc>
                <a:spcPct val="100000"/>
              </a:lnSpc>
              <a:spcBef>
                <a:spcPts val="0"/>
              </a:spcBef>
              <a:spcAft>
                <a:spcPts val="0"/>
              </a:spcAft>
              <a:buClrTx/>
              <a:buSzTx/>
              <a:buFontTx/>
              <a:buNone/>
              <a:tabLst/>
              <a:defRPr/>
            </a:pPr>
            <a:r>
              <a:rPr lang="en-US" altLang="ja-JP" sz="813" dirty="0">
                <a:solidFill>
                  <a:srgbClr val="6B6B6B"/>
                </a:solidFill>
              </a:rPr>
              <a:t>© 2025 NTT DATA University Corporation</a:t>
            </a:r>
          </a:p>
        </p:txBody>
      </p:sp>
    </p:spTree>
    <p:extLst>
      <p:ext uri="{BB962C8B-B14F-4D97-AF65-F5344CB8AC3E}">
        <p14:creationId xmlns:p14="http://schemas.microsoft.com/office/powerpoint/2010/main" val="2203772401"/>
      </p:ext>
    </p:extLst>
  </p:cSld>
  <p:clrMap bg1="lt1" tx1="dk1" bg2="lt2" tx2="dk2" accent1="accent1" accent2="accent2" accent3="accent3" accent4="accent4" accent5="accent5" accent6="accent6" hlink="hlink" folHlink="folHlink"/>
  <p:sldLayoutIdLst>
    <p:sldLayoutId id="2147483768" r:id="rId1"/>
    <p:sldLayoutId id="2147483769" r:id="rId2"/>
    <p:sldLayoutId id="2147483770" r:id="rId3"/>
  </p:sldLayoutIdLst>
  <p:hf hdr="0" dt="0"/>
  <p:txStyles>
    <p:titleStyle>
      <a:lvl1pPr algn="l" defTabSz="495263" rtl="0" eaLnBrk="1" fontAlgn="base" hangingPunct="1">
        <a:spcBef>
          <a:spcPct val="0"/>
        </a:spcBef>
        <a:spcAft>
          <a:spcPct val="0"/>
        </a:spcAft>
        <a:defRPr kumimoji="1" sz="7800" b="1" i="0" kern="1200" spc="163" baseline="0">
          <a:solidFill>
            <a:schemeClr val="accent2"/>
          </a:solidFill>
          <a:latin typeface="+mj-ea"/>
          <a:ea typeface="+mj-ea"/>
          <a:cs typeface="HGPGothicE" charset="-128"/>
        </a:defRPr>
      </a:lvl1pPr>
      <a:lvl2pPr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2pPr>
      <a:lvl3pPr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3pPr>
      <a:lvl4pPr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4pPr>
      <a:lvl5pPr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5pPr>
      <a:lvl6pPr marL="495263"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6pPr>
      <a:lvl7pPr marL="990527"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7pPr>
      <a:lvl8pPr marL="1485790"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8pPr>
      <a:lvl9pPr marL="1981052"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9pPr>
    </p:titleStyle>
    <p:bodyStyle>
      <a:lvl1pPr marL="0" indent="0" algn="l" defTabSz="495263" rtl="0" eaLnBrk="1" fontAlgn="base" hangingPunct="1">
        <a:spcBef>
          <a:spcPct val="20000"/>
        </a:spcBef>
        <a:spcAft>
          <a:spcPct val="0"/>
        </a:spcAft>
        <a:buFont typeface="Arial" pitchFamily="34" charset="0"/>
        <a:buNone/>
        <a:defRPr kumimoji="1" sz="1463" kern="1200">
          <a:solidFill>
            <a:schemeClr val="tx1"/>
          </a:solidFill>
          <a:latin typeface="+mn-ea"/>
          <a:ea typeface="+mn-ea"/>
          <a:cs typeface="Arial"/>
        </a:defRPr>
      </a:lvl1pPr>
      <a:lvl2pPr marL="739455" indent="-244191" algn="l" defTabSz="495263" rtl="0" eaLnBrk="1" fontAlgn="base" hangingPunct="1">
        <a:spcBef>
          <a:spcPct val="20000"/>
        </a:spcBef>
        <a:spcAft>
          <a:spcPct val="0"/>
        </a:spcAft>
        <a:buFont typeface="Arial" pitchFamily="34" charset="0"/>
        <a:buChar char="–"/>
        <a:defRPr kumimoji="1" sz="2167" kern="1200">
          <a:solidFill>
            <a:schemeClr val="tx1"/>
          </a:solidFill>
          <a:latin typeface="+mn-ea"/>
          <a:ea typeface="+mn-ea"/>
          <a:cs typeface="Arial"/>
        </a:defRPr>
      </a:lvl2pPr>
      <a:lvl3pPr marL="1181409" indent="-190883" algn="l" defTabSz="495263" rtl="0" eaLnBrk="1" fontAlgn="base" hangingPunct="1">
        <a:spcBef>
          <a:spcPct val="20000"/>
        </a:spcBef>
        <a:spcAft>
          <a:spcPct val="0"/>
        </a:spcAft>
        <a:buFont typeface="Arial" pitchFamily="34" charset="0"/>
        <a:buChar char="•"/>
        <a:defRPr kumimoji="1" sz="2167" kern="1200">
          <a:solidFill>
            <a:schemeClr val="tx1"/>
          </a:solidFill>
          <a:latin typeface="+mn-ea"/>
          <a:ea typeface="+mn-ea"/>
          <a:cs typeface="Arial"/>
        </a:defRPr>
      </a:lvl3pPr>
      <a:lvl4pPr marL="1673232" indent="-187445" algn="l" defTabSz="495263" rtl="0" eaLnBrk="1" fontAlgn="base" hangingPunct="1">
        <a:spcBef>
          <a:spcPct val="20000"/>
        </a:spcBef>
        <a:spcAft>
          <a:spcPct val="0"/>
        </a:spcAft>
        <a:buFont typeface="Arial" pitchFamily="34" charset="0"/>
        <a:buChar char="–"/>
        <a:defRPr kumimoji="1" sz="2167" kern="1200">
          <a:solidFill>
            <a:schemeClr val="tx1"/>
          </a:solidFill>
          <a:latin typeface="+mn-ea"/>
          <a:ea typeface="+mn-ea"/>
          <a:cs typeface="Arial"/>
        </a:defRPr>
      </a:lvl4pPr>
      <a:lvl5pPr marL="2166775" indent="-185725" algn="l" defTabSz="495263" rtl="0" eaLnBrk="1" fontAlgn="base" hangingPunct="1">
        <a:spcBef>
          <a:spcPct val="20000"/>
        </a:spcBef>
        <a:spcAft>
          <a:spcPct val="0"/>
        </a:spcAft>
        <a:buFont typeface="Arial" pitchFamily="34" charset="0"/>
        <a:buChar char="»"/>
        <a:defRPr kumimoji="1" sz="2167" kern="1200">
          <a:solidFill>
            <a:schemeClr val="tx1"/>
          </a:solidFill>
          <a:latin typeface="+mn-ea"/>
          <a:ea typeface="+mn-ea"/>
          <a:cs typeface="Arial"/>
        </a:defRPr>
      </a:lvl5pPr>
      <a:lvl6pPr marL="2723945" indent="-247631" algn="l" defTabSz="495263" rtl="0" eaLnBrk="1" latinLnBrk="0" hangingPunct="1">
        <a:spcBef>
          <a:spcPct val="20000"/>
        </a:spcBef>
        <a:buFont typeface="Arial"/>
        <a:buChar char="•"/>
        <a:defRPr kumimoji="1" sz="2167" kern="1200">
          <a:solidFill>
            <a:schemeClr val="tx1"/>
          </a:solidFill>
          <a:latin typeface="+mn-lt"/>
          <a:ea typeface="+mn-ea"/>
          <a:cs typeface="+mn-cs"/>
        </a:defRPr>
      </a:lvl6pPr>
      <a:lvl7pPr marL="3219210" indent="-247631" algn="l" defTabSz="495263" rtl="0" eaLnBrk="1" latinLnBrk="0" hangingPunct="1">
        <a:spcBef>
          <a:spcPct val="20000"/>
        </a:spcBef>
        <a:buFont typeface="Arial"/>
        <a:buChar char="•"/>
        <a:defRPr kumimoji="1" sz="2167" kern="1200">
          <a:solidFill>
            <a:schemeClr val="tx1"/>
          </a:solidFill>
          <a:latin typeface="+mn-lt"/>
          <a:ea typeface="+mn-ea"/>
          <a:cs typeface="+mn-cs"/>
        </a:defRPr>
      </a:lvl7pPr>
      <a:lvl8pPr marL="3714472" indent="-247631" algn="l" defTabSz="495263" rtl="0" eaLnBrk="1" latinLnBrk="0" hangingPunct="1">
        <a:spcBef>
          <a:spcPct val="20000"/>
        </a:spcBef>
        <a:buFont typeface="Arial"/>
        <a:buChar char="•"/>
        <a:defRPr kumimoji="1" sz="2167" kern="1200">
          <a:solidFill>
            <a:schemeClr val="tx1"/>
          </a:solidFill>
          <a:latin typeface="+mn-lt"/>
          <a:ea typeface="+mn-ea"/>
          <a:cs typeface="+mn-cs"/>
        </a:defRPr>
      </a:lvl8pPr>
      <a:lvl9pPr marL="4209735" indent="-247631" algn="l" defTabSz="495263" rtl="0" eaLnBrk="1" latinLnBrk="0" hangingPunct="1">
        <a:spcBef>
          <a:spcPct val="20000"/>
        </a:spcBef>
        <a:buFont typeface="Arial"/>
        <a:buChar char="•"/>
        <a:defRPr kumimoji="1" sz="2167" kern="1200">
          <a:solidFill>
            <a:schemeClr val="tx1"/>
          </a:solidFill>
          <a:latin typeface="+mn-lt"/>
          <a:ea typeface="+mn-ea"/>
          <a:cs typeface="+mn-cs"/>
        </a:defRPr>
      </a:lvl9pPr>
    </p:bodyStyle>
    <p:otherStyle>
      <a:defPPr>
        <a:defRPr lang="en-US"/>
      </a:defPPr>
      <a:lvl1pPr marL="0" algn="l" defTabSz="495263" rtl="0" eaLnBrk="1" latinLnBrk="0" hangingPunct="1">
        <a:defRPr kumimoji="1" sz="1950" kern="1200">
          <a:solidFill>
            <a:schemeClr val="tx1"/>
          </a:solidFill>
          <a:latin typeface="+mn-lt"/>
          <a:ea typeface="+mn-ea"/>
          <a:cs typeface="+mn-cs"/>
        </a:defRPr>
      </a:lvl1pPr>
      <a:lvl2pPr marL="495263" algn="l" defTabSz="495263" rtl="0" eaLnBrk="1" latinLnBrk="0" hangingPunct="1">
        <a:defRPr kumimoji="1" sz="1950" kern="1200">
          <a:solidFill>
            <a:schemeClr val="tx1"/>
          </a:solidFill>
          <a:latin typeface="+mn-lt"/>
          <a:ea typeface="+mn-ea"/>
          <a:cs typeface="+mn-cs"/>
        </a:defRPr>
      </a:lvl2pPr>
      <a:lvl3pPr marL="990527" algn="l" defTabSz="495263" rtl="0" eaLnBrk="1" latinLnBrk="0" hangingPunct="1">
        <a:defRPr kumimoji="1" sz="1950" kern="1200">
          <a:solidFill>
            <a:schemeClr val="tx1"/>
          </a:solidFill>
          <a:latin typeface="+mn-lt"/>
          <a:ea typeface="+mn-ea"/>
          <a:cs typeface="+mn-cs"/>
        </a:defRPr>
      </a:lvl3pPr>
      <a:lvl4pPr marL="1485790" algn="l" defTabSz="495263" rtl="0" eaLnBrk="1" latinLnBrk="0" hangingPunct="1">
        <a:defRPr kumimoji="1" sz="1950" kern="1200">
          <a:solidFill>
            <a:schemeClr val="tx1"/>
          </a:solidFill>
          <a:latin typeface="+mn-lt"/>
          <a:ea typeface="+mn-ea"/>
          <a:cs typeface="+mn-cs"/>
        </a:defRPr>
      </a:lvl4pPr>
      <a:lvl5pPr marL="1981052" algn="l" defTabSz="495263" rtl="0" eaLnBrk="1" latinLnBrk="0" hangingPunct="1">
        <a:defRPr kumimoji="1" sz="1950" kern="1200">
          <a:solidFill>
            <a:schemeClr val="tx1"/>
          </a:solidFill>
          <a:latin typeface="+mn-lt"/>
          <a:ea typeface="+mn-ea"/>
          <a:cs typeface="+mn-cs"/>
        </a:defRPr>
      </a:lvl5pPr>
      <a:lvl6pPr marL="2476315" algn="l" defTabSz="495263" rtl="0" eaLnBrk="1" latinLnBrk="0" hangingPunct="1">
        <a:defRPr kumimoji="1" sz="1950" kern="1200">
          <a:solidFill>
            <a:schemeClr val="tx1"/>
          </a:solidFill>
          <a:latin typeface="+mn-lt"/>
          <a:ea typeface="+mn-ea"/>
          <a:cs typeface="+mn-cs"/>
        </a:defRPr>
      </a:lvl6pPr>
      <a:lvl7pPr marL="2971578" algn="l" defTabSz="495263" rtl="0" eaLnBrk="1" latinLnBrk="0" hangingPunct="1">
        <a:defRPr kumimoji="1" sz="1950" kern="1200">
          <a:solidFill>
            <a:schemeClr val="tx1"/>
          </a:solidFill>
          <a:latin typeface="+mn-lt"/>
          <a:ea typeface="+mn-ea"/>
          <a:cs typeface="+mn-cs"/>
        </a:defRPr>
      </a:lvl7pPr>
      <a:lvl8pPr marL="3466840" algn="l" defTabSz="495263" rtl="0" eaLnBrk="1" latinLnBrk="0" hangingPunct="1">
        <a:defRPr kumimoji="1" sz="1950" kern="1200">
          <a:solidFill>
            <a:schemeClr val="tx1"/>
          </a:solidFill>
          <a:latin typeface="+mn-lt"/>
          <a:ea typeface="+mn-ea"/>
          <a:cs typeface="+mn-cs"/>
        </a:defRPr>
      </a:lvl8pPr>
      <a:lvl9pPr marL="3962103" algn="l" defTabSz="495263" rtl="0" eaLnBrk="1" latinLnBrk="0" hangingPunct="1">
        <a:defRPr kumimoji="1" sz="1950" kern="1200">
          <a:solidFill>
            <a:schemeClr val="tx1"/>
          </a:solidFill>
          <a:latin typeface="+mn-lt"/>
          <a:ea typeface="+mn-ea"/>
          <a:cs typeface="+mn-cs"/>
        </a:defRPr>
      </a:lvl9pPr>
    </p:otherStyle>
  </p:txStyles>
  <p:extLst>
    <p:ext uri="{27BBF7A9-308A-43DC-89C8-2F10F3537804}">
      <p15:sldGuideLst xmlns:p15="http://schemas.microsoft.com/office/powerpoint/2012/main">
        <p15:guide id="4" orient="horz" pos="4201">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1FF17374-619F-B03A-AF33-23643D9990F2}"/>
              </a:ext>
            </a:extLst>
          </p:cNvPr>
          <p:cNvPicPr>
            <a:picLocks noChangeAspect="1"/>
          </p:cNvPicPr>
          <p:nvPr userDrawn="1"/>
        </p:nvPicPr>
        <p:blipFill>
          <a:blip r:embed="rId17"/>
          <a:srcRect/>
          <a:stretch/>
        </p:blipFill>
        <p:spPr>
          <a:xfrm>
            <a:off x="8727083" y="6425922"/>
            <a:ext cx="936726" cy="292657"/>
          </a:xfrm>
          <a:prstGeom prst="rect">
            <a:avLst/>
          </a:prstGeom>
        </p:spPr>
      </p:pic>
      <p:sp>
        <p:nvSpPr>
          <p:cNvPr id="2" name="タイトル プレースホルダー 1">
            <a:extLst>
              <a:ext uri="{FF2B5EF4-FFF2-40B4-BE49-F238E27FC236}">
                <a16:creationId xmlns:a16="http://schemas.microsoft.com/office/drawing/2014/main" id="{B037A440-03F7-DC4B-BD06-698F971DD4B7}"/>
              </a:ext>
            </a:extLst>
          </p:cNvPr>
          <p:cNvSpPr>
            <a:spLocks noGrp="1"/>
          </p:cNvSpPr>
          <p:nvPr>
            <p:ph type="title"/>
          </p:nvPr>
        </p:nvSpPr>
        <p:spPr>
          <a:xfrm>
            <a:off x="331490" y="164693"/>
            <a:ext cx="9243021" cy="412538"/>
          </a:xfrm>
          <a:prstGeom prst="rect">
            <a:avLst/>
          </a:prstGeom>
        </p:spPr>
        <p:txBody>
          <a:bodyPr vert="horz" lIns="0" tIns="0" rIns="0" bIns="0" rtlCol="0" anchor="t" anchorCtr="0">
            <a:no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6DD323A-9269-AE42-951E-F08FD291D3E6}"/>
              </a:ext>
            </a:extLst>
          </p:cNvPr>
          <p:cNvSpPr>
            <a:spLocks noGrp="1"/>
          </p:cNvSpPr>
          <p:nvPr>
            <p:ph type="body" idx="1"/>
          </p:nvPr>
        </p:nvSpPr>
        <p:spPr>
          <a:xfrm>
            <a:off x="331490" y="692150"/>
            <a:ext cx="9252068" cy="5796000"/>
          </a:xfrm>
          <a:prstGeom prst="rect">
            <a:avLst/>
          </a:prstGeom>
        </p:spPr>
        <p:txBody>
          <a:bodyPr vert="horz" lIns="0" tIns="0" rIns="0" bIns="0" rtlCol="0">
            <a:no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9" name="テキスト ボックス 8">
            <a:extLst>
              <a:ext uri="{FF2B5EF4-FFF2-40B4-BE49-F238E27FC236}">
                <a16:creationId xmlns:a16="http://schemas.microsoft.com/office/drawing/2014/main" id="{1D1D4E16-E062-D856-6161-F5C259925C14}"/>
              </a:ext>
            </a:extLst>
          </p:cNvPr>
          <p:cNvSpPr txBox="1"/>
          <p:nvPr userDrawn="1"/>
        </p:nvSpPr>
        <p:spPr>
          <a:xfrm>
            <a:off x="301275" y="6562800"/>
            <a:ext cx="3942900" cy="90000"/>
          </a:xfrm>
          <a:prstGeom prst="rect">
            <a:avLst/>
          </a:prstGeom>
          <a:noFill/>
        </p:spPr>
        <p:txBody>
          <a:bodyPr wrap="square" lIns="0" tIns="0" rIns="0" bIns="0" rtlCol="0" anchor="ctr" anchorCtr="0">
            <a:noAutofit/>
          </a:bodyPr>
          <a:lstStyle/>
          <a:p>
            <a:pPr marL="0" marR="0" lvl="0" indent="0" algn="l" defTabSz="234000" rtl="0" eaLnBrk="1" fontAlgn="auto" latinLnBrk="0" hangingPunct="1">
              <a:lnSpc>
                <a:spcPct val="100000"/>
              </a:lnSpc>
              <a:spcBef>
                <a:spcPts val="0"/>
              </a:spcBef>
              <a:spcAft>
                <a:spcPts val="0"/>
              </a:spcAft>
              <a:buClrTx/>
              <a:buSzTx/>
              <a:buFontTx/>
              <a:buNone/>
              <a:tabLst/>
              <a:defRPr/>
            </a:pPr>
            <a:r>
              <a:rPr lang="en-US" altLang="ja-JP" sz="813" dirty="0">
                <a:solidFill>
                  <a:srgbClr val="6B6B6B"/>
                </a:solidFill>
              </a:rPr>
              <a:t>© 2025 NTT DATA University Corporation</a:t>
            </a:r>
          </a:p>
        </p:txBody>
      </p:sp>
    </p:spTree>
    <p:extLst>
      <p:ext uri="{BB962C8B-B14F-4D97-AF65-F5344CB8AC3E}">
        <p14:creationId xmlns:p14="http://schemas.microsoft.com/office/powerpoint/2010/main" val="1377830445"/>
      </p:ext>
    </p:extLst>
  </p:cSld>
  <p:clrMap bg1="lt1" tx1="dk1" bg2="lt2" tx2="dk2" accent1="accent1" accent2="accent2" accent3="accent3" accent4="accent4" accent5="accent5" accent6="accent6" hlink="hlink" folHlink="folHlink"/>
  <p:sldLayoutIdLst>
    <p:sldLayoutId id="2147483772" r:id="rId1"/>
    <p:sldLayoutId id="2147483773" r:id="rId2"/>
    <p:sldLayoutId id="2147483774" r:id="rId3"/>
    <p:sldLayoutId id="2147483775" r:id="rId4"/>
    <p:sldLayoutId id="2147483776" r:id="rId5"/>
    <p:sldLayoutId id="2147483777" r:id="rId6"/>
    <p:sldLayoutId id="2147483778" r:id="rId7"/>
    <p:sldLayoutId id="2147483779" r:id="rId8"/>
    <p:sldLayoutId id="2147483780" r:id="rId9"/>
    <p:sldLayoutId id="2147483781" r:id="rId10"/>
    <p:sldLayoutId id="2147483782" r:id="rId11"/>
    <p:sldLayoutId id="2147483783" r:id="rId12"/>
    <p:sldLayoutId id="2147483784" r:id="rId13"/>
    <p:sldLayoutId id="2147483785" r:id="rId14"/>
    <p:sldLayoutId id="2147483815" r:id="rId15"/>
  </p:sldLayoutIdLst>
  <p:hf hdr="0" dt="0"/>
  <p:txStyles>
    <p:titleStyle>
      <a:lvl1pPr algn="l" defTabSz="495263" rtl="0" eaLnBrk="1" fontAlgn="base" hangingPunct="1">
        <a:spcBef>
          <a:spcPct val="0"/>
        </a:spcBef>
        <a:spcAft>
          <a:spcPct val="0"/>
        </a:spcAft>
        <a:defRPr kumimoji="1" sz="1950" b="1" i="0" kern="1200" spc="0" baseline="0">
          <a:solidFill>
            <a:schemeClr val="accent1"/>
          </a:solidFill>
          <a:latin typeface="+mj-ea"/>
          <a:ea typeface="+mj-ea"/>
          <a:cs typeface="HGPGothicE" charset="-128"/>
        </a:defRPr>
      </a:lvl1pPr>
      <a:lvl2pPr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2pPr>
      <a:lvl3pPr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3pPr>
      <a:lvl4pPr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4pPr>
      <a:lvl5pPr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5pPr>
      <a:lvl6pPr marL="495263"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6pPr>
      <a:lvl7pPr marL="990527"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7pPr>
      <a:lvl8pPr marL="1485790"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8pPr>
      <a:lvl9pPr marL="1981052"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9pPr>
    </p:titleStyle>
    <p:bodyStyle>
      <a:lvl1pPr marL="0" indent="0" algn="l" defTabSz="234000" rtl="0" eaLnBrk="1" fontAlgn="base" hangingPunct="1">
        <a:spcBef>
          <a:spcPct val="20000"/>
        </a:spcBef>
        <a:spcAft>
          <a:spcPct val="0"/>
        </a:spcAft>
        <a:buFont typeface="Arial" panose="020B0604020202020204" pitchFamily="34" charset="0"/>
        <a:buNone/>
        <a:tabLst/>
        <a:defRPr kumimoji="1" sz="1463" kern="1200">
          <a:solidFill>
            <a:schemeClr val="accent1"/>
          </a:solidFill>
          <a:latin typeface="+mn-ea"/>
          <a:ea typeface="+mn-ea"/>
          <a:cs typeface="Arial"/>
        </a:defRPr>
      </a:lvl1pPr>
      <a:lvl2pPr marL="292500" indent="-146250" algn="l" defTabSz="234000" rtl="0" eaLnBrk="1" fontAlgn="base" hangingPunct="1">
        <a:spcBef>
          <a:spcPct val="20000"/>
        </a:spcBef>
        <a:spcAft>
          <a:spcPct val="0"/>
        </a:spcAft>
        <a:buFont typeface="Arial" panose="020B0604020202020204" pitchFamily="34" charset="0"/>
        <a:buChar char="•"/>
        <a:tabLst/>
        <a:defRPr kumimoji="1" sz="1463" kern="1200">
          <a:solidFill>
            <a:schemeClr val="accent1"/>
          </a:solidFill>
          <a:latin typeface="+mn-ea"/>
          <a:ea typeface="+mn-ea"/>
          <a:cs typeface="Arial"/>
        </a:defRPr>
      </a:lvl2pPr>
      <a:lvl3pPr marL="438750" indent="-146250" algn="l" defTabSz="234000" rtl="0" eaLnBrk="1" fontAlgn="base" hangingPunct="1">
        <a:spcBef>
          <a:spcPct val="20000"/>
        </a:spcBef>
        <a:spcAft>
          <a:spcPct val="0"/>
        </a:spcAft>
        <a:buFont typeface="Arial" panose="020B0604020202020204" pitchFamily="34" charset="0"/>
        <a:buChar char="•"/>
        <a:tabLst/>
        <a:defRPr kumimoji="1" sz="1463" kern="1200">
          <a:solidFill>
            <a:schemeClr val="accent1"/>
          </a:solidFill>
          <a:latin typeface="+mn-ea"/>
          <a:ea typeface="+mn-ea"/>
          <a:cs typeface="Arial"/>
        </a:defRPr>
      </a:lvl3pPr>
      <a:lvl4pPr marL="585000" indent="-146250" algn="l" defTabSz="234000" rtl="0" eaLnBrk="1" fontAlgn="base" hangingPunct="1">
        <a:spcBef>
          <a:spcPct val="20000"/>
        </a:spcBef>
        <a:spcAft>
          <a:spcPct val="0"/>
        </a:spcAft>
        <a:buFont typeface="Arial" panose="020B0604020202020204" pitchFamily="34" charset="0"/>
        <a:buChar char="•"/>
        <a:tabLst/>
        <a:defRPr kumimoji="1" sz="1463" kern="1200">
          <a:solidFill>
            <a:schemeClr val="accent1"/>
          </a:solidFill>
          <a:latin typeface="+mn-ea"/>
          <a:ea typeface="+mn-ea"/>
          <a:cs typeface="Arial"/>
        </a:defRPr>
      </a:lvl4pPr>
      <a:lvl5pPr marL="731250" indent="-146250" algn="l" defTabSz="234000" rtl="0" eaLnBrk="1" fontAlgn="base" hangingPunct="1">
        <a:spcBef>
          <a:spcPct val="20000"/>
        </a:spcBef>
        <a:spcAft>
          <a:spcPct val="0"/>
        </a:spcAft>
        <a:buFont typeface="Arial" panose="020B0604020202020204" pitchFamily="34" charset="0"/>
        <a:buChar char="•"/>
        <a:tabLst/>
        <a:defRPr kumimoji="1" sz="1463" kern="1200">
          <a:solidFill>
            <a:schemeClr val="accent1"/>
          </a:solidFill>
          <a:latin typeface="+mn-ea"/>
          <a:ea typeface="+mn-ea"/>
          <a:cs typeface="Arial"/>
        </a:defRPr>
      </a:lvl5pPr>
      <a:lvl6pPr marL="2723945" indent="-247631" algn="l" defTabSz="495263" rtl="0" eaLnBrk="1" latinLnBrk="0" hangingPunct="1">
        <a:spcBef>
          <a:spcPct val="20000"/>
        </a:spcBef>
        <a:buFont typeface="Arial"/>
        <a:buChar char="•"/>
        <a:defRPr kumimoji="1" sz="2167" kern="1200">
          <a:solidFill>
            <a:schemeClr val="tx1"/>
          </a:solidFill>
          <a:latin typeface="+mn-lt"/>
          <a:ea typeface="+mn-ea"/>
          <a:cs typeface="+mn-cs"/>
        </a:defRPr>
      </a:lvl6pPr>
      <a:lvl7pPr marL="3219210" indent="-247631" algn="l" defTabSz="495263" rtl="0" eaLnBrk="1" latinLnBrk="0" hangingPunct="1">
        <a:spcBef>
          <a:spcPct val="20000"/>
        </a:spcBef>
        <a:buFont typeface="Arial"/>
        <a:buChar char="•"/>
        <a:defRPr kumimoji="1" sz="2167" kern="1200">
          <a:solidFill>
            <a:schemeClr val="tx1"/>
          </a:solidFill>
          <a:latin typeface="+mn-lt"/>
          <a:ea typeface="+mn-ea"/>
          <a:cs typeface="+mn-cs"/>
        </a:defRPr>
      </a:lvl7pPr>
      <a:lvl8pPr marL="3714472" indent="-247631" algn="l" defTabSz="495263" rtl="0" eaLnBrk="1" latinLnBrk="0" hangingPunct="1">
        <a:spcBef>
          <a:spcPct val="20000"/>
        </a:spcBef>
        <a:buFont typeface="Arial"/>
        <a:buChar char="•"/>
        <a:defRPr kumimoji="1" sz="2167" kern="1200">
          <a:solidFill>
            <a:schemeClr val="tx1"/>
          </a:solidFill>
          <a:latin typeface="+mn-lt"/>
          <a:ea typeface="+mn-ea"/>
          <a:cs typeface="+mn-cs"/>
        </a:defRPr>
      </a:lvl8pPr>
      <a:lvl9pPr marL="4209735" indent="-247631" algn="l" defTabSz="495263" rtl="0" eaLnBrk="1" latinLnBrk="0" hangingPunct="1">
        <a:spcBef>
          <a:spcPct val="20000"/>
        </a:spcBef>
        <a:buFont typeface="Arial"/>
        <a:buChar char="•"/>
        <a:defRPr kumimoji="1" sz="2167" kern="1200">
          <a:solidFill>
            <a:schemeClr val="tx1"/>
          </a:solidFill>
          <a:latin typeface="+mn-lt"/>
          <a:ea typeface="+mn-ea"/>
          <a:cs typeface="+mn-cs"/>
        </a:defRPr>
      </a:lvl9pPr>
    </p:bodyStyle>
    <p:otherStyle>
      <a:defPPr>
        <a:defRPr lang="en-US"/>
      </a:defPPr>
      <a:lvl1pPr marL="0" algn="l" defTabSz="495263" rtl="0" eaLnBrk="1" latinLnBrk="0" hangingPunct="1">
        <a:defRPr kumimoji="1" sz="1950" kern="1200">
          <a:solidFill>
            <a:schemeClr val="tx1"/>
          </a:solidFill>
          <a:latin typeface="+mn-lt"/>
          <a:ea typeface="+mn-ea"/>
          <a:cs typeface="+mn-cs"/>
        </a:defRPr>
      </a:lvl1pPr>
      <a:lvl2pPr marL="495263" algn="l" defTabSz="495263" rtl="0" eaLnBrk="1" latinLnBrk="0" hangingPunct="1">
        <a:defRPr kumimoji="1" sz="1950" kern="1200">
          <a:solidFill>
            <a:schemeClr val="tx1"/>
          </a:solidFill>
          <a:latin typeface="+mn-lt"/>
          <a:ea typeface="+mn-ea"/>
          <a:cs typeface="+mn-cs"/>
        </a:defRPr>
      </a:lvl2pPr>
      <a:lvl3pPr marL="990527" algn="l" defTabSz="495263" rtl="0" eaLnBrk="1" latinLnBrk="0" hangingPunct="1">
        <a:defRPr kumimoji="1" sz="1950" kern="1200">
          <a:solidFill>
            <a:schemeClr val="tx1"/>
          </a:solidFill>
          <a:latin typeface="+mn-lt"/>
          <a:ea typeface="+mn-ea"/>
          <a:cs typeface="+mn-cs"/>
        </a:defRPr>
      </a:lvl3pPr>
      <a:lvl4pPr marL="1485790" algn="l" defTabSz="495263" rtl="0" eaLnBrk="1" latinLnBrk="0" hangingPunct="1">
        <a:defRPr kumimoji="1" sz="1950" kern="1200">
          <a:solidFill>
            <a:schemeClr val="tx1"/>
          </a:solidFill>
          <a:latin typeface="+mn-lt"/>
          <a:ea typeface="+mn-ea"/>
          <a:cs typeface="+mn-cs"/>
        </a:defRPr>
      </a:lvl4pPr>
      <a:lvl5pPr marL="1981052" algn="l" defTabSz="495263" rtl="0" eaLnBrk="1" latinLnBrk="0" hangingPunct="1">
        <a:defRPr kumimoji="1" sz="1950" kern="1200">
          <a:solidFill>
            <a:schemeClr val="tx1"/>
          </a:solidFill>
          <a:latin typeface="+mn-lt"/>
          <a:ea typeface="+mn-ea"/>
          <a:cs typeface="+mn-cs"/>
        </a:defRPr>
      </a:lvl5pPr>
      <a:lvl6pPr marL="2476315" algn="l" defTabSz="495263" rtl="0" eaLnBrk="1" latinLnBrk="0" hangingPunct="1">
        <a:defRPr kumimoji="1" sz="1950" kern="1200">
          <a:solidFill>
            <a:schemeClr val="tx1"/>
          </a:solidFill>
          <a:latin typeface="+mn-lt"/>
          <a:ea typeface="+mn-ea"/>
          <a:cs typeface="+mn-cs"/>
        </a:defRPr>
      </a:lvl6pPr>
      <a:lvl7pPr marL="2971578" algn="l" defTabSz="495263" rtl="0" eaLnBrk="1" latinLnBrk="0" hangingPunct="1">
        <a:defRPr kumimoji="1" sz="1950" kern="1200">
          <a:solidFill>
            <a:schemeClr val="tx1"/>
          </a:solidFill>
          <a:latin typeface="+mn-lt"/>
          <a:ea typeface="+mn-ea"/>
          <a:cs typeface="+mn-cs"/>
        </a:defRPr>
      </a:lvl7pPr>
      <a:lvl8pPr marL="3466840" algn="l" defTabSz="495263" rtl="0" eaLnBrk="1" latinLnBrk="0" hangingPunct="1">
        <a:defRPr kumimoji="1" sz="1950" kern="1200">
          <a:solidFill>
            <a:schemeClr val="tx1"/>
          </a:solidFill>
          <a:latin typeface="+mn-lt"/>
          <a:ea typeface="+mn-ea"/>
          <a:cs typeface="+mn-cs"/>
        </a:defRPr>
      </a:lvl8pPr>
      <a:lvl9pPr marL="3962103" algn="l" defTabSz="495263" rtl="0" eaLnBrk="1" latinLnBrk="0" hangingPunct="1">
        <a:defRPr kumimoji="1" sz="19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34">
          <p15:clr>
            <a:srgbClr val="F26B43"/>
          </p15:clr>
        </p15:guide>
        <p15:guide id="4" orient="horz" pos="2160">
          <p15:clr>
            <a:srgbClr val="F26B43"/>
          </p15:clr>
        </p15:guide>
        <p15:guide id="6" orient="horz" pos="663">
          <p15:clr>
            <a:srgbClr val="F26B43"/>
          </p15:clr>
        </p15:guide>
        <p15:guide id="7" pos="3840">
          <p15:clr>
            <a:srgbClr val="F26B43"/>
          </p15:clr>
        </p15:guide>
        <p15:guide id="8" pos="7446">
          <p15:clr>
            <a:srgbClr val="F26B43"/>
          </p15:clr>
        </p15:guide>
        <p15:guide id="9" orient="horz" pos="3929">
          <p15:clr>
            <a:srgbClr val="F26B43"/>
          </p15:clr>
        </p15:guide>
        <p15:guide id="10" orient="horz" pos="210">
          <p15:clr>
            <a:srgbClr val="F26B43"/>
          </p15:clr>
        </p15:guide>
        <p15:guide id="12" orient="horz" pos="4201">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1977227"/>
      </p:ext>
    </p:extLst>
  </p:cSld>
  <p:clrMap bg1="lt1" tx1="dk1" bg2="lt2" tx2="dk2" accent1="accent1" accent2="accent2" accent3="accent3" accent4="accent4" accent5="accent5" accent6="accent6" hlink="hlink" folHlink="folHlink"/>
  <p:sldLayoutIdLst>
    <p:sldLayoutId id="2147483787" r:id="rId1"/>
    <p:sldLayoutId id="2147483788" r:id="rId2"/>
  </p:sldLayoutIdLst>
  <p:hf hdr="0" dt="0"/>
  <p:txStyles>
    <p:titleStyle>
      <a:lvl1pPr algn="l" defTabSz="495263" rtl="0" eaLnBrk="1" fontAlgn="base" hangingPunct="1">
        <a:spcBef>
          <a:spcPct val="0"/>
        </a:spcBef>
        <a:spcAft>
          <a:spcPct val="0"/>
        </a:spcAft>
        <a:defRPr kumimoji="1" sz="1950" b="1" i="0" kern="1200" spc="163" baseline="0">
          <a:solidFill>
            <a:schemeClr val="tx1"/>
          </a:solidFill>
          <a:latin typeface="+mj-ea"/>
          <a:ea typeface="+mj-ea"/>
          <a:cs typeface="HGPGothicE" charset="-128"/>
        </a:defRPr>
      </a:lvl1pPr>
      <a:lvl2pPr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2pPr>
      <a:lvl3pPr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3pPr>
      <a:lvl4pPr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4pPr>
      <a:lvl5pPr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5pPr>
      <a:lvl6pPr marL="495263"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6pPr>
      <a:lvl7pPr marL="990527"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7pPr>
      <a:lvl8pPr marL="1485790"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8pPr>
      <a:lvl9pPr marL="1981052"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9pPr>
    </p:titleStyle>
    <p:bodyStyle>
      <a:lvl1pPr marL="0" indent="0" algn="l" defTabSz="495263" rtl="0" eaLnBrk="1" fontAlgn="base" hangingPunct="1">
        <a:spcBef>
          <a:spcPct val="20000"/>
        </a:spcBef>
        <a:spcAft>
          <a:spcPct val="0"/>
        </a:spcAft>
        <a:buFont typeface="Arial" pitchFamily="34" charset="0"/>
        <a:buNone/>
        <a:defRPr kumimoji="1" sz="1463" kern="1200">
          <a:solidFill>
            <a:schemeClr val="tx1"/>
          </a:solidFill>
          <a:latin typeface="+mn-ea"/>
          <a:ea typeface="+mn-ea"/>
          <a:cs typeface="Arial"/>
        </a:defRPr>
      </a:lvl1pPr>
      <a:lvl2pPr marL="739455" indent="-244191" algn="l" defTabSz="495263" rtl="0" eaLnBrk="1" fontAlgn="base" hangingPunct="1">
        <a:spcBef>
          <a:spcPct val="20000"/>
        </a:spcBef>
        <a:spcAft>
          <a:spcPct val="0"/>
        </a:spcAft>
        <a:buFont typeface="Arial" pitchFamily="34" charset="0"/>
        <a:buChar char="–"/>
        <a:defRPr kumimoji="1" sz="2167" kern="1200">
          <a:solidFill>
            <a:schemeClr val="tx1"/>
          </a:solidFill>
          <a:latin typeface="+mn-ea"/>
          <a:ea typeface="+mn-ea"/>
          <a:cs typeface="Arial"/>
        </a:defRPr>
      </a:lvl2pPr>
      <a:lvl3pPr marL="1181409" indent="-190883" algn="l" defTabSz="495263" rtl="0" eaLnBrk="1" fontAlgn="base" hangingPunct="1">
        <a:spcBef>
          <a:spcPct val="20000"/>
        </a:spcBef>
        <a:spcAft>
          <a:spcPct val="0"/>
        </a:spcAft>
        <a:buFont typeface="Arial" pitchFamily="34" charset="0"/>
        <a:buChar char="•"/>
        <a:defRPr kumimoji="1" sz="2167" kern="1200">
          <a:solidFill>
            <a:schemeClr val="tx1"/>
          </a:solidFill>
          <a:latin typeface="+mn-ea"/>
          <a:ea typeface="+mn-ea"/>
          <a:cs typeface="Arial"/>
        </a:defRPr>
      </a:lvl3pPr>
      <a:lvl4pPr marL="1673232" indent="-187445" algn="l" defTabSz="495263" rtl="0" eaLnBrk="1" fontAlgn="base" hangingPunct="1">
        <a:spcBef>
          <a:spcPct val="20000"/>
        </a:spcBef>
        <a:spcAft>
          <a:spcPct val="0"/>
        </a:spcAft>
        <a:buFont typeface="Arial" pitchFamily="34" charset="0"/>
        <a:buChar char="–"/>
        <a:defRPr kumimoji="1" sz="2167" kern="1200">
          <a:solidFill>
            <a:schemeClr val="tx1"/>
          </a:solidFill>
          <a:latin typeface="+mn-ea"/>
          <a:ea typeface="+mn-ea"/>
          <a:cs typeface="Arial"/>
        </a:defRPr>
      </a:lvl4pPr>
      <a:lvl5pPr marL="2166775" indent="-185725" algn="l" defTabSz="495263" rtl="0" eaLnBrk="1" fontAlgn="base" hangingPunct="1">
        <a:spcBef>
          <a:spcPct val="20000"/>
        </a:spcBef>
        <a:spcAft>
          <a:spcPct val="0"/>
        </a:spcAft>
        <a:buFont typeface="Arial" pitchFamily="34" charset="0"/>
        <a:buChar char="»"/>
        <a:defRPr kumimoji="1" sz="2167" kern="1200">
          <a:solidFill>
            <a:schemeClr val="tx1"/>
          </a:solidFill>
          <a:latin typeface="+mn-ea"/>
          <a:ea typeface="+mn-ea"/>
          <a:cs typeface="Arial"/>
        </a:defRPr>
      </a:lvl5pPr>
      <a:lvl6pPr marL="2723945" indent="-247631" algn="l" defTabSz="495263" rtl="0" eaLnBrk="1" latinLnBrk="0" hangingPunct="1">
        <a:spcBef>
          <a:spcPct val="20000"/>
        </a:spcBef>
        <a:buFont typeface="Arial"/>
        <a:buChar char="•"/>
        <a:defRPr kumimoji="1" sz="2167" kern="1200">
          <a:solidFill>
            <a:schemeClr val="tx1"/>
          </a:solidFill>
          <a:latin typeface="+mn-lt"/>
          <a:ea typeface="+mn-ea"/>
          <a:cs typeface="+mn-cs"/>
        </a:defRPr>
      </a:lvl6pPr>
      <a:lvl7pPr marL="3219210" indent="-247631" algn="l" defTabSz="495263" rtl="0" eaLnBrk="1" latinLnBrk="0" hangingPunct="1">
        <a:spcBef>
          <a:spcPct val="20000"/>
        </a:spcBef>
        <a:buFont typeface="Arial"/>
        <a:buChar char="•"/>
        <a:defRPr kumimoji="1" sz="2167" kern="1200">
          <a:solidFill>
            <a:schemeClr val="tx1"/>
          </a:solidFill>
          <a:latin typeface="+mn-lt"/>
          <a:ea typeface="+mn-ea"/>
          <a:cs typeface="+mn-cs"/>
        </a:defRPr>
      </a:lvl7pPr>
      <a:lvl8pPr marL="3714472" indent="-247631" algn="l" defTabSz="495263" rtl="0" eaLnBrk="1" latinLnBrk="0" hangingPunct="1">
        <a:spcBef>
          <a:spcPct val="20000"/>
        </a:spcBef>
        <a:buFont typeface="Arial"/>
        <a:buChar char="•"/>
        <a:defRPr kumimoji="1" sz="2167" kern="1200">
          <a:solidFill>
            <a:schemeClr val="tx1"/>
          </a:solidFill>
          <a:latin typeface="+mn-lt"/>
          <a:ea typeface="+mn-ea"/>
          <a:cs typeface="+mn-cs"/>
        </a:defRPr>
      </a:lvl8pPr>
      <a:lvl9pPr marL="4209735" indent="-247631" algn="l" defTabSz="495263" rtl="0" eaLnBrk="1" latinLnBrk="0" hangingPunct="1">
        <a:spcBef>
          <a:spcPct val="20000"/>
        </a:spcBef>
        <a:buFont typeface="Arial"/>
        <a:buChar char="•"/>
        <a:defRPr kumimoji="1" sz="2167" kern="1200">
          <a:solidFill>
            <a:schemeClr val="tx1"/>
          </a:solidFill>
          <a:latin typeface="+mn-lt"/>
          <a:ea typeface="+mn-ea"/>
          <a:cs typeface="+mn-cs"/>
        </a:defRPr>
      </a:lvl9pPr>
    </p:bodyStyle>
    <p:otherStyle>
      <a:defPPr>
        <a:defRPr lang="en-US"/>
      </a:defPPr>
      <a:lvl1pPr marL="0" algn="l" defTabSz="495263" rtl="0" eaLnBrk="1" latinLnBrk="0" hangingPunct="1">
        <a:defRPr kumimoji="1" sz="1950" kern="1200">
          <a:solidFill>
            <a:schemeClr val="tx1"/>
          </a:solidFill>
          <a:latin typeface="+mn-lt"/>
          <a:ea typeface="+mn-ea"/>
          <a:cs typeface="+mn-cs"/>
        </a:defRPr>
      </a:lvl1pPr>
      <a:lvl2pPr marL="495263" algn="l" defTabSz="495263" rtl="0" eaLnBrk="1" latinLnBrk="0" hangingPunct="1">
        <a:defRPr kumimoji="1" sz="1950" kern="1200">
          <a:solidFill>
            <a:schemeClr val="tx1"/>
          </a:solidFill>
          <a:latin typeface="+mn-lt"/>
          <a:ea typeface="+mn-ea"/>
          <a:cs typeface="+mn-cs"/>
        </a:defRPr>
      </a:lvl2pPr>
      <a:lvl3pPr marL="990527" algn="l" defTabSz="495263" rtl="0" eaLnBrk="1" latinLnBrk="0" hangingPunct="1">
        <a:defRPr kumimoji="1" sz="1950" kern="1200">
          <a:solidFill>
            <a:schemeClr val="tx1"/>
          </a:solidFill>
          <a:latin typeface="+mn-lt"/>
          <a:ea typeface="+mn-ea"/>
          <a:cs typeface="+mn-cs"/>
        </a:defRPr>
      </a:lvl3pPr>
      <a:lvl4pPr marL="1485790" algn="l" defTabSz="495263" rtl="0" eaLnBrk="1" latinLnBrk="0" hangingPunct="1">
        <a:defRPr kumimoji="1" sz="1950" kern="1200">
          <a:solidFill>
            <a:schemeClr val="tx1"/>
          </a:solidFill>
          <a:latin typeface="+mn-lt"/>
          <a:ea typeface="+mn-ea"/>
          <a:cs typeface="+mn-cs"/>
        </a:defRPr>
      </a:lvl4pPr>
      <a:lvl5pPr marL="1981052" algn="l" defTabSz="495263" rtl="0" eaLnBrk="1" latinLnBrk="0" hangingPunct="1">
        <a:defRPr kumimoji="1" sz="1950" kern="1200">
          <a:solidFill>
            <a:schemeClr val="tx1"/>
          </a:solidFill>
          <a:latin typeface="+mn-lt"/>
          <a:ea typeface="+mn-ea"/>
          <a:cs typeface="+mn-cs"/>
        </a:defRPr>
      </a:lvl5pPr>
      <a:lvl6pPr marL="2476315" algn="l" defTabSz="495263" rtl="0" eaLnBrk="1" latinLnBrk="0" hangingPunct="1">
        <a:defRPr kumimoji="1" sz="1950" kern="1200">
          <a:solidFill>
            <a:schemeClr val="tx1"/>
          </a:solidFill>
          <a:latin typeface="+mn-lt"/>
          <a:ea typeface="+mn-ea"/>
          <a:cs typeface="+mn-cs"/>
        </a:defRPr>
      </a:lvl6pPr>
      <a:lvl7pPr marL="2971578" algn="l" defTabSz="495263" rtl="0" eaLnBrk="1" latinLnBrk="0" hangingPunct="1">
        <a:defRPr kumimoji="1" sz="1950" kern="1200">
          <a:solidFill>
            <a:schemeClr val="tx1"/>
          </a:solidFill>
          <a:latin typeface="+mn-lt"/>
          <a:ea typeface="+mn-ea"/>
          <a:cs typeface="+mn-cs"/>
        </a:defRPr>
      </a:lvl7pPr>
      <a:lvl8pPr marL="3466840" algn="l" defTabSz="495263" rtl="0" eaLnBrk="1" latinLnBrk="0" hangingPunct="1">
        <a:defRPr kumimoji="1" sz="1950" kern="1200">
          <a:solidFill>
            <a:schemeClr val="tx1"/>
          </a:solidFill>
          <a:latin typeface="+mn-lt"/>
          <a:ea typeface="+mn-ea"/>
          <a:cs typeface="+mn-cs"/>
        </a:defRPr>
      </a:lvl8pPr>
      <a:lvl9pPr marL="3962103" algn="l" defTabSz="495263" rtl="0" eaLnBrk="1" latinLnBrk="0" hangingPunct="1">
        <a:defRPr kumimoji="1" sz="195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2160">
          <p15:clr>
            <a:srgbClr val="F26B43"/>
          </p15:clr>
        </p15:guide>
        <p15:guide id="3" pos="3840">
          <p15:clr>
            <a:srgbClr val="F26B43"/>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9BAA029A-FBBF-0DA2-B8D6-BC87BC147E66}"/>
              </a:ext>
            </a:extLst>
          </p:cNvPr>
          <p:cNvPicPr>
            <a:picLocks noChangeAspect="1"/>
          </p:cNvPicPr>
          <p:nvPr userDrawn="1"/>
        </p:nvPicPr>
        <p:blipFill>
          <a:blip r:embed="rId6"/>
          <a:srcRect/>
          <a:stretch/>
        </p:blipFill>
        <p:spPr>
          <a:xfrm>
            <a:off x="188390" y="191534"/>
            <a:ext cx="1817662" cy="569864"/>
          </a:xfrm>
          <a:prstGeom prst="rect">
            <a:avLst/>
          </a:prstGeom>
        </p:spPr>
      </p:pic>
      <p:sp>
        <p:nvSpPr>
          <p:cNvPr id="6" name="テキスト ボックス 5">
            <a:extLst>
              <a:ext uri="{FF2B5EF4-FFF2-40B4-BE49-F238E27FC236}">
                <a16:creationId xmlns:a16="http://schemas.microsoft.com/office/drawing/2014/main" id="{B01BF0E7-CA3F-2C26-0703-F0CB01EA9A9E}"/>
              </a:ext>
            </a:extLst>
          </p:cNvPr>
          <p:cNvSpPr txBox="1"/>
          <p:nvPr userDrawn="1"/>
        </p:nvSpPr>
        <p:spPr>
          <a:xfrm>
            <a:off x="301275" y="6562800"/>
            <a:ext cx="3942900" cy="90000"/>
          </a:xfrm>
          <a:prstGeom prst="rect">
            <a:avLst/>
          </a:prstGeom>
          <a:noFill/>
        </p:spPr>
        <p:txBody>
          <a:bodyPr wrap="square" lIns="0" tIns="0" rIns="0" bIns="0" rtlCol="0" anchor="ctr" anchorCtr="0">
            <a:noAutofit/>
          </a:bodyPr>
          <a:lstStyle/>
          <a:p>
            <a:pPr marL="0" marR="0" lvl="0" indent="0" algn="l" defTabSz="234000" rtl="0" eaLnBrk="1" fontAlgn="auto" latinLnBrk="0" hangingPunct="1">
              <a:lnSpc>
                <a:spcPct val="100000"/>
              </a:lnSpc>
              <a:spcBef>
                <a:spcPts val="0"/>
              </a:spcBef>
              <a:spcAft>
                <a:spcPts val="0"/>
              </a:spcAft>
              <a:buClrTx/>
              <a:buSzTx/>
              <a:buFontTx/>
              <a:buNone/>
              <a:tabLst/>
              <a:defRPr/>
            </a:pPr>
            <a:r>
              <a:rPr lang="en-US" altLang="ja-JP" sz="813" dirty="0">
                <a:solidFill>
                  <a:schemeClr val="bg1"/>
                </a:solidFill>
              </a:rPr>
              <a:t>© 2025 NTT DATA University Corporation</a:t>
            </a:r>
          </a:p>
        </p:txBody>
      </p:sp>
      <p:sp>
        <p:nvSpPr>
          <p:cNvPr id="3" name="テキスト ボックス 2">
            <a:extLst>
              <a:ext uri="{FF2B5EF4-FFF2-40B4-BE49-F238E27FC236}">
                <a16:creationId xmlns:a16="http://schemas.microsoft.com/office/drawing/2014/main" id="{0BAB9C5D-DBB2-F3AC-7527-30B13EFFFBF0}"/>
              </a:ext>
            </a:extLst>
          </p:cNvPr>
          <p:cNvSpPr txBox="1"/>
          <p:nvPr userDrawn="1"/>
        </p:nvSpPr>
        <p:spPr>
          <a:xfrm>
            <a:off x="561378" y="7065341"/>
            <a:ext cx="8783244" cy="329192"/>
          </a:xfrm>
          <a:prstGeom prst="rect">
            <a:avLst/>
          </a:prstGeom>
          <a:noFill/>
        </p:spPr>
        <p:txBody>
          <a:bodyPr wrap="none" lIns="0" rIns="0" rtlCol="0">
            <a:noAutofit/>
          </a:bodyPr>
          <a:lstStyle/>
          <a:p>
            <a:pPr algn="ctr" defTabSz="234000"/>
            <a:r>
              <a:rPr kumimoji="1" lang="ja-JP" altLang="en-US" sz="1480">
                <a:solidFill>
                  <a:srgbClr val="C00000"/>
                </a:solidFill>
                <a:latin typeface="+mn-ea"/>
              </a:rPr>
              <a:t>コピーライトを修正するときは、ホームタブの「置換」から、文字列を</a:t>
            </a:r>
            <a:r>
              <a:rPr kumimoji="1" lang="ja-JP" altLang="en-US" sz="1480" b="1">
                <a:solidFill>
                  <a:srgbClr val="C00000"/>
                </a:solidFill>
                <a:latin typeface="+mn-ea"/>
              </a:rPr>
              <a:t>すべて置換</a:t>
            </a:r>
            <a:r>
              <a:rPr kumimoji="1" lang="ja-JP" altLang="en-US" sz="1480">
                <a:solidFill>
                  <a:srgbClr val="C00000"/>
                </a:solidFill>
                <a:latin typeface="+mn-ea"/>
              </a:rPr>
              <a:t>してください。</a:t>
            </a:r>
          </a:p>
        </p:txBody>
      </p:sp>
    </p:spTree>
    <p:extLst>
      <p:ext uri="{BB962C8B-B14F-4D97-AF65-F5344CB8AC3E}">
        <p14:creationId xmlns:p14="http://schemas.microsoft.com/office/powerpoint/2010/main" val="2773390422"/>
      </p:ext>
    </p:extLst>
  </p:cSld>
  <p:clrMap bg1="lt1" tx1="dk1" bg2="lt2" tx2="dk2" accent1="accent1" accent2="accent2" accent3="accent3" accent4="accent4" accent5="accent5" accent6="accent6" hlink="hlink" folHlink="folHlink"/>
  <p:sldLayoutIdLst>
    <p:sldLayoutId id="2147483790" r:id="rId1"/>
    <p:sldLayoutId id="2147483791" r:id="rId2"/>
    <p:sldLayoutId id="2147483792" r:id="rId3"/>
    <p:sldLayoutId id="2147483793" r:id="rId4"/>
  </p:sldLayoutIdLst>
  <p:hf hdr="0" dt="0"/>
  <p:txStyles>
    <p:titleStyle>
      <a:lvl1pPr algn="l" defTabSz="495263" rtl="0" eaLnBrk="1" fontAlgn="base" hangingPunct="1">
        <a:spcBef>
          <a:spcPct val="0"/>
        </a:spcBef>
        <a:spcAft>
          <a:spcPct val="0"/>
        </a:spcAft>
        <a:defRPr kumimoji="1" sz="1625" b="0" i="0" kern="1200" spc="0" baseline="0">
          <a:solidFill>
            <a:srgbClr val="F8F8F8"/>
          </a:solidFill>
          <a:latin typeface="+mn-ea"/>
          <a:ea typeface="+mn-ea"/>
          <a:cs typeface="HGPGothicE" charset="-128"/>
        </a:defRPr>
      </a:lvl1pPr>
      <a:lvl2pPr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2pPr>
      <a:lvl3pPr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3pPr>
      <a:lvl4pPr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4pPr>
      <a:lvl5pPr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5pPr>
      <a:lvl6pPr marL="495263"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6pPr>
      <a:lvl7pPr marL="990527"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7pPr>
      <a:lvl8pPr marL="1485790"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8pPr>
      <a:lvl9pPr marL="1981052"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9pPr>
    </p:titleStyle>
    <p:bodyStyle>
      <a:lvl1pPr marL="0" indent="0" algn="l" defTabSz="495263" rtl="0" eaLnBrk="1" fontAlgn="base" hangingPunct="1">
        <a:spcBef>
          <a:spcPct val="20000"/>
        </a:spcBef>
        <a:spcAft>
          <a:spcPct val="0"/>
        </a:spcAft>
        <a:buFont typeface="Arial" pitchFamily="34" charset="0"/>
        <a:buNone/>
        <a:defRPr kumimoji="1" sz="1625" kern="1200">
          <a:solidFill>
            <a:schemeClr val="tx1"/>
          </a:solidFill>
          <a:latin typeface="+mn-ea"/>
          <a:ea typeface="+mn-ea"/>
          <a:cs typeface="Arial"/>
        </a:defRPr>
      </a:lvl1pPr>
      <a:lvl2pPr marL="739455" indent="-244191" algn="l" defTabSz="495263" rtl="0" eaLnBrk="1" fontAlgn="base" hangingPunct="1">
        <a:spcBef>
          <a:spcPct val="20000"/>
        </a:spcBef>
        <a:spcAft>
          <a:spcPct val="0"/>
        </a:spcAft>
        <a:buFont typeface="Arial" pitchFamily="34" charset="0"/>
        <a:buChar char="–"/>
        <a:defRPr kumimoji="1" sz="2167" kern="1200">
          <a:solidFill>
            <a:schemeClr val="tx1"/>
          </a:solidFill>
          <a:latin typeface="+mn-ea"/>
          <a:ea typeface="+mn-ea"/>
          <a:cs typeface="Arial"/>
        </a:defRPr>
      </a:lvl2pPr>
      <a:lvl3pPr marL="1181409" indent="-190883" algn="l" defTabSz="495263" rtl="0" eaLnBrk="1" fontAlgn="base" hangingPunct="1">
        <a:spcBef>
          <a:spcPct val="20000"/>
        </a:spcBef>
        <a:spcAft>
          <a:spcPct val="0"/>
        </a:spcAft>
        <a:buFont typeface="Arial" pitchFamily="34" charset="0"/>
        <a:buChar char="•"/>
        <a:defRPr kumimoji="1" sz="2167" kern="1200">
          <a:solidFill>
            <a:schemeClr val="tx1"/>
          </a:solidFill>
          <a:latin typeface="+mn-ea"/>
          <a:ea typeface="+mn-ea"/>
          <a:cs typeface="Arial"/>
        </a:defRPr>
      </a:lvl3pPr>
      <a:lvl4pPr marL="1673232" indent="-187445" algn="l" defTabSz="495263" rtl="0" eaLnBrk="1" fontAlgn="base" hangingPunct="1">
        <a:spcBef>
          <a:spcPct val="20000"/>
        </a:spcBef>
        <a:spcAft>
          <a:spcPct val="0"/>
        </a:spcAft>
        <a:buFont typeface="Arial" pitchFamily="34" charset="0"/>
        <a:buChar char="–"/>
        <a:defRPr kumimoji="1" sz="2167" kern="1200">
          <a:solidFill>
            <a:schemeClr val="tx1"/>
          </a:solidFill>
          <a:latin typeface="+mn-ea"/>
          <a:ea typeface="+mn-ea"/>
          <a:cs typeface="Arial"/>
        </a:defRPr>
      </a:lvl4pPr>
      <a:lvl5pPr marL="2166775" indent="-185725" algn="l" defTabSz="495263" rtl="0" eaLnBrk="1" fontAlgn="base" hangingPunct="1">
        <a:spcBef>
          <a:spcPct val="20000"/>
        </a:spcBef>
        <a:spcAft>
          <a:spcPct val="0"/>
        </a:spcAft>
        <a:buFont typeface="Arial" pitchFamily="34" charset="0"/>
        <a:buChar char="»"/>
        <a:defRPr kumimoji="1" sz="2167" kern="1200">
          <a:solidFill>
            <a:schemeClr val="tx1"/>
          </a:solidFill>
          <a:latin typeface="+mn-ea"/>
          <a:ea typeface="+mn-ea"/>
          <a:cs typeface="Arial"/>
        </a:defRPr>
      </a:lvl5pPr>
      <a:lvl6pPr marL="2723945" indent="-247631" algn="l" defTabSz="495263" rtl="0" eaLnBrk="1" latinLnBrk="0" hangingPunct="1">
        <a:spcBef>
          <a:spcPct val="20000"/>
        </a:spcBef>
        <a:buFont typeface="Arial"/>
        <a:buChar char="•"/>
        <a:defRPr kumimoji="1" sz="2167" kern="1200">
          <a:solidFill>
            <a:schemeClr val="tx1"/>
          </a:solidFill>
          <a:latin typeface="+mn-lt"/>
          <a:ea typeface="+mn-ea"/>
          <a:cs typeface="+mn-cs"/>
        </a:defRPr>
      </a:lvl6pPr>
      <a:lvl7pPr marL="3219210" indent="-247631" algn="l" defTabSz="495263" rtl="0" eaLnBrk="1" latinLnBrk="0" hangingPunct="1">
        <a:spcBef>
          <a:spcPct val="20000"/>
        </a:spcBef>
        <a:buFont typeface="Arial"/>
        <a:buChar char="•"/>
        <a:defRPr kumimoji="1" sz="2167" kern="1200">
          <a:solidFill>
            <a:schemeClr val="tx1"/>
          </a:solidFill>
          <a:latin typeface="+mn-lt"/>
          <a:ea typeface="+mn-ea"/>
          <a:cs typeface="+mn-cs"/>
        </a:defRPr>
      </a:lvl7pPr>
      <a:lvl8pPr marL="3714472" indent="-247631" algn="l" defTabSz="495263" rtl="0" eaLnBrk="1" latinLnBrk="0" hangingPunct="1">
        <a:spcBef>
          <a:spcPct val="20000"/>
        </a:spcBef>
        <a:buFont typeface="Arial"/>
        <a:buChar char="•"/>
        <a:defRPr kumimoji="1" sz="2167" kern="1200">
          <a:solidFill>
            <a:schemeClr val="tx1"/>
          </a:solidFill>
          <a:latin typeface="+mn-lt"/>
          <a:ea typeface="+mn-ea"/>
          <a:cs typeface="+mn-cs"/>
        </a:defRPr>
      </a:lvl8pPr>
      <a:lvl9pPr marL="4209735" indent="-247631" algn="l" defTabSz="495263" rtl="0" eaLnBrk="1" latinLnBrk="0" hangingPunct="1">
        <a:spcBef>
          <a:spcPct val="20000"/>
        </a:spcBef>
        <a:buFont typeface="Arial"/>
        <a:buChar char="•"/>
        <a:defRPr kumimoji="1" sz="2167" kern="1200">
          <a:solidFill>
            <a:schemeClr val="tx1"/>
          </a:solidFill>
          <a:latin typeface="+mn-lt"/>
          <a:ea typeface="+mn-ea"/>
          <a:cs typeface="+mn-cs"/>
        </a:defRPr>
      </a:lvl9pPr>
    </p:bodyStyle>
    <p:otherStyle>
      <a:defPPr>
        <a:defRPr lang="en-US"/>
      </a:defPPr>
      <a:lvl1pPr marL="0" algn="l" defTabSz="495263" rtl="0" eaLnBrk="1" latinLnBrk="0" hangingPunct="1">
        <a:defRPr kumimoji="1" sz="1950" kern="1200">
          <a:solidFill>
            <a:schemeClr val="tx1"/>
          </a:solidFill>
          <a:latin typeface="+mn-lt"/>
          <a:ea typeface="+mn-ea"/>
          <a:cs typeface="+mn-cs"/>
        </a:defRPr>
      </a:lvl1pPr>
      <a:lvl2pPr marL="495263" algn="l" defTabSz="495263" rtl="0" eaLnBrk="1" latinLnBrk="0" hangingPunct="1">
        <a:defRPr kumimoji="1" sz="1950" kern="1200">
          <a:solidFill>
            <a:schemeClr val="tx1"/>
          </a:solidFill>
          <a:latin typeface="+mn-lt"/>
          <a:ea typeface="+mn-ea"/>
          <a:cs typeface="+mn-cs"/>
        </a:defRPr>
      </a:lvl2pPr>
      <a:lvl3pPr marL="990527" algn="l" defTabSz="495263" rtl="0" eaLnBrk="1" latinLnBrk="0" hangingPunct="1">
        <a:defRPr kumimoji="1" sz="1950" kern="1200">
          <a:solidFill>
            <a:schemeClr val="tx1"/>
          </a:solidFill>
          <a:latin typeface="+mn-lt"/>
          <a:ea typeface="+mn-ea"/>
          <a:cs typeface="+mn-cs"/>
        </a:defRPr>
      </a:lvl3pPr>
      <a:lvl4pPr marL="1485790" algn="l" defTabSz="495263" rtl="0" eaLnBrk="1" latinLnBrk="0" hangingPunct="1">
        <a:defRPr kumimoji="1" sz="1950" kern="1200">
          <a:solidFill>
            <a:schemeClr val="tx1"/>
          </a:solidFill>
          <a:latin typeface="+mn-lt"/>
          <a:ea typeface="+mn-ea"/>
          <a:cs typeface="+mn-cs"/>
        </a:defRPr>
      </a:lvl4pPr>
      <a:lvl5pPr marL="1981052" algn="l" defTabSz="495263" rtl="0" eaLnBrk="1" latinLnBrk="0" hangingPunct="1">
        <a:defRPr kumimoji="1" sz="1950" kern="1200">
          <a:solidFill>
            <a:schemeClr val="tx1"/>
          </a:solidFill>
          <a:latin typeface="+mn-lt"/>
          <a:ea typeface="+mn-ea"/>
          <a:cs typeface="+mn-cs"/>
        </a:defRPr>
      </a:lvl5pPr>
      <a:lvl6pPr marL="2476315" algn="l" defTabSz="495263" rtl="0" eaLnBrk="1" latinLnBrk="0" hangingPunct="1">
        <a:defRPr kumimoji="1" sz="1950" kern="1200">
          <a:solidFill>
            <a:schemeClr val="tx1"/>
          </a:solidFill>
          <a:latin typeface="+mn-lt"/>
          <a:ea typeface="+mn-ea"/>
          <a:cs typeface="+mn-cs"/>
        </a:defRPr>
      </a:lvl6pPr>
      <a:lvl7pPr marL="2971578" algn="l" defTabSz="495263" rtl="0" eaLnBrk="1" latinLnBrk="0" hangingPunct="1">
        <a:defRPr kumimoji="1" sz="1950" kern="1200">
          <a:solidFill>
            <a:schemeClr val="tx1"/>
          </a:solidFill>
          <a:latin typeface="+mn-lt"/>
          <a:ea typeface="+mn-ea"/>
          <a:cs typeface="+mn-cs"/>
        </a:defRPr>
      </a:lvl7pPr>
      <a:lvl8pPr marL="3466840" algn="l" defTabSz="495263" rtl="0" eaLnBrk="1" latinLnBrk="0" hangingPunct="1">
        <a:defRPr kumimoji="1" sz="1950" kern="1200">
          <a:solidFill>
            <a:schemeClr val="tx1"/>
          </a:solidFill>
          <a:latin typeface="+mn-lt"/>
          <a:ea typeface="+mn-ea"/>
          <a:cs typeface="+mn-cs"/>
        </a:defRPr>
      </a:lvl8pPr>
      <a:lvl9pPr marL="3962103" algn="l" defTabSz="495263" rtl="0" eaLnBrk="1" latinLnBrk="0" hangingPunct="1">
        <a:defRPr kumimoji="1" sz="19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34">
          <p15:clr>
            <a:srgbClr val="F26B43"/>
          </p15:clr>
        </p15:guide>
        <p15:guide id="2" pos="3840">
          <p15:clr>
            <a:srgbClr val="F26B43"/>
          </p15:clr>
        </p15:guide>
        <p15:guide id="4" pos="7446">
          <p15:clr>
            <a:srgbClr val="F26B43"/>
          </p15:clr>
        </p15:guide>
        <p15:guide id="6" orient="horz" pos="4201">
          <p15:clr>
            <a:srgbClr val="F26B43"/>
          </p15:clr>
        </p15:guide>
        <p15:guide id="11" orient="horz" pos="210">
          <p15:clr>
            <a:srgbClr val="F26B43"/>
          </p15:clr>
        </p15:guide>
      </p15:sldGuideLst>
    </p:ext>
  </p:extLst>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72EB1D28-97C8-BB72-8C7A-7FCA119F5F07}"/>
              </a:ext>
            </a:extLst>
          </p:cNvPr>
          <p:cNvPicPr>
            <a:picLocks noChangeAspect="1"/>
          </p:cNvPicPr>
          <p:nvPr userDrawn="1"/>
        </p:nvPicPr>
        <p:blipFill>
          <a:blip r:embed="rId5"/>
          <a:srcRect/>
          <a:stretch/>
        </p:blipFill>
        <p:spPr>
          <a:xfrm>
            <a:off x="8728711" y="6425922"/>
            <a:ext cx="933471" cy="292657"/>
          </a:xfrm>
          <a:prstGeom prst="rect">
            <a:avLst/>
          </a:prstGeom>
        </p:spPr>
      </p:pic>
      <p:sp>
        <p:nvSpPr>
          <p:cNvPr id="3" name="テキスト ボックス 2">
            <a:extLst>
              <a:ext uri="{FF2B5EF4-FFF2-40B4-BE49-F238E27FC236}">
                <a16:creationId xmlns:a16="http://schemas.microsoft.com/office/drawing/2014/main" id="{C8C1424A-EE89-C720-553C-1637224A6A99}"/>
              </a:ext>
            </a:extLst>
          </p:cNvPr>
          <p:cNvSpPr txBox="1"/>
          <p:nvPr userDrawn="1"/>
        </p:nvSpPr>
        <p:spPr>
          <a:xfrm>
            <a:off x="301275" y="6562800"/>
            <a:ext cx="3942900" cy="90000"/>
          </a:xfrm>
          <a:prstGeom prst="rect">
            <a:avLst/>
          </a:prstGeom>
          <a:noFill/>
        </p:spPr>
        <p:txBody>
          <a:bodyPr wrap="square" lIns="0" tIns="0" rIns="0" bIns="0" rtlCol="0" anchor="ctr" anchorCtr="0">
            <a:noAutofit/>
          </a:bodyPr>
          <a:lstStyle/>
          <a:p>
            <a:pPr marL="0" marR="0" lvl="0" indent="0" algn="l" defTabSz="234000" rtl="0" eaLnBrk="1" fontAlgn="auto" latinLnBrk="0" hangingPunct="1">
              <a:lnSpc>
                <a:spcPct val="100000"/>
              </a:lnSpc>
              <a:spcBef>
                <a:spcPts val="0"/>
              </a:spcBef>
              <a:spcAft>
                <a:spcPts val="0"/>
              </a:spcAft>
              <a:buClrTx/>
              <a:buSzTx/>
              <a:buFontTx/>
              <a:buNone/>
              <a:tabLst/>
              <a:defRPr/>
            </a:pPr>
            <a:r>
              <a:rPr lang="en-US" altLang="ja-JP" sz="813" dirty="0">
                <a:solidFill>
                  <a:schemeClr val="bg1"/>
                </a:solidFill>
              </a:rPr>
              <a:t>© 2025 NTT DATA University Corporation</a:t>
            </a:r>
          </a:p>
        </p:txBody>
      </p:sp>
    </p:spTree>
    <p:extLst>
      <p:ext uri="{BB962C8B-B14F-4D97-AF65-F5344CB8AC3E}">
        <p14:creationId xmlns:p14="http://schemas.microsoft.com/office/powerpoint/2010/main" val="1262041320"/>
      </p:ext>
    </p:extLst>
  </p:cSld>
  <p:clrMap bg1="lt1" tx1="dk1" bg2="lt2" tx2="dk2" accent1="accent1" accent2="accent2" accent3="accent3" accent4="accent4" accent5="accent5" accent6="accent6" hlink="hlink" folHlink="folHlink"/>
  <p:sldLayoutIdLst>
    <p:sldLayoutId id="2147483795" r:id="rId1"/>
    <p:sldLayoutId id="2147483796" r:id="rId2"/>
    <p:sldLayoutId id="2147483797" r:id="rId3"/>
  </p:sldLayoutIdLst>
  <p:hf hdr="0" dt="0"/>
  <p:txStyles>
    <p:titleStyle>
      <a:lvl1pPr algn="l" defTabSz="495263" rtl="0" eaLnBrk="1" fontAlgn="base" hangingPunct="1">
        <a:spcBef>
          <a:spcPct val="0"/>
        </a:spcBef>
        <a:spcAft>
          <a:spcPct val="0"/>
        </a:spcAft>
        <a:defRPr kumimoji="1" sz="7800" b="1" i="0" kern="1200" spc="163" baseline="0">
          <a:solidFill>
            <a:schemeClr val="bg2"/>
          </a:solidFill>
          <a:latin typeface="+mj-ea"/>
          <a:ea typeface="+mj-ea"/>
          <a:cs typeface="HGPGothicE" charset="-128"/>
        </a:defRPr>
      </a:lvl1pPr>
      <a:lvl2pPr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2pPr>
      <a:lvl3pPr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3pPr>
      <a:lvl4pPr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4pPr>
      <a:lvl5pPr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5pPr>
      <a:lvl6pPr marL="495263"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6pPr>
      <a:lvl7pPr marL="990527"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7pPr>
      <a:lvl8pPr marL="1485790"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8pPr>
      <a:lvl9pPr marL="1981052"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9pPr>
    </p:titleStyle>
    <p:bodyStyle>
      <a:lvl1pPr marL="0" indent="0" algn="l" defTabSz="495263" rtl="0" eaLnBrk="1" fontAlgn="base" hangingPunct="1">
        <a:spcBef>
          <a:spcPct val="20000"/>
        </a:spcBef>
        <a:spcAft>
          <a:spcPct val="0"/>
        </a:spcAft>
        <a:buFont typeface="Arial" pitchFamily="34" charset="0"/>
        <a:buNone/>
        <a:defRPr kumimoji="1" sz="1463" kern="1200">
          <a:solidFill>
            <a:schemeClr val="tx1"/>
          </a:solidFill>
          <a:latin typeface="+mn-ea"/>
          <a:ea typeface="+mn-ea"/>
          <a:cs typeface="Arial"/>
        </a:defRPr>
      </a:lvl1pPr>
      <a:lvl2pPr marL="739455" indent="-244191" algn="l" defTabSz="495263" rtl="0" eaLnBrk="1" fontAlgn="base" hangingPunct="1">
        <a:spcBef>
          <a:spcPct val="20000"/>
        </a:spcBef>
        <a:spcAft>
          <a:spcPct val="0"/>
        </a:spcAft>
        <a:buFont typeface="Arial" pitchFamily="34" charset="0"/>
        <a:buChar char="–"/>
        <a:defRPr kumimoji="1" sz="2167" kern="1200">
          <a:solidFill>
            <a:schemeClr val="tx1"/>
          </a:solidFill>
          <a:latin typeface="+mn-ea"/>
          <a:ea typeface="+mn-ea"/>
          <a:cs typeface="Arial"/>
        </a:defRPr>
      </a:lvl2pPr>
      <a:lvl3pPr marL="1181409" indent="-190883" algn="l" defTabSz="495263" rtl="0" eaLnBrk="1" fontAlgn="base" hangingPunct="1">
        <a:spcBef>
          <a:spcPct val="20000"/>
        </a:spcBef>
        <a:spcAft>
          <a:spcPct val="0"/>
        </a:spcAft>
        <a:buFont typeface="Arial" pitchFamily="34" charset="0"/>
        <a:buChar char="•"/>
        <a:defRPr kumimoji="1" sz="2167" kern="1200">
          <a:solidFill>
            <a:schemeClr val="tx1"/>
          </a:solidFill>
          <a:latin typeface="+mn-ea"/>
          <a:ea typeface="+mn-ea"/>
          <a:cs typeface="Arial"/>
        </a:defRPr>
      </a:lvl3pPr>
      <a:lvl4pPr marL="1673232" indent="-187445" algn="l" defTabSz="495263" rtl="0" eaLnBrk="1" fontAlgn="base" hangingPunct="1">
        <a:spcBef>
          <a:spcPct val="20000"/>
        </a:spcBef>
        <a:spcAft>
          <a:spcPct val="0"/>
        </a:spcAft>
        <a:buFont typeface="Arial" pitchFamily="34" charset="0"/>
        <a:buChar char="–"/>
        <a:defRPr kumimoji="1" sz="2167" kern="1200">
          <a:solidFill>
            <a:schemeClr val="tx1"/>
          </a:solidFill>
          <a:latin typeface="+mn-ea"/>
          <a:ea typeface="+mn-ea"/>
          <a:cs typeface="Arial"/>
        </a:defRPr>
      </a:lvl4pPr>
      <a:lvl5pPr marL="2166775" indent="-185725" algn="l" defTabSz="495263" rtl="0" eaLnBrk="1" fontAlgn="base" hangingPunct="1">
        <a:spcBef>
          <a:spcPct val="20000"/>
        </a:spcBef>
        <a:spcAft>
          <a:spcPct val="0"/>
        </a:spcAft>
        <a:buFont typeface="Arial" pitchFamily="34" charset="0"/>
        <a:buChar char="»"/>
        <a:defRPr kumimoji="1" sz="2167" kern="1200">
          <a:solidFill>
            <a:schemeClr val="tx1"/>
          </a:solidFill>
          <a:latin typeface="+mn-ea"/>
          <a:ea typeface="+mn-ea"/>
          <a:cs typeface="Arial"/>
        </a:defRPr>
      </a:lvl5pPr>
      <a:lvl6pPr marL="2723945" indent="-247631" algn="l" defTabSz="495263" rtl="0" eaLnBrk="1" latinLnBrk="0" hangingPunct="1">
        <a:spcBef>
          <a:spcPct val="20000"/>
        </a:spcBef>
        <a:buFont typeface="Arial"/>
        <a:buChar char="•"/>
        <a:defRPr kumimoji="1" sz="2167" kern="1200">
          <a:solidFill>
            <a:schemeClr val="tx1"/>
          </a:solidFill>
          <a:latin typeface="+mn-lt"/>
          <a:ea typeface="+mn-ea"/>
          <a:cs typeface="+mn-cs"/>
        </a:defRPr>
      </a:lvl6pPr>
      <a:lvl7pPr marL="3219210" indent="-247631" algn="l" defTabSz="495263" rtl="0" eaLnBrk="1" latinLnBrk="0" hangingPunct="1">
        <a:spcBef>
          <a:spcPct val="20000"/>
        </a:spcBef>
        <a:buFont typeface="Arial"/>
        <a:buChar char="•"/>
        <a:defRPr kumimoji="1" sz="2167" kern="1200">
          <a:solidFill>
            <a:schemeClr val="tx1"/>
          </a:solidFill>
          <a:latin typeface="+mn-lt"/>
          <a:ea typeface="+mn-ea"/>
          <a:cs typeface="+mn-cs"/>
        </a:defRPr>
      </a:lvl7pPr>
      <a:lvl8pPr marL="3714472" indent="-247631" algn="l" defTabSz="495263" rtl="0" eaLnBrk="1" latinLnBrk="0" hangingPunct="1">
        <a:spcBef>
          <a:spcPct val="20000"/>
        </a:spcBef>
        <a:buFont typeface="Arial"/>
        <a:buChar char="•"/>
        <a:defRPr kumimoji="1" sz="2167" kern="1200">
          <a:solidFill>
            <a:schemeClr val="tx1"/>
          </a:solidFill>
          <a:latin typeface="+mn-lt"/>
          <a:ea typeface="+mn-ea"/>
          <a:cs typeface="+mn-cs"/>
        </a:defRPr>
      </a:lvl8pPr>
      <a:lvl9pPr marL="4209735" indent="-247631" algn="l" defTabSz="495263" rtl="0" eaLnBrk="1" latinLnBrk="0" hangingPunct="1">
        <a:spcBef>
          <a:spcPct val="20000"/>
        </a:spcBef>
        <a:buFont typeface="Arial"/>
        <a:buChar char="•"/>
        <a:defRPr kumimoji="1" sz="2167" kern="1200">
          <a:solidFill>
            <a:schemeClr val="tx1"/>
          </a:solidFill>
          <a:latin typeface="+mn-lt"/>
          <a:ea typeface="+mn-ea"/>
          <a:cs typeface="+mn-cs"/>
        </a:defRPr>
      </a:lvl9pPr>
    </p:bodyStyle>
    <p:otherStyle>
      <a:defPPr>
        <a:defRPr lang="en-US"/>
      </a:defPPr>
      <a:lvl1pPr marL="0" algn="l" defTabSz="495263" rtl="0" eaLnBrk="1" latinLnBrk="0" hangingPunct="1">
        <a:defRPr kumimoji="1" sz="1950" kern="1200">
          <a:solidFill>
            <a:schemeClr val="tx1"/>
          </a:solidFill>
          <a:latin typeface="+mn-lt"/>
          <a:ea typeface="+mn-ea"/>
          <a:cs typeface="+mn-cs"/>
        </a:defRPr>
      </a:lvl1pPr>
      <a:lvl2pPr marL="495263" algn="l" defTabSz="495263" rtl="0" eaLnBrk="1" latinLnBrk="0" hangingPunct="1">
        <a:defRPr kumimoji="1" sz="1950" kern="1200">
          <a:solidFill>
            <a:schemeClr val="tx1"/>
          </a:solidFill>
          <a:latin typeface="+mn-lt"/>
          <a:ea typeface="+mn-ea"/>
          <a:cs typeface="+mn-cs"/>
        </a:defRPr>
      </a:lvl2pPr>
      <a:lvl3pPr marL="990527" algn="l" defTabSz="495263" rtl="0" eaLnBrk="1" latinLnBrk="0" hangingPunct="1">
        <a:defRPr kumimoji="1" sz="1950" kern="1200">
          <a:solidFill>
            <a:schemeClr val="tx1"/>
          </a:solidFill>
          <a:latin typeface="+mn-lt"/>
          <a:ea typeface="+mn-ea"/>
          <a:cs typeface="+mn-cs"/>
        </a:defRPr>
      </a:lvl3pPr>
      <a:lvl4pPr marL="1485790" algn="l" defTabSz="495263" rtl="0" eaLnBrk="1" latinLnBrk="0" hangingPunct="1">
        <a:defRPr kumimoji="1" sz="1950" kern="1200">
          <a:solidFill>
            <a:schemeClr val="tx1"/>
          </a:solidFill>
          <a:latin typeface="+mn-lt"/>
          <a:ea typeface="+mn-ea"/>
          <a:cs typeface="+mn-cs"/>
        </a:defRPr>
      </a:lvl4pPr>
      <a:lvl5pPr marL="1981052" algn="l" defTabSz="495263" rtl="0" eaLnBrk="1" latinLnBrk="0" hangingPunct="1">
        <a:defRPr kumimoji="1" sz="1950" kern="1200">
          <a:solidFill>
            <a:schemeClr val="tx1"/>
          </a:solidFill>
          <a:latin typeface="+mn-lt"/>
          <a:ea typeface="+mn-ea"/>
          <a:cs typeface="+mn-cs"/>
        </a:defRPr>
      </a:lvl5pPr>
      <a:lvl6pPr marL="2476315" algn="l" defTabSz="495263" rtl="0" eaLnBrk="1" latinLnBrk="0" hangingPunct="1">
        <a:defRPr kumimoji="1" sz="1950" kern="1200">
          <a:solidFill>
            <a:schemeClr val="tx1"/>
          </a:solidFill>
          <a:latin typeface="+mn-lt"/>
          <a:ea typeface="+mn-ea"/>
          <a:cs typeface="+mn-cs"/>
        </a:defRPr>
      </a:lvl6pPr>
      <a:lvl7pPr marL="2971578" algn="l" defTabSz="495263" rtl="0" eaLnBrk="1" latinLnBrk="0" hangingPunct="1">
        <a:defRPr kumimoji="1" sz="1950" kern="1200">
          <a:solidFill>
            <a:schemeClr val="tx1"/>
          </a:solidFill>
          <a:latin typeface="+mn-lt"/>
          <a:ea typeface="+mn-ea"/>
          <a:cs typeface="+mn-cs"/>
        </a:defRPr>
      </a:lvl7pPr>
      <a:lvl8pPr marL="3466840" algn="l" defTabSz="495263" rtl="0" eaLnBrk="1" latinLnBrk="0" hangingPunct="1">
        <a:defRPr kumimoji="1" sz="1950" kern="1200">
          <a:solidFill>
            <a:schemeClr val="tx1"/>
          </a:solidFill>
          <a:latin typeface="+mn-lt"/>
          <a:ea typeface="+mn-ea"/>
          <a:cs typeface="+mn-cs"/>
        </a:defRPr>
      </a:lvl8pPr>
      <a:lvl9pPr marL="3962103" algn="l" defTabSz="495263" rtl="0" eaLnBrk="1" latinLnBrk="0" hangingPunct="1">
        <a:defRPr kumimoji="1" sz="195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4201">
          <p15:clr>
            <a:srgbClr val="F26B43"/>
          </p15:clr>
        </p15:guide>
      </p15:sldGuideLst>
    </p:ext>
  </p:extLst>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1FF17374-619F-B03A-AF33-23643D9990F2}"/>
              </a:ext>
            </a:extLst>
          </p:cNvPr>
          <p:cNvPicPr>
            <a:picLocks noChangeAspect="1"/>
          </p:cNvPicPr>
          <p:nvPr userDrawn="1"/>
        </p:nvPicPr>
        <p:blipFill>
          <a:blip r:embed="rId15"/>
          <a:srcRect/>
          <a:stretch/>
        </p:blipFill>
        <p:spPr>
          <a:xfrm>
            <a:off x="8728709" y="6425921"/>
            <a:ext cx="933474" cy="292658"/>
          </a:xfrm>
          <a:prstGeom prst="rect">
            <a:avLst/>
          </a:prstGeom>
        </p:spPr>
      </p:pic>
      <p:sp>
        <p:nvSpPr>
          <p:cNvPr id="2" name="タイトル プレースホルダー 1">
            <a:extLst>
              <a:ext uri="{FF2B5EF4-FFF2-40B4-BE49-F238E27FC236}">
                <a16:creationId xmlns:a16="http://schemas.microsoft.com/office/drawing/2014/main" id="{B037A440-03F7-DC4B-BD06-698F971DD4B7}"/>
              </a:ext>
            </a:extLst>
          </p:cNvPr>
          <p:cNvSpPr>
            <a:spLocks noGrp="1"/>
          </p:cNvSpPr>
          <p:nvPr>
            <p:ph type="title"/>
          </p:nvPr>
        </p:nvSpPr>
        <p:spPr>
          <a:xfrm>
            <a:off x="331490" y="164693"/>
            <a:ext cx="9243021" cy="412538"/>
          </a:xfrm>
          <a:prstGeom prst="rect">
            <a:avLst/>
          </a:prstGeom>
        </p:spPr>
        <p:txBody>
          <a:bodyPr vert="horz" lIns="0" tIns="0" rIns="0" bIns="0" rtlCol="0" anchor="t" anchorCtr="0">
            <a:no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6DD323A-9269-AE42-951E-F08FD291D3E6}"/>
              </a:ext>
            </a:extLst>
          </p:cNvPr>
          <p:cNvSpPr>
            <a:spLocks noGrp="1"/>
          </p:cNvSpPr>
          <p:nvPr>
            <p:ph type="body" idx="1"/>
          </p:nvPr>
        </p:nvSpPr>
        <p:spPr>
          <a:xfrm>
            <a:off x="331490" y="692150"/>
            <a:ext cx="9252068" cy="5796000"/>
          </a:xfrm>
          <a:prstGeom prst="rect">
            <a:avLst/>
          </a:prstGeom>
        </p:spPr>
        <p:txBody>
          <a:bodyPr vert="horz" lIns="0" tIns="0" rIns="0" bIns="0" rtlCol="0">
            <a:no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テキスト ボックス 3">
            <a:extLst>
              <a:ext uri="{FF2B5EF4-FFF2-40B4-BE49-F238E27FC236}">
                <a16:creationId xmlns:a16="http://schemas.microsoft.com/office/drawing/2014/main" id="{CD1C27BE-E0A7-BBB4-DB0E-D4D404FF82A4}"/>
              </a:ext>
            </a:extLst>
          </p:cNvPr>
          <p:cNvSpPr txBox="1"/>
          <p:nvPr userDrawn="1"/>
        </p:nvSpPr>
        <p:spPr>
          <a:xfrm>
            <a:off x="301275" y="6562800"/>
            <a:ext cx="3942900" cy="90000"/>
          </a:xfrm>
          <a:prstGeom prst="rect">
            <a:avLst/>
          </a:prstGeom>
          <a:noFill/>
        </p:spPr>
        <p:txBody>
          <a:bodyPr wrap="square" lIns="0" tIns="0" rIns="0" bIns="0" rtlCol="0" anchor="ctr" anchorCtr="0">
            <a:noAutofit/>
          </a:bodyPr>
          <a:lstStyle/>
          <a:p>
            <a:pPr marL="0" marR="0" lvl="0" indent="0" algn="l" defTabSz="234000" rtl="0" eaLnBrk="1" fontAlgn="auto" latinLnBrk="0" hangingPunct="1">
              <a:lnSpc>
                <a:spcPct val="100000"/>
              </a:lnSpc>
              <a:spcBef>
                <a:spcPts val="0"/>
              </a:spcBef>
              <a:spcAft>
                <a:spcPts val="0"/>
              </a:spcAft>
              <a:buClrTx/>
              <a:buSzTx/>
              <a:buFontTx/>
              <a:buNone/>
              <a:tabLst/>
              <a:defRPr/>
            </a:pPr>
            <a:r>
              <a:rPr lang="en-US" altLang="ja-JP" sz="813" dirty="0">
                <a:solidFill>
                  <a:schemeClr val="bg1"/>
                </a:solidFill>
              </a:rPr>
              <a:t>© 2025 NTT DATA University Corporation</a:t>
            </a:r>
          </a:p>
        </p:txBody>
      </p:sp>
    </p:spTree>
    <p:extLst>
      <p:ext uri="{BB962C8B-B14F-4D97-AF65-F5344CB8AC3E}">
        <p14:creationId xmlns:p14="http://schemas.microsoft.com/office/powerpoint/2010/main" val="3452546480"/>
      </p:ext>
    </p:extLst>
  </p:cSld>
  <p:clrMap bg1="lt1" tx1="dk1" bg2="lt2" tx2="dk2" accent1="accent1" accent2="accent2" accent3="accent3" accent4="accent4" accent5="accent5" accent6="accent6" hlink="hlink" folHlink="folHlink"/>
  <p:sldLayoutIdLst>
    <p:sldLayoutId id="2147483799" r:id="rId1"/>
    <p:sldLayoutId id="2147483800" r:id="rId2"/>
    <p:sldLayoutId id="2147483801" r:id="rId3"/>
    <p:sldLayoutId id="2147483802" r:id="rId4"/>
    <p:sldLayoutId id="2147483803" r:id="rId5"/>
    <p:sldLayoutId id="2147483804" r:id="rId6"/>
    <p:sldLayoutId id="2147483805" r:id="rId7"/>
    <p:sldLayoutId id="2147483806" r:id="rId8"/>
    <p:sldLayoutId id="2147483807" r:id="rId9"/>
    <p:sldLayoutId id="2147483808" r:id="rId10"/>
    <p:sldLayoutId id="2147483809" r:id="rId11"/>
    <p:sldLayoutId id="2147483810" r:id="rId12"/>
    <p:sldLayoutId id="2147483811" r:id="rId13"/>
  </p:sldLayoutIdLst>
  <p:hf hdr="0" dt="0"/>
  <p:txStyles>
    <p:titleStyle>
      <a:lvl1pPr algn="l" defTabSz="495263" rtl="0" eaLnBrk="1" fontAlgn="base" hangingPunct="1">
        <a:spcBef>
          <a:spcPct val="0"/>
        </a:spcBef>
        <a:spcAft>
          <a:spcPct val="0"/>
        </a:spcAft>
        <a:defRPr kumimoji="1" sz="1950" b="1" i="0" kern="1200" spc="0" baseline="0">
          <a:solidFill>
            <a:schemeClr val="bg1"/>
          </a:solidFill>
          <a:latin typeface="+mj-ea"/>
          <a:ea typeface="+mj-ea"/>
          <a:cs typeface="HGPGothicE" charset="-128"/>
        </a:defRPr>
      </a:lvl1pPr>
      <a:lvl2pPr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2pPr>
      <a:lvl3pPr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3pPr>
      <a:lvl4pPr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4pPr>
      <a:lvl5pPr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5pPr>
      <a:lvl6pPr marL="495263"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6pPr>
      <a:lvl7pPr marL="990527"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7pPr>
      <a:lvl8pPr marL="1485790"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8pPr>
      <a:lvl9pPr marL="1981052"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9pPr>
    </p:titleStyle>
    <p:bodyStyle>
      <a:lvl1pPr marL="0" indent="0" algn="l" defTabSz="234000" rtl="0" eaLnBrk="1" fontAlgn="base" hangingPunct="1">
        <a:spcBef>
          <a:spcPct val="20000"/>
        </a:spcBef>
        <a:spcAft>
          <a:spcPct val="0"/>
        </a:spcAft>
        <a:buFont typeface="Arial" panose="020B0604020202020204" pitchFamily="34" charset="0"/>
        <a:buNone/>
        <a:tabLst/>
        <a:defRPr kumimoji="1" sz="1463" kern="1200">
          <a:solidFill>
            <a:schemeClr val="bg1"/>
          </a:solidFill>
          <a:latin typeface="+mn-ea"/>
          <a:ea typeface="+mn-ea"/>
          <a:cs typeface="Arial"/>
        </a:defRPr>
      </a:lvl1pPr>
      <a:lvl2pPr marL="292500" indent="-146250" algn="l" defTabSz="234000" rtl="0" eaLnBrk="1" fontAlgn="base" hangingPunct="1">
        <a:spcBef>
          <a:spcPct val="20000"/>
        </a:spcBef>
        <a:spcAft>
          <a:spcPct val="0"/>
        </a:spcAft>
        <a:buFont typeface="Arial" panose="020B0604020202020204" pitchFamily="34" charset="0"/>
        <a:buChar char="•"/>
        <a:tabLst/>
        <a:defRPr kumimoji="1" sz="1463" kern="1200">
          <a:solidFill>
            <a:schemeClr val="bg1"/>
          </a:solidFill>
          <a:latin typeface="+mn-ea"/>
          <a:ea typeface="+mn-ea"/>
          <a:cs typeface="Arial"/>
        </a:defRPr>
      </a:lvl2pPr>
      <a:lvl3pPr marL="438750" indent="-146250" algn="l" defTabSz="234000" rtl="0" eaLnBrk="1" fontAlgn="base" hangingPunct="1">
        <a:spcBef>
          <a:spcPct val="20000"/>
        </a:spcBef>
        <a:spcAft>
          <a:spcPct val="0"/>
        </a:spcAft>
        <a:buFont typeface="Arial" panose="020B0604020202020204" pitchFamily="34" charset="0"/>
        <a:buChar char="•"/>
        <a:tabLst/>
        <a:defRPr kumimoji="1" sz="1463" kern="1200">
          <a:solidFill>
            <a:schemeClr val="bg1"/>
          </a:solidFill>
          <a:latin typeface="+mn-ea"/>
          <a:ea typeface="+mn-ea"/>
          <a:cs typeface="Arial"/>
        </a:defRPr>
      </a:lvl3pPr>
      <a:lvl4pPr marL="585000" indent="-146250" algn="l" defTabSz="234000" rtl="0" eaLnBrk="1" fontAlgn="base" hangingPunct="1">
        <a:spcBef>
          <a:spcPct val="20000"/>
        </a:spcBef>
        <a:spcAft>
          <a:spcPct val="0"/>
        </a:spcAft>
        <a:buFont typeface="Arial" panose="020B0604020202020204" pitchFamily="34" charset="0"/>
        <a:buChar char="•"/>
        <a:tabLst/>
        <a:defRPr kumimoji="1" sz="1463" kern="1200">
          <a:solidFill>
            <a:schemeClr val="bg1"/>
          </a:solidFill>
          <a:latin typeface="+mn-ea"/>
          <a:ea typeface="+mn-ea"/>
          <a:cs typeface="Arial"/>
        </a:defRPr>
      </a:lvl4pPr>
      <a:lvl5pPr marL="731250" indent="-146250" algn="l" defTabSz="234000" rtl="0" eaLnBrk="1" fontAlgn="base" hangingPunct="1">
        <a:spcBef>
          <a:spcPct val="20000"/>
        </a:spcBef>
        <a:spcAft>
          <a:spcPct val="0"/>
        </a:spcAft>
        <a:buFont typeface="Arial" panose="020B0604020202020204" pitchFamily="34" charset="0"/>
        <a:buChar char="•"/>
        <a:tabLst/>
        <a:defRPr kumimoji="1" sz="1463" kern="1200">
          <a:solidFill>
            <a:schemeClr val="bg1"/>
          </a:solidFill>
          <a:latin typeface="+mn-ea"/>
          <a:ea typeface="+mn-ea"/>
          <a:cs typeface="Arial"/>
        </a:defRPr>
      </a:lvl5pPr>
      <a:lvl6pPr marL="2723945" indent="-247631" algn="l" defTabSz="495263" rtl="0" eaLnBrk="1" latinLnBrk="0" hangingPunct="1">
        <a:spcBef>
          <a:spcPct val="20000"/>
        </a:spcBef>
        <a:buFont typeface="Arial"/>
        <a:buChar char="•"/>
        <a:defRPr kumimoji="1" sz="2167" kern="1200">
          <a:solidFill>
            <a:schemeClr val="tx1"/>
          </a:solidFill>
          <a:latin typeface="+mn-lt"/>
          <a:ea typeface="+mn-ea"/>
          <a:cs typeface="+mn-cs"/>
        </a:defRPr>
      </a:lvl6pPr>
      <a:lvl7pPr marL="3219210" indent="-247631" algn="l" defTabSz="495263" rtl="0" eaLnBrk="1" latinLnBrk="0" hangingPunct="1">
        <a:spcBef>
          <a:spcPct val="20000"/>
        </a:spcBef>
        <a:buFont typeface="Arial"/>
        <a:buChar char="•"/>
        <a:defRPr kumimoji="1" sz="2167" kern="1200">
          <a:solidFill>
            <a:schemeClr val="tx1"/>
          </a:solidFill>
          <a:latin typeface="+mn-lt"/>
          <a:ea typeface="+mn-ea"/>
          <a:cs typeface="+mn-cs"/>
        </a:defRPr>
      </a:lvl7pPr>
      <a:lvl8pPr marL="3714472" indent="-247631" algn="l" defTabSz="495263" rtl="0" eaLnBrk="1" latinLnBrk="0" hangingPunct="1">
        <a:spcBef>
          <a:spcPct val="20000"/>
        </a:spcBef>
        <a:buFont typeface="Arial"/>
        <a:buChar char="•"/>
        <a:defRPr kumimoji="1" sz="2167" kern="1200">
          <a:solidFill>
            <a:schemeClr val="tx1"/>
          </a:solidFill>
          <a:latin typeface="+mn-lt"/>
          <a:ea typeface="+mn-ea"/>
          <a:cs typeface="+mn-cs"/>
        </a:defRPr>
      </a:lvl8pPr>
      <a:lvl9pPr marL="4209735" indent="-247631" algn="l" defTabSz="495263" rtl="0" eaLnBrk="1" latinLnBrk="0" hangingPunct="1">
        <a:spcBef>
          <a:spcPct val="20000"/>
        </a:spcBef>
        <a:buFont typeface="Arial"/>
        <a:buChar char="•"/>
        <a:defRPr kumimoji="1" sz="2167" kern="1200">
          <a:solidFill>
            <a:schemeClr val="tx1"/>
          </a:solidFill>
          <a:latin typeface="+mn-lt"/>
          <a:ea typeface="+mn-ea"/>
          <a:cs typeface="+mn-cs"/>
        </a:defRPr>
      </a:lvl9pPr>
    </p:bodyStyle>
    <p:otherStyle>
      <a:defPPr>
        <a:defRPr lang="en-US"/>
      </a:defPPr>
      <a:lvl1pPr marL="0" algn="l" defTabSz="495263" rtl="0" eaLnBrk="1" latinLnBrk="0" hangingPunct="1">
        <a:defRPr kumimoji="1" sz="1950" kern="1200">
          <a:solidFill>
            <a:schemeClr val="tx1"/>
          </a:solidFill>
          <a:latin typeface="+mn-lt"/>
          <a:ea typeface="+mn-ea"/>
          <a:cs typeface="+mn-cs"/>
        </a:defRPr>
      </a:lvl1pPr>
      <a:lvl2pPr marL="495263" algn="l" defTabSz="495263" rtl="0" eaLnBrk="1" latinLnBrk="0" hangingPunct="1">
        <a:defRPr kumimoji="1" sz="1950" kern="1200">
          <a:solidFill>
            <a:schemeClr val="tx1"/>
          </a:solidFill>
          <a:latin typeface="+mn-lt"/>
          <a:ea typeface="+mn-ea"/>
          <a:cs typeface="+mn-cs"/>
        </a:defRPr>
      </a:lvl2pPr>
      <a:lvl3pPr marL="990527" algn="l" defTabSz="495263" rtl="0" eaLnBrk="1" latinLnBrk="0" hangingPunct="1">
        <a:defRPr kumimoji="1" sz="1950" kern="1200">
          <a:solidFill>
            <a:schemeClr val="tx1"/>
          </a:solidFill>
          <a:latin typeface="+mn-lt"/>
          <a:ea typeface="+mn-ea"/>
          <a:cs typeface="+mn-cs"/>
        </a:defRPr>
      </a:lvl3pPr>
      <a:lvl4pPr marL="1485790" algn="l" defTabSz="495263" rtl="0" eaLnBrk="1" latinLnBrk="0" hangingPunct="1">
        <a:defRPr kumimoji="1" sz="1950" kern="1200">
          <a:solidFill>
            <a:schemeClr val="tx1"/>
          </a:solidFill>
          <a:latin typeface="+mn-lt"/>
          <a:ea typeface="+mn-ea"/>
          <a:cs typeface="+mn-cs"/>
        </a:defRPr>
      </a:lvl4pPr>
      <a:lvl5pPr marL="1981052" algn="l" defTabSz="495263" rtl="0" eaLnBrk="1" latinLnBrk="0" hangingPunct="1">
        <a:defRPr kumimoji="1" sz="1950" kern="1200">
          <a:solidFill>
            <a:schemeClr val="tx1"/>
          </a:solidFill>
          <a:latin typeface="+mn-lt"/>
          <a:ea typeface="+mn-ea"/>
          <a:cs typeface="+mn-cs"/>
        </a:defRPr>
      </a:lvl5pPr>
      <a:lvl6pPr marL="2476315" algn="l" defTabSz="495263" rtl="0" eaLnBrk="1" latinLnBrk="0" hangingPunct="1">
        <a:defRPr kumimoji="1" sz="1950" kern="1200">
          <a:solidFill>
            <a:schemeClr val="tx1"/>
          </a:solidFill>
          <a:latin typeface="+mn-lt"/>
          <a:ea typeface="+mn-ea"/>
          <a:cs typeface="+mn-cs"/>
        </a:defRPr>
      </a:lvl6pPr>
      <a:lvl7pPr marL="2971578" algn="l" defTabSz="495263" rtl="0" eaLnBrk="1" latinLnBrk="0" hangingPunct="1">
        <a:defRPr kumimoji="1" sz="1950" kern="1200">
          <a:solidFill>
            <a:schemeClr val="tx1"/>
          </a:solidFill>
          <a:latin typeface="+mn-lt"/>
          <a:ea typeface="+mn-ea"/>
          <a:cs typeface="+mn-cs"/>
        </a:defRPr>
      </a:lvl7pPr>
      <a:lvl8pPr marL="3466840" algn="l" defTabSz="495263" rtl="0" eaLnBrk="1" latinLnBrk="0" hangingPunct="1">
        <a:defRPr kumimoji="1" sz="1950" kern="1200">
          <a:solidFill>
            <a:schemeClr val="tx1"/>
          </a:solidFill>
          <a:latin typeface="+mn-lt"/>
          <a:ea typeface="+mn-ea"/>
          <a:cs typeface="+mn-cs"/>
        </a:defRPr>
      </a:lvl8pPr>
      <a:lvl9pPr marL="3962103" algn="l" defTabSz="495263" rtl="0" eaLnBrk="1" latinLnBrk="0" hangingPunct="1">
        <a:defRPr kumimoji="1" sz="19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34">
          <p15:clr>
            <a:srgbClr val="F26B43"/>
          </p15:clr>
        </p15:guide>
        <p15:guide id="4" orient="horz" pos="2160">
          <p15:clr>
            <a:srgbClr val="F26B43"/>
          </p15:clr>
        </p15:guide>
        <p15:guide id="6" orient="horz" pos="663">
          <p15:clr>
            <a:srgbClr val="F26B43"/>
          </p15:clr>
        </p15:guide>
        <p15:guide id="7" pos="3840">
          <p15:clr>
            <a:srgbClr val="F26B43"/>
          </p15:clr>
        </p15:guide>
        <p15:guide id="8" pos="7446">
          <p15:clr>
            <a:srgbClr val="F26B43"/>
          </p15:clr>
        </p15:guide>
        <p15:guide id="9" orient="horz" pos="3929">
          <p15:clr>
            <a:srgbClr val="F26B43"/>
          </p15:clr>
        </p15:guide>
        <p15:guide id="10" orient="horz" pos="210">
          <p15:clr>
            <a:srgbClr val="F26B43"/>
          </p15:clr>
        </p15:guide>
        <p15:guide id="12" orient="horz" pos="4201">
          <p15:clr>
            <a:srgbClr val="F26B43"/>
          </p15:clr>
        </p15:guide>
      </p15:sldGuideLst>
    </p:ext>
  </p:extLst>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accent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529708"/>
      </p:ext>
    </p:extLst>
  </p:cSld>
  <p:clrMap bg1="lt1" tx1="dk1" bg2="lt2" tx2="dk2" accent1="accent1" accent2="accent2" accent3="accent3" accent4="accent4" accent5="accent5" accent6="accent6" hlink="hlink" folHlink="folHlink"/>
  <p:sldLayoutIdLst>
    <p:sldLayoutId id="2147483813" r:id="rId1"/>
    <p:sldLayoutId id="2147483814" r:id="rId2"/>
  </p:sldLayoutIdLst>
  <p:hf hdr="0" dt="0"/>
  <p:txStyles>
    <p:titleStyle>
      <a:lvl1pPr algn="l" defTabSz="495263" rtl="0" eaLnBrk="1" fontAlgn="base" hangingPunct="1">
        <a:spcBef>
          <a:spcPct val="0"/>
        </a:spcBef>
        <a:spcAft>
          <a:spcPct val="0"/>
        </a:spcAft>
        <a:defRPr kumimoji="1" sz="1950" b="1" i="0" kern="1200" spc="163" baseline="0">
          <a:solidFill>
            <a:schemeClr val="tx1"/>
          </a:solidFill>
          <a:latin typeface="+mj-ea"/>
          <a:ea typeface="+mj-ea"/>
          <a:cs typeface="HGPGothicE" charset="-128"/>
        </a:defRPr>
      </a:lvl1pPr>
      <a:lvl2pPr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2pPr>
      <a:lvl3pPr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3pPr>
      <a:lvl4pPr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4pPr>
      <a:lvl5pPr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5pPr>
      <a:lvl6pPr marL="495263"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6pPr>
      <a:lvl7pPr marL="990527"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7pPr>
      <a:lvl8pPr marL="1485790"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8pPr>
      <a:lvl9pPr marL="1981052"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9pPr>
    </p:titleStyle>
    <p:bodyStyle>
      <a:lvl1pPr marL="0" indent="0" algn="l" defTabSz="495263" rtl="0" eaLnBrk="1" fontAlgn="base" hangingPunct="1">
        <a:spcBef>
          <a:spcPct val="20000"/>
        </a:spcBef>
        <a:spcAft>
          <a:spcPct val="0"/>
        </a:spcAft>
        <a:buFont typeface="Arial" pitchFamily="34" charset="0"/>
        <a:buNone/>
        <a:defRPr kumimoji="1" sz="1463" kern="1200">
          <a:solidFill>
            <a:schemeClr val="tx1"/>
          </a:solidFill>
          <a:latin typeface="+mn-ea"/>
          <a:ea typeface="+mn-ea"/>
          <a:cs typeface="Arial"/>
        </a:defRPr>
      </a:lvl1pPr>
      <a:lvl2pPr marL="739455" indent="-244191" algn="l" defTabSz="495263" rtl="0" eaLnBrk="1" fontAlgn="base" hangingPunct="1">
        <a:spcBef>
          <a:spcPct val="20000"/>
        </a:spcBef>
        <a:spcAft>
          <a:spcPct val="0"/>
        </a:spcAft>
        <a:buFont typeface="Arial" pitchFamily="34" charset="0"/>
        <a:buChar char="–"/>
        <a:defRPr kumimoji="1" sz="2167" kern="1200">
          <a:solidFill>
            <a:schemeClr val="tx1"/>
          </a:solidFill>
          <a:latin typeface="+mn-ea"/>
          <a:ea typeface="+mn-ea"/>
          <a:cs typeface="Arial"/>
        </a:defRPr>
      </a:lvl2pPr>
      <a:lvl3pPr marL="1181409" indent="-190883" algn="l" defTabSz="495263" rtl="0" eaLnBrk="1" fontAlgn="base" hangingPunct="1">
        <a:spcBef>
          <a:spcPct val="20000"/>
        </a:spcBef>
        <a:spcAft>
          <a:spcPct val="0"/>
        </a:spcAft>
        <a:buFont typeface="Arial" pitchFamily="34" charset="0"/>
        <a:buChar char="•"/>
        <a:defRPr kumimoji="1" sz="2167" kern="1200">
          <a:solidFill>
            <a:schemeClr val="tx1"/>
          </a:solidFill>
          <a:latin typeface="+mn-ea"/>
          <a:ea typeface="+mn-ea"/>
          <a:cs typeface="Arial"/>
        </a:defRPr>
      </a:lvl3pPr>
      <a:lvl4pPr marL="1673232" indent="-187445" algn="l" defTabSz="495263" rtl="0" eaLnBrk="1" fontAlgn="base" hangingPunct="1">
        <a:spcBef>
          <a:spcPct val="20000"/>
        </a:spcBef>
        <a:spcAft>
          <a:spcPct val="0"/>
        </a:spcAft>
        <a:buFont typeface="Arial" pitchFamily="34" charset="0"/>
        <a:buChar char="–"/>
        <a:defRPr kumimoji="1" sz="2167" kern="1200">
          <a:solidFill>
            <a:schemeClr val="tx1"/>
          </a:solidFill>
          <a:latin typeface="+mn-ea"/>
          <a:ea typeface="+mn-ea"/>
          <a:cs typeface="Arial"/>
        </a:defRPr>
      </a:lvl4pPr>
      <a:lvl5pPr marL="2166775" indent="-185725" algn="l" defTabSz="495263" rtl="0" eaLnBrk="1" fontAlgn="base" hangingPunct="1">
        <a:spcBef>
          <a:spcPct val="20000"/>
        </a:spcBef>
        <a:spcAft>
          <a:spcPct val="0"/>
        </a:spcAft>
        <a:buFont typeface="Arial" pitchFamily="34" charset="0"/>
        <a:buChar char="»"/>
        <a:defRPr kumimoji="1" sz="2167" kern="1200">
          <a:solidFill>
            <a:schemeClr val="tx1"/>
          </a:solidFill>
          <a:latin typeface="+mn-ea"/>
          <a:ea typeface="+mn-ea"/>
          <a:cs typeface="Arial"/>
        </a:defRPr>
      </a:lvl5pPr>
      <a:lvl6pPr marL="2723945" indent="-247631" algn="l" defTabSz="495263" rtl="0" eaLnBrk="1" latinLnBrk="0" hangingPunct="1">
        <a:spcBef>
          <a:spcPct val="20000"/>
        </a:spcBef>
        <a:buFont typeface="Arial"/>
        <a:buChar char="•"/>
        <a:defRPr kumimoji="1" sz="2167" kern="1200">
          <a:solidFill>
            <a:schemeClr val="tx1"/>
          </a:solidFill>
          <a:latin typeface="+mn-lt"/>
          <a:ea typeface="+mn-ea"/>
          <a:cs typeface="+mn-cs"/>
        </a:defRPr>
      </a:lvl6pPr>
      <a:lvl7pPr marL="3219210" indent="-247631" algn="l" defTabSz="495263" rtl="0" eaLnBrk="1" latinLnBrk="0" hangingPunct="1">
        <a:spcBef>
          <a:spcPct val="20000"/>
        </a:spcBef>
        <a:buFont typeface="Arial"/>
        <a:buChar char="•"/>
        <a:defRPr kumimoji="1" sz="2167" kern="1200">
          <a:solidFill>
            <a:schemeClr val="tx1"/>
          </a:solidFill>
          <a:latin typeface="+mn-lt"/>
          <a:ea typeface="+mn-ea"/>
          <a:cs typeface="+mn-cs"/>
        </a:defRPr>
      </a:lvl7pPr>
      <a:lvl8pPr marL="3714472" indent="-247631" algn="l" defTabSz="495263" rtl="0" eaLnBrk="1" latinLnBrk="0" hangingPunct="1">
        <a:spcBef>
          <a:spcPct val="20000"/>
        </a:spcBef>
        <a:buFont typeface="Arial"/>
        <a:buChar char="•"/>
        <a:defRPr kumimoji="1" sz="2167" kern="1200">
          <a:solidFill>
            <a:schemeClr val="tx1"/>
          </a:solidFill>
          <a:latin typeface="+mn-lt"/>
          <a:ea typeface="+mn-ea"/>
          <a:cs typeface="+mn-cs"/>
        </a:defRPr>
      </a:lvl8pPr>
      <a:lvl9pPr marL="4209735" indent="-247631" algn="l" defTabSz="495263" rtl="0" eaLnBrk="1" latinLnBrk="0" hangingPunct="1">
        <a:spcBef>
          <a:spcPct val="20000"/>
        </a:spcBef>
        <a:buFont typeface="Arial"/>
        <a:buChar char="•"/>
        <a:defRPr kumimoji="1" sz="2167" kern="1200">
          <a:solidFill>
            <a:schemeClr val="tx1"/>
          </a:solidFill>
          <a:latin typeface="+mn-lt"/>
          <a:ea typeface="+mn-ea"/>
          <a:cs typeface="+mn-cs"/>
        </a:defRPr>
      </a:lvl9pPr>
    </p:bodyStyle>
    <p:otherStyle>
      <a:defPPr>
        <a:defRPr lang="en-US"/>
      </a:defPPr>
      <a:lvl1pPr marL="0" algn="l" defTabSz="495263" rtl="0" eaLnBrk="1" latinLnBrk="0" hangingPunct="1">
        <a:defRPr kumimoji="1" sz="1950" kern="1200">
          <a:solidFill>
            <a:schemeClr val="tx1"/>
          </a:solidFill>
          <a:latin typeface="+mn-lt"/>
          <a:ea typeface="+mn-ea"/>
          <a:cs typeface="+mn-cs"/>
        </a:defRPr>
      </a:lvl1pPr>
      <a:lvl2pPr marL="495263" algn="l" defTabSz="495263" rtl="0" eaLnBrk="1" latinLnBrk="0" hangingPunct="1">
        <a:defRPr kumimoji="1" sz="1950" kern="1200">
          <a:solidFill>
            <a:schemeClr val="tx1"/>
          </a:solidFill>
          <a:latin typeface="+mn-lt"/>
          <a:ea typeface="+mn-ea"/>
          <a:cs typeface="+mn-cs"/>
        </a:defRPr>
      </a:lvl2pPr>
      <a:lvl3pPr marL="990527" algn="l" defTabSz="495263" rtl="0" eaLnBrk="1" latinLnBrk="0" hangingPunct="1">
        <a:defRPr kumimoji="1" sz="1950" kern="1200">
          <a:solidFill>
            <a:schemeClr val="tx1"/>
          </a:solidFill>
          <a:latin typeface="+mn-lt"/>
          <a:ea typeface="+mn-ea"/>
          <a:cs typeface="+mn-cs"/>
        </a:defRPr>
      </a:lvl3pPr>
      <a:lvl4pPr marL="1485790" algn="l" defTabSz="495263" rtl="0" eaLnBrk="1" latinLnBrk="0" hangingPunct="1">
        <a:defRPr kumimoji="1" sz="1950" kern="1200">
          <a:solidFill>
            <a:schemeClr val="tx1"/>
          </a:solidFill>
          <a:latin typeface="+mn-lt"/>
          <a:ea typeface="+mn-ea"/>
          <a:cs typeface="+mn-cs"/>
        </a:defRPr>
      </a:lvl4pPr>
      <a:lvl5pPr marL="1981052" algn="l" defTabSz="495263" rtl="0" eaLnBrk="1" latinLnBrk="0" hangingPunct="1">
        <a:defRPr kumimoji="1" sz="1950" kern="1200">
          <a:solidFill>
            <a:schemeClr val="tx1"/>
          </a:solidFill>
          <a:latin typeface="+mn-lt"/>
          <a:ea typeface="+mn-ea"/>
          <a:cs typeface="+mn-cs"/>
        </a:defRPr>
      </a:lvl5pPr>
      <a:lvl6pPr marL="2476315" algn="l" defTabSz="495263" rtl="0" eaLnBrk="1" latinLnBrk="0" hangingPunct="1">
        <a:defRPr kumimoji="1" sz="1950" kern="1200">
          <a:solidFill>
            <a:schemeClr val="tx1"/>
          </a:solidFill>
          <a:latin typeface="+mn-lt"/>
          <a:ea typeface="+mn-ea"/>
          <a:cs typeface="+mn-cs"/>
        </a:defRPr>
      </a:lvl6pPr>
      <a:lvl7pPr marL="2971578" algn="l" defTabSz="495263" rtl="0" eaLnBrk="1" latinLnBrk="0" hangingPunct="1">
        <a:defRPr kumimoji="1" sz="1950" kern="1200">
          <a:solidFill>
            <a:schemeClr val="tx1"/>
          </a:solidFill>
          <a:latin typeface="+mn-lt"/>
          <a:ea typeface="+mn-ea"/>
          <a:cs typeface="+mn-cs"/>
        </a:defRPr>
      </a:lvl7pPr>
      <a:lvl8pPr marL="3466840" algn="l" defTabSz="495263" rtl="0" eaLnBrk="1" latinLnBrk="0" hangingPunct="1">
        <a:defRPr kumimoji="1" sz="1950" kern="1200">
          <a:solidFill>
            <a:schemeClr val="tx1"/>
          </a:solidFill>
          <a:latin typeface="+mn-lt"/>
          <a:ea typeface="+mn-ea"/>
          <a:cs typeface="+mn-cs"/>
        </a:defRPr>
      </a:lvl8pPr>
      <a:lvl9pPr marL="3962103" algn="l" defTabSz="495263" rtl="0" eaLnBrk="1" latinLnBrk="0" hangingPunct="1">
        <a:defRPr kumimoji="1" sz="195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2160">
          <p15:clr>
            <a:srgbClr val="F26B43"/>
          </p15:clr>
        </p15:guide>
        <p15:guide id="3"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2" Type="http://schemas.openxmlformats.org/officeDocument/2006/relationships/hyperlink" Target="https://note.com/kajiken0630/n/nceb7f1b4fdd6" TargetMode="External"/><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3.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svg"/><Relationship Id="rId1" Type="http://schemas.openxmlformats.org/officeDocument/2006/relationships/slideLayout" Target="../slideLayouts/slideLayout22.xml"/><Relationship Id="rId4" Type="http://schemas.openxmlformats.org/officeDocument/2006/relationships/image" Target="../media/image30.svg"/></Relationships>
</file>

<file path=ppt/slides/_rels/slide14.xml.rels><?xml version="1.0" encoding="UTF-8" standalone="yes"?>
<Relationships xmlns="http://schemas.openxmlformats.org/package/2006/relationships"><Relationship Id="rId13" Type="http://schemas.openxmlformats.org/officeDocument/2006/relationships/image" Target="../media/image42.png"/><Relationship Id="rId18" Type="http://schemas.openxmlformats.org/officeDocument/2006/relationships/image" Target="../media/image47.png"/><Relationship Id="rId26" Type="http://schemas.openxmlformats.org/officeDocument/2006/relationships/image" Target="../media/image55.png"/><Relationship Id="rId3" Type="http://schemas.openxmlformats.org/officeDocument/2006/relationships/image" Target="../media/image32.svg"/><Relationship Id="rId21" Type="http://schemas.openxmlformats.org/officeDocument/2006/relationships/image" Target="../media/image50.png"/><Relationship Id="rId34" Type="http://schemas.openxmlformats.org/officeDocument/2006/relationships/image" Target="../media/image63.svg"/><Relationship Id="rId7" Type="http://schemas.openxmlformats.org/officeDocument/2006/relationships/image" Target="../media/image36.svg"/><Relationship Id="rId12" Type="http://schemas.openxmlformats.org/officeDocument/2006/relationships/image" Target="../media/image41.png"/><Relationship Id="rId17" Type="http://schemas.openxmlformats.org/officeDocument/2006/relationships/image" Target="../media/image46.png"/><Relationship Id="rId25" Type="http://schemas.openxmlformats.org/officeDocument/2006/relationships/image" Target="../media/image54.png"/><Relationship Id="rId33" Type="http://schemas.openxmlformats.org/officeDocument/2006/relationships/image" Target="../media/image62.svg"/><Relationship Id="rId2" Type="http://schemas.openxmlformats.org/officeDocument/2006/relationships/image" Target="../media/image31.png"/><Relationship Id="rId16" Type="http://schemas.openxmlformats.org/officeDocument/2006/relationships/image" Target="../media/image45.svg"/><Relationship Id="rId20" Type="http://schemas.openxmlformats.org/officeDocument/2006/relationships/image" Target="../media/image49.png"/><Relationship Id="rId29" Type="http://schemas.openxmlformats.org/officeDocument/2006/relationships/image" Target="../media/image58.svg"/><Relationship Id="rId1" Type="http://schemas.openxmlformats.org/officeDocument/2006/relationships/slideLayout" Target="../slideLayouts/slideLayout22.xml"/><Relationship Id="rId6" Type="http://schemas.openxmlformats.org/officeDocument/2006/relationships/image" Target="../media/image35.svg"/><Relationship Id="rId11" Type="http://schemas.openxmlformats.org/officeDocument/2006/relationships/image" Target="../media/image40.png"/><Relationship Id="rId24" Type="http://schemas.openxmlformats.org/officeDocument/2006/relationships/image" Target="../media/image53.png"/><Relationship Id="rId32" Type="http://schemas.openxmlformats.org/officeDocument/2006/relationships/image" Target="../media/image61.svg"/><Relationship Id="rId5" Type="http://schemas.openxmlformats.org/officeDocument/2006/relationships/image" Target="../media/image34.svg"/><Relationship Id="rId15" Type="http://schemas.openxmlformats.org/officeDocument/2006/relationships/image" Target="../media/image44.png"/><Relationship Id="rId23" Type="http://schemas.openxmlformats.org/officeDocument/2006/relationships/image" Target="../media/image52.png"/><Relationship Id="rId28" Type="http://schemas.openxmlformats.org/officeDocument/2006/relationships/image" Target="../media/image57.svg"/><Relationship Id="rId10" Type="http://schemas.openxmlformats.org/officeDocument/2006/relationships/image" Target="../media/image39.png"/><Relationship Id="rId19" Type="http://schemas.openxmlformats.org/officeDocument/2006/relationships/image" Target="../media/image48.png"/><Relationship Id="rId31" Type="http://schemas.openxmlformats.org/officeDocument/2006/relationships/image" Target="../media/image60.svg"/><Relationship Id="rId4" Type="http://schemas.openxmlformats.org/officeDocument/2006/relationships/image" Target="../media/image33.svg"/><Relationship Id="rId9" Type="http://schemas.openxmlformats.org/officeDocument/2006/relationships/image" Target="../media/image38.svg"/><Relationship Id="rId14" Type="http://schemas.openxmlformats.org/officeDocument/2006/relationships/image" Target="../media/image43.png"/><Relationship Id="rId22" Type="http://schemas.openxmlformats.org/officeDocument/2006/relationships/image" Target="../media/image51.png"/><Relationship Id="rId27" Type="http://schemas.openxmlformats.org/officeDocument/2006/relationships/image" Target="../media/image56.png"/><Relationship Id="rId30" Type="http://schemas.openxmlformats.org/officeDocument/2006/relationships/image" Target="../media/image59.svg"/><Relationship Id="rId35" Type="http://schemas.openxmlformats.org/officeDocument/2006/relationships/hyperlink" Target="https://dwp.nttdata.com/hashtag/dwp-2025-11-17-001?ref=d3c0f086-903b-4188-b785-f808c143cda5" TargetMode="External"/><Relationship Id="rId8" Type="http://schemas.openxmlformats.org/officeDocument/2006/relationships/image" Target="../media/image37.svg"/></Relationships>
</file>

<file path=ppt/slides/_rels/slide15.xml.rels><?xml version="1.0" encoding="UTF-8" standalone="yes"?>
<Relationships xmlns="http://schemas.openxmlformats.org/package/2006/relationships"><Relationship Id="rId2" Type="http://schemas.openxmlformats.org/officeDocument/2006/relationships/hyperlink" Target="https://dwp.nttdata.com/hashtag/dwp-2025-11-17-001?ref=d3c0f086-903b-4188-b785-f808c143cda5" TargetMode="External"/><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3" Type="http://schemas.openxmlformats.org/officeDocument/2006/relationships/hyperlink" Target="https://dwp.nttdata.com/hashtag/dwp-2025-11-17-001?ref=d3c0f086-903b-4188-b785-f808c143cda5" TargetMode="External"/><Relationship Id="rId2" Type="http://schemas.openxmlformats.org/officeDocument/2006/relationships/image" Target="../media/image64.png"/><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svg"/><Relationship Id="rId1" Type="http://schemas.openxmlformats.org/officeDocument/2006/relationships/slideLayout" Target="../slideLayouts/slideLayout22.xml"/><Relationship Id="rId4" Type="http://schemas.openxmlformats.org/officeDocument/2006/relationships/image" Target="../media/image30.svg"/></Relationships>
</file>

<file path=ppt/slides/_rels/slide1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svg"/><Relationship Id="rId1" Type="http://schemas.openxmlformats.org/officeDocument/2006/relationships/slideLayout" Target="../slideLayouts/slideLayout22.xml"/><Relationship Id="rId4" Type="http://schemas.openxmlformats.org/officeDocument/2006/relationships/image" Target="../media/image30.svg"/></Relationships>
</file>

<file path=ppt/slides/_rels/slide21.xml.rels><?xml version="1.0" encoding="UTF-8" standalone="yes"?>
<Relationships xmlns="http://schemas.openxmlformats.org/package/2006/relationships"><Relationship Id="rId8" Type="http://schemas.openxmlformats.org/officeDocument/2006/relationships/image" Target="../media/image74.png"/><Relationship Id="rId13" Type="http://schemas.openxmlformats.org/officeDocument/2006/relationships/image" Target="../media/image79.png"/><Relationship Id="rId18" Type="http://schemas.openxmlformats.org/officeDocument/2006/relationships/image" Target="../media/image750.png"/><Relationship Id="rId3" Type="http://schemas.openxmlformats.org/officeDocument/2006/relationships/image" Target="../media/image69.png"/><Relationship Id="rId7" Type="http://schemas.openxmlformats.org/officeDocument/2006/relationships/image" Target="../media/image73.png"/><Relationship Id="rId12" Type="http://schemas.openxmlformats.org/officeDocument/2006/relationships/image" Target="../media/image78.png"/><Relationship Id="rId17" Type="http://schemas.openxmlformats.org/officeDocument/2006/relationships/customXml" Target="../ink/ink2.xml"/><Relationship Id="rId2" Type="http://schemas.openxmlformats.org/officeDocument/2006/relationships/image" Target="../media/image68.png"/><Relationship Id="rId16" Type="http://schemas.openxmlformats.org/officeDocument/2006/relationships/image" Target="../media/image740.png"/><Relationship Id="rId20" Type="http://schemas.openxmlformats.org/officeDocument/2006/relationships/hyperlink" Target="https://dwp.nttdata.com/hashtag/dwp-2025-11-17-001?ref=d3c0f086-903b-4188-b785-f808c143cda5" TargetMode="External"/><Relationship Id="rId1" Type="http://schemas.openxmlformats.org/officeDocument/2006/relationships/slideLayout" Target="../slideLayouts/slideLayout22.xml"/><Relationship Id="rId6" Type="http://schemas.openxmlformats.org/officeDocument/2006/relationships/image" Target="../media/image72.png"/><Relationship Id="rId11" Type="http://schemas.openxmlformats.org/officeDocument/2006/relationships/image" Target="../media/image77.png"/><Relationship Id="rId5" Type="http://schemas.openxmlformats.org/officeDocument/2006/relationships/image" Target="../media/image71.png"/><Relationship Id="rId10" Type="http://schemas.openxmlformats.org/officeDocument/2006/relationships/image" Target="../media/image76.png"/><Relationship Id="rId19" Type="http://schemas.openxmlformats.org/officeDocument/2006/relationships/image" Target="../media/image80.emf"/><Relationship Id="rId4" Type="http://schemas.openxmlformats.org/officeDocument/2006/relationships/image" Target="../media/image70.png"/><Relationship Id="rId9" Type="http://schemas.openxmlformats.org/officeDocument/2006/relationships/image" Target="../media/image75.png"/><Relationship Id="rId14" Type="http://schemas.openxmlformats.org/officeDocument/2006/relationships/customXml" Target="../ink/ink1.xml"/></Relationships>
</file>

<file path=ppt/slides/_rels/slide22.xml.rels><?xml version="1.0" encoding="UTF-8" standalone="yes"?>
<Relationships xmlns="http://schemas.openxmlformats.org/package/2006/relationships"><Relationship Id="rId3" Type="http://schemas.openxmlformats.org/officeDocument/2006/relationships/hyperlink" Target="https://dwp.nttdata.com/hashtag/dwp-2025-11-17-001?ref=d3c0f086-903b-4188-b785-f808c143cda5" TargetMode="External"/><Relationship Id="rId2" Type="http://schemas.openxmlformats.org/officeDocument/2006/relationships/image" Target="../media/image81.png"/><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3" Type="http://schemas.openxmlformats.org/officeDocument/2006/relationships/hyperlink" Target="https://dwp.nttdata.com/hashtag/dwp-2025-11-17-001?ref=d3c0f086-903b-4188-b785-f808c143cda5" TargetMode="External"/><Relationship Id="rId2" Type="http://schemas.openxmlformats.org/officeDocument/2006/relationships/image" Target="../media/image82.png"/><Relationship Id="rId1" Type="http://schemas.openxmlformats.org/officeDocument/2006/relationships/slideLayout" Target="../slideLayouts/slideLayout22.xml"/></Relationships>
</file>

<file path=ppt/slides/_rels/slide24.xml.rels><?xml version="1.0" encoding="UTF-8" standalone="yes"?>
<Relationships xmlns="http://schemas.openxmlformats.org/package/2006/relationships"><Relationship Id="rId3" Type="http://schemas.openxmlformats.org/officeDocument/2006/relationships/hyperlink" Target="https://dwp.nttdata.com/hashtag/dwp-2025-11-17-001?ref=d3c0f086-903b-4188-b785-f808c143cda5" TargetMode="External"/><Relationship Id="rId2" Type="http://schemas.openxmlformats.org/officeDocument/2006/relationships/image" Target="../media/image83.png"/><Relationship Id="rId1" Type="http://schemas.openxmlformats.org/officeDocument/2006/relationships/slideLayout" Target="../slideLayouts/slideLayout22.xml"/></Relationships>
</file>

<file path=ppt/slides/_rels/slide25.xml.rels><?xml version="1.0" encoding="UTF-8" standalone="yes"?>
<Relationships xmlns="http://schemas.openxmlformats.org/package/2006/relationships"><Relationship Id="rId3" Type="http://schemas.openxmlformats.org/officeDocument/2006/relationships/hyperlink" Target="https://nttdatahr.service-now.com/data_finder?id=df_article_detail_page&amp;sys_id=70ffa6e99302b2d076f43ccdfaba10fd" TargetMode="External"/><Relationship Id="rId2" Type="http://schemas.openxmlformats.org/officeDocument/2006/relationships/image" Target="../media/image84.png"/><Relationship Id="rId1" Type="http://schemas.openxmlformats.org/officeDocument/2006/relationships/slideLayout" Target="../slideLayouts/slideLayout22.xml"/><Relationship Id="rId4" Type="http://schemas.openxmlformats.org/officeDocument/2006/relationships/hyperlink" Target="https://dwp.nttdata.com/document/document-3706ab3013970fe400088cb5b88cf3a8-01UXZOCZ6AE3TXRLBG7REYB7FEFKKJ6KLE" TargetMode="External"/></Relationships>
</file>

<file path=ppt/slides/_rels/slide26.xml.rels><?xml version="1.0" encoding="UTF-8" standalone="yes"?>
<Relationships xmlns="http://schemas.openxmlformats.org/package/2006/relationships"><Relationship Id="rId3" Type="http://schemas.openxmlformats.org/officeDocument/2006/relationships/hyperlink" Target="https://nttdatahr.service-now.com/data_finder?id=df_article_detail_page&amp;sys_id=70ffa6e99302b2d076f43ccdfaba10fd" TargetMode="External"/><Relationship Id="rId2" Type="http://schemas.openxmlformats.org/officeDocument/2006/relationships/image" Target="../media/image85.png"/><Relationship Id="rId1" Type="http://schemas.openxmlformats.org/officeDocument/2006/relationships/slideLayout" Target="../slideLayouts/slideLayout22.xml"/><Relationship Id="rId4" Type="http://schemas.openxmlformats.org/officeDocument/2006/relationships/hyperlink" Target="https://dwp.nttdata.com/document/document-3706ab3013970fe400088cb5b88cf3a8-01UXZOCZ6AE3TXRLBG7REYB7FEFKKJ6KLE" TargetMode="External"/></Relationships>
</file>

<file path=ppt/slides/_rels/slide27.xml.rels><?xml version="1.0" encoding="UTF-8" standalone="yes"?>
<Relationships xmlns="http://schemas.openxmlformats.org/package/2006/relationships"><Relationship Id="rId3" Type="http://schemas.openxmlformats.org/officeDocument/2006/relationships/hyperlink" Target="https://www.nttdata.com/global/ja/news/topics/2025/120300/" TargetMode="External"/><Relationship Id="rId2" Type="http://schemas.openxmlformats.org/officeDocument/2006/relationships/image" Target="../media/image86.png"/><Relationship Id="rId1" Type="http://schemas.openxmlformats.org/officeDocument/2006/relationships/slideLayout" Target="../slideLayouts/slideLayout22.xml"/><Relationship Id="rId5" Type="http://schemas.openxmlformats.org/officeDocument/2006/relationships/hyperlink" Target="https://dwp.nttdata.com/document/document-3706ab3013970fe400088cb5b88cf3a8-01UXZOCZ6AE3TXRLBG7REYB7FEFKKJ6KLE" TargetMode="External"/><Relationship Id="rId4" Type="http://schemas.openxmlformats.org/officeDocument/2006/relationships/hyperlink" Target="https://nttdatahr.service-now.com/data_finder?id=df_article_detail_page&amp;sys_id=70ffa6e99302b2d076f43ccdfaba10fd"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9.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22.xml"/></Relationships>
</file>

<file path=ppt/slides/_rels/slide30.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22.xml"/></Relationships>
</file>

<file path=ppt/slides/_rels/slide31.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22.xm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2.xml"/></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2.xml"/></Relationships>
</file>

<file path=ppt/slides/_rels/slide34.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22.xml"/></Relationships>
</file>

<file path=ppt/slides/_rels/slide35.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7.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0.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3.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2.xml"/></Relationships>
</file>

<file path=ppt/slides/_rels/slide44.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2.xml"/></Relationships>
</file>

<file path=ppt/slides/_rels/slide45.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8.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2.xml"/></Relationships>
</file>

<file path=ppt/slides/_rels/slide49.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1.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3.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2.xml"/></Relationships>
</file>

<file path=ppt/slides/_rels/slide54.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2.xml"/></Relationships>
</file>

<file path=ppt/slides/_rels/slide55.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22.xml"/></Relationships>
</file>

<file path=ppt/slides/_rels/slide56.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8.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2.xml"/></Relationships>
</file>

<file path=ppt/slides/_rels/slide59.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2.xml"/></Relationships>
</file>

<file path=ppt/slides/_rels/slide60.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22.xml"/><Relationship Id="rId4" Type="http://schemas.openxmlformats.org/officeDocument/2006/relationships/image" Target="../media/image112.png"/></Relationships>
</file>

<file path=ppt/slides/_rels/slide61.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slideLayout" Target="../slideLayouts/slideLayout2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65.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115.png"/><Relationship Id="rId1" Type="http://schemas.openxmlformats.org/officeDocument/2006/relationships/slideLayout" Target="../slideLayouts/slideLayout22.xml"/></Relationships>
</file>

<file path=ppt/slides/_rels/slide66.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2.xml"/></Relationships>
</file>

<file path=ppt/slides/_rels/slide67.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18.png"/><Relationship Id="rId1" Type="http://schemas.openxmlformats.org/officeDocument/2006/relationships/slideLayout" Target="../slideLayouts/slideLayout22.xml"/></Relationships>
</file>

<file path=ppt/slides/_rels/slide68.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71.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22.xml"/></Relationships>
</file>

<file path=ppt/slides/_rels/slide72.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22.xml"/></Relationships>
</file>

<file path=ppt/slides/_rels/slide73.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22.xml"/></Relationships>
</file>

<file path=ppt/slides/_rels/slide74.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22.xml"/></Relationships>
</file>

<file path=ppt/slides/_rels/slide75.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2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310EA-D1E9-E952-6C5F-23A87DD9F0F3}"/>
            </a:ext>
          </a:extLst>
        </p:cNvPr>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B18F26C8-EE07-9A3A-71DC-04C12A32E5F0}"/>
              </a:ext>
            </a:extLst>
          </p:cNvPr>
          <p:cNvSpPr>
            <a:spLocks noGrp="1"/>
          </p:cNvSpPr>
          <p:nvPr>
            <p:ph type="body" sz="quarter" idx="11"/>
          </p:nvPr>
        </p:nvSpPr>
        <p:spPr/>
        <p:txBody>
          <a:bodyPr/>
          <a:lstStyle/>
          <a:p>
            <a:r>
              <a:rPr lang="ja-JP" altLang="en-US" dirty="0"/>
              <a:t>生成</a:t>
            </a:r>
            <a:r>
              <a:rPr lang="en-US" altLang="ja-JP" dirty="0"/>
              <a:t>AI</a:t>
            </a:r>
            <a:r>
              <a:rPr lang="ja-JP" altLang="en-US" dirty="0"/>
              <a:t>の基礎</a:t>
            </a:r>
          </a:p>
        </p:txBody>
      </p:sp>
      <p:sp>
        <p:nvSpPr>
          <p:cNvPr id="7" name="テキスト プレースホルダー 4">
            <a:extLst>
              <a:ext uri="{FF2B5EF4-FFF2-40B4-BE49-F238E27FC236}">
                <a16:creationId xmlns:a16="http://schemas.microsoft.com/office/drawing/2014/main" id="{2BABA287-AE9E-D3CF-EB68-E6A283F29049}"/>
              </a:ext>
            </a:extLst>
          </p:cNvPr>
          <p:cNvSpPr txBox="1">
            <a:spLocks/>
          </p:cNvSpPr>
          <p:nvPr/>
        </p:nvSpPr>
        <p:spPr>
          <a:xfrm>
            <a:off x="7439995" y="339447"/>
            <a:ext cx="2173672" cy="524553"/>
          </a:xfrm>
          <a:prstGeom prst="rect">
            <a:avLst/>
          </a:prstGeom>
          <a:noFill/>
          <a:ln>
            <a:solidFill>
              <a:schemeClr val="bg1"/>
            </a:solidFill>
          </a:ln>
        </p:spPr>
        <p:style>
          <a:lnRef idx="2">
            <a:schemeClr val="accent2"/>
          </a:lnRef>
          <a:fillRef idx="1">
            <a:schemeClr val="lt1"/>
          </a:fillRef>
          <a:effectRef idx="0">
            <a:schemeClr val="accent2"/>
          </a:effectRef>
          <a:fontRef idx="minor">
            <a:schemeClr val="dk1"/>
          </a:fontRef>
        </p:style>
        <p:txBody>
          <a:bodyPr wrap="square" tIns="54000" bIns="54000" anchor="ctr">
            <a:spAutoFit/>
          </a:bodyPr>
          <a:lstStyle>
            <a:lvl1pPr marL="0" indent="0" algn="l" defTabSz="432000" rtl="0" eaLnBrk="0" fontAlgn="base" hangingPunct="0">
              <a:lnSpc>
                <a:spcPct val="100000"/>
              </a:lnSpc>
              <a:spcBef>
                <a:spcPts val="120"/>
              </a:spcBef>
              <a:spcAft>
                <a:spcPct val="0"/>
              </a:spcAft>
              <a:buFont typeface="+mj-lt"/>
              <a:buNone/>
              <a:defRPr kumimoji="1" sz="700" kern="1200">
                <a:solidFill>
                  <a:schemeClr val="bg1"/>
                </a:solidFill>
                <a:latin typeface="MS PGothic" charset="-128"/>
                <a:ea typeface="MS PGothic" charset="-128"/>
                <a:cs typeface="MS PGothic" charset="-128"/>
              </a:defRPr>
            </a:lvl1pPr>
            <a:lvl2pPr marL="910099" indent="-300543" algn="l" defTabSz="609555" rtl="0" eaLnBrk="1" fontAlgn="base" hangingPunct="1">
              <a:spcBef>
                <a:spcPct val="20000"/>
              </a:spcBef>
              <a:spcAft>
                <a:spcPct val="0"/>
              </a:spcAft>
              <a:buFont typeface="Arial" pitchFamily="34" charset="0"/>
              <a:buChar char="–"/>
              <a:defRPr kumimoji="1" sz="2667" kern="1200">
                <a:solidFill>
                  <a:schemeClr val="tx1"/>
                </a:solidFill>
                <a:latin typeface="Arial"/>
                <a:ea typeface="+mn-ea"/>
                <a:cs typeface="Arial"/>
              </a:defRPr>
            </a:lvl2pPr>
            <a:lvl3pPr marL="1454042" indent="-234933" algn="l" defTabSz="609555" rtl="0" eaLnBrk="1" fontAlgn="base" hangingPunct="1">
              <a:spcBef>
                <a:spcPct val="20000"/>
              </a:spcBef>
              <a:spcAft>
                <a:spcPct val="0"/>
              </a:spcAft>
              <a:buFont typeface="Arial" pitchFamily="34" charset="0"/>
              <a:buChar char="•"/>
              <a:defRPr kumimoji="1" sz="2667" kern="1200">
                <a:solidFill>
                  <a:schemeClr val="tx1"/>
                </a:solidFill>
                <a:latin typeface="Arial"/>
                <a:ea typeface="+mn-ea"/>
                <a:cs typeface="Arial"/>
              </a:defRPr>
            </a:lvl3pPr>
            <a:lvl4pPr marL="2059363" indent="-230701" algn="l" defTabSz="609555" rtl="0" eaLnBrk="1" fontAlgn="base" hangingPunct="1">
              <a:spcBef>
                <a:spcPct val="20000"/>
              </a:spcBef>
              <a:spcAft>
                <a:spcPct val="0"/>
              </a:spcAft>
              <a:buFont typeface="Arial" pitchFamily="34" charset="0"/>
              <a:buChar char="–"/>
              <a:defRPr kumimoji="1" sz="2667" kern="1200">
                <a:solidFill>
                  <a:schemeClr val="tx1"/>
                </a:solidFill>
                <a:latin typeface="Arial"/>
                <a:ea typeface="+mn-ea"/>
                <a:cs typeface="Arial"/>
              </a:defRPr>
            </a:lvl4pPr>
            <a:lvl5pPr marL="2666800" indent="-228584" algn="l" defTabSz="609555" rtl="0" eaLnBrk="1" fontAlgn="base" hangingPunct="1">
              <a:spcBef>
                <a:spcPct val="20000"/>
              </a:spcBef>
              <a:spcAft>
                <a:spcPct val="0"/>
              </a:spcAft>
              <a:buFont typeface="Arial" pitchFamily="34" charset="0"/>
              <a:buChar char="»"/>
              <a:defRPr kumimoji="1" sz="2667" kern="1200">
                <a:solidFill>
                  <a:schemeClr val="tx1"/>
                </a:solidFill>
                <a:latin typeface="Arial"/>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sz="900" dirty="0">
                <a:latin typeface="Meiryo UI" panose="020B0604030504040204" pitchFamily="50" charset="-128"/>
                <a:ea typeface="Meiryo UI" panose="020B0604030504040204" pitchFamily="50" charset="-128"/>
                <a:cs typeface="HGPGothicE" charset="-128"/>
              </a:rPr>
              <a:t>情 報 種 別 ： 秘密（関係者限り）</a:t>
            </a:r>
            <a:br>
              <a:rPr lang="en-US" altLang="ja-JP" sz="900" dirty="0">
                <a:latin typeface="Meiryo UI" panose="020B0604030504040204" pitchFamily="50" charset="-128"/>
                <a:ea typeface="Meiryo UI" panose="020B0604030504040204" pitchFamily="50" charset="-128"/>
                <a:cs typeface="HGPGothicE" charset="-128"/>
              </a:rPr>
            </a:br>
            <a:r>
              <a:rPr lang="ja-JP" altLang="en-US" sz="900" dirty="0">
                <a:latin typeface="Meiryo UI" panose="020B0604030504040204" pitchFamily="50" charset="-128"/>
                <a:ea typeface="Meiryo UI" panose="020B0604030504040204" pitchFamily="50" charset="-128"/>
                <a:cs typeface="HGPGothicE" charset="-128"/>
              </a:rPr>
              <a:t>会　 社　 名 ： </a:t>
            </a:r>
            <a:r>
              <a:rPr lang="en-US" altLang="ja-JP" sz="900" dirty="0">
                <a:latin typeface="Meiryo UI" panose="020B0604030504040204" pitchFamily="50" charset="-128"/>
                <a:ea typeface="Meiryo UI" panose="020B0604030504040204" pitchFamily="50" charset="-128"/>
                <a:cs typeface="HGPGothicE" charset="-128"/>
              </a:rPr>
              <a:t>NTT</a:t>
            </a:r>
            <a:r>
              <a:rPr lang="ja-JP" altLang="en-US" sz="900" dirty="0">
                <a:latin typeface="Meiryo UI" panose="020B0604030504040204" pitchFamily="50" charset="-128"/>
                <a:ea typeface="Meiryo UI" panose="020B0604030504040204" pitchFamily="50" charset="-128"/>
                <a:cs typeface="HGPGothicE" charset="-128"/>
              </a:rPr>
              <a:t>データユニバーシティ</a:t>
            </a:r>
            <a:br>
              <a:rPr lang="en-US" altLang="ja-JP" sz="900" dirty="0">
                <a:latin typeface="Meiryo UI" panose="020B0604030504040204" pitchFamily="50" charset="-128"/>
                <a:ea typeface="Meiryo UI" panose="020B0604030504040204" pitchFamily="50" charset="-128"/>
                <a:cs typeface="HGPGothicE" charset="-128"/>
              </a:rPr>
            </a:br>
            <a:r>
              <a:rPr lang="ja-JP" altLang="en-US" sz="900" dirty="0">
                <a:latin typeface="Meiryo UI" panose="020B0604030504040204" pitchFamily="50" charset="-128"/>
                <a:ea typeface="Meiryo UI" panose="020B0604030504040204" pitchFamily="50" charset="-128"/>
                <a:cs typeface="HGPGothicE" charset="-128"/>
              </a:rPr>
              <a:t>情報所有者 ： サービスディベロップメント部</a:t>
            </a:r>
          </a:p>
        </p:txBody>
      </p:sp>
    </p:spTree>
    <p:extLst>
      <p:ext uri="{BB962C8B-B14F-4D97-AF65-F5344CB8AC3E}">
        <p14:creationId xmlns:p14="http://schemas.microsoft.com/office/powerpoint/2010/main" val="15294995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4C8B2-1F55-C276-F987-ED629866D62D}"/>
            </a:ext>
          </a:extLst>
        </p:cNvPr>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B8D96C12-DB99-E28B-025B-1964C9FD8599}"/>
              </a:ext>
            </a:extLst>
          </p:cNvPr>
          <p:cNvSpPr>
            <a:spLocks noGrp="1"/>
          </p:cNvSpPr>
          <p:nvPr>
            <p:ph type="body" sz="quarter" idx="11"/>
          </p:nvPr>
        </p:nvSpPr>
        <p:spPr/>
        <p:txBody>
          <a:bodyPr/>
          <a:lstStyle/>
          <a:p>
            <a:r>
              <a:rPr lang="ja-JP" altLang="en-US" dirty="0"/>
              <a:t>モジュール</a:t>
            </a:r>
            <a:r>
              <a:rPr lang="en-US" altLang="ja-JP" dirty="0"/>
              <a:t>1</a:t>
            </a:r>
            <a:r>
              <a:rPr lang="ja-JP" altLang="en-US" dirty="0"/>
              <a:t>：</a:t>
            </a:r>
            <a:endParaRPr lang="en-US" altLang="ja-JP" dirty="0"/>
          </a:p>
          <a:p>
            <a:r>
              <a:rPr lang="ja-JP" altLang="en-US" dirty="0"/>
              <a:t>オリエンテーションとマインドセット変革</a:t>
            </a:r>
          </a:p>
        </p:txBody>
      </p:sp>
      <p:sp>
        <p:nvSpPr>
          <p:cNvPr id="7" name="テキスト プレースホルダー 4">
            <a:extLst>
              <a:ext uri="{FF2B5EF4-FFF2-40B4-BE49-F238E27FC236}">
                <a16:creationId xmlns:a16="http://schemas.microsoft.com/office/drawing/2014/main" id="{0741E98C-9E12-225C-5BD2-6ACD884D3E5C}"/>
              </a:ext>
            </a:extLst>
          </p:cNvPr>
          <p:cNvSpPr txBox="1">
            <a:spLocks/>
          </p:cNvSpPr>
          <p:nvPr/>
        </p:nvSpPr>
        <p:spPr>
          <a:xfrm>
            <a:off x="7439995" y="339447"/>
            <a:ext cx="2173672" cy="524553"/>
          </a:xfrm>
          <a:prstGeom prst="rect">
            <a:avLst/>
          </a:prstGeom>
          <a:noFill/>
          <a:ln>
            <a:solidFill>
              <a:schemeClr val="bg1"/>
            </a:solidFill>
          </a:ln>
        </p:spPr>
        <p:style>
          <a:lnRef idx="2">
            <a:schemeClr val="accent2"/>
          </a:lnRef>
          <a:fillRef idx="1">
            <a:schemeClr val="lt1"/>
          </a:fillRef>
          <a:effectRef idx="0">
            <a:schemeClr val="accent2"/>
          </a:effectRef>
          <a:fontRef idx="minor">
            <a:schemeClr val="dk1"/>
          </a:fontRef>
        </p:style>
        <p:txBody>
          <a:bodyPr wrap="square" tIns="54000" bIns="54000" anchor="ctr">
            <a:spAutoFit/>
          </a:bodyPr>
          <a:lstStyle>
            <a:lvl1pPr marL="0" indent="0" algn="l" defTabSz="432000" rtl="0" eaLnBrk="0" fontAlgn="base" hangingPunct="0">
              <a:lnSpc>
                <a:spcPct val="100000"/>
              </a:lnSpc>
              <a:spcBef>
                <a:spcPts val="120"/>
              </a:spcBef>
              <a:spcAft>
                <a:spcPct val="0"/>
              </a:spcAft>
              <a:buFont typeface="+mj-lt"/>
              <a:buNone/>
              <a:defRPr kumimoji="1" sz="700" kern="1200">
                <a:solidFill>
                  <a:schemeClr val="bg1"/>
                </a:solidFill>
                <a:latin typeface="MS PGothic" charset="-128"/>
                <a:ea typeface="MS PGothic" charset="-128"/>
                <a:cs typeface="MS PGothic" charset="-128"/>
              </a:defRPr>
            </a:lvl1pPr>
            <a:lvl2pPr marL="910099" indent="-300543" algn="l" defTabSz="609555" rtl="0" eaLnBrk="1" fontAlgn="base" hangingPunct="1">
              <a:spcBef>
                <a:spcPct val="20000"/>
              </a:spcBef>
              <a:spcAft>
                <a:spcPct val="0"/>
              </a:spcAft>
              <a:buFont typeface="Arial" pitchFamily="34" charset="0"/>
              <a:buChar char="–"/>
              <a:defRPr kumimoji="1" sz="2667" kern="1200">
                <a:solidFill>
                  <a:schemeClr val="tx1"/>
                </a:solidFill>
                <a:latin typeface="Arial"/>
                <a:ea typeface="+mn-ea"/>
                <a:cs typeface="Arial"/>
              </a:defRPr>
            </a:lvl2pPr>
            <a:lvl3pPr marL="1454042" indent="-234933" algn="l" defTabSz="609555" rtl="0" eaLnBrk="1" fontAlgn="base" hangingPunct="1">
              <a:spcBef>
                <a:spcPct val="20000"/>
              </a:spcBef>
              <a:spcAft>
                <a:spcPct val="0"/>
              </a:spcAft>
              <a:buFont typeface="Arial" pitchFamily="34" charset="0"/>
              <a:buChar char="•"/>
              <a:defRPr kumimoji="1" sz="2667" kern="1200">
                <a:solidFill>
                  <a:schemeClr val="tx1"/>
                </a:solidFill>
                <a:latin typeface="Arial"/>
                <a:ea typeface="+mn-ea"/>
                <a:cs typeface="Arial"/>
              </a:defRPr>
            </a:lvl3pPr>
            <a:lvl4pPr marL="2059363" indent="-230701" algn="l" defTabSz="609555" rtl="0" eaLnBrk="1" fontAlgn="base" hangingPunct="1">
              <a:spcBef>
                <a:spcPct val="20000"/>
              </a:spcBef>
              <a:spcAft>
                <a:spcPct val="0"/>
              </a:spcAft>
              <a:buFont typeface="Arial" pitchFamily="34" charset="0"/>
              <a:buChar char="–"/>
              <a:defRPr kumimoji="1" sz="2667" kern="1200">
                <a:solidFill>
                  <a:schemeClr val="tx1"/>
                </a:solidFill>
                <a:latin typeface="Arial"/>
                <a:ea typeface="+mn-ea"/>
                <a:cs typeface="Arial"/>
              </a:defRPr>
            </a:lvl4pPr>
            <a:lvl5pPr marL="2666800" indent="-228584" algn="l" defTabSz="609555" rtl="0" eaLnBrk="1" fontAlgn="base" hangingPunct="1">
              <a:spcBef>
                <a:spcPct val="20000"/>
              </a:spcBef>
              <a:spcAft>
                <a:spcPct val="0"/>
              </a:spcAft>
              <a:buFont typeface="Arial" pitchFamily="34" charset="0"/>
              <a:buChar char="»"/>
              <a:defRPr kumimoji="1" sz="2667" kern="1200">
                <a:solidFill>
                  <a:schemeClr val="tx1"/>
                </a:solidFill>
                <a:latin typeface="Arial"/>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sz="900" dirty="0">
                <a:latin typeface="Meiryo UI" panose="020B0604030504040204" pitchFamily="50" charset="-128"/>
                <a:ea typeface="Meiryo UI" panose="020B0604030504040204" pitchFamily="50" charset="-128"/>
                <a:cs typeface="HGPGothicE" charset="-128"/>
              </a:rPr>
              <a:t>情 報 種 別 ： 秘密（関係者限り）</a:t>
            </a:r>
            <a:br>
              <a:rPr lang="en-US" altLang="ja-JP" sz="900" dirty="0">
                <a:latin typeface="Meiryo UI" panose="020B0604030504040204" pitchFamily="50" charset="-128"/>
                <a:ea typeface="Meiryo UI" panose="020B0604030504040204" pitchFamily="50" charset="-128"/>
                <a:cs typeface="HGPGothicE" charset="-128"/>
              </a:rPr>
            </a:br>
            <a:r>
              <a:rPr lang="ja-JP" altLang="en-US" sz="900" dirty="0">
                <a:latin typeface="Meiryo UI" panose="020B0604030504040204" pitchFamily="50" charset="-128"/>
                <a:ea typeface="Meiryo UI" panose="020B0604030504040204" pitchFamily="50" charset="-128"/>
                <a:cs typeface="HGPGothicE" charset="-128"/>
              </a:rPr>
              <a:t>会　 社　 名 ： </a:t>
            </a:r>
            <a:r>
              <a:rPr lang="en-US" altLang="ja-JP" sz="900" dirty="0">
                <a:latin typeface="Meiryo UI" panose="020B0604030504040204" pitchFamily="50" charset="-128"/>
                <a:ea typeface="Meiryo UI" panose="020B0604030504040204" pitchFamily="50" charset="-128"/>
                <a:cs typeface="HGPGothicE" charset="-128"/>
              </a:rPr>
              <a:t>NTT</a:t>
            </a:r>
            <a:r>
              <a:rPr lang="ja-JP" altLang="en-US" sz="900" dirty="0">
                <a:latin typeface="Meiryo UI" panose="020B0604030504040204" pitchFamily="50" charset="-128"/>
                <a:ea typeface="Meiryo UI" panose="020B0604030504040204" pitchFamily="50" charset="-128"/>
                <a:cs typeface="HGPGothicE" charset="-128"/>
              </a:rPr>
              <a:t>データユニバーシティ</a:t>
            </a:r>
            <a:br>
              <a:rPr lang="en-US" altLang="ja-JP" sz="900" dirty="0">
                <a:latin typeface="Meiryo UI" panose="020B0604030504040204" pitchFamily="50" charset="-128"/>
                <a:ea typeface="Meiryo UI" panose="020B0604030504040204" pitchFamily="50" charset="-128"/>
                <a:cs typeface="HGPGothicE" charset="-128"/>
              </a:rPr>
            </a:br>
            <a:r>
              <a:rPr lang="ja-JP" altLang="en-US" sz="900" dirty="0">
                <a:latin typeface="Meiryo UI" panose="020B0604030504040204" pitchFamily="50" charset="-128"/>
                <a:ea typeface="Meiryo UI" panose="020B0604030504040204" pitchFamily="50" charset="-128"/>
                <a:cs typeface="HGPGothicE" charset="-128"/>
              </a:rPr>
              <a:t>情報所有者 ： サービスディベロップメント部</a:t>
            </a:r>
          </a:p>
        </p:txBody>
      </p:sp>
    </p:spTree>
    <p:extLst>
      <p:ext uri="{BB962C8B-B14F-4D97-AF65-F5344CB8AC3E}">
        <p14:creationId xmlns:p14="http://schemas.microsoft.com/office/powerpoint/2010/main" val="15885287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en-US" altLang="ja-JP" dirty="0"/>
              <a:t>1-1. </a:t>
            </a:r>
            <a:r>
              <a:rPr lang="ja-JP" altLang="en-US" dirty="0"/>
              <a:t>研修概要</a:t>
            </a:r>
          </a:p>
        </p:txBody>
      </p:sp>
      <p:sp>
        <p:nvSpPr>
          <p:cNvPr id="5" name="正方形/長方形 4"/>
          <p:cNvSpPr/>
          <p:nvPr/>
        </p:nvSpPr>
        <p:spPr>
          <a:xfrm>
            <a:off x="416496" y="908756"/>
            <a:ext cx="9240688" cy="490519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ja-JP" altLang="en-US" sz="1400" dirty="0">
                <a:solidFill>
                  <a:srgbClr val="404040"/>
                </a:solidFill>
                <a:latin typeface="+mj-ea"/>
                <a:ea typeface="+mj-ea"/>
              </a:rPr>
              <a:t>生成</a:t>
            </a:r>
            <a:r>
              <a:rPr lang="en-US" altLang="ja-JP" sz="1400" dirty="0">
                <a:solidFill>
                  <a:srgbClr val="404040"/>
                </a:solidFill>
                <a:latin typeface="+mj-ea"/>
                <a:ea typeface="+mj-ea"/>
              </a:rPr>
              <a:t>AI</a:t>
            </a:r>
            <a:r>
              <a:rPr lang="ja-JP" altLang="en-US" sz="1400" dirty="0">
                <a:solidFill>
                  <a:srgbClr val="404040"/>
                </a:solidFill>
                <a:latin typeface="+mj-ea"/>
                <a:ea typeface="+mj-ea"/>
              </a:rPr>
              <a:t>と協働しながら業務を自走する力を養い、</a:t>
            </a:r>
            <a:r>
              <a:rPr lang="en-US" altLang="ja-JP" sz="1400" dirty="0">
                <a:solidFill>
                  <a:srgbClr val="404040"/>
                </a:solidFill>
                <a:latin typeface="+mj-ea"/>
                <a:ea typeface="+mj-ea"/>
              </a:rPr>
              <a:t>AI</a:t>
            </a:r>
            <a:r>
              <a:rPr lang="ja-JP" altLang="en-US" sz="1400" dirty="0">
                <a:solidFill>
                  <a:srgbClr val="404040"/>
                </a:solidFill>
                <a:latin typeface="+mj-ea"/>
                <a:ea typeface="+mj-ea"/>
              </a:rPr>
              <a:t>時代の基盤となる人材を育成する研修</a:t>
            </a:r>
            <a:endParaRPr lang="en-US" altLang="ja-JP" sz="1400" dirty="0">
              <a:solidFill>
                <a:srgbClr val="404040"/>
              </a:solidFill>
              <a:latin typeface="+mj-ea"/>
              <a:ea typeface="+mj-ea"/>
            </a:endParaRPr>
          </a:p>
          <a:p>
            <a:endParaRPr lang="en-US" altLang="ja-JP" sz="1400" dirty="0">
              <a:solidFill>
                <a:srgbClr val="404040"/>
              </a:solidFill>
              <a:latin typeface="+mj-ea"/>
              <a:ea typeface="+mj-ea"/>
            </a:endParaRPr>
          </a:p>
          <a:p>
            <a:endParaRPr lang="ja-JP" altLang="en-US" sz="1400" dirty="0">
              <a:solidFill>
                <a:srgbClr val="404040"/>
              </a:solidFill>
              <a:latin typeface="+mj-ea"/>
              <a:ea typeface="+mj-ea"/>
            </a:endParaRPr>
          </a:p>
        </p:txBody>
      </p:sp>
      <p:sp>
        <p:nvSpPr>
          <p:cNvPr id="15" name="テキスト ボックス 14">
            <a:extLst>
              <a:ext uri="{FF2B5EF4-FFF2-40B4-BE49-F238E27FC236}">
                <a16:creationId xmlns:a16="http://schemas.microsoft.com/office/drawing/2014/main" id="{A40DCF9F-4FEA-E025-D53B-0539C5E644B3}"/>
              </a:ext>
            </a:extLst>
          </p:cNvPr>
          <p:cNvSpPr txBox="1"/>
          <p:nvPr/>
        </p:nvSpPr>
        <p:spPr>
          <a:xfrm>
            <a:off x="516008" y="1371051"/>
            <a:ext cx="9227435" cy="692306"/>
          </a:xfrm>
          <a:prstGeom prst="rect">
            <a:avLst/>
          </a:prstGeom>
          <a:noFill/>
        </p:spPr>
        <p:txBody>
          <a:bodyPr wrap="none" lIns="0" rIns="0" rtlCol="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ja-JP" altLang="en-US" sz="1400" dirty="0">
                <a:solidFill>
                  <a:srgbClr val="404040"/>
                </a:solidFill>
                <a:latin typeface="+mj-ea"/>
                <a:ea typeface="+mj-ea"/>
              </a:rPr>
              <a:t>ソフトウェア開発と企画提案を例に、生成</a:t>
            </a:r>
            <a:r>
              <a:rPr lang="en-US" altLang="ja-JP" sz="1400" dirty="0">
                <a:solidFill>
                  <a:srgbClr val="404040"/>
                </a:solidFill>
                <a:latin typeface="+mj-ea"/>
                <a:ea typeface="+mj-ea"/>
              </a:rPr>
              <a:t>AI</a:t>
            </a:r>
            <a:r>
              <a:rPr lang="ja-JP" altLang="en-US" sz="1400" dirty="0">
                <a:solidFill>
                  <a:srgbClr val="404040"/>
                </a:solidFill>
                <a:latin typeface="+mj-ea"/>
                <a:ea typeface="+mj-ea"/>
              </a:rPr>
              <a:t>の活用の基礎を学ぶ研修</a:t>
            </a:r>
            <a:endParaRPr lang="en-US" altLang="ja-JP" sz="1400" dirty="0">
              <a:solidFill>
                <a:srgbClr val="404040"/>
              </a:solidFill>
              <a:latin typeface="+mj-ea"/>
              <a:ea typeface="+mj-ea"/>
            </a:endParaRPr>
          </a:p>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400" dirty="0">
                <a:solidFill>
                  <a:srgbClr val="404040"/>
                </a:solidFill>
                <a:latin typeface="+mj-ea"/>
                <a:ea typeface="+mj-ea"/>
              </a:rPr>
              <a:t>Java</a:t>
            </a:r>
            <a:r>
              <a:rPr lang="ja-JP" altLang="en-US" sz="1400" dirty="0">
                <a:solidFill>
                  <a:srgbClr val="404040"/>
                </a:solidFill>
                <a:latin typeface="+mj-ea"/>
                <a:ea typeface="+mj-ea"/>
              </a:rPr>
              <a:t>による</a:t>
            </a:r>
            <a:r>
              <a:rPr lang="en-US" altLang="ja-JP" sz="1400" dirty="0">
                <a:solidFill>
                  <a:srgbClr val="404040"/>
                </a:solidFill>
                <a:latin typeface="+mj-ea"/>
                <a:ea typeface="+mj-ea"/>
              </a:rPr>
              <a:t>AP</a:t>
            </a:r>
            <a:r>
              <a:rPr lang="ja-JP" altLang="en-US" sz="1400" dirty="0">
                <a:solidFill>
                  <a:srgbClr val="404040"/>
                </a:solidFill>
                <a:latin typeface="+mj-ea"/>
                <a:ea typeface="+mj-ea"/>
              </a:rPr>
              <a:t>開発・単体テストの演習と、企画・プロトタイプ作成・提案の実践課題に取り組み、開発と提案の両側面を体験する</a:t>
            </a:r>
          </a:p>
        </p:txBody>
      </p:sp>
      <p:sp>
        <p:nvSpPr>
          <p:cNvPr id="17" name="テキスト ボックス 16">
            <a:extLst>
              <a:ext uri="{FF2B5EF4-FFF2-40B4-BE49-F238E27FC236}">
                <a16:creationId xmlns:a16="http://schemas.microsoft.com/office/drawing/2014/main" id="{3B83D6A3-7929-0EB2-7120-625A5571A8F7}"/>
              </a:ext>
            </a:extLst>
          </p:cNvPr>
          <p:cNvSpPr txBox="1"/>
          <p:nvPr/>
        </p:nvSpPr>
        <p:spPr>
          <a:xfrm>
            <a:off x="416495" y="2063357"/>
            <a:ext cx="9426459" cy="4401205"/>
          </a:xfrm>
          <a:prstGeom prst="rect">
            <a:avLst/>
          </a:prstGeom>
          <a:noFill/>
        </p:spPr>
        <p:txBody>
          <a:bodyPr wrap="square">
            <a:spAutoFit/>
          </a:bodyPr>
          <a:lstStyle/>
          <a:p>
            <a:r>
              <a:rPr lang="ja-JP" altLang="en-US" sz="1400" b="1" dirty="0">
                <a:solidFill>
                  <a:srgbClr val="404040"/>
                </a:solidFill>
                <a:latin typeface="+mj-ea"/>
                <a:ea typeface="+mj-ea"/>
              </a:rPr>
              <a:t>＜</a:t>
            </a:r>
            <a:r>
              <a:rPr lang="en-US" altLang="ja-JP" sz="1400" b="1" dirty="0">
                <a:solidFill>
                  <a:srgbClr val="404040"/>
                </a:solidFill>
                <a:latin typeface="+mj-ea"/>
                <a:ea typeface="+mj-ea"/>
              </a:rPr>
              <a:t>7</a:t>
            </a:r>
            <a:r>
              <a:rPr lang="ja-JP" altLang="en-US" sz="1400" b="1" dirty="0">
                <a:solidFill>
                  <a:srgbClr val="404040"/>
                </a:solidFill>
                <a:latin typeface="+mj-ea"/>
                <a:ea typeface="+mj-ea"/>
              </a:rPr>
              <a:t>日間カリキュラム全体ロードマップ＞</a:t>
            </a:r>
            <a:endParaRPr lang="en-US" altLang="ja-JP" sz="1400" b="1" dirty="0">
              <a:solidFill>
                <a:srgbClr val="404040"/>
              </a:solidFill>
              <a:latin typeface="+mj-ea"/>
              <a:ea typeface="+mj-ea"/>
            </a:endParaRPr>
          </a:p>
          <a:p>
            <a:r>
              <a:rPr lang="en-US" altLang="ja-JP" sz="1400" dirty="0">
                <a:solidFill>
                  <a:srgbClr val="404040"/>
                </a:solidFill>
                <a:latin typeface="+mj-ea"/>
                <a:ea typeface="+mj-ea"/>
              </a:rPr>
              <a:t>【</a:t>
            </a:r>
            <a:r>
              <a:rPr lang="ja-JP" altLang="en-US" sz="1400" dirty="0">
                <a:solidFill>
                  <a:srgbClr val="404040"/>
                </a:solidFill>
                <a:latin typeface="+mj-ea"/>
                <a:ea typeface="+mj-ea"/>
              </a:rPr>
              <a:t>パート</a:t>
            </a:r>
            <a:r>
              <a:rPr lang="en-US" altLang="ja-JP" sz="1400" dirty="0">
                <a:solidFill>
                  <a:srgbClr val="404040"/>
                </a:solidFill>
                <a:latin typeface="+mj-ea"/>
                <a:ea typeface="+mj-ea"/>
              </a:rPr>
              <a:t>1</a:t>
            </a:r>
            <a:r>
              <a:rPr lang="ja-JP" altLang="en-US" sz="1400" dirty="0">
                <a:solidFill>
                  <a:srgbClr val="404040"/>
                </a:solidFill>
                <a:latin typeface="+mj-ea"/>
                <a:ea typeface="+mj-ea"/>
              </a:rPr>
              <a:t>：バイブコーディングフェーズ（</a:t>
            </a:r>
            <a:r>
              <a:rPr lang="en-US" altLang="ja-JP" sz="1400" dirty="0">
                <a:solidFill>
                  <a:srgbClr val="404040"/>
                </a:solidFill>
                <a:latin typeface="+mj-ea"/>
                <a:ea typeface="+mj-ea"/>
              </a:rPr>
              <a:t>4</a:t>
            </a:r>
            <a:r>
              <a:rPr lang="ja-JP" altLang="en-US" sz="1400" dirty="0">
                <a:solidFill>
                  <a:srgbClr val="404040"/>
                </a:solidFill>
                <a:latin typeface="+mj-ea"/>
                <a:ea typeface="+mj-ea"/>
              </a:rPr>
              <a:t>日間）</a:t>
            </a:r>
            <a:r>
              <a:rPr lang="en-US" altLang="ja-JP" sz="1400" dirty="0">
                <a:solidFill>
                  <a:srgbClr val="404040"/>
                </a:solidFill>
                <a:latin typeface="+mj-ea"/>
                <a:ea typeface="+mj-ea"/>
              </a:rPr>
              <a:t>】</a:t>
            </a:r>
          </a:p>
          <a:p>
            <a:r>
              <a:rPr lang="en-US" altLang="ja-JP" sz="1400" dirty="0">
                <a:solidFill>
                  <a:srgbClr val="404040"/>
                </a:solidFill>
                <a:latin typeface="+mj-ea"/>
                <a:ea typeface="+mj-ea"/>
              </a:rPr>
              <a:t>1</a:t>
            </a:r>
            <a:r>
              <a:rPr lang="ja-JP" altLang="en-US" sz="1400" dirty="0">
                <a:solidFill>
                  <a:srgbClr val="404040"/>
                </a:solidFill>
                <a:latin typeface="+mj-ea"/>
                <a:ea typeface="+mj-ea"/>
              </a:rPr>
              <a:t>日目：</a:t>
            </a:r>
            <a:endParaRPr lang="en-US" altLang="ja-JP" sz="1400" dirty="0">
              <a:solidFill>
                <a:srgbClr val="404040"/>
              </a:solidFill>
              <a:latin typeface="+mj-ea"/>
              <a:ea typeface="+mj-ea"/>
            </a:endParaRPr>
          </a:p>
          <a:p>
            <a:r>
              <a:rPr lang="ja-JP" altLang="en-US" sz="1400" dirty="0">
                <a:solidFill>
                  <a:srgbClr val="404040"/>
                </a:solidFill>
                <a:latin typeface="+mj-ea"/>
                <a:ea typeface="+mj-ea"/>
              </a:rPr>
              <a:t>　・生成</a:t>
            </a:r>
            <a:r>
              <a:rPr lang="en-US" altLang="ja-JP" sz="1400" dirty="0">
                <a:solidFill>
                  <a:srgbClr val="404040"/>
                </a:solidFill>
                <a:latin typeface="+mj-ea"/>
                <a:ea typeface="+mj-ea"/>
              </a:rPr>
              <a:t>AI</a:t>
            </a:r>
            <a:r>
              <a:rPr lang="ja-JP" altLang="en-US" sz="1400" dirty="0">
                <a:solidFill>
                  <a:srgbClr val="404040"/>
                </a:solidFill>
                <a:latin typeface="+mj-ea"/>
                <a:ea typeface="+mj-ea"/>
              </a:rPr>
              <a:t>の衝撃・</a:t>
            </a:r>
            <a:r>
              <a:rPr lang="en-US" altLang="ja-JP" sz="1400" dirty="0">
                <a:solidFill>
                  <a:srgbClr val="404040"/>
                </a:solidFill>
                <a:latin typeface="+mj-ea"/>
                <a:ea typeface="+mj-ea"/>
              </a:rPr>
              <a:t>AI-Native</a:t>
            </a:r>
            <a:r>
              <a:rPr lang="ja-JP" altLang="en-US" sz="1400" dirty="0">
                <a:solidFill>
                  <a:srgbClr val="404040"/>
                </a:solidFill>
                <a:latin typeface="+mj-ea"/>
                <a:ea typeface="+mj-ea"/>
              </a:rPr>
              <a:t>の基礎 ＆ </a:t>
            </a:r>
            <a:r>
              <a:rPr lang="en-US" altLang="ja-JP" sz="1400" dirty="0">
                <a:solidFill>
                  <a:srgbClr val="404040"/>
                </a:solidFill>
                <a:latin typeface="+mj-ea"/>
                <a:ea typeface="+mj-ea"/>
              </a:rPr>
              <a:t>Copilot</a:t>
            </a:r>
            <a:r>
              <a:rPr lang="ja-JP" altLang="en-US" sz="1400" dirty="0">
                <a:solidFill>
                  <a:srgbClr val="404040"/>
                </a:solidFill>
                <a:latin typeface="+mj-ea"/>
                <a:ea typeface="+mj-ea"/>
              </a:rPr>
              <a:t>機能・モード体験（マインドセット、プロンプト設計、心得</a:t>
            </a:r>
            <a:r>
              <a:rPr lang="en-US" altLang="ja-JP" sz="1400" dirty="0">
                <a:solidFill>
                  <a:srgbClr val="404040"/>
                </a:solidFill>
                <a:latin typeface="+mj-ea"/>
                <a:ea typeface="+mj-ea"/>
              </a:rPr>
              <a:t>8</a:t>
            </a:r>
            <a:r>
              <a:rPr lang="ja-JP" altLang="en-US" sz="1400" dirty="0">
                <a:solidFill>
                  <a:srgbClr val="404040"/>
                </a:solidFill>
                <a:latin typeface="+mj-ea"/>
                <a:ea typeface="+mj-ea"/>
              </a:rPr>
              <a:t>条、</a:t>
            </a:r>
            <a:br>
              <a:rPr lang="en-US" altLang="ja-JP" sz="1400" dirty="0">
                <a:solidFill>
                  <a:srgbClr val="404040"/>
                </a:solidFill>
                <a:latin typeface="+mj-ea"/>
                <a:ea typeface="+mj-ea"/>
              </a:rPr>
            </a:br>
            <a:r>
              <a:rPr lang="ja-JP" altLang="en-US" sz="1400" dirty="0">
                <a:solidFill>
                  <a:srgbClr val="404040"/>
                </a:solidFill>
                <a:latin typeface="+mj-ea"/>
                <a:ea typeface="+mj-ea"/>
              </a:rPr>
              <a:t>　 </a:t>
            </a:r>
            <a:r>
              <a:rPr lang="en-US" altLang="ja-JP" sz="1400" dirty="0">
                <a:solidFill>
                  <a:srgbClr val="404040"/>
                </a:solidFill>
                <a:latin typeface="+mj-ea"/>
                <a:ea typeface="+mj-ea"/>
              </a:rPr>
              <a:t>2026</a:t>
            </a:r>
            <a:r>
              <a:rPr lang="ja-JP" altLang="en-US" sz="1400" dirty="0">
                <a:solidFill>
                  <a:srgbClr val="404040"/>
                </a:solidFill>
                <a:latin typeface="+mj-ea"/>
                <a:ea typeface="+mj-ea"/>
              </a:rPr>
              <a:t>年開発変動、</a:t>
            </a:r>
            <a:r>
              <a:rPr lang="en-US" altLang="ja-JP" sz="1400" dirty="0">
                <a:solidFill>
                  <a:srgbClr val="404040"/>
                </a:solidFill>
                <a:latin typeface="+mj-ea"/>
                <a:ea typeface="+mj-ea"/>
              </a:rPr>
              <a:t>ChatGPT Enterprise</a:t>
            </a:r>
            <a:r>
              <a:rPr lang="ja-JP" altLang="en-US" sz="1400" dirty="0">
                <a:solidFill>
                  <a:srgbClr val="404040"/>
                </a:solidFill>
                <a:latin typeface="+mj-ea"/>
                <a:ea typeface="+mj-ea"/>
              </a:rPr>
              <a:t>活用、</a:t>
            </a:r>
            <a:r>
              <a:rPr lang="en-US" altLang="ja-JP" sz="1400" dirty="0">
                <a:solidFill>
                  <a:srgbClr val="404040"/>
                </a:solidFill>
                <a:latin typeface="+mj-ea"/>
                <a:ea typeface="+mj-ea"/>
              </a:rPr>
              <a:t>Copilot Ask/Agent/Plan</a:t>
            </a:r>
            <a:r>
              <a:rPr lang="ja-JP" altLang="en-US" sz="1400" dirty="0">
                <a:solidFill>
                  <a:srgbClr val="404040"/>
                </a:solidFill>
                <a:latin typeface="+mj-ea"/>
                <a:ea typeface="+mj-ea"/>
              </a:rPr>
              <a:t>モード演習・ミニアプリ制作）</a:t>
            </a:r>
          </a:p>
          <a:p>
            <a:r>
              <a:rPr lang="en-US" altLang="ja-JP" sz="1400" dirty="0">
                <a:solidFill>
                  <a:srgbClr val="404040"/>
                </a:solidFill>
                <a:latin typeface="+mj-ea"/>
                <a:ea typeface="+mj-ea"/>
              </a:rPr>
              <a:t>2</a:t>
            </a:r>
            <a:r>
              <a:rPr lang="ja-JP" altLang="en-US" sz="1400" dirty="0">
                <a:solidFill>
                  <a:srgbClr val="404040"/>
                </a:solidFill>
                <a:latin typeface="+mj-ea"/>
                <a:ea typeface="+mj-ea"/>
              </a:rPr>
              <a:t>日目：</a:t>
            </a:r>
            <a:endParaRPr lang="en-US" altLang="ja-JP" sz="1400" dirty="0">
              <a:solidFill>
                <a:srgbClr val="404040"/>
              </a:solidFill>
              <a:latin typeface="+mj-ea"/>
              <a:ea typeface="+mj-ea"/>
            </a:endParaRPr>
          </a:p>
          <a:p>
            <a:r>
              <a:rPr lang="ja-JP" altLang="en-US" sz="1400" dirty="0">
                <a:solidFill>
                  <a:srgbClr val="404040"/>
                </a:solidFill>
                <a:latin typeface="+mj-ea"/>
                <a:ea typeface="+mj-ea"/>
              </a:rPr>
              <a:t>　・</a:t>
            </a:r>
            <a:r>
              <a:rPr lang="en-US" altLang="ja-JP" sz="1400" dirty="0">
                <a:solidFill>
                  <a:srgbClr val="404040"/>
                </a:solidFill>
                <a:latin typeface="+mj-ea"/>
                <a:ea typeface="+mj-ea"/>
              </a:rPr>
              <a:t>Web/Java/Spring/N</a:t>
            </a:r>
            <a:r>
              <a:rPr lang="ja-JP" altLang="en-US" sz="1400" dirty="0">
                <a:solidFill>
                  <a:srgbClr val="404040"/>
                </a:solidFill>
                <a:latin typeface="+mj-ea"/>
                <a:ea typeface="+mj-ea"/>
              </a:rPr>
              <a:t>レイヤー基礎 ＆ </a:t>
            </a:r>
            <a:r>
              <a:rPr lang="en-US" altLang="ja-JP" sz="1400" dirty="0">
                <a:solidFill>
                  <a:srgbClr val="404040"/>
                </a:solidFill>
                <a:latin typeface="+mj-ea"/>
                <a:ea typeface="+mj-ea"/>
              </a:rPr>
              <a:t>Git</a:t>
            </a:r>
            <a:r>
              <a:rPr lang="ja-JP" altLang="en-US" sz="1400" dirty="0">
                <a:solidFill>
                  <a:srgbClr val="404040"/>
                </a:solidFill>
                <a:latin typeface="+mj-ea"/>
                <a:ea typeface="+mj-ea"/>
              </a:rPr>
              <a:t>基本・ローカル操作 ＆ チーム開発用ブランチ運用 ＆ </a:t>
            </a:r>
            <a:endParaRPr lang="en-US" altLang="ja-JP" sz="1400" dirty="0">
              <a:solidFill>
                <a:srgbClr val="404040"/>
              </a:solidFill>
              <a:latin typeface="+mj-ea"/>
              <a:ea typeface="+mj-ea"/>
            </a:endParaRPr>
          </a:p>
          <a:p>
            <a:r>
              <a:rPr lang="ja-JP" altLang="en-US" sz="1400" dirty="0">
                <a:solidFill>
                  <a:srgbClr val="404040"/>
                </a:solidFill>
                <a:latin typeface="+mj-ea"/>
                <a:ea typeface="+mj-ea"/>
              </a:rPr>
              <a:t>　　課題</a:t>
            </a:r>
            <a:r>
              <a:rPr lang="en-US" altLang="ja-JP" sz="1400" dirty="0">
                <a:solidFill>
                  <a:srgbClr val="404040"/>
                </a:solidFill>
                <a:latin typeface="+mj-ea"/>
                <a:ea typeface="+mj-ea"/>
              </a:rPr>
              <a:t>1</a:t>
            </a:r>
            <a:r>
              <a:rPr lang="ja-JP" altLang="en-US" sz="1400" dirty="0">
                <a:solidFill>
                  <a:srgbClr val="404040"/>
                </a:solidFill>
                <a:latin typeface="+mj-ea"/>
                <a:ea typeface="+mj-ea"/>
              </a:rPr>
              <a:t>（</a:t>
            </a:r>
            <a:r>
              <a:rPr lang="en-US" altLang="ja-JP" sz="1400" dirty="0">
                <a:solidFill>
                  <a:srgbClr val="404040"/>
                </a:solidFill>
                <a:latin typeface="+mj-ea"/>
                <a:ea typeface="+mj-ea"/>
              </a:rPr>
              <a:t>EC</a:t>
            </a:r>
            <a:r>
              <a:rPr lang="ja-JP" altLang="en-US" sz="1400" dirty="0">
                <a:solidFill>
                  <a:srgbClr val="404040"/>
                </a:solidFill>
                <a:latin typeface="+mj-ea"/>
                <a:ea typeface="+mj-ea"/>
              </a:rPr>
              <a:t>サイト作成）導入・起動確認・バイブコーディング開始（画面モック・</a:t>
            </a:r>
            <a:r>
              <a:rPr lang="en-US" altLang="ja-JP" sz="1400" dirty="0">
                <a:solidFill>
                  <a:srgbClr val="404040"/>
                </a:solidFill>
                <a:latin typeface="+mj-ea"/>
                <a:ea typeface="+mj-ea"/>
              </a:rPr>
              <a:t>H2DB</a:t>
            </a:r>
            <a:r>
              <a:rPr lang="ja-JP" altLang="en-US" sz="1400" dirty="0">
                <a:solidFill>
                  <a:srgbClr val="404040"/>
                </a:solidFill>
                <a:latin typeface="+mj-ea"/>
                <a:ea typeface="+mj-ea"/>
              </a:rPr>
              <a:t>・初期データ準備）</a:t>
            </a:r>
          </a:p>
          <a:p>
            <a:r>
              <a:rPr lang="en-US" altLang="ja-JP" sz="1400" dirty="0">
                <a:solidFill>
                  <a:srgbClr val="404040"/>
                </a:solidFill>
                <a:latin typeface="+mj-ea"/>
                <a:ea typeface="+mj-ea"/>
              </a:rPr>
              <a:t>3</a:t>
            </a:r>
            <a:r>
              <a:rPr lang="ja-JP" altLang="en-US" sz="1400" dirty="0">
                <a:solidFill>
                  <a:srgbClr val="404040"/>
                </a:solidFill>
                <a:latin typeface="+mj-ea"/>
                <a:ea typeface="+mj-ea"/>
              </a:rPr>
              <a:t>日目：</a:t>
            </a:r>
            <a:endParaRPr lang="en-US" altLang="ja-JP" sz="1400" dirty="0">
              <a:solidFill>
                <a:srgbClr val="404040"/>
              </a:solidFill>
              <a:latin typeface="+mj-ea"/>
              <a:ea typeface="+mj-ea"/>
            </a:endParaRPr>
          </a:p>
          <a:p>
            <a:r>
              <a:rPr lang="ja-JP" altLang="en-US" sz="1400" dirty="0">
                <a:solidFill>
                  <a:srgbClr val="404040"/>
                </a:solidFill>
                <a:latin typeface="+mj-ea"/>
                <a:ea typeface="+mj-ea"/>
              </a:rPr>
              <a:t>　・課題</a:t>
            </a:r>
            <a:r>
              <a:rPr lang="en-US" altLang="ja-JP" sz="1400" dirty="0">
                <a:solidFill>
                  <a:srgbClr val="404040"/>
                </a:solidFill>
                <a:latin typeface="+mj-ea"/>
                <a:ea typeface="+mj-ea"/>
              </a:rPr>
              <a:t>1</a:t>
            </a:r>
            <a:r>
              <a:rPr lang="ja-JP" altLang="en-US" sz="1400" dirty="0">
                <a:solidFill>
                  <a:srgbClr val="404040"/>
                </a:solidFill>
                <a:latin typeface="+mj-ea"/>
                <a:ea typeface="+mj-ea"/>
              </a:rPr>
              <a:t>（</a:t>
            </a:r>
            <a:r>
              <a:rPr lang="en-US" altLang="ja-JP" sz="1400" dirty="0">
                <a:solidFill>
                  <a:srgbClr val="404040"/>
                </a:solidFill>
                <a:latin typeface="+mj-ea"/>
                <a:ea typeface="+mj-ea"/>
              </a:rPr>
              <a:t>EC</a:t>
            </a:r>
            <a:r>
              <a:rPr lang="ja-JP" altLang="en-US" sz="1400" dirty="0">
                <a:solidFill>
                  <a:srgbClr val="404040"/>
                </a:solidFill>
                <a:latin typeface="+mj-ea"/>
                <a:ea typeface="+mj-ea"/>
              </a:rPr>
              <a:t>サイト作成）継続・完成 ＆ 単体テスト理論・</a:t>
            </a:r>
            <a:r>
              <a:rPr lang="en-US" altLang="ja-JP" sz="1400" dirty="0">
                <a:solidFill>
                  <a:srgbClr val="404040"/>
                </a:solidFill>
                <a:latin typeface="+mj-ea"/>
                <a:ea typeface="+mj-ea"/>
              </a:rPr>
              <a:t>JUnit/</a:t>
            </a:r>
            <a:r>
              <a:rPr lang="ja-JP" altLang="en-US" sz="1400" dirty="0">
                <a:solidFill>
                  <a:srgbClr val="404040"/>
                </a:solidFill>
                <a:latin typeface="+mj-ea"/>
                <a:ea typeface="+mj-ea"/>
              </a:rPr>
              <a:t>モック・スタブ構築（課題</a:t>
            </a:r>
            <a:r>
              <a:rPr lang="en-US" altLang="ja-JP" sz="1400" dirty="0">
                <a:solidFill>
                  <a:srgbClr val="404040"/>
                </a:solidFill>
                <a:latin typeface="+mj-ea"/>
                <a:ea typeface="+mj-ea"/>
              </a:rPr>
              <a:t>2</a:t>
            </a:r>
            <a:r>
              <a:rPr lang="ja-JP" altLang="en-US" sz="1400" dirty="0">
                <a:solidFill>
                  <a:srgbClr val="404040"/>
                </a:solidFill>
                <a:latin typeface="+mj-ea"/>
                <a:ea typeface="+mj-ea"/>
              </a:rPr>
              <a:t>導入・ハンズオン）</a:t>
            </a:r>
          </a:p>
          <a:p>
            <a:r>
              <a:rPr lang="en-US" altLang="ja-JP" sz="1400" dirty="0">
                <a:solidFill>
                  <a:srgbClr val="404040"/>
                </a:solidFill>
                <a:latin typeface="+mj-ea"/>
                <a:ea typeface="+mj-ea"/>
              </a:rPr>
              <a:t>4</a:t>
            </a:r>
            <a:r>
              <a:rPr lang="ja-JP" altLang="en-US" sz="1400" dirty="0">
                <a:solidFill>
                  <a:srgbClr val="404040"/>
                </a:solidFill>
                <a:latin typeface="+mj-ea"/>
                <a:ea typeface="+mj-ea"/>
              </a:rPr>
              <a:t>日目：</a:t>
            </a:r>
            <a:endParaRPr lang="en-US" altLang="ja-JP" sz="1400" dirty="0">
              <a:solidFill>
                <a:srgbClr val="404040"/>
              </a:solidFill>
              <a:latin typeface="+mj-ea"/>
              <a:ea typeface="+mj-ea"/>
            </a:endParaRPr>
          </a:p>
          <a:p>
            <a:r>
              <a:rPr lang="ja-JP" altLang="en-US" sz="1400" dirty="0">
                <a:solidFill>
                  <a:srgbClr val="404040"/>
                </a:solidFill>
                <a:latin typeface="+mj-ea"/>
                <a:ea typeface="+mj-ea"/>
              </a:rPr>
              <a:t>　・課題</a:t>
            </a:r>
            <a:r>
              <a:rPr lang="en-US" altLang="ja-JP" sz="1400" dirty="0">
                <a:solidFill>
                  <a:srgbClr val="404040"/>
                </a:solidFill>
                <a:latin typeface="+mj-ea"/>
                <a:ea typeface="+mj-ea"/>
              </a:rPr>
              <a:t>2</a:t>
            </a:r>
            <a:r>
              <a:rPr lang="ja-JP" altLang="en-US" sz="1400" dirty="0">
                <a:solidFill>
                  <a:srgbClr val="404040"/>
                </a:solidFill>
                <a:latin typeface="+mj-ea"/>
                <a:ea typeface="+mj-ea"/>
              </a:rPr>
              <a:t>（</a:t>
            </a:r>
            <a:r>
              <a:rPr lang="en-US" altLang="ja-JP" sz="1400" dirty="0">
                <a:solidFill>
                  <a:srgbClr val="404040"/>
                </a:solidFill>
                <a:latin typeface="+mj-ea"/>
                <a:ea typeface="+mj-ea"/>
              </a:rPr>
              <a:t>JUnit</a:t>
            </a:r>
            <a:r>
              <a:rPr lang="ja-JP" altLang="en-US" sz="1400" dirty="0">
                <a:solidFill>
                  <a:srgbClr val="404040"/>
                </a:solidFill>
                <a:latin typeface="+mj-ea"/>
                <a:ea typeface="+mj-ea"/>
              </a:rPr>
              <a:t>単体テスト）</a:t>
            </a:r>
            <a:r>
              <a:rPr lang="en-US" altLang="ja-JP" sz="1400" dirty="0">
                <a:solidFill>
                  <a:srgbClr val="404040"/>
                </a:solidFill>
                <a:latin typeface="+mj-ea"/>
                <a:ea typeface="+mj-ea"/>
              </a:rPr>
              <a:t>AI</a:t>
            </a:r>
            <a:r>
              <a:rPr lang="ja-JP" altLang="en-US" sz="1400" dirty="0">
                <a:solidFill>
                  <a:srgbClr val="404040"/>
                </a:solidFill>
                <a:latin typeface="+mj-ea"/>
                <a:ea typeface="+mj-ea"/>
              </a:rPr>
              <a:t>デバッグ体験 ＆ サンプル</a:t>
            </a:r>
            <a:r>
              <a:rPr lang="en-US" altLang="ja-JP" sz="1400" dirty="0">
                <a:solidFill>
                  <a:srgbClr val="404040"/>
                </a:solidFill>
                <a:latin typeface="+mj-ea"/>
                <a:ea typeface="+mj-ea"/>
              </a:rPr>
              <a:t>AP</a:t>
            </a:r>
            <a:r>
              <a:rPr lang="ja-JP" altLang="en-US" sz="1400" dirty="0">
                <a:solidFill>
                  <a:srgbClr val="404040"/>
                </a:solidFill>
                <a:latin typeface="+mj-ea"/>
                <a:ea typeface="+mj-ea"/>
              </a:rPr>
              <a:t>（模範解答）との比較・分析・コードレビュー＆開発パート振り返り</a:t>
            </a:r>
          </a:p>
          <a:p>
            <a:endParaRPr lang="en-US" altLang="ja-JP" sz="1400" dirty="0">
              <a:solidFill>
                <a:srgbClr val="404040"/>
              </a:solidFill>
              <a:latin typeface="+mj-ea"/>
              <a:ea typeface="+mj-ea"/>
            </a:endParaRPr>
          </a:p>
          <a:p>
            <a:r>
              <a:rPr lang="en-US" altLang="ja-JP" sz="1400" dirty="0">
                <a:solidFill>
                  <a:srgbClr val="404040"/>
                </a:solidFill>
                <a:latin typeface="+mj-ea"/>
                <a:ea typeface="+mj-ea"/>
              </a:rPr>
              <a:t>【</a:t>
            </a:r>
            <a:r>
              <a:rPr lang="ja-JP" altLang="en-US" sz="1400" dirty="0">
                <a:solidFill>
                  <a:srgbClr val="404040"/>
                </a:solidFill>
                <a:latin typeface="+mj-ea"/>
                <a:ea typeface="+mj-ea"/>
              </a:rPr>
              <a:t>パート</a:t>
            </a:r>
            <a:r>
              <a:rPr lang="en-US" altLang="ja-JP" sz="1400" dirty="0">
                <a:solidFill>
                  <a:srgbClr val="404040"/>
                </a:solidFill>
                <a:latin typeface="+mj-ea"/>
                <a:ea typeface="+mj-ea"/>
              </a:rPr>
              <a:t>2</a:t>
            </a:r>
            <a:r>
              <a:rPr lang="ja-JP" altLang="en-US" sz="1400" dirty="0">
                <a:solidFill>
                  <a:srgbClr val="404040"/>
                </a:solidFill>
                <a:latin typeface="+mj-ea"/>
                <a:ea typeface="+mj-ea"/>
              </a:rPr>
              <a:t>：企画提案フェーズ（</a:t>
            </a:r>
            <a:r>
              <a:rPr lang="en-US" altLang="ja-JP" sz="1400" dirty="0">
                <a:solidFill>
                  <a:srgbClr val="404040"/>
                </a:solidFill>
                <a:latin typeface="+mj-ea"/>
                <a:ea typeface="+mj-ea"/>
              </a:rPr>
              <a:t>3</a:t>
            </a:r>
            <a:r>
              <a:rPr lang="ja-JP" altLang="en-US" sz="1400" dirty="0">
                <a:solidFill>
                  <a:srgbClr val="404040"/>
                </a:solidFill>
                <a:latin typeface="+mj-ea"/>
                <a:ea typeface="+mj-ea"/>
              </a:rPr>
              <a:t>日間）</a:t>
            </a:r>
            <a:r>
              <a:rPr lang="en-US" altLang="ja-JP" sz="1400" dirty="0">
                <a:solidFill>
                  <a:srgbClr val="404040"/>
                </a:solidFill>
                <a:latin typeface="+mj-ea"/>
                <a:ea typeface="+mj-ea"/>
              </a:rPr>
              <a:t>】</a:t>
            </a:r>
            <a:endParaRPr lang="ja-JP" altLang="en-US" sz="1400" dirty="0">
              <a:solidFill>
                <a:srgbClr val="404040"/>
              </a:solidFill>
              <a:latin typeface="+mj-ea"/>
              <a:ea typeface="+mj-ea"/>
            </a:endParaRPr>
          </a:p>
          <a:p>
            <a:r>
              <a:rPr lang="en-US" altLang="ja-JP" sz="1400" dirty="0">
                <a:solidFill>
                  <a:srgbClr val="404040"/>
                </a:solidFill>
                <a:latin typeface="+mj-ea"/>
                <a:ea typeface="+mj-ea"/>
              </a:rPr>
              <a:t>5</a:t>
            </a:r>
            <a:r>
              <a:rPr lang="ja-JP" altLang="en-US" sz="1400" dirty="0">
                <a:solidFill>
                  <a:srgbClr val="404040"/>
                </a:solidFill>
                <a:latin typeface="+mj-ea"/>
                <a:ea typeface="+mj-ea"/>
              </a:rPr>
              <a:t>日目：</a:t>
            </a:r>
            <a:endParaRPr lang="en-US" altLang="ja-JP" sz="1400" dirty="0">
              <a:solidFill>
                <a:srgbClr val="404040"/>
              </a:solidFill>
              <a:latin typeface="+mj-ea"/>
              <a:ea typeface="+mj-ea"/>
            </a:endParaRPr>
          </a:p>
          <a:p>
            <a:r>
              <a:rPr lang="ja-JP" altLang="en-US" sz="1400" dirty="0">
                <a:solidFill>
                  <a:srgbClr val="404040"/>
                </a:solidFill>
                <a:latin typeface="+mj-ea"/>
                <a:ea typeface="+mj-ea"/>
              </a:rPr>
              <a:t>・</a:t>
            </a:r>
            <a:r>
              <a:rPr lang="en-US" altLang="ja-JP" sz="1400" dirty="0">
                <a:solidFill>
                  <a:srgbClr val="404040"/>
                </a:solidFill>
                <a:latin typeface="+mj-ea"/>
                <a:ea typeface="+mj-ea"/>
              </a:rPr>
              <a:t>AI-Native</a:t>
            </a:r>
            <a:r>
              <a:rPr lang="ja-JP" altLang="en-US" sz="1400" dirty="0">
                <a:solidFill>
                  <a:srgbClr val="404040"/>
                </a:solidFill>
                <a:latin typeface="+mj-ea"/>
                <a:ea typeface="+mj-ea"/>
              </a:rPr>
              <a:t>の心得（企画編） 課題抽出・企画構想</a:t>
            </a:r>
          </a:p>
          <a:p>
            <a:r>
              <a:rPr lang="en-US" altLang="ja-JP" sz="1400" dirty="0">
                <a:solidFill>
                  <a:srgbClr val="404040"/>
                </a:solidFill>
                <a:latin typeface="+mj-ea"/>
                <a:ea typeface="+mj-ea"/>
              </a:rPr>
              <a:t>6</a:t>
            </a:r>
            <a:r>
              <a:rPr lang="ja-JP" altLang="en-US" sz="1400" dirty="0">
                <a:solidFill>
                  <a:srgbClr val="404040"/>
                </a:solidFill>
                <a:latin typeface="+mj-ea"/>
                <a:ea typeface="+mj-ea"/>
              </a:rPr>
              <a:t>日目：</a:t>
            </a:r>
            <a:endParaRPr lang="en-US" altLang="ja-JP" sz="1400" dirty="0">
              <a:solidFill>
                <a:srgbClr val="404040"/>
              </a:solidFill>
              <a:latin typeface="+mj-ea"/>
              <a:ea typeface="+mj-ea"/>
            </a:endParaRPr>
          </a:p>
          <a:p>
            <a:r>
              <a:rPr lang="ja-JP" altLang="en-US" sz="1400" dirty="0">
                <a:solidFill>
                  <a:srgbClr val="404040"/>
                </a:solidFill>
                <a:latin typeface="+mj-ea"/>
                <a:ea typeface="+mj-ea"/>
              </a:rPr>
              <a:t>・要件定義・基本設計・仕様策定（対話型定義 ➔ 体験設計重視の画面モック・画面遷移骨子作成）</a:t>
            </a:r>
          </a:p>
          <a:p>
            <a:r>
              <a:rPr lang="en-US" altLang="ja-JP" sz="1400" dirty="0">
                <a:solidFill>
                  <a:srgbClr val="404040"/>
                </a:solidFill>
                <a:latin typeface="+mj-ea"/>
                <a:ea typeface="+mj-ea"/>
              </a:rPr>
              <a:t>7</a:t>
            </a:r>
            <a:r>
              <a:rPr lang="ja-JP" altLang="en-US" sz="1400" dirty="0">
                <a:solidFill>
                  <a:srgbClr val="404040"/>
                </a:solidFill>
                <a:latin typeface="+mj-ea"/>
                <a:ea typeface="+mj-ea"/>
              </a:rPr>
              <a:t>日目：</a:t>
            </a:r>
            <a:endParaRPr lang="en-US" altLang="ja-JP" sz="1400" dirty="0">
              <a:solidFill>
                <a:srgbClr val="404040"/>
              </a:solidFill>
              <a:latin typeface="+mj-ea"/>
              <a:ea typeface="+mj-ea"/>
            </a:endParaRPr>
          </a:p>
          <a:p>
            <a:r>
              <a:rPr lang="ja-JP" altLang="en-US" sz="1400" dirty="0">
                <a:solidFill>
                  <a:srgbClr val="404040"/>
                </a:solidFill>
                <a:latin typeface="+mj-ea"/>
                <a:ea typeface="+mj-ea"/>
              </a:rPr>
              <a:t>・企画提案書作成 ＆ チーム間提案・フィードバック ➔ 修正・改善演習 ➔ 総合振り返り・ナレッジ共有</a:t>
            </a:r>
          </a:p>
        </p:txBody>
      </p:sp>
    </p:spTree>
    <p:extLst>
      <p:ext uri="{BB962C8B-B14F-4D97-AF65-F5344CB8AC3E}">
        <p14:creationId xmlns:p14="http://schemas.microsoft.com/office/powerpoint/2010/main" val="38199610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E54CC-8A1B-5BC5-B517-E48356CD9BE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7212740-E4A7-4DE8-CBDC-9C79D234B13C}"/>
              </a:ext>
            </a:extLst>
          </p:cNvPr>
          <p:cNvSpPr>
            <a:spLocks noGrp="1"/>
          </p:cNvSpPr>
          <p:nvPr>
            <p:ph type="title"/>
          </p:nvPr>
        </p:nvSpPr>
        <p:spPr/>
        <p:txBody>
          <a:bodyPr>
            <a:normAutofit/>
          </a:bodyPr>
          <a:lstStyle/>
          <a:p>
            <a:r>
              <a:rPr lang="en-US" altLang="ja-JP" dirty="0"/>
              <a:t>1-2. </a:t>
            </a:r>
            <a:r>
              <a:rPr lang="ja-JP" altLang="en-US" dirty="0"/>
              <a:t>背景・目的</a:t>
            </a:r>
          </a:p>
        </p:txBody>
      </p:sp>
      <p:sp>
        <p:nvSpPr>
          <p:cNvPr id="5" name="正方形/長方形 4">
            <a:extLst>
              <a:ext uri="{FF2B5EF4-FFF2-40B4-BE49-F238E27FC236}">
                <a16:creationId xmlns:a16="http://schemas.microsoft.com/office/drawing/2014/main" id="{C524C5A5-DAA7-72F1-2EBA-687315B31191}"/>
              </a:ext>
            </a:extLst>
          </p:cNvPr>
          <p:cNvSpPr/>
          <p:nvPr/>
        </p:nvSpPr>
        <p:spPr>
          <a:xfrm>
            <a:off x="416496" y="908756"/>
            <a:ext cx="9240688" cy="490519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ja-JP" altLang="en-US" sz="1400" dirty="0">
                <a:solidFill>
                  <a:srgbClr val="404040"/>
                </a:solidFill>
                <a:latin typeface="+mj-ea"/>
                <a:ea typeface="+mj-ea"/>
              </a:rPr>
              <a:t>生成</a:t>
            </a:r>
            <a:r>
              <a:rPr lang="en-US" altLang="ja-JP" sz="1400" dirty="0">
                <a:solidFill>
                  <a:srgbClr val="404040"/>
                </a:solidFill>
                <a:latin typeface="+mj-ea"/>
                <a:ea typeface="+mj-ea"/>
              </a:rPr>
              <a:t>AI</a:t>
            </a:r>
            <a:r>
              <a:rPr lang="ja-JP" altLang="en-US" sz="1400" dirty="0">
                <a:solidFill>
                  <a:srgbClr val="404040"/>
                </a:solidFill>
                <a:latin typeface="+mj-ea"/>
                <a:ea typeface="+mj-ea"/>
              </a:rPr>
              <a:t>により、システム開発は「人中心」から「</a:t>
            </a:r>
            <a:r>
              <a:rPr lang="en-US" altLang="ja-JP" sz="1400" dirty="0">
                <a:solidFill>
                  <a:srgbClr val="404040"/>
                </a:solidFill>
                <a:latin typeface="+mj-ea"/>
                <a:ea typeface="+mj-ea"/>
              </a:rPr>
              <a:t>AI</a:t>
            </a:r>
            <a:r>
              <a:rPr lang="ja-JP" altLang="en-US" sz="1400" dirty="0">
                <a:solidFill>
                  <a:srgbClr val="404040"/>
                </a:solidFill>
                <a:latin typeface="+mj-ea"/>
                <a:ea typeface="+mj-ea"/>
              </a:rPr>
              <a:t>前提」へと構造転換している</a:t>
            </a:r>
            <a:endParaRPr lang="en-US" altLang="ja-JP" sz="1400" dirty="0">
              <a:solidFill>
                <a:srgbClr val="404040"/>
              </a:solidFill>
              <a:latin typeface="+mj-ea"/>
              <a:ea typeface="+mj-ea"/>
            </a:endParaRPr>
          </a:p>
          <a:p>
            <a:endParaRPr lang="en-US" altLang="ja-JP" sz="1400" dirty="0">
              <a:solidFill>
                <a:srgbClr val="404040"/>
              </a:solidFill>
              <a:latin typeface="+mj-ea"/>
              <a:ea typeface="+mj-ea"/>
            </a:endParaRPr>
          </a:p>
          <a:p>
            <a:pPr lvl="0" defTabSz="914400">
              <a:defRPr/>
            </a:pPr>
            <a:r>
              <a:rPr lang="ja-JP" altLang="en-US" sz="1400" b="1" u="sng" dirty="0">
                <a:solidFill>
                  <a:prstClr val="black"/>
                </a:solidFill>
                <a:latin typeface="Meiryo UI" panose="020B0604030504040204" pitchFamily="50" charset="-128"/>
                <a:ea typeface="Meiryo UI" panose="020B0604030504040204" pitchFamily="50" charset="-128"/>
              </a:rPr>
              <a:t>＜背景＞</a:t>
            </a:r>
            <a:endParaRPr lang="en-US" altLang="ja-JP" sz="1400" b="1" u="sng" dirty="0">
              <a:solidFill>
                <a:prstClr val="black"/>
              </a:solidFill>
              <a:latin typeface="Meiryo UI" panose="020B0604030504040204" pitchFamily="50" charset="-128"/>
              <a:ea typeface="Meiryo UI" panose="020B0604030504040204" pitchFamily="50" charset="-128"/>
            </a:endParaRPr>
          </a:p>
          <a:p>
            <a:pPr lvl="0" defTabSz="914400">
              <a:defRPr/>
            </a:pPr>
            <a:r>
              <a:rPr lang="ja-JP" altLang="en-US" sz="1400" dirty="0">
                <a:solidFill>
                  <a:prstClr val="black"/>
                </a:solidFill>
                <a:latin typeface="Meiryo UI" panose="020B0604030504040204" pitchFamily="50" charset="-128"/>
                <a:ea typeface="Meiryo UI" panose="020B0604030504040204" pitchFamily="50" charset="-128"/>
              </a:rPr>
              <a:t>・ 生成</a:t>
            </a:r>
            <a:r>
              <a:rPr lang="en-US" altLang="ja-JP" sz="1400" dirty="0">
                <a:solidFill>
                  <a:prstClr val="black"/>
                </a:solidFill>
                <a:latin typeface="Meiryo UI" panose="020B0604030504040204" pitchFamily="50" charset="-128"/>
                <a:ea typeface="Meiryo UI" panose="020B0604030504040204" pitchFamily="50" charset="-128"/>
              </a:rPr>
              <a:t>AI</a:t>
            </a:r>
            <a:r>
              <a:rPr lang="ja-JP" altLang="en-US" sz="1400" dirty="0">
                <a:solidFill>
                  <a:prstClr val="black"/>
                </a:solidFill>
                <a:latin typeface="Meiryo UI" panose="020B0604030504040204" pitchFamily="50" charset="-128"/>
                <a:ea typeface="Meiryo UI" panose="020B0604030504040204" pitchFamily="50" charset="-128"/>
              </a:rPr>
              <a:t>の急速な進展により、要件定義・設計・実装・テストといった工程において、作業の自動化・高度化が急速に進んでいる</a:t>
            </a:r>
            <a:endParaRPr lang="en-US" altLang="ja-JP" sz="1400" dirty="0">
              <a:solidFill>
                <a:prstClr val="black"/>
              </a:solidFill>
              <a:latin typeface="Meiryo UI" panose="020B0604030504040204" pitchFamily="50" charset="-128"/>
              <a:ea typeface="Meiryo UI" panose="020B0604030504040204" pitchFamily="50" charset="-128"/>
            </a:endParaRPr>
          </a:p>
          <a:p>
            <a:pPr lvl="0" defTabSz="914400">
              <a:defRPr/>
            </a:pPr>
            <a:r>
              <a:rPr lang="ja-JP" altLang="en-US" sz="1400" dirty="0">
                <a:solidFill>
                  <a:prstClr val="black"/>
                </a:solidFill>
                <a:latin typeface="Meiryo UI" panose="020B0604030504040204" pitchFamily="50" charset="-128"/>
                <a:ea typeface="Meiryo UI" panose="020B0604030504040204" pitchFamily="50" charset="-128"/>
              </a:rPr>
              <a:t>・ これにより、従来の「人が成果物を作る開発」から、「</a:t>
            </a:r>
            <a:r>
              <a:rPr lang="en-US" altLang="ja-JP" sz="1400" dirty="0">
                <a:solidFill>
                  <a:prstClr val="black"/>
                </a:solidFill>
                <a:latin typeface="Meiryo UI" panose="020B0604030504040204" pitchFamily="50" charset="-128"/>
                <a:ea typeface="Meiryo UI" panose="020B0604030504040204" pitchFamily="50" charset="-128"/>
              </a:rPr>
              <a:t>AI</a:t>
            </a:r>
            <a:r>
              <a:rPr lang="ja-JP" altLang="en-US" sz="1400" dirty="0">
                <a:solidFill>
                  <a:prstClr val="black"/>
                </a:solidFill>
                <a:latin typeface="Meiryo UI" panose="020B0604030504040204" pitchFamily="50" charset="-128"/>
                <a:ea typeface="Meiryo UI" panose="020B0604030504040204" pitchFamily="50" charset="-128"/>
              </a:rPr>
              <a:t>と協働しながら成果物を創出する開発」へとパラダイムが変化</a:t>
            </a:r>
            <a:endParaRPr lang="en-US" altLang="ja-JP" sz="1400" dirty="0">
              <a:solidFill>
                <a:prstClr val="black"/>
              </a:solidFill>
              <a:latin typeface="Meiryo UI" panose="020B0604030504040204" pitchFamily="50" charset="-128"/>
              <a:ea typeface="Meiryo UI" panose="020B0604030504040204" pitchFamily="50" charset="-128"/>
            </a:endParaRPr>
          </a:p>
          <a:p>
            <a:pPr lvl="0" defTabSz="914400">
              <a:defRPr/>
            </a:pPr>
            <a:r>
              <a:rPr lang="ja-JP" altLang="en-US" sz="1400" dirty="0">
                <a:solidFill>
                  <a:prstClr val="black"/>
                </a:solidFill>
                <a:latin typeface="Meiryo UI" panose="020B0604030504040204" pitchFamily="50" charset="-128"/>
                <a:ea typeface="Meiryo UI" panose="020B0604030504040204" pitchFamily="50" charset="-128"/>
              </a:rPr>
              <a:t>・ 一方で現状は、生成</a:t>
            </a:r>
            <a:r>
              <a:rPr lang="en-US" altLang="ja-JP" sz="1400" dirty="0">
                <a:solidFill>
                  <a:prstClr val="black"/>
                </a:solidFill>
                <a:latin typeface="Meiryo UI" panose="020B0604030504040204" pitchFamily="50" charset="-128"/>
                <a:ea typeface="Meiryo UI" panose="020B0604030504040204" pitchFamily="50" charset="-128"/>
              </a:rPr>
              <a:t>AI</a:t>
            </a:r>
            <a:r>
              <a:rPr lang="ja-JP" altLang="en-US" sz="1400" dirty="0">
                <a:solidFill>
                  <a:prstClr val="black"/>
                </a:solidFill>
                <a:latin typeface="Meiryo UI" panose="020B0604030504040204" pitchFamily="50" charset="-128"/>
                <a:ea typeface="Meiryo UI" panose="020B0604030504040204" pitchFamily="50" charset="-128"/>
              </a:rPr>
              <a:t>が個別ツールとしての利用に留まり、開発プロセス全体を前提とした活用設計には至っていない</a:t>
            </a:r>
            <a:endParaRPr lang="en-US" altLang="ja-JP" sz="1400" dirty="0">
              <a:solidFill>
                <a:prstClr val="black"/>
              </a:solidFill>
              <a:latin typeface="Meiryo UI" panose="020B0604030504040204" pitchFamily="50" charset="-128"/>
              <a:ea typeface="Meiryo UI" panose="020B0604030504040204" pitchFamily="50" charset="-128"/>
            </a:endParaRPr>
          </a:p>
          <a:p>
            <a:pPr lvl="0" defTabSz="914400">
              <a:defRPr/>
            </a:pPr>
            <a:r>
              <a:rPr lang="ja-JP" altLang="en-US" sz="1400" dirty="0">
                <a:solidFill>
                  <a:prstClr val="black"/>
                </a:solidFill>
                <a:latin typeface="Meiryo UI" panose="020B0604030504040204" pitchFamily="50" charset="-128"/>
                <a:ea typeface="Meiryo UI" panose="020B0604030504040204" pitchFamily="50" charset="-128"/>
              </a:rPr>
              <a:t>・ 今後の競争力確保に向けは、ツール活用に留まらず、開発プロセスそのものを再設計できる人財の育成が急務である</a:t>
            </a:r>
            <a:endParaRPr lang="en-US" altLang="ja-JP" sz="1400" dirty="0">
              <a:solidFill>
                <a:prstClr val="black"/>
              </a:solidFill>
              <a:latin typeface="Meiryo UI" panose="020B0604030504040204" pitchFamily="50" charset="-128"/>
              <a:ea typeface="Meiryo UI" panose="020B0604030504040204" pitchFamily="50" charset="-128"/>
            </a:endParaRPr>
          </a:p>
          <a:p>
            <a:pPr lvl="0" defTabSz="914400">
              <a:defRPr/>
            </a:pPr>
            <a:endParaRPr lang="en-US" altLang="ja-JP" sz="1400" dirty="0">
              <a:solidFill>
                <a:prstClr val="black"/>
              </a:solidFill>
              <a:latin typeface="Meiryo UI" panose="020B0604030504040204" pitchFamily="50" charset="-128"/>
              <a:ea typeface="Meiryo UI" panose="020B0604030504040204" pitchFamily="50" charset="-128"/>
            </a:endParaRPr>
          </a:p>
          <a:p>
            <a:pPr lvl="0" defTabSz="914400">
              <a:defRPr/>
            </a:pPr>
            <a:r>
              <a:rPr lang="ja-JP" altLang="en-US" sz="1400" b="1" u="sng" dirty="0">
                <a:solidFill>
                  <a:prstClr val="black"/>
                </a:solidFill>
                <a:latin typeface="Meiryo UI" panose="020B0604030504040204" pitchFamily="50" charset="-128"/>
                <a:ea typeface="Meiryo UI" panose="020B0604030504040204" pitchFamily="50" charset="-128"/>
              </a:rPr>
              <a:t>＜目的＞</a:t>
            </a:r>
          </a:p>
          <a:p>
            <a:pPr lvl="0" defTabSz="914400">
              <a:defRPr/>
            </a:pPr>
            <a:r>
              <a:rPr lang="ja-JP" altLang="en-US" sz="1400" b="1" dirty="0">
                <a:solidFill>
                  <a:prstClr val="black"/>
                </a:solidFill>
                <a:latin typeface="Meiryo UI" panose="020B0604030504040204" pitchFamily="50" charset="-128"/>
                <a:ea typeface="Meiryo UI" panose="020B0604030504040204" pitchFamily="50" charset="-128"/>
              </a:rPr>
              <a:t>　本研修は、生成</a:t>
            </a:r>
            <a:r>
              <a:rPr lang="en-US" altLang="ja-JP" sz="1400" b="1" dirty="0">
                <a:solidFill>
                  <a:prstClr val="black"/>
                </a:solidFill>
                <a:latin typeface="Meiryo UI" panose="020B0604030504040204" pitchFamily="50" charset="-128"/>
                <a:ea typeface="Meiryo UI" panose="020B0604030504040204" pitchFamily="50" charset="-128"/>
              </a:rPr>
              <a:t>AI</a:t>
            </a:r>
            <a:r>
              <a:rPr lang="ja-JP" altLang="en-US" sz="1400" b="1" dirty="0">
                <a:solidFill>
                  <a:prstClr val="black"/>
                </a:solidFill>
                <a:latin typeface="Meiryo UI" panose="020B0604030504040204" pitchFamily="50" charset="-128"/>
                <a:ea typeface="Meiryo UI" panose="020B0604030504040204" pitchFamily="50" charset="-128"/>
              </a:rPr>
              <a:t>を前提とした開発プロセスを理解・実践できる人財を育成し、</a:t>
            </a:r>
            <a:endParaRPr lang="en-US" altLang="ja-JP" sz="1400" b="1" dirty="0">
              <a:solidFill>
                <a:prstClr val="black"/>
              </a:solidFill>
              <a:latin typeface="Meiryo UI" panose="020B0604030504040204" pitchFamily="50" charset="-128"/>
              <a:ea typeface="Meiryo UI" panose="020B0604030504040204" pitchFamily="50" charset="-128"/>
            </a:endParaRPr>
          </a:p>
          <a:p>
            <a:pPr lvl="0" defTabSz="914400">
              <a:defRPr/>
            </a:pPr>
            <a:r>
              <a:rPr lang="ja-JP" altLang="en-US" sz="1400" b="1" dirty="0">
                <a:solidFill>
                  <a:prstClr val="black"/>
                </a:solidFill>
                <a:latin typeface="Meiryo UI" panose="020B0604030504040204" pitchFamily="50" charset="-128"/>
                <a:ea typeface="Meiryo UI" panose="020B0604030504040204" pitchFamily="50" charset="-128"/>
              </a:rPr>
              <a:t>　将来的な業務プロセスの変革の基盤を構築することを目的とする</a:t>
            </a:r>
            <a:endParaRPr lang="en-US" altLang="ja-JP" sz="1400" b="1" dirty="0">
              <a:solidFill>
                <a:prstClr val="black"/>
              </a:solidFill>
              <a:latin typeface="Meiryo UI" panose="020B0604030504040204" pitchFamily="50" charset="-128"/>
              <a:ea typeface="Meiryo UI" panose="020B0604030504040204" pitchFamily="50" charset="-128"/>
            </a:endParaRPr>
          </a:p>
          <a:p>
            <a:endParaRPr lang="en-US" altLang="ja-JP" sz="1400" dirty="0">
              <a:solidFill>
                <a:srgbClr val="404040"/>
              </a:solidFill>
              <a:latin typeface="+mj-ea"/>
              <a:ea typeface="+mj-ea"/>
            </a:endParaRPr>
          </a:p>
          <a:p>
            <a:endParaRPr lang="ja-JP" altLang="en-US" sz="1400" dirty="0">
              <a:solidFill>
                <a:srgbClr val="404040"/>
              </a:solidFill>
              <a:latin typeface="+mj-ea"/>
              <a:ea typeface="+mj-ea"/>
            </a:endParaRPr>
          </a:p>
        </p:txBody>
      </p:sp>
      <p:pic>
        <p:nvPicPr>
          <p:cNvPr id="34" name="図 33">
            <a:extLst>
              <a:ext uri="{FF2B5EF4-FFF2-40B4-BE49-F238E27FC236}">
                <a16:creationId xmlns:a16="http://schemas.microsoft.com/office/drawing/2014/main" id="{B6533636-8B7B-3119-4756-1BAE77325836}"/>
              </a:ext>
            </a:extLst>
          </p:cNvPr>
          <p:cNvPicPr>
            <a:picLocks noChangeAspect="1"/>
          </p:cNvPicPr>
          <p:nvPr/>
        </p:nvPicPr>
        <p:blipFill>
          <a:blip r:embed="rId2"/>
          <a:stretch>
            <a:fillRect/>
          </a:stretch>
        </p:blipFill>
        <p:spPr>
          <a:xfrm>
            <a:off x="901835" y="3645884"/>
            <a:ext cx="8700940" cy="2056991"/>
          </a:xfrm>
          <a:prstGeom prst="rect">
            <a:avLst/>
          </a:prstGeom>
        </p:spPr>
      </p:pic>
    </p:spTree>
    <p:extLst>
      <p:ext uri="{BB962C8B-B14F-4D97-AF65-F5344CB8AC3E}">
        <p14:creationId xmlns:p14="http://schemas.microsoft.com/office/powerpoint/2010/main" val="40873645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B23A7-A85B-31A7-4688-92A84E3A61B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79A7171-505F-BA7C-495F-30572EDAA7A8}"/>
              </a:ext>
            </a:extLst>
          </p:cNvPr>
          <p:cNvSpPr>
            <a:spLocks noGrp="1"/>
          </p:cNvSpPr>
          <p:nvPr>
            <p:ph type="title"/>
          </p:nvPr>
        </p:nvSpPr>
        <p:spPr/>
        <p:txBody>
          <a:bodyPr>
            <a:normAutofit/>
          </a:bodyPr>
          <a:lstStyle/>
          <a:p>
            <a:r>
              <a:rPr lang="en-US" altLang="ja-JP" dirty="0"/>
              <a:t>1-3. </a:t>
            </a:r>
            <a:r>
              <a:rPr lang="ja-JP" altLang="en-US" dirty="0"/>
              <a:t>研修ゴールと獲得可能な経験背景・目的</a:t>
            </a:r>
          </a:p>
        </p:txBody>
      </p:sp>
      <p:sp>
        <p:nvSpPr>
          <p:cNvPr id="5" name="正方形/長方形 4">
            <a:extLst>
              <a:ext uri="{FF2B5EF4-FFF2-40B4-BE49-F238E27FC236}">
                <a16:creationId xmlns:a16="http://schemas.microsoft.com/office/drawing/2014/main" id="{D49B83DB-FE1C-4305-E497-CE7ED332A6EC}"/>
              </a:ext>
            </a:extLst>
          </p:cNvPr>
          <p:cNvSpPr/>
          <p:nvPr/>
        </p:nvSpPr>
        <p:spPr>
          <a:xfrm>
            <a:off x="416496" y="908756"/>
            <a:ext cx="9240688" cy="490519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altLang="ja-JP" sz="1400" dirty="0">
                <a:solidFill>
                  <a:srgbClr val="404040"/>
                </a:solidFill>
                <a:latin typeface="+mj-ea"/>
                <a:ea typeface="+mj-ea"/>
              </a:rPr>
              <a:t>AI</a:t>
            </a:r>
            <a:r>
              <a:rPr lang="ja-JP" altLang="en-US" sz="1400" dirty="0">
                <a:solidFill>
                  <a:srgbClr val="404040"/>
                </a:solidFill>
                <a:latin typeface="+mj-ea"/>
                <a:ea typeface="+mj-ea"/>
              </a:rPr>
              <a:t>を活用した開発プロセスを一通り実行し、再現可能な業務スキルを獲得する</a:t>
            </a:r>
          </a:p>
          <a:p>
            <a:endParaRPr lang="ja-JP" altLang="en-US" sz="1400" dirty="0">
              <a:solidFill>
                <a:srgbClr val="404040"/>
              </a:solidFill>
              <a:latin typeface="+mj-ea"/>
              <a:ea typeface="+mj-ea"/>
            </a:endParaRPr>
          </a:p>
          <a:p>
            <a:r>
              <a:rPr lang="ja-JP" altLang="en-US" sz="1400" dirty="0">
                <a:solidFill>
                  <a:srgbClr val="404040"/>
                </a:solidFill>
                <a:latin typeface="+mj-ea"/>
                <a:ea typeface="+mj-ea"/>
              </a:rPr>
              <a:t>＜研修ゴール＞</a:t>
            </a:r>
          </a:p>
          <a:p>
            <a:r>
              <a:rPr lang="ja-JP" altLang="en-US" sz="1400" dirty="0">
                <a:solidFill>
                  <a:srgbClr val="404040"/>
                </a:solidFill>
                <a:latin typeface="+mj-ea"/>
                <a:ea typeface="+mj-ea"/>
              </a:rPr>
              <a:t>・ 生成</a:t>
            </a:r>
            <a:r>
              <a:rPr lang="en-US" altLang="ja-JP" sz="1400" dirty="0">
                <a:solidFill>
                  <a:srgbClr val="404040"/>
                </a:solidFill>
                <a:latin typeface="+mj-ea"/>
                <a:ea typeface="+mj-ea"/>
              </a:rPr>
              <a:t>AI</a:t>
            </a:r>
            <a:r>
              <a:rPr lang="ja-JP" altLang="en-US" sz="1400" dirty="0">
                <a:solidFill>
                  <a:srgbClr val="404040"/>
                </a:solidFill>
                <a:latin typeface="+mj-ea"/>
                <a:ea typeface="+mj-ea"/>
              </a:rPr>
              <a:t>（</a:t>
            </a:r>
            <a:r>
              <a:rPr lang="en-US" altLang="ja-JP" sz="1400" dirty="0">
                <a:solidFill>
                  <a:srgbClr val="404040"/>
                </a:solidFill>
                <a:latin typeface="+mj-ea"/>
                <a:ea typeface="+mj-ea"/>
              </a:rPr>
              <a:t>ChatGPT / GitHub Copilot</a:t>
            </a:r>
            <a:r>
              <a:rPr lang="ja-JP" altLang="en-US" sz="1400" dirty="0">
                <a:solidFill>
                  <a:srgbClr val="404040"/>
                </a:solidFill>
                <a:latin typeface="+mj-ea"/>
                <a:ea typeface="+mj-ea"/>
              </a:rPr>
              <a:t>）を活用し、要件定義～設計～実装～テストまでの開発プロセスを一通り実行できる</a:t>
            </a:r>
          </a:p>
          <a:p>
            <a:r>
              <a:rPr lang="ja-JP" altLang="en-US" sz="1400" dirty="0">
                <a:solidFill>
                  <a:srgbClr val="404040"/>
                </a:solidFill>
                <a:latin typeface="+mj-ea"/>
                <a:ea typeface="+mj-ea"/>
              </a:rPr>
              <a:t>・ プロンプトの選択・修正・改善を通じて、成果物の品質を向上させるサイクルを実践できる</a:t>
            </a:r>
          </a:p>
          <a:p>
            <a:r>
              <a:rPr lang="ja-JP" altLang="en-US" sz="1400" dirty="0">
                <a:solidFill>
                  <a:srgbClr val="404040"/>
                </a:solidFill>
                <a:latin typeface="+mj-ea"/>
                <a:ea typeface="+mj-ea"/>
              </a:rPr>
              <a:t>・ </a:t>
            </a:r>
            <a:r>
              <a:rPr lang="en-US" altLang="ja-JP" sz="1400" dirty="0">
                <a:solidFill>
                  <a:srgbClr val="404040"/>
                </a:solidFill>
                <a:latin typeface="+mj-ea"/>
                <a:ea typeface="+mj-ea"/>
              </a:rPr>
              <a:t>AI</a:t>
            </a:r>
            <a:r>
              <a:rPr lang="ja-JP" altLang="en-US" sz="1400" dirty="0">
                <a:solidFill>
                  <a:srgbClr val="404040"/>
                </a:solidFill>
                <a:latin typeface="+mj-ea"/>
                <a:ea typeface="+mj-ea"/>
              </a:rPr>
              <a:t>を前提とした開発の進め方を理解し、実務における再現可能な状態の「とっかかり」を獲得する</a:t>
            </a:r>
          </a:p>
          <a:p>
            <a:endParaRPr lang="en-US" altLang="ja-JP" sz="1400" dirty="0">
              <a:solidFill>
                <a:srgbClr val="404040"/>
              </a:solidFill>
              <a:latin typeface="+mj-ea"/>
              <a:ea typeface="+mj-ea"/>
            </a:endParaRPr>
          </a:p>
          <a:p>
            <a:endParaRPr lang="ja-JP" altLang="en-US" sz="1400" dirty="0">
              <a:solidFill>
                <a:srgbClr val="404040"/>
              </a:solidFill>
              <a:latin typeface="+mj-ea"/>
              <a:ea typeface="+mj-ea"/>
            </a:endParaRPr>
          </a:p>
          <a:p>
            <a:r>
              <a:rPr lang="ja-JP" altLang="en-US" sz="1400" dirty="0">
                <a:solidFill>
                  <a:srgbClr val="404040"/>
                </a:solidFill>
                <a:latin typeface="+mj-ea"/>
                <a:ea typeface="+mj-ea"/>
              </a:rPr>
              <a:t>＜獲得可能な経験＞</a:t>
            </a:r>
          </a:p>
          <a:p>
            <a:r>
              <a:rPr lang="ja-JP" altLang="en-US" sz="1400" dirty="0">
                <a:solidFill>
                  <a:srgbClr val="404040"/>
                </a:solidFill>
                <a:latin typeface="+mj-ea"/>
                <a:ea typeface="+mj-ea"/>
              </a:rPr>
              <a:t>・ </a:t>
            </a:r>
            <a:r>
              <a:rPr lang="en-US" altLang="ja-JP" sz="1400" dirty="0">
                <a:solidFill>
                  <a:srgbClr val="404040"/>
                </a:solidFill>
                <a:latin typeface="+mj-ea"/>
                <a:ea typeface="+mj-ea"/>
              </a:rPr>
              <a:t>ChatGPT </a:t>
            </a:r>
            <a:r>
              <a:rPr lang="ja-JP" altLang="en-US" sz="1400" dirty="0">
                <a:solidFill>
                  <a:srgbClr val="404040"/>
                </a:solidFill>
                <a:latin typeface="+mj-ea"/>
                <a:ea typeface="+mj-ea"/>
              </a:rPr>
              <a:t>を用いた 「調査・整理」、「叩き台資料作成」、「モックアプリ開発」、「企画・提案書骨子作成」、「成果物</a:t>
            </a:r>
            <a:r>
              <a:rPr lang="en-US" altLang="ja-JP" sz="1400" dirty="0">
                <a:solidFill>
                  <a:srgbClr val="404040"/>
                </a:solidFill>
                <a:latin typeface="+mj-ea"/>
                <a:ea typeface="+mj-ea"/>
              </a:rPr>
              <a:t>RV</a:t>
            </a:r>
            <a:r>
              <a:rPr lang="ja-JP" altLang="en-US" sz="1400" dirty="0">
                <a:solidFill>
                  <a:srgbClr val="404040"/>
                </a:solidFill>
                <a:latin typeface="+mj-ea"/>
                <a:ea typeface="+mj-ea"/>
              </a:rPr>
              <a:t>」の経験</a:t>
            </a:r>
          </a:p>
          <a:p>
            <a:r>
              <a:rPr lang="ja-JP" altLang="en-US" sz="1400" dirty="0">
                <a:solidFill>
                  <a:srgbClr val="404040"/>
                </a:solidFill>
                <a:latin typeface="+mj-ea"/>
                <a:ea typeface="+mj-ea"/>
              </a:rPr>
              <a:t>・ </a:t>
            </a:r>
            <a:r>
              <a:rPr lang="en-US" altLang="ja-JP" sz="1400" dirty="0">
                <a:solidFill>
                  <a:srgbClr val="404040"/>
                </a:solidFill>
                <a:latin typeface="+mj-ea"/>
                <a:ea typeface="+mj-ea"/>
              </a:rPr>
              <a:t>GitHub Copilot </a:t>
            </a:r>
            <a:r>
              <a:rPr lang="ja-JP" altLang="en-US" sz="1400" dirty="0">
                <a:solidFill>
                  <a:srgbClr val="404040"/>
                </a:solidFill>
                <a:latin typeface="+mj-ea"/>
                <a:ea typeface="+mj-ea"/>
              </a:rPr>
              <a:t>を用いた </a:t>
            </a:r>
            <a:r>
              <a:rPr lang="en-US" altLang="ja-JP" sz="1400" dirty="0">
                <a:solidFill>
                  <a:srgbClr val="404040"/>
                </a:solidFill>
                <a:latin typeface="+mj-ea"/>
                <a:ea typeface="+mj-ea"/>
              </a:rPr>
              <a:t>AI</a:t>
            </a:r>
            <a:r>
              <a:rPr lang="ja-JP" altLang="en-US" sz="1400" dirty="0">
                <a:solidFill>
                  <a:srgbClr val="404040"/>
                </a:solidFill>
                <a:latin typeface="+mj-ea"/>
                <a:ea typeface="+mj-ea"/>
              </a:rPr>
              <a:t>エージェント への作業指示および上述の成果物作成・修正・</a:t>
            </a:r>
            <a:r>
              <a:rPr lang="en-US" altLang="ja-JP" sz="1400" dirty="0">
                <a:solidFill>
                  <a:srgbClr val="404040"/>
                </a:solidFill>
                <a:latin typeface="+mj-ea"/>
                <a:ea typeface="+mj-ea"/>
              </a:rPr>
              <a:t>RV</a:t>
            </a:r>
            <a:r>
              <a:rPr lang="ja-JP" altLang="en-US" sz="1400" dirty="0">
                <a:solidFill>
                  <a:srgbClr val="404040"/>
                </a:solidFill>
                <a:latin typeface="+mj-ea"/>
                <a:ea typeface="+mj-ea"/>
              </a:rPr>
              <a:t>の経験</a:t>
            </a:r>
          </a:p>
          <a:p>
            <a:r>
              <a:rPr lang="ja-JP" altLang="en-US" sz="1400" dirty="0">
                <a:solidFill>
                  <a:srgbClr val="404040"/>
                </a:solidFill>
                <a:latin typeface="+mj-ea"/>
                <a:ea typeface="+mj-ea"/>
              </a:rPr>
              <a:t>・ </a:t>
            </a:r>
            <a:r>
              <a:rPr lang="en-US" altLang="ja-JP" sz="1400" dirty="0">
                <a:solidFill>
                  <a:srgbClr val="404040"/>
                </a:solidFill>
                <a:latin typeface="+mj-ea"/>
                <a:ea typeface="+mj-ea"/>
              </a:rPr>
              <a:t>GitHub Copilot </a:t>
            </a:r>
            <a:r>
              <a:rPr lang="ja-JP" altLang="en-US" sz="1400" dirty="0">
                <a:solidFill>
                  <a:srgbClr val="404040"/>
                </a:solidFill>
                <a:latin typeface="+mj-ea"/>
                <a:ea typeface="+mj-ea"/>
              </a:rPr>
              <a:t>を用いる際の 各種ハーネスエンジニアリング に向けた</a:t>
            </a:r>
            <a:r>
              <a:rPr lang="en-US" altLang="ja-JP" sz="1400" dirty="0">
                <a:solidFill>
                  <a:srgbClr val="404040"/>
                </a:solidFill>
                <a:latin typeface="+mj-ea"/>
                <a:ea typeface="+mj-ea"/>
              </a:rPr>
              <a:t>AI</a:t>
            </a:r>
            <a:r>
              <a:rPr lang="ja-JP" altLang="en-US" sz="1400" dirty="0">
                <a:solidFill>
                  <a:srgbClr val="404040"/>
                </a:solidFill>
                <a:latin typeface="+mj-ea"/>
                <a:ea typeface="+mj-ea"/>
              </a:rPr>
              <a:t>動作環境の改善経験</a:t>
            </a:r>
          </a:p>
          <a:p>
            <a:r>
              <a:rPr lang="ja-JP" altLang="en-US" sz="1400" dirty="0">
                <a:solidFill>
                  <a:srgbClr val="404040"/>
                </a:solidFill>
                <a:latin typeface="+mj-ea"/>
                <a:ea typeface="+mj-ea"/>
              </a:rPr>
              <a:t>・ 生産性向上および品質向上を実現するための開発プロセスの改善経験</a:t>
            </a:r>
          </a:p>
          <a:p>
            <a:endParaRPr lang="en-US" altLang="ja-JP" sz="1400" dirty="0">
              <a:solidFill>
                <a:srgbClr val="404040"/>
              </a:solidFill>
              <a:latin typeface="+mj-ea"/>
              <a:ea typeface="+mj-ea"/>
            </a:endParaRPr>
          </a:p>
          <a:p>
            <a:endParaRPr lang="en-US" altLang="ja-JP" sz="1400" dirty="0">
              <a:solidFill>
                <a:srgbClr val="404040"/>
              </a:solidFill>
              <a:latin typeface="+mj-ea"/>
              <a:ea typeface="+mj-ea"/>
            </a:endParaRPr>
          </a:p>
          <a:p>
            <a:endParaRPr lang="ja-JP" altLang="en-US" sz="1400" dirty="0">
              <a:solidFill>
                <a:srgbClr val="404040"/>
              </a:solidFill>
              <a:latin typeface="+mj-ea"/>
              <a:ea typeface="+mj-ea"/>
            </a:endParaRPr>
          </a:p>
          <a:p>
            <a:r>
              <a:rPr lang="en-US" altLang="ja-JP" sz="1400" b="1" dirty="0">
                <a:solidFill>
                  <a:srgbClr val="FF0000"/>
                </a:solidFill>
                <a:latin typeface="+mj-ea"/>
                <a:ea typeface="+mj-ea"/>
              </a:rPr>
              <a:t>※ </a:t>
            </a:r>
            <a:r>
              <a:rPr lang="ja-JP" altLang="en-US" sz="1400" b="1" dirty="0">
                <a:solidFill>
                  <a:srgbClr val="FF0000"/>
                </a:solidFill>
                <a:latin typeface="+mj-ea"/>
                <a:ea typeface="+mj-ea"/>
              </a:rPr>
              <a:t>高度な自走ではなく、実務適用の初期レベル到達を目標とする</a:t>
            </a:r>
          </a:p>
        </p:txBody>
      </p:sp>
    </p:spTree>
    <p:extLst>
      <p:ext uri="{BB962C8B-B14F-4D97-AF65-F5344CB8AC3E}">
        <p14:creationId xmlns:p14="http://schemas.microsoft.com/office/powerpoint/2010/main" val="19296961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BBD13-189C-F3E7-96C2-18EA4C7BBCF0}"/>
            </a:ext>
          </a:extLst>
        </p:cNvPr>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0DBF69CF-77CE-76E1-B4D8-AC9EFCC3798D}"/>
              </a:ext>
            </a:extLst>
          </p:cNvPr>
          <p:cNvSpPr>
            <a:spLocks noGrp="1"/>
          </p:cNvSpPr>
          <p:nvPr>
            <p:ph type="body" sz="quarter" idx="11"/>
          </p:nvPr>
        </p:nvSpPr>
        <p:spPr/>
        <p:txBody>
          <a:bodyPr/>
          <a:lstStyle/>
          <a:p>
            <a:r>
              <a:rPr lang="ja-JP" altLang="en-US" dirty="0"/>
              <a:t>モジュール</a:t>
            </a:r>
            <a:r>
              <a:rPr lang="en-US" altLang="ja-JP" dirty="0"/>
              <a:t>2</a:t>
            </a:r>
            <a:r>
              <a:rPr lang="ja-JP" altLang="en-US" dirty="0"/>
              <a:t>：</a:t>
            </a:r>
            <a:endParaRPr lang="en-US" altLang="ja-JP" dirty="0"/>
          </a:p>
          <a:p>
            <a:r>
              <a:rPr lang="en-US" altLang="ja-JP" dirty="0"/>
              <a:t>AI</a:t>
            </a:r>
            <a:r>
              <a:rPr lang="ja-JP" altLang="en-US" dirty="0"/>
              <a:t>・</a:t>
            </a:r>
            <a:r>
              <a:rPr lang="en-US" altLang="ja-JP" dirty="0"/>
              <a:t>LLM</a:t>
            </a:r>
            <a:r>
              <a:rPr lang="ja-JP" altLang="en-US" dirty="0"/>
              <a:t>の基礎理解</a:t>
            </a:r>
          </a:p>
        </p:txBody>
      </p:sp>
      <p:sp>
        <p:nvSpPr>
          <p:cNvPr id="7" name="テキスト プレースホルダー 4">
            <a:extLst>
              <a:ext uri="{FF2B5EF4-FFF2-40B4-BE49-F238E27FC236}">
                <a16:creationId xmlns:a16="http://schemas.microsoft.com/office/drawing/2014/main" id="{7BC14B84-B176-0772-FBC0-AFBFE04E26C5}"/>
              </a:ext>
            </a:extLst>
          </p:cNvPr>
          <p:cNvSpPr txBox="1">
            <a:spLocks/>
          </p:cNvSpPr>
          <p:nvPr/>
        </p:nvSpPr>
        <p:spPr>
          <a:xfrm>
            <a:off x="7439995" y="339447"/>
            <a:ext cx="2173672" cy="524553"/>
          </a:xfrm>
          <a:prstGeom prst="rect">
            <a:avLst/>
          </a:prstGeom>
          <a:noFill/>
          <a:ln>
            <a:solidFill>
              <a:schemeClr val="bg1"/>
            </a:solidFill>
          </a:ln>
        </p:spPr>
        <p:style>
          <a:lnRef idx="2">
            <a:schemeClr val="accent2"/>
          </a:lnRef>
          <a:fillRef idx="1">
            <a:schemeClr val="lt1"/>
          </a:fillRef>
          <a:effectRef idx="0">
            <a:schemeClr val="accent2"/>
          </a:effectRef>
          <a:fontRef idx="minor">
            <a:schemeClr val="dk1"/>
          </a:fontRef>
        </p:style>
        <p:txBody>
          <a:bodyPr wrap="square" tIns="54000" bIns="54000" anchor="ctr">
            <a:spAutoFit/>
          </a:bodyPr>
          <a:lstStyle>
            <a:lvl1pPr marL="0" indent="0" algn="l" defTabSz="432000" rtl="0" eaLnBrk="0" fontAlgn="base" hangingPunct="0">
              <a:lnSpc>
                <a:spcPct val="100000"/>
              </a:lnSpc>
              <a:spcBef>
                <a:spcPts val="120"/>
              </a:spcBef>
              <a:spcAft>
                <a:spcPct val="0"/>
              </a:spcAft>
              <a:buFont typeface="+mj-lt"/>
              <a:buNone/>
              <a:defRPr kumimoji="1" sz="700" kern="1200">
                <a:solidFill>
                  <a:schemeClr val="bg1"/>
                </a:solidFill>
                <a:latin typeface="MS PGothic" charset="-128"/>
                <a:ea typeface="MS PGothic" charset="-128"/>
                <a:cs typeface="MS PGothic" charset="-128"/>
              </a:defRPr>
            </a:lvl1pPr>
            <a:lvl2pPr marL="910099" indent="-300543" algn="l" defTabSz="609555" rtl="0" eaLnBrk="1" fontAlgn="base" hangingPunct="1">
              <a:spcBef>
                <a:spcPct val="20000"/>
              </a:spcBef>
              <a:spcAft>
                <a:spcPct val="0"/>
              </a:spcAft>
              <a:buFont typeface="Arial" pitchFamily="34" charset="0"/>
              <a:buChar char="–"/>
              <a:defRPr kumimoji="1" sz="2667" kern="1200">
                <a:solidFill>
                  <a:schemeClr val="tx1"/>
                </a:solidFill>
                <a:latin typeface="Arial"/>
                <a:ea typeface="+mn-ea"/>
                <a:cs typeface="Arial"/>
              </a:defRPr>
            </a:lvl2pPr>
            <a:lvl3pPr marL="1454042" indent="-234933" algn="l" defTabSz="609555" rtl="0" eaLnBrk="1" fontAlgn="base" hangingPunct="1">
              <a:spcBef>
                <a:spcPct val="20000"/>
              </a:spcBef>
              <a:spcAft>
                <a:spcPct val="0"/>
              </a:spcAft>
              <a:buFont typeface="Arial" pitchFamily="34" charset="0"/>
              <a:buChar char="•"/>
              <a:defRPr kumimoji="1" sz="2667" kern="1200">
                <a:solidFill>
                  <a:schemeClr val="tx1"/>
                </a:solidFill>
                <a:latin typeface="Arial"/>
                <a:ea typeface="+mn-ea"/>
                <a:cs typeface="Arial"/>
              </a:defRPr>
            </a:lvl3pPr>
            <a:lvl4pPr marL="2059363" indent="-230701" algn="l" defTabSz="609555" rtl="0" eaLnBrk="1" fontAlgn="base" hangingPunct="1">
              <a:spcBef>
                <a:spcPct val="20000"/>
              </a:spcBef>
              <a:spcAft>
                <a:spcPct val="0"/>
              </a:spcAft>
              <a:buFont typeface="Arial" pitchFamily="34" charset="0"/>
              <a:buChar char="–"/>
              <a:defRPr kumimoji="1" sz="2667" kern="1200">
                <a:solidFill>
                  <a:schemeClr val="tx1"/>
                </a:solidFill>
                <a:latin typeface="Arial"/>
                <a:ea typeface="+mn-ea"/>
                <a:cs typeface="Arial"/>
              </a:defRPr>
            </a:lvl4pPr>
            <a:lvl5pPr marL="2666800" indent="-228584" algn="l" defTabSz="609555" rtl="0" eaLnBrk="1" fontAlgn="base" hangingPunct="1">
              <a:spcBef>
                <a:spcPct val="20000"/>
              </a:spcBef>
              <a:spcAft>
                <a:spcPct val="0"/>
              </a:spcAft>
              <a:buFont typeface="Arial" pitchFamily="34" charset="0"/>
              <a:buChar char="»"/>
              <a:defRPr kumimoji="1" sz="2667" kern="1200">
                <a:solidFill>
                  <a:schemeClr val="tx1"/>
                </a:solidFill>
                <a:latin typeface="Arial"/>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sz="900" dirty="0">
                <a:latin typeface="Meiryo UI" panose="020B0604030504040204" pitchFamily="50" charset="-128"/>
                <a:ea typeface="Meiryo UI" panose="020B0604030504040204" pitchFamily="50" charset="-128"/>
                <a:cs typeface="HGPGothicE" charset="-128"/>
              </a:rPr>
              <a:t>情 報 種 別 ： 秘密（関係者限り）</a:t>
            </a:r>
            <a:br>
              <a:rPr lang="en-US" altLang="ja-JP" sz="900" dirty="0">
                <a:latin typeface="Meiryo UI" panose="020B0604030504040204" pitchFamily="50" charset="-128"/>
                <a:ea typeface="Meiryo UI" panose="020B0604030504040204" pitchFamily="50" charset="-128"/>
                <a:cs typeface="HGPGothicE" charset="-128"/>
              </a:rPr>
            </a:br>
            <a:r>
              <a:rPr lang="ja-JP" altLang="en-US" sz="900" dirty="0">
                <a:latin typeface="Meiryo UI" panose="020B0604030504040204" pitchFamily="50" charset="-128"/>
                <a:ea typeface="Meiryo UI" panose="020B0604030504040204" pitchFamily="50" charset="-128"/>
                <a:cs typeface="HGPGothicE" charset="-128"/>
              </a:rPr>
              <a:t>会　 社　 名 ： </a:t>
            </a:r>
            <a:r>
              <a:rPr lang="en-US" altLang="ja-JP" sz="900" dirty="0">
                <a:latin typeface="Meiryo UI" panose="020B0604030504040204" pitchFamily="50" charset="-128"/>
                <a:ea typeface="Meiryo UI" panose="020B0604030504040204" pitchFamily="50" charset="-128"/>
                <a:cs typeface="HGPGothicE" charset="-128"/>
              </a:rPr>
              <a:t>NTT</a:t>
            </a:r>
            <a:r>
              <a:rPr lang="ja-JP" altLang="en-US" sz="900" dirty="0">
                <a:latin typeface="Meiryo UI" panose="020B0604030504040204" pitchFamily="50" charset="-128"/>
                <a:ea typeface="Meiryo UI" panose="020B0604030504040204" pitchFamily="50" charset="-128"/>
                <a:cs typeface="HGPGothicE" charset="-128"/>
              </a:rPr>
              <a:t>データユニバーシティ</a:t>
            </a:r>
            <a:br>
              <a:rPr lang="en-US" altLang="ja-JP" sz="900" dirty="0">
                <a:latin typeface="Meiryo UI" panose="020B0604030504040204" pitchFamily="50" charset="-128"/>
                <a:ea typeface="Meiryo UI" panose="020B0604030504040204" pitchFamily="50" charset="-128"/>
                <a:cs typeface="HGPGothicE" charset="-128"/>
              </a:rPr>
            </a:br>
            <a:r>
              <a:rPr lang="ja-JP" altLang="en-US" sz="900" dirty="0">
                <a:latin typeface="Meiryo UI" panose="020B0604030504040204" pitchFamily="50" charset="-128"/>
                <a:ea typeface="Meiryo UI" panose="020B0604030504040204" pitchFamily="50" charset="-128"/>
                <a:cs typeface="HGPGothicE" charset="-128"/>
              </a:rPr>
              <a:t>情報所有者 ： サービスディベロップメント部</a:t>
            </a:r>
          </a:p>
        </p:txBody>
      </p:sp>
    </p:spTree>
    <p:extLst>
      <p:ext uri="{BB962C8B-B14F-4D97-AF65-F5344CB8AC3E}">
        <p14:creationId xmlns:p14="http://schemas.microsoft.com/office/powerpoint/2010/main" val="28645249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C3449-7D52-D9ED-B407-067EB39A072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1616F05-1997-8009-9350-BF1DEE981D76}"/>
              </a:ext>
            </a:extLst>
          </p:cNvPr>
          <p:cNvSpPr>
            <a:spLocks noGrp="1"/>
          </p:cNvSpPr>
          <p:nvPr>
            <p:ph type="title"/>
          </p:nvPr>
        </p:nvSpPr>
        <p:spPr/>
        <p:txBody>
          <a:bodyPr>
            <a:normAutofit/>
          </a:bodyPr>
          <a:lstStyle/>
          <a:p>
            <a:r>
              <a:rPr lang="en-US" altLang="ja-JP" dirty="0"/>
              <a:t>2-1. </a:t>
            </a:r>
            <a:r>
              <a:rPr lang="ja-JP" altLang="en-US" dirty="0"/>
              <a:t>生成</a:t>
            </a:r>
            <a:r>
              <a:rPr lang="en-US" altLang="ja-JP" dirty="0"/>
              <a:t>AI</a:t>
            </a:r>
            <a:r>
              <a:rPr lang="ja-JP" altLang="en-US" dirty="0"/>
              <a:t>（</a:t>
            </a:r>
            <a:r>
              <a:rPr lang="en-US" altLang="ja-JP" dirty="0"/>
              <a:t>Generative AI</a:t>
            </a:r>
            <a:r>
              <a:rPr lang="ja-JP" altLang="en-US" dirty="0"/>
              <a:t>）とは？</a:t>
            </a:r>
          </a:p>
        </p:txBody>
      </p:sp>
      <p:sp>
        <p:nvSpPr>
          <p:cNvPr id="4" name="Shape 0">
            <a:extLst>
              <a:ext uri="{FF2B5EF4-FFF2-40B4-BE49-F238E27FC236}">
                <a16:creationId xmlns:a16="http://schemas.microsoft.com/office/drawing/2014/main" id="{A3B26407-612D-D12B-4BF1-FC0842B3B273}"/>
              </a:ext>
            </a:extLst>
          </p:cNvPr>
          <p:cNvSpPr/>
          <p:nvPr/>
        </p:nvSpPr>
        <p:spPr>
          <a:xfrm>
            <a:off x="381305" y="1524305"/>
            <a:ext cx="9145043" cy="1429207"/>
          </a:xfrm>
          <a:prstGeom prst="roundRect">
            <a:avLst>
              <a:gd name="adj" fmla="val 5310"/>
            </a:avLst>
          </a:prstGeom>
          <a:solidFill>
            <a:srgbClr val="F9F9F9"/>
          </a:solidFill>
          <a:ln w="12700">
            <a:solidFill>
              <a:srgbClr val="FFFFFF">
                <a:alpha val="0"/>
              </a:srgbClr>
            </a:solidFill>
            <a:prstDash val="solid"/>
          </a:ln>
        </p:spPr>
        <p:txBody>
          <a:bodyPr/>
          <a:lstStyle/>
          <a:p>
            <a:endParaRPr lang="ja-JP" altLang="en-US"/>
          </a:p>
        </p:txBody>
      </p:sp>
      <p:sp>
        <p:nvSpPr>
          <p:cNvPr id="7" name="Shape 1">
            <a:extLst>
              <a:ext uri="{FF2B5EF4-FFF2-40B4-BE49-F238E27FC236}">
                <a16:creationId xmlns:a16="http://schemas.microsoft.com/office/drawing/2014/main" id="{509BD8B0-5988-89D6-EC56-C2BB81DEAD63}"/>
              </a:ext>
            </a:extLst>
          </p:cNvPr>
          <p:cNvSpPr/>
          <p:nvPr/>
        </p:nvSpPr>
        <p:spPr>
          <a:xfrm>
            <a:off x="381305" y="3095244"/>
            <a:ext cx="9145043" cy="1429207"/>
          </a:xfrm>
          <a:prstGeom prst="roundRect">
            <a:avLst>
              <a:gd name="adj" fmla="val 5310"/>
            </a:avLst>
          </a:prstGeom>
          <a:solidFill>
            <a:srgbClr val="F9F9F9"/>
          </a:solidFill>
          <a:ln w="12700">
            <a:solidFill>
              <a:srgbClr val="FFFFFF">
                <a:alpha val="0"/>
              </a:srgbClr>
            </a:solidFill>
            <a:prstDash val="solid"/>
          </a:ln>
        </p:spPr>
        <p:txBody>
          <a:bodyPr/>
          <a:lstStyle/>
          <a:p>
            <a:endParaRPr lang="ja-JP" altLang="en-US"/>
          </a:p>
        </p:txBody>
      </p:sp>
      <p:sp>
        <p:nvSpPr>
          <p:cNvPr id="9" name="Shape 2">
            <a:extLst>
              <a:ext uri="{FF2B5EF4-FFF2-40B4-BE49-F238E27FC236}">
                <a16:creationId xmlns:a16="http://schemas.microsoft.com/office/drawing/2014/main" id="{23A7A1F2-276D-BDC0-9341-E8BEE3465EA0}"/>
              </a:ext>
            </a:extLst>
          </p:cNvPr>
          <p:cNvSpPr/>
          <p:nvPr/>
        </p:nvSpPr>
        <p:spPr>
          <a:xfrm>
            <a:off x="381305" y="4667098"/>
            <a:ext cx="9145043" cy="1429207"/>
          </a:xfrm>
          <a:prstGeom prst="roundRect">
            <a:avLst>
              <a:gd name="adj" fmla="val 5310"/>
            </a:avLst>
          </a:prstGeom>
          <a:solidFill>
            <a:srgbClr val="FFFAF0"/>
          </a:solidFill>
          <a:ln/>
        </p:spPr>
        <p:txBody>
          <a:bodyPr/>
          <a:lstStyle/>
          <a:p>
            <a:endParaRPr lang="ja-JP" altLang="en-US"/>
          </a:p>
        </p:txBody>
      </p:sp>
      <p:sp>
        <p:nvSpPr>
          <p:cNvPr id="11" name="Shape 3">
            <a:extLst>
              <a:ext uri="{FF2B5EF4-FFF2-40B4-BE49-F238E27FC236}">
                <a16:creationId xmlns:a16="http://schemas.microsoft.com/office/drawing/2014/main" id="{855622E4-3CE8-9EEF-BABC-5A693DF30329}"/>
              </a:ext>
            </a:extLst>
          </p:cNvPr>
          <p:cNvSpPr/>
          <p:nvPr/>
        </p:nvSpPr>
        <p:spPr>
          <a:xfrm>
            <a:off x="381305" y="4667098"/>
            <a:ext cx="46091" cy="1429207"/>
          </a:xfrm>
          <a:prstGeom prst="roundRect">
            <a:avLst>
              <a:gd name="adj" fmla="val 131746"/>
            </a:avLst>
          </a:prstGeom>
          <a:solidFill>
            <a:srgbClr val="FCD34D"/>
          </a:solidFill>
          <a:ln w="12700">
            <a:solidFill>
              <a:srgbClr val="FCD34D">
                <a:alpha val="0"/>
              </a:srgbClr>
            </a:solidFill>
            <a:prstDash val="solid"/>
          </a:ln>
        </p:spPr>
        <p:txBody>
          <a:bodyPr/>
          <a:lstStyle/>
          <a:p>
            <a:endParaRPr lang="ja-JP" altLang="en-US"/>
          </a:p>
        </p:txBody>
      </p:sp>
      <p:pic>
        <p:nvPicPr>
          <p:cNvPr id="13" name="Image 0" descr="gen-dedup-90f884924de54ac812ad76606f67c408.png">
            <a:extLst>
              <a:ext uri="{FF2B5EF4-FFF2-40B4-BE49-F238E27FC236}">
                <a16:creationId xmlns:a16="http://schemas.microsoft.com/office/drawing/2014/main" id="{F1FDA127-4FE6-8ADC-831E-AF407516F7FF}"/>
              </a:ext>
            </a:extLst>
          </p:cNvPr>
          <p:cNvPicPr>
            <a:picLocks noChangeAspect="1"/>
          </p:cNvPicPr>
          <p:nvPr/>
        </p:nvPicPr>
        <p:blipFill>
          <a:blip r:embed="rId2"/>
          <a:srcRect l="-384" r="-384"/>
          <a:stretch/>
        </p:blipFill>
        <p:spPr>
          <a:xfrm>
            <a:off x="381305" y="1524305"/>
            <a:ext cx="46091" cy="1429207"/>
          </a:xfrm>
          <a:prstGeom prst="rect">
            <a:avLst/>
          </a:prstGeom>
        </p:spPr>
      </p:pic>
      <p:pic>
        <p:nvPicPr>
          <p:cNvPr id="15" name="Image 1" descr="gen-dedup-90f884924de54ac812ad76606f67c408.png">
            <a:extLst>
              <a:ext uri="{FF2B5EF4-FFF2-40B4-BE49-F238E27FC236}">
                <a16:creationId xmlns:a16="http://schemas.microsoft.com/office/drawing/2014/main" id="{463A45A8-1C36-D897-3773-9C237DA091C6}"/>
              </a:ext>
            </a:extLst>
          </p:cNvPr>
          <p:cNvPicPr>
            <a:picLocks noChangeAspect="1"/>
          </p:cNvPicPr>
          <p:nvPr/>
        </p:nvPicPr>
        <p:blipFill>
          <a:blip r:embed="rId2"/>
          <a:srcRect l="-384" r="-384"/>
          <a:stretch/>
        </p:blipFill>
        <p:spPr>
          <a:xfrm>
            <a:off x="381305" y="3095244"/>
            <a:ext cx="46091" cy="1429207"/>
          </a:xfrm>
          <a:prstGeom prst="rect">
            <a:avLst/>
          </a:prstGeom>
        </p:spPr>
      </p:pic>
      <p:sp>
        <p:nvSpPr>
          <p:cNvPr id="17" name="Text 7">
            <a:extLst>
              <a:ext uri="{FF2B5EF4-FFF2-40B4-BE49-F238E27FC236}">
                <a16:creationId xmlns:a16="http://schemas.microsoft.com/office/drawing/2014/main" id="{779D5831-A7E1-6473-B20A-29AB5E2DF6F0}"/>
              </a:ext>
            </a:extLst>
          </p:cNvPr>
          <p:cNvSpPr txBox="1"/>
          <p:nvPr/>
        </p:nvSpPr>
        <p:spPr>
          <a:xfrm>
            <a:off x="457201" y="1047902"/>
            <a:ext cx="8992870" cy="228600"/>
          </a:xfrm>
          <a:prstGeom prst="rect">
            <a:avLst/>
          </a:prstGeom>
          <a:noFill/>
          <a:ln/>
        </p:spPr>
        <p:txBody>
          <a:bodyPr wrap="none" lIns="0" tIns="0" rIns="0" bIns="0" rtlCol="0" anchor="ctr"/>
          <a:lstStyle/>
          <a:p>
            <a:pPr marL="0" indent="0" algn="l">
              <a:buNone/>
            </a:pPr>
            <a:r>
              <a:rPr lang="en-US" sz="1400" dirty="0">
                <a:solidFill>
                  <a:srgbClr val="404040"/>
                </a:solidFill>
                <a:latin typeface="+mj-ea"/>
                <a:ea typeface="+mj-ea"/>
              </a:rPr>
              <a:t>「</a:t>
            </a:r>
            <a:r>
              <a:rPr lang="en-US" sz="1400" dirty="0" err="1">
                <a:solidFill>
                  <a:srgbClr val="404040"/>
                </a:solidFill>
                <a:latin typeface="+mj-ea"/>
                <a:ea typeface="+mj-ea"/>
              </a:rPr>
              <a:t>作業」から「ディレクション」へ</a:t>
            </a:r>
            <a:r>
              <a:rPr lang="en-US" sz="1400" dirty="0">
                <a:solidFill>
                  <a:srgbClr val="404040"/>
                </a:solidFill>
                <a:latin typeface="+mj-ea"/>
                <a:ea typeface="+mj-ea"/>
              </a:rPr>
              <a:t> ── </a:t>
            </a:r>
            <a:r>
              <a:rPr lang="en-US" sz="1400" dirty="0" err="1">
                <a:solidFill>
                  <a:srgbClr val="404040"/>
                </a:solidFill>
                <a:latin typeface="+mj-ea"/>
                <a:ea typeface="+mj-ea"/>
              </a:rPr>
              <a:t>AI時代の働き方の変化</a:t>
            </a:r>
            <a:endParaRPr lang="en-US" sz="1400" dirty="0">
              <a:solidFill>
                <a:srgbClr val="404040"/>
              </a:solidFill>
              <a:latin typeface="+mj-ea"/>
              <a:ea typeface="+mj-ea"/>
            </a:endParaRPr>
          </a:p>
        </p:txBody>
      </p:sp>
      <p:sp>
        <p:nvSpPr>
          <p:cNvPr id="19" name="Text 8">
            <a:extLst>
              <a:ext uri="{FF2B5EF4-FFF2-40B4-BE49-F238E27FC236}">
                <a16:creationId xmlns:a16="http://schemas.microsoft.com/office/drawing/2014/main" id="{F52CCCE8-9369-A027-F9EA-5DAC8E34C82A}"/>
              </a:ext>
            </a:extLst>
          </p:cNvPr>
          <p:cNvSpPr txBox="1"/>
          <p:nvPr/>
        </p:nvSpPr>
        <p:spPr>
          <a:xfrm>
            <a:off x="609906" y="1714500"/>
            <a:ext cx="8992870" cy="286207"/>
          </a:xfrm>
          <a:prstGeom prst="rect">
            <a:avLst/>
          </a:prstGeom>
          <a:noFill/>
          <a:ln/>
        </p:spPr>
        <p:txBody>
          <a:bodyPr wrap="none" lIns="0" tIns="0" rIns="0" bIns="0" rtlCol="0" anchor="ctr"/>
          <a:lstStyle/>
          <a:p>
            <a:pPr marL="0" indent="0" algn="l">
              <a:buNone/>
            </a:pPr>
            <a:r>
              <a:rPr lang="en-US" sz="1500" b="1" dirty="0">
                <a:solidFill>
                  <a:srgbClr val="2F6980"/>
                </a:solidFill>
                <a:latin typeface="游ゴシック" pitchFamily="34" charset="0"/>
                <a:ea typeface="游ゴシック" pitchFamily="34" charset="-122"/>
                <a:cs typeface="游ゴシック" pitchFamily="34" charset="-120"/>
              </a:rPr>
              <a:t>◆ 自らデータを「生成」するAI</a:t>
            </a:r>
            <a:endParaRPr lang="en-US" sz="1500" dirty="0"/>
          </a:p>
        </p:txBody>
      </p:sp>
      <p:sp>
        <p:nvSpPr>
          <p:cNvPr id="21" name="Text 9">
            <a:extLst>
              <a:ext uri="{FF2B5EF4-FFF2-40B4-BE49-F238E27FC236}">
                <a16:creationId xmlns:a16="http://schemas.microsoft.com/office/drawing/2014/main" id="{58711512-E998-5DD6-1BA7-5070BD7206E8}"/>
              </a:ext>
            </a:extLst>
          </p:cNvPr>
          <p:cNvSpPr txBox="1"/>
          <p:nvPr/>
        </p:nvSpPr>
        <p:spPr>
          <a:xfrm>
            <a:off x="609905" y="2095805"/>
            <a:ext cx="8840697" cy="762610"/>
          </a:xfrm>
          <a:prstGeom prst="rect">
            <a:avLst/>
          </a:prstGeom>
          <a:noFill/>
          <a:ln/>
        </p:spPr>
        <p:txBody>
          <a:bodyPr wrap="square" lIns="0" tIns="0" rIns="0" bIns="0" rtlCol="0" anchor="ctr"/>
          <a:lstStyle/>
          <a:p>
            <a:pPr marL="0" indent="0" algn="l">
              <a:buNone/>
            </a:pPr>
            <a:r>
              <a:rPr lang="en-US" sz="1300" dirty="0">
                <a:solidFill>
                  <a:srgbClr val="333333"/>
                </a:solidFill>
                <a:latin typeface="游ゴシック" pitchFamily="34" charset="0"/>
                <a:ea typeface="游ゴシック" pitchFamily="34" charset="-122"/>
                <a:cs typeface="游ゴシック" pitchFamily="34" charset="-120"/>
              </a:rPr>
              <a:t>学習した膨大なデータをもとに、</a:t>
            </a:r>
            <a:r>
              <a:rPr lang="en-US" sz="1200" b="1" dirty="0">
                <a:solidFill>
                  <a:srgbClr val="E60012"/>
                </a:solidFill>
                <a:latin typeface="游ゴシック" pitchFamily="34" charset="0"/>
                <a:ea typeface="游ゴシック" pitchFamily="34" charset="-122"/>
                <a:cs typeface="游ゴシック" pitchFamily="34" charset="-120"/>
              </a:rPr>
              <a:t>テキスト、画像、音声</a:t>
            </a:r>
            <a:r>
              <a:rPr lang="en-US" sz="1300" dirty="0">
                <a:solidFill>
                  <a:srgbClr val="333333"/>
                </a:solidFill>
                <a:latin typeface="游ゴシック" pitchFamily="34" charset="0"/>
                <a:ea typeface="游ゴシック" pitchFamily="34" charset="-122"/>
                <a:cs typeface="游ゴシック" pitchFamily="34" charset="-120"/>
              </a:rPr>
              <a:t>などを新しく生み出すAIのことです。</a:t>
            </a:r>
            <a:endParaRPr lang="en-US" sz="1200" dirty="0"/>
          </a:p>
        </p:txBody>
      </p:sp>
      <p:sp>
        <p:nvSpPr>
          <p:cNvPr id="23" name="Text 10">
            <a:extLst>
              <a:ext uri="{FF2B5EF4-FFF2-40B4-BE49-F238E27FC236}">
                <a16:creationId xmlns:a16="http://schemas.microsoft.com/office/drawing/2014/main" id="{B5CEAF46-5127-6EE5-5106-7655261BA5C7}"/>
              </a:ext>
            </a:extLst>
          </p:cNvPr>
          <p:cNvSpPr txBox="1"/>
          <p:nvPr/>
        </p:nvSpPr>
        <p:spPr>
          <a:xfrm>
            <a:off x="609906" y="3286354"/>
            <a:ext cx="8992870" cy="286207"/>
          </a:xfrm>
          <a:prstGeom prst="rect">
            <a:avLst/>
          </a:prstGeom>
          <a:noFill/>
          <a:ln/>
        </p:spPr>
        <p:txBody>
          <a:bodyPr wrap="none" lIns="0" tIns="0" rIns="0" bIns="0" rtlCol="0" anchor="ctr"/>
          <a:lstStyle/>
          <a:p>
            <a:pPr marL="0" indent="0" algn="l">
              <a:buNone/>
            </a:pPr>
            <a:r>
              <a:rPr lang="en-US" sz="1500" b="1" dirty="0">
                <a:solidFill>
                  <a:srgbClr val="2F6980"/>
                </a:solidFill>
                <a:latin typeface="游ゴシック" pitchFamily="34" charset="0"/>
                <a:ea typeface="游ゴシック" pitchFamily="34" charset="-122"/>
                <a:cs typeface="游ゴシック" pitchFamily="34" charset="-120"/>
              </a:rPr>
              <a:t>◆ 自然言語インターフェース</a:t>
            </a:r>
            <a:endParaRPr lang="en-US" sz="1500" dirty="0"/>
          </a:p>
        </p:txBody>
      </p:sp>
      <p:sp>
        <p:nvSpPr>
          <p:cNvPr id="25" name="Text 11">
            <a:extLst>
              <a:ext uri="{FF2B5EF4-FFF2-40B4-BE49-F238E27FC236}">
                <a16:creationId xmlns:a16="http://schemas.microsoft.com/office/drawing/2014/main" id="{A8C2B6FD-02E5-4938-2751-3D20AAAA4C8E}"/>
              </a:ext>
            </a:extLst>
          </p:cNvPr>
          <p:cNvSpPr txBox="1"/>
          <p:nvPr/>
        </p:nvSpPr>
        <p:spPr>
          <a:xfrm>
            <a:off x="609905" y="3666744"/>
            <a:ext cx="8840697" cy="762610"/>
          </a:xfrm>
          <a:prstGeom prst="rect">
            <a:avLst/>
          </a:prstGeom>
          <a:noFill/>
          <a:ln/>
        </p:spPr>
        <p:txBody>
          <a:bodyPr wrap="square" lIns="0" tIns="0" rIns="0" bIns="0" rtlCol="0" anchor="ctr"/>
          <a:lstStyle/>
          <a:p>
            <a:pPr marL="0" indent="0" algn="l">
              <a:buNone/>
            </a:pPr>
            <a:r>
              <a:rPr lang="en-US" sz="1200" dirty="0">
                <a:solidFill>
                  <a:srgbClr val="333333"/>
                </a:solidFill>
                <a:latin typeface="游ゴシック" pitchFamily="34" charset="0"/>
                <a:ea typeface="游ゴシック" pitchFamily="34" charset="-122"/>
                <a:cs typeface="游ゴシック" pitchFamily="34" charset="-120"/>
              </a:rPr>
              <a:t>人間が普段使っている言葉（日本語や英語）で指示を出すだけで、高度な処理を実行できます。</a:t>
            </a:r>
            <a:endParaRPr lang="en-US" sz="1200" dirty="0"/>
          </a:p>
        </p:txBody>
      </p:sp>
      <p:sp>
        <p:nvSpPr>
          <p:cNvPr id="27" name="Text 12">
            <a:extLst>
              <a:ext uri="{FF2B5EF4-FFF2-40B4-BE49-F238E27FC236}">
                <a16:creationId xmlns:a16="http://schemas.microsoft.com/office/drawing/2014/main" id="{3D5E867E-0B09-3C3F-C960-4FC7F2228524}"/>
              </a:ext>
            </a:extLst>
          </p:cNvPr>
          <p:cNvSpPr txBox="1"/>
          <p:nvPr/>
        </p:nvSpPr>
        <p:spPr>
          <a:xfrm>
            <a:off x="609906" y="4858207"/>
            <a:ext cx="8992870" cy="286207"/>
          </a:xfrm>
          <a:prstGeom prst="rect">
            <a:avLst/>
          </a:prstGeom>
          <a:noFill/>
          <a:ln/>
        </p:spPr>
        <p:txBody>
          <a:bodyPr wrap="none" lIns="0" tIns="0" rIns="0" bIns="0" rtlCol="0" anchor="ctr"/>
          <a:lstStyle/>
          <a:p>
            <a:pPr marL="0" indent="0" algn="l">
              <a:buNone/>
            </a:pPr>
            <a:r>
              <a:rPr lang="en-US" sz="1500" b="1" dirty="0">
                <a:solidFill>
                  <a:srgbClr val="E60012"/>
                </a:solidFill>
                <a:latin typeface="游ゴシック" pitchFamily="34" charset="0"/>
                <a:ea typeface="游ゴシック" pitchFamily="34" charset="-122"/>
                <a:cs typeface="游ゴシック" pitchFamily="34" charset="-120"/>
              </a:rPr>
              <a:t>◆ 「作業」から「ディレクション」へ</a:t>
            </a:r>
            <a:endParaRPr lang="en-US" sz="1500" dirty="0"/>
          </a:p>
        </p:txBody>
      </p:sp>
      <p:sp>
        <p:nvSpPr>
          <p:cNvPr id="29" name="Text 13">
            <a:extLst>
              <a:ext uri="{FF2B5EF4-FFF2-40B4-BE49-F238E27FC236}">
                <a16:creationId xmlns:a16="http://schemas.microsoft.com/office/drawing/2014/main" id="{2786F0A9-562C-D3CA-4999-BB99E89937BE}"/>
              </a:ext>
            </a:extLst>
          </p:cNvPr>
          <p:cNvSpPr txBox="1"/>
          <p:nvPr/>
        </p:nvSpPr>
        <p:spPr>
          <a:xfrm>
            <a:off x="609905" y="5238598"/>
            <a:ext cx="8840697" cy="762610"/>
          </a:xfrm>
          <a:prstGeom prst="rect">
            <a:avLst/>
          </a:prstGeom>
          <a:noFill/>
          <a:ln/>
        </p:spPr>
        <p:txBody>
          <a:bodyPr wrap="square" lIns="0" tIns="0" rIns="0" bIns="0" rtlCol="0" anchor="ctr"/>
          <a:lstStyle/>
          <a:p>
            <a:pPr marL="0" indent="0" algn="l">
              <a:buNone/>
            </a:pPr>
            <a:r>
              <a:rPr lang="en-US" sz="1300" dirty="0">
                <a:solidFill>
                  <a:srgbClr val="333333"/>
                </a:solidFill>
                <a:latin typeface="游ゴシック" pitchFamily="34" charset="0"/>
                <a:ea typeface="游ゴシック" pitchFamily="34" charset="-122"/>
                <a:cs typeface="游ゴシック" pitchFamily="34" charset="-120"/>
              </a:rPr>
              <a:t>人間が手を動かす時代から、</a:t>
            </a:r>
            <a:r>
              <a:rPr lang="en-US" sz="1200" b="1" dirty="0">
                <a:solidFill>
                  <a:srgbClr val="E60012"/>
                </a:solidFill>
                <a:latin typeface="游ゴシック" pitchFamily="34" charset="0"/>
                <a:ea typeface="游ゴシック" pitchFamily="34" charset="-122"/>
                <a:cs typeface="游ゴシック" pitchFamily="34" charset="-120"/>
              </a:rPr>
              <a:t>AIにどう指示を出すか</a:t>
            </a:r>
            <a:r>
              <a:rPr lang="en-US" sz="1300" dirty="0">
                <a:solidFill>
                  <a:srgbClr val="333333"/>
                </a:solidFill>
                <a:latin typeface="游ゴシック" pitchFamily="34" charset="0"/>
                <a:ea typeface="游ゴシック" pitchFamily="34" charset="-122"/>
                <a:cs typeface="游ゴシック" pitchFamily="34" charset="-120"/>
              </a:rPr>
              <a:t>を考える時代へ変化しています。</a:t>
            </a:r>
            <a:endParaRPr lang="en-US" sz="1200" dirty="0"/>
          </a:p>
        </p:txBody>
      </p:sp>
    </p:spTree>
    <p:extLst>
      <p:ext uri="{BB962C8B-B14F-4D97-AF65-F5344CB8AC3E}">
        <p14:creationId xmlns:p14="http://schemas.microsoft.com/office/powerpoint/2010/main" val="22246811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2D0AD5-C7E5-D0CB-02A3-A5DB116E518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EC5C926-B89E-50D3-C8B7-A078D1EB7C76}"/>
              </a:ext>
            </a:extLst>
          </p:cNvPr>
          <p:cNvSpPr>
            <a:spLocks noGrp="1"/>
          </p:cNvSpPr>
          <p:nvPr>
            <p:ph type="title"/>
          </p:nvPr>
        </p:nvSpPr>
        <p:spPr/>
        <p:txBody>
          <a:bodyPr>
            <a:normAutofit/>
          </a:bodyPr>
          <a:lstStyle/>
          <a:p>
            <a:r>
              <a:rPr lang="en-US" altLang="ja-JP" dirty="0"/>
              <a:t>2-2. </a:t>
            </a:r>
            <a:r>
              <a:rPr lang="ja-JP" altLang="en-US" dirty="0"/>
              <a:t>生成</a:t>
            </a:r>
            <a:r>
              <a:rPr lang="en-US" altLang="ja-JP" dirty="0"/>
              <a:t>AI</a:t>
            </a:r>
            <a:r>
              <a:rPr lang="ja-JP" altLang="en-US" dirty="0"/>
              <a:t>（</a:t>
            </a:r>
            <a:r>
              <a:rPr lang="en-US" altLang="ja-JP" dirty="0"/>
              <a:t>Generative AI</a:t>
            </a:r>
            <a:r>
              <a:rPr lang="ja-JP" altLang="en-US" dirty="0"/>
              <a:t>）</a:t>
            </a:r>
          </a:p>
        </p:txBody>
      </p:sp>
      <p:sp>
        <p:nvSpPr>
          <p:cNvPr id="5" name="Shape 0">
            <a:extLst>
              <a:ext uri="{FF2B5EF4-FFF2-40B4-BE49-F238E27FC236}">
                <a16:creationId xmlns:a16="http://schemas.microsoft.com/office/drawing/2014/main" id="{E734F332-A423-9C65-9A30-CFDCFF27F497}"/>
              </a:ext>
            </a:extLst>
          </p:cNvPr>
          <p:cNvSpPr/>
          <p:nvPr/>
        </p:nvSpPr>
        <p:spPr>
          <a:xfrm>
            <a:off x="381305" y="1429207"/>
            <a:ext cx="4574008" cy="4858207"/>
          </a:xfrm>
          <a:prstGeom prst="roundRect">
            <a:avLst>
              <a:gd name="adj" fmla="val 791"/>
            </a:avLst>
          </a:prstGeom>
          <a:solidFill>
            <a:srgbClr val="F9F9F9"/>
          </a:solidFill>
          <a:ln w="12700">
            <a:solidFill>
              <a:srgbClr val="FFFFFF">
                <a:alpha val="0"/>
              </a:srgbClr>
            </a:solidFill>
            <a:prstDash val="solid"/>
          </a:ln>
        </p:spPr>
        <p:txBody>
          <a:bodyPr/>
          <a:lstStyle/>
          <a:p>
            <a:endParaRPr lang="ja-JP" altLang="en-US"/>
          </a:p>
        </p:txBody>
      </p:sp>
      <p:sp>
        <p:nvSpPr>
          <p:cNvPr id="8" name="Shape 1">
            <a:extLst>
              <a:ext uri="{FF2B5EF4-FFF2-40B4-BE49-F238E27FC236}">
                <a16:creationId xmlns:a16="http://schemas.microsoft.com/office/drawing/2014/main" id="{93EB4BF2-D38F-3A65-1EAD-395E26CAB1A0}"/>
              </a:ext>
            </a:extLst>
          </p:cNvPr>
          <p:cNvSpPr/>
          <p:nvPr/>
        </p:nvSpPr>
        <p:spPr>
          <a:xfrm>
            <a:off x="5145028" y="1429207"/>
            <a:ext cx="4574008" cy="4858207"/>
          </a:xfrm>
          <a:prstGeom prst="roundRect">
            <a:avLst>
              <a:gd name="adj" fmla="val 791"/>
            </a:avLst>
          </a:prstGeom>
          <a:solidFill>
            <a:srgbClr val="FFFAF0"/>
          </a:solidFill>
          <a:ln w="12700">
            <a:solidFill>
              <a:srgbClr val="FFFFFF">
                <a:alpha val="0"/>
              </a:srgbClr>
            </a:solidFill>
            <a:prstDash val="solid"/>
          </a:ln>
        </p:spPr>
        <p:txBody>
          <a:bodyPr/>
          <a:lstStyle/>
          <a:p>
            <a:endParaRPr lang="ja-JP" altLang="en-US"/>
          </a:p>
        </p:txBody>
      </p:sp>
      <p:pic>
        <p:nvPicPr>
          <p:cNvPr id="12" name="Image 0" descr="gen-dedup-95738481a58666960e1015b639d8f72e.png">
            <a:extLst>
              <a:ext uri="{FF2B5EF4-FFF2-40B4-BE49-F238E27FC236}">
                <a16:creationId xmlns:a16="http://schemas.microsoft.com/office/drawing/2014/main" id="{B859145F-79CC-A072-51B3-503620669E31}"/>
              </a:ext>
            </a:extLst>
          </p:cNvPr>
          <p:cNvPicPr>
            <a:picLocks noChangeAspect="1"/>
          </p:cNvPicPr>
          <p:nvPr/>
        </p:nvPicPr>
        <p:blipFill>
          <a:blip r:embed="rId2"/>
          <a:srcRect t="-401" b="-401"/>
          <a:stretch/>
        </p:blipFill>
        <p:spPr>
          <a:xfrm>
            <a:off x="571500" y="2018995"/>
            <a:ext cx="4263667" cy="19202"/>
          </a:xfrm>
          <a:prstGeom prst="rect">
            <a:avLst/>
          </a:prstGeom>
        </p:spPr>
      </p:pic>
      <p:sp>
        <p:nvSpPr>
          <p:cNvPr id="16" name="Shape 2">
            <a:extLst>
              <a:ext uri="{FF2B5EF4-FFF2-40B4-BE49-F238E27FC236}">
                <a16:creationId xmlns:a16="http://schemas.microsoft.com/office/drawing/2014/main" id="{6156521D-F440-B342-19AB-DF5FF7D8B5F3}"/>
              </a:ext>
            </a:extLst>
          </p:cNvPr>
          <p:cNvSpPr/>
          <p:nvPr/>
        </p:nvSpPr>
        <p:spPr>
          <a:xfrm>
            <a:off x="571500" y="2190902"/>
            <a:ext cx="4263667" cy="342900"/>
          </a:xfrm>
          <a:prstGeom prst="roundRect">
            <a:avLst>
              <a:gd name="adj" fmla="val 50133"/>
            </a:avLst>
          </a:prstGeom>
          <a:solidFill>
            <a:srgbClr val="DDDDDD"/>
          </a:solidFill>
          <a:ln w="12700">
            <a:solidFill>
              <a:srgbClr val="FFFFFF">
                <a:alpha val="0"/>
              </a:srgbClr>
            </a:solidFill>
            <a:prstDash val="solid"/>
          </a:ln>
        </p:spPr>
        <p:txBody>
          <a:bodyPr/>
          <a:lstStyle/>
          <a:p>
            <a:endParaRPr lang="ja-JP" altLang="en-US"/>
          </a:p>
        </p:txBody>
      </p:sp>
      <p:sp>
        <p:nvSpPr>
          <p:cNvPr id="20" name="Shape 3">
            <a:extLst>
              <a:ext uri="{FF2B5EF4-FFF2-40B4-BE49-F238E27FC236}">
                <a16:creationId xmlns:a16="http://schemas.microsoft.com/office/drawing/2014/main" id="{6B53C712-10D1-ECC0-FE44-3F8BE51D00D2}"/>
              </a:ext>
            </a:extLst>
          </p:cNvPr>
          <p:cNvSpPr/>
          <p:nvPr/>
        </p:nvSpPr>
        <p:spPr>
          <a:xfrm>
            <a:off x="571500" y="4858207"/>
            <a:ext cx="4263667" cy="1238098"/>
          </a:xfrm>
          <a:prstGeom prst="roundRect">
            <a:avLst>
              <a:gd name="adj" fmla="val 6130"/>
            </a:avLst>
          </a:prstGeom>
          <a:solidFill>
            <a:srgbClr val="FFFFFF"/>
          </a:solidFill>
          <a:ln w="12700">
            <a:solidFill>
              <a:srgbClr val="FFFFFF">
                <a:alpha val="0"/>
              </a:srgbClr>
            </a:solidFill>
            <a:prstDash val="solid"/>
          </a:ln>
        </p:spPr>
        <p:txBody>
          <a:bodyPr/>
          <a:lstStyle/>
          <a:p>
            <a:endParaRPr lang="ja-JP" altLang="en-US"/>
          </a:p>
        </p:txBody>
      </p:sp>
      <p:pic>
        <p:nvPicPr>
          <p:cNvPr id="24" name="Image 1" descr="gen-dedup-151e4f36a52956d6b816810960a72816.png">
            <a:extLst>
              <a:ext uri="{FF2B5EF4-FFF2-40B4-BE49-F238E27FC236}">
                <a16:creationId xmlns:a16="http://schemas.microsoft.com/office/drawing/2014/main" id="{585B631E-7B06-D0EB-DBD4-C11A952FDB3D}"/>
              </a:ext>
            </a:extLst>
          </p:cNvPr>
          <p:cNvPicPr>
            <a:picLocks noChangeAspect="1"/>
          </p:cNvPicPr>
          <p:nvPr/>
        </p:nvPicPr>
        <p:blipFill>
          <a:blip r:embed="rId3"/>
          <a:srcRect t="-401" b="-401"/>
          <a:stretch/>
        </p:blipFill>
        <p:spPr>
          <a:xfrm>
            <a:off x="5335224" y="2018995"/>
            <a:ext cx="4263667" cy="19202"/>
          </a:xfrm>
          <a:prstGeom prst="rect">
            <a:avLst/>
          </a:prstGeom>
        </p:spPr>
      </p:pic>
      <p:sp>
        <p:nvSpPr>
          <p:cNvPr id="28" name="Shape 4">
            <a:extLst>
              <a:ext uri="{FF2B5EF4-FFF2-40B4-BE49-F238E27FC236}">
                <a16:creationId xmlns:a16="http://schemas.microsoft.com/office/drawing/2014/main" id="{436536B6-29E2-5BB5-C196-D5CFD14E89BC}"/>
              </a:ext>
            </a:extLst>
          </p:cNvPr>
          <p:cNvSpPr/>
          <p:nvPr/>
        </p:nvSpPr>
        <p:spPr>
          <a:xfrm>
            <a:off x="5335224" y="2190902"/>
            <a:ext cx="4263667" cy="342900"/>
          </a:xfrm>
          <a:prstGeom prst="roundRect">
            <a:avLst>
              <a:gd name="adj" fmla="val 50133"/>
            </a:avLst>
          </a:prstGeom>
          <a:solidFill>
            <a:srgbClr val="FCD34D"/>
          </a:solidFill>
          <a:ln w="12700">
            <a:solidFill>
              <a:srgbClr val="FFFFFF">
                <a:alpha val="0"/>
              </a:srgbClr>
            </a:solidFill>
            <a:prstDash val="solid"/>
          </a:ln>
        </p:spPr>
        <p:txBody>
          <a:bodyPr/>
          <a:lstStyle/>
          <a:p>
            <a:endParaRPr lang="ja-JP" altLang="en-US"/>
          </a:p>
        </p:txBody>
      </p:sp>
      <p:sp>
        <p:nvSpPr>
          <p:cNvPr id="31" name="Shape 5">
            <a:extLst>
              <a:ext uri="{FF2B5EF4-FFF2-40B4-BE49-F238E27FC236}">
                <a16:creationId xmlns:a16="http://schemas.microsoft.com/office/drawing/2014/main" id="{6B576E2A-C411-97FA-CA2C-19131B7D0CF6}"/>
              </a:ext>
            </a:extLst>
          </p:cNvPr>
          <p:cNvSpPr/>
          <p:nvPr/>
        </p:nvSpPr>
        <p:spPr>
          <a:xfrm>
            <a:off x="5335224" y="4858207"/>
            <a:ext cx="4263667" cy="1238098"/>
          </a:xfrm>
          <a:prstGeom prst="roundRect">
            <a:avLst>
              <a:gd name="adj" fmla="val 6130"/>
            </a:avLst>
          </a:prstGeom>
          <a:solidFill>
            <a:srgbClr val="FFFFFF"/>
          </a:solidFill>
          <a:ln w="12700">
            <a:solidFill>
              <a:srgbClr val="FFFFFF">
                <a:alpha val="0"/>
              </a:srgbClr>
            </a:solidFill>
            <a:prstDash val="solid"/>
          </a:ln>
        </p:spPr>
        <p:txBody>
          <a:bodyPr/>
          <a:lstStyle/>
          <a:p>
            <a:endParaRPr lang="ja-JP" altLang="en-US"/>
          </a:p>
        </p:txBody>
      </p:sp>
      <p:sp>
        <p:nvSpPr>
          <p:cNvPr id="33" name="Text 9">
            <a:extLst>
              <a:ext uri="{FF2B5EF4-FFF2-40B4-BE49-F238E27FC236}">
                <a16:creationId xmlns:a16="http://schemas.microsoft.com/office/drawing/2014/main" id="{6D976E1C-CA75-EC2B-D4BD-6D9948A81486}"/>
              </a:ext>
            </a:extLst>
          </p:cNvPr>
          <p:cNvSpPr txBox="1"/>
          <p:nvPr/>
        </p:nvSpPr>
        <p:spPr>
          <a:xfrm>
            <a:off x="457201" y="1047902"/>
            <a:ext cx="9301500" cy="228600"/>
          </a:xfrm>
          <a:prstGeom prst="rect">
            <a:avLst/>
          </a:prstGeom>
          <a:noFill/>
          <a:ln/>
        </p:spPr>
        <p:txBody>
          <a:bodyPr wrap="none" lIns="0" tIns="0" rIns="0" bIns="0" rtlCol="0" anchor="ctr"/>
          <a:lstStyle/>
          <a:p>
            <a:pPr marL="0" indent="0" algn="l">
              <a:buNone/>
            </a:pPr>
            <a:r>
              <a:rPr lang="en-US" sz="1400" dirty="0">
                <a:solidFill>
                  <a:srgbClr val="404040"/>
                </a:solidFill>
                <a:latin typeface="+mj-ea"/>
                <a:ea typeface="+mj-ea"/>
              </a:rPr>
              <a:t>「</a:t>
            </a:r>
            <a:r>
              <a:rPr lang="en-US" sz="1400" dirty="0" err="1">
                <a:solidFill>
                  <a:srgbClr val="404040"/>
                </a:solidFill>
                <a:latin typeface="+mj-ea"/>
                <a:ea typeface="+mj-ea"/>
              </a:rPr>
              <a:t>判断するAI」から「作り出すAI」へ</a:t>
            </a:r>
            <a:endParaRPr lang="en-US" sz="1400" dirty="0">
              <a:solidFill>
                <a:srgbClr val="404040"/>
              </a:solidFill>
              <a:latin typeface="+mj-ea"/>
              <a:ea typeface="+mj-ea"/>
            </a:endParaRPr>
          </a:p>
        </p:txBody>
      </p:sp>
      <p:sp>
        <p:nvSpPr>
          <p:cNvPr id="35" name="Text 10">
            <a:extLst>
              <a:ext uri="{FF2B5EF4-FFF2-40B4-BE49-F238E27FC236}">
                <a16:creationId xmlns:a16="http://schemas.microsoft.com/office/drawing/2014/main" id="{05D2CCBB-1858-25C9-D2A8-C3BE92FBE052}"/>
              </a:ext>
            </a:extLst>
          </p:cNvPr>
          <p:cNvSpPr txBox="1"/>
          <p:nvPr/>
        </p:nvSpPr>
        <p:spPr>
          <a:xfrm>
            <a:off x="571500" y="1619402"/>
            <a:ext cx="4264411" cy="342900"/>
          </a:xfrm>
          <a:prstGeom prst="rect">
            <a:avLst/>
          </a:prstGeom>
          <a:noFill/>
          <a:ln/>
        </p:spPr>
        <p:txBody>
          <a:bodyPr wrap="none" lIns="0" tIns="0" rIns="0" bIns="0" rtlCol="0" anchor="ctr"/>
          <a:lstStyle/>
          <a:p>
            <a:pPr marL="0" indent="0" algn="ctr">
              <a:buNone/>
            </a:pPr>
            <a:r>
              <a:rPr lang="en-US" sz="1800" b="1" dirty="0">
                <a:solidFill>
                  <a:srgbClr val="333333"/>
                </a:solidFill>
                <a:latin typeface="游ゴシック" pitchFamily="34" charset="0"/>
                <a:ea typeface="游ゴシック" pitchFamily="34" charset="-122"/>
                <a:cs typeface="游ゴシック" pitchFamily="34" charset="-120"/>
              </a:rPr>
              <a:t>従来のAI（識別型AI）</a:t>
            </a:r>
            <a:endParaRPr lang="en-US" sz="1800" dirty="0"/>
          </a:p>
        </p:txBody>
      </p:sp>
      <p:sp>
        <p:nvSpPr>
          <p:cNvPr id="37" name="Text 11">
            <a:extLst>
              <a:ext uri="{FF2B5EF4-FFF2-40B4-BE49-F238E27FC236}">
                <a16:creationId xmlns:a16="http://schemas.microsoft.com/office/drawing/2014/main" id="{32307ACA-D603-F57A-9B37-8073F2880015}"/>
              </a:ext>
            </a:extLst>
          </p:cNvPr>
          <p:cNvSpPr txBox="1"/>
          <p:nvPr/>
        </p:nvSpPr>
        <p:spPr>
          <a:xfrm>
            <a:off x="571500" y="2190902"/>
            <a:ext cx="4264411" cy="342900"/>
          </a:xfrm>
          <a:prstGeom prst="rect">
            <a:avLst/>
          </a:prstGeom>
          <a:noFill/>
          <a:ln/>
        </p:spPr>
        <p:txBody>
          <a:bodyPr wrap="none" lIns="0" tIns="0" rIns="0" bIns="0" rtlCol="0" anchor="ctr"/>
          <a:lstStyle/>
          <a:p>
            <a:pPr marL="0" indent="0" algn="ctr">
              <a:buNone/>
            </a:pPr>
            <a:r>
              <a:rPr lang="en-US" sz="1200" b="1" dirty="0">
                <a:solidFill>
                  <a:srgbClr val="333333"/>
                </a:solidFill>
                <a:latin typeface="游ゴシック" pitchFamily="34" charset="0"/>
                <a:ea typeface="游ゴシック" pitchFamily="34" charset="-122"/>
                <a:cs typeface="游ゴシック" pitchFamily="34" charset="-120"/>
              </a:rPr>
              <a:t>目的：データの分類・予測</a:t>
            </a:r>
            <a:endParaRPr lang="en-US" sz="1200" dirty="0"/>
          </a:p>
        </p:txBody>
      </p:sp>
      <p:sp>
        <p:nvSpPr>
          <p:cNvPr id="39" name="Text 12">
            <a:extLst>
              <a:ext uri="{FF2B5EF4-FFF2-40B4-BE49-F238E27FC236}">
                <a16:creationId xmlns:a16="http://schemas.microsoft.com/office/drawing/2014/main" id="{A38DB877-4C28-18A4-7718-DE712D9B6C56}"/>
              </a:ext>
            </a:extLst>
          </p:cNvPr>
          <p:cNvSpPr txBox="1"/>
          <p:nvPr/>
        </p:nvSpPr>
        <p:spPr>
          <a:xfrm>
            <a:off x="761695" y="2688336"/>
            <a:ext cx="4108867" cy="1884578"/>
          </a:xfrm>
          <a:prstGeom prst="rect">
            <a:avLst/>
          </a:prstGeom>
          <a:noFill/>
          <a:ln/>
        </p:spPr>
        <p:txBody>
          <a:bodyPr wrap="square" lIns="0" tIns="0" rIns="0" bIns="0" rtlCol="0" anchor="t"/>
          <a:lstStyle/>
          <a:p>
            <a:pPr marL="0" indent="0" algn="l">
              <a:lnSpc>
                <a:spcPts val="2730"/>
              </a:lnSpc>
              <a:buNone/>
            </a:pPr>
            <a:r>
              <a:rPr lang="en-US" sz="1300" dirty="0">
                <a:solidFill>
                  <a:srgbClr val="333333"/>
                </a:solidFill>
                <a:latin typeface="游ゴシック" pitchFamily="34" charset="0"/>
                <a:ea typeface="游ゴシック" pitchFamily="34" charset="-122"/>
                <a:cs typeface="游ゴシック" pitchFamily="34" charset="-120"/>
              </a:rPr>
              <a:t>・迷惑メールの自動振り分け</a:t>
            </a:r>
            <a:endParaRPr lang="en-US" sz="1200" dirty="0"/>
          </a:p>
          <a:p>
            <a:pPr marL="0" indent="0" algn="l">
              <a:lnSpc>
                <a:spcPts val="2730"/>
              </a:lnSpc>
              <a:buNone/>
            </a:pPr>
            <a:r>
              <a:rPr lang="en-US" sz="1300" dirty="0">
                <a:solidFill>
                  <a:srgbClr val="333333"/>
                </a:solidFill>
                <a:latin typeface="游ゴシック" pitchFamily="34" charset="0"/>
                <a:ea typeface="游ゴシック" pitchFamily="34" charset="-122"/>
                <a:cs typeface="游ゴシック" pitchFamily="34" charset="-120"/>
              </a:rPr>
              <a:t>・画像に写っているのが犬か猫かの判定</a:t>
            </a:r>
            <a:endParaRPr lang="en-US" sz="1200" dirty="0"/>
          </a:p>
          <a:p>
            <a:pPr marL="0" indent="0" algn="l">
              <a:lnSpc>
                <a:spcPts val="2730"/>
              </a:lnSpc>
              <a:buNone/>
            </a:pPr>
            <a:r>
              <a:rPr lang="en-US" sz="1300" dirty="0">
                <a:solidFill>
                  <a:srgbClr val="333333"/>
                </a:solidFill>
                <a:latin typeface="游ゴシック" pitchFamily="34" charset="0"/>
                <a:ea typeface="游ゴシック" pitchFamily="34" charset="-122"/>
                <a:cs typeface="游ゴシック" pitchFamily="34" charset="-120"/>
              </a:rPr>
              <a:t>・過去のデータに基づく売上予測</a:t>
            </a:r>
            <a:endParaRPr lang="en-US" sz="1200" dirty="0"/>
          </a:p>
        </p:txBody>
      </p:sp>
      <p:sp>
        <p:nvSpPr>
          <p:cNvPr id="41" name="Text 13">
            <a:extLst>
              <a:ext uri="{FF2B5EF4-FFF2-40B4-BE49-F238E27FC236}">
                <a16:creationId xmlns:a16="http://schemas.microsoft.com/office/drawing/2014/main" id="{3C45E843-65D8-149C-98AC-0755F0C399E2}"/>
              </a:ext>
            </a:extLst>
          </p:cNvPr>
          <p:cNvSpPr txBox="1"/>
          <p:nvPr/>
        </p:nvSpPr>
        <p:spPr>
          <a:xfrm>
            <a:off x="761695" y="5009998"/>
            <a:ext cx="3954069" cy="228600"/>
          </a:xfrm>
          <a:prstGeom prst="rect">
            <a:avLst/>
          </a:prstGeom>
          <a:noFill/>
          <a:ln/>
        </p:spPr>
        <p:txBody>
          <a:bodyPr wrap="none" lIns="0" tIns="0" rIns="0" bIns="0" rtlCol="0" anchor="ctr"/>
          <a:lstStyle/>
          <a:p>
            <a:pPr marL="0" indent="0" algn="l">
              <a:buNone/>
            </a:pPr>
            <a:r>
              <a:rPr lang="en-US" sz="1200" b="1" dirty="0">
                <a:solidFill>
                  <a:srgbClr val="2F6980"/>
                </a:solidFill>
                <a:latin typeface="游ゴシック" pitchFamily="34" charset="0"/>
                <a:ea typeface="游ゴシック" pitchFamily="34" charset="-122"/>
                <a:cs typeface="游ゴシック" pitchFamily="34" charset="-120"/>
              </a:rPr>
              <a:t>💡 特徴</a:t>
            </a:r>
            <a:endParaRPr lang="en-US" sz="1200" dirty="0"/>
          </a:p>
        </p:txBody>
      </p:sp>
      <p:sp>
        <p:nvSpPr>
          <p:cNvPr id="43" name="Text 14">
            <a:extLst>
              <a:ext uri="{FF2B5EF4-FFF2-40B4-BE49-F238E27FC236}">
                <a16:creationId xmlns:a16="http://schemas.microsoft.com/office/drawing/2014/main" id="{595282F8-AD27-482D-CAC7-C18459CFB695}"/>
              </a:ext>
            </a:extLst>
          </p:cNvPr>
          <p:cNvSpPr txBox="1"/>
          <p:nvPr/>
        </p:nvSpPr>
        <p:spPr>
          <a:xfrm>
            <a:off x="761695" y="5227625"/>
            <a:ext cx="3954069" cy="887882"/>
          </a:xfrm>
          <a:prstGeom prst="rect">
            <a:avLst/>
          </a:prstGeom>
          <a:noFill/>
          <a:ln/>
        </p:spPr>
        <p:txBody>
          <a:bodyPr wrap="square" lIns="0" tIns="0" rIns="0" bIns="0" rtlCol="0" anchor="t"/>
          <a:lstStyle/>
          <a:p>
            <a:pPr marL="0" indent="0" algn="l">
              <a:lnSpc>
                <a:spcPts val="1920"/>
              </a:lnSpc>
              <a:buNone/>
            </a:pPr>
            <a:r>
              <a:rPr lang="en-US" sz="1200" dirty="0">
                <a:solidFill>
                  <a:srgbClr val="333333"/>
                </a:solidFill>
                <a:latin typeface="游ゴシック" pitchFamily="34" charset="0"/>
                <a:ea typeface="游ゴシック" pitchFamily="34" charset="-122"/>
                <a:cs typeface="游ゴシック" pitchFamily="34" charset="-120"/>
              </a:rPr>
              <a:t>従来AIは</a:t>
            </a:r>
            <a:r>
              <a:rPr lang="en-US" sz="1200" b="1" dirty="0">
                <a:solidFill>
                  <a:srgbClr val="333333"/>
                </a:solidFill>
                <a:latin typeface="游ゴシック" pitchFamily="34" charset="0"/>
                <a:ea typeface="游ゴシック" pitchFamily="34" charset="-122"/>
                <a:cs typeface="游ゴシック" pitchFamily="34" charset="-120"/>
              </a:rPr>
              <a:t>「判断するAI」</a:t>
            </a:r>
            <a:r>
              <a:rPr lang="en-US" sz="1200" dirty="0">
                <a:solidFill>
                  <a:srgbClr val="333333"/>
                </a:solidFill>
                <a:latin typeface="游ゴシック" pitchFamily="34" charset="0"/>
                <a:ea typeface="游ゴシック" pitchFamily="34" charset="-122"/>
                <a:cs typeface="游ゴシック" pitchFamily="34" charset="-120"/>
              </a:rPr>
              <a:t>。</a:t>
            </a:r>
            <a:endParaRPr lang="en-US" sz="1200" dirty="0"/>
          </a:p>
          <a:p>
            <a:pPr marL="0" indent="0" algn="l">
              <a:lnSpc>
                <a:spcPts val="1920"/>
              </a:lnSpc>
              <a:buNone/>
            </a:pPr>
            <a:r>
              <a:rPr lang="en-US" sz="1200" dirty="0">
                <a:solidFill>
                  <a:srgbClr val="333333"/>
                </a:solidFill>
                <a:latin typeface="游ゴシック" pitchFamily="34" charset="0"/>
                <a:ea typeface="游ゴシック" pitchFamily="34" charset="-122"/>
                <a:cs typeface="游ゴシック" pitchFamily="34" charset="-120"/>
              </a:rPr>
              <a:t>すでにあるデータを見て</a:t>
            </a:r>
            <a:endParaRPr lang="en-US" sz="1200" dirty="0"/>
          </a:p>
          <a:p>
            <a:pPr marL="0" indent="0" algn="l">
              <a:lnSpc>
                <a:spcPts val="1920"/>
              </a:lnSpc>
              <a:buNone/>
            </a:pPr>
            <a:r>
              <a:rPr lang="en-US" sz="1200" dirty="0">
                <a:solidFill>
                  <a:srgbClr val="333333"/>
                </a:solidFill>
                <a:latin typeface="游ゴシック" pitchFamily="34" charset="0"/>
                <a:ea typeface="游ゴシック" pitchFamily="34" charset="-122"/>
                <a:cs typeface="游ゴシック" pitchFamily="34" charset="-120"/>
              </a:rPr>
              <a:t>「これは何か？」を答える。</a:t>
            </a:r>
            <a:endParaRPr lang="en-US" sz="1200" dirty="0"/>
          </a:p>
        </p:txBody>
      </p:sp>
      <p:sp>
        <p:nvSpPr>
          <p:cNvPr id="45" name="Text 15">
            <a:extLst>
              <a:ext uri="{FF2B5EF4-FFF2-40B4-BE49-F238E27FC236}">
                <a16:creationId xmlns:a16="http://schemas.microsoft.com/office/drawing/2014/main" id="{9D6BAFD5-8502-69CC-1E1B-08AA9C7D6834}"/>
              </a:ext>
            </a:extLst>
          </p:cNvPr>
          <p:cNvSpPr txBox="1"/>
          <p:nvPr/>
        </p:nvSpPr>
        <p:spPr>
          <a:xfrm>
            <a:off x="5335224" y="1619402"/>
            <a:ext cx="4264411" cy="342900"/>
          </a:xfrm>
          <a:prstGeom prst="rect">
            <a:avLst/>
          </a:prstGeom>
          <a:noFill/>
          <a:ln/>
        </p:spPr>
        <p:txBody>
          <a:bodyPr wrap="none" lIns="0" tIns="0" rIns="0" bIns="0" rtlCol="0" anchor="ctr"/>
          <a:lstStyle/>
          <a:p>
            <a:pPr marL="0" indent="0" algn="ctr">
              <a:buNone/>
            </a:pPr>
            <a:r>
              <a:rPr lang="en-US" sz="1800" b="1" dirty="0">
                <a:solidFill>
                  <a:srgbClr val="333333"/>
                </a:solidFill>
                <a:latin typeface="游ゴシック" pitchFamily="34" charset="0"/>
                <a:ea typeface="游ゴシック" pitchFamily="34" charset="-122"/>
                <a:cs typeface="游ゴシック" pitchFamily="34" charset="-120"/>
              </a:rPr>
              <a:t>生成AI（Generative AI）</a:t>
            </a:r>
            <a:endParaRPr lang="en-US" sz="1800" dirty="0"/>
          </a:p>
        </p:txBody>
      </p:sp>
      <p:sp>
        <p:nvSpPr>
          <p:cNvPr id="47" name="Text 16">
            <a:extLst>
              <a:ext uri="{FF2B5EF4-FFF2-40B4-BE49-F238E27FC236}">
                <a16:creationId xmlns:a16="http://schemas.microsoft.com/office/drawing/2014/main" id="{ADB52994-4175-403D-3403-C387B0B9DECF}"/>
              </a:ext>
            </a:extLst>
          </p:cNvPr>
          <p:cNvSpPr txBox="1"/>
          <p:nvPr/>
        </p:nvSpPr>
        <p:spPr>
          <a:xfrm>
            <a:off x="5335224" y="2190902"/>
            <a:ext cx="4264411" cy="342900"/>
          </a:xfrm>
          <a:prstGeom prst="rect">
            <a:avLst/>
          </a:prstGeom>
          <a:noFill/>
          <a:ln/>
        </p:spPr>
        <p:txBody>
          <a:bodyPr wrap="none" lIns="0" tIns="0" rIns="0" bIns="0" rtlCol="0" anchor="ctr"/>
          <a:lstStyle/>
          <a:p>
            <a:pPr marL="0" indent="0" algn="ctr">
              <a:buNone/>
            </a:pPr>
            <a:r>
              <a:rPr lang="en-US" sz="1200" b="1" dirty="0">
                <a:solidFill>
                  <a:srgbClr val="333333"/>
                </a:solidFill>
                <a:latin typeface="游ゴシック" pitchFamily="34" charset="0"/>
                <a:ea typeface="游ゴシック" pitchFamily="34" charset="-122"/>
                <a:cs typeface="游ゴシック" pitchFamily="34" charset="-120"/>
              </a:rPr>
              <a:t>目的：新しいコンテンツの創造</a:t>
            </a:r>
            <a:endParaRPr lang="en-US" sz="1200" dirty="0"/>
          </a:p>
        </p:txBody>
      </p:sp>
      <p:sp>
        <p:nvSpPr>
          <p:cNvPr id="49" name="Text 17">
            <a:extLst>
              <a:ext uri="{FF2B5EF4-FFF2-40B4-BE49-F238E27FC236}">
                <a16:creationId xmlns:a16="http://schemas.microsoft.com/office/drawing/2014/main" id="{AAE331F6-61DD-59C2-8997-0835611097CD}"/>
              </a:ext>
            </a:extLst>
          </p:cNvPr>
          <p:cNvSpPr txBox="1"/>
          <p:nvPr/>
        </p:nvSpPr>
        <p:spPr>
          <a:xfrm>
            <a:off x="5526333" y="2688336"/>
            <a:ext cx="4108867" cy="1884578"/>
          </a:xfrm>
          <a:prstGeom prst="rect">
            <a:avLst/>
          </a:prstGeom>
          <a:noFill/>
          <a:ln/>
        </p:spPr>
        <p:txBody>
          <a:bodyPr wrap="square" lIns="0" tIns="0" rIns="0" bIns="0" rtlCol="0" anchor="t"/>
          <a:lstStyle/>
          <a:p>
            <a:pPr marL="0" indent="0" algn="l">
              <a:lnSpc>
                <a:spcPts val="2730"/>
              </a:lnSpc>
              <a:buNone/>
            </a:pPr>
            <a:r>
              <a:rPr lang="en-US" sz="1300" dirty="0">
                <a:solidFill>
                  <a:srgbClr val="333333"/>
                </a:solidFill>
                <a:latin typeface="游ゴシック" pitchFamily="34" charset="0"/>
                <a:ea typeface="游ゴシック" pitchFamily="34" charset="-122"/>
                <a:cs typeface="游ゴシック" pitchFamily="34" charset="-120"/>
              </a:rPr>
              <a:t>・キーワードからの企画書作成</a:t>
            </a:r>
            <a:endParaRPr lang="en-US" sz="1200" dirty="0"/>
          </a:p>
          <a:p>
            <a:pPr marL="0" indent="0" algn="l">
              <a:lnSpc>
                <a:spcPts val="2730"/>
              </a:lnSpc>
              <a:buNone/>
            </a:pPr>
            <a:r>
              <a:rPr lang="en-US" sz="1300" dirty="0">
                <a:solidFill>
                  <a:srgbClr val="333333"/>
                </a:solidFill>
                <a:latin typeface="游ゴシック" pitchFamily="34" charset="0"/>
                <a:ea typeface="游ゴシック" pitchFamily="34" charset="-122"/>
                <a:cs typeface="游ゴシック" pitchFamily="34" charset="-120"/>
              </a:rPr>
              <a:t>・長文の要約や構造化データの抽出</a:t>
            </a:r>
            <a:endParaRPr lang="en-US" sz="1200" dirty="0"/>
          </a:p>
          <a:p>
            <a:pPr marL="0" indent="0" algn="l">
              <a:lnSpc>
                <a:spcPts val="2730"/>
              </a:lnSpc>
              <a:buNone/>
            </a:pPr>
            <a:r>
              <a:rPr lang="en-US" sz="1300" dirty="0">
                <a:solidFill>
                  <a:srgbClr val="333333"/>
                </a:solidFill>
                <a:latin typeface="游ゴシック" pitchFamily="34" charset="0"/>
                <a:ea typeface="游ゴシック" pitchFamily="34" charset="-122"/>
                <a:cs typeface="游ゴシック" pitchFamily="34" charset="-120"/>
              </a:rPr>
              <a:t>・自然な対話を行うチャットボット</a:t>
            </a:r>
            <a:endParaRPr lang="en-US" sz="1200" dirty="0"/>
          </a:p>
        </p:txBody>
      </p:sp>
      <p:sp>
        <p:nvSpPr>
          <p:cNvPr id="51" name="Text 18">
            <a:extLst>
              <a:ext uri="{FF2B5EF4-FFF2-40B4-BE49-F238E27FC236}">
                <a16:creationId xmlns:a16="http://schemas.microsoft.com/office/drawing/2014/main" id="{956909CF-FA0D-F939-30F9-8EF022BB5DE1}"/>
              </a:ext>
            </a:extLst>
          </p:cNvPr>
          <p:cNvSpPr txBox="1"/>
          <p:nvPr/>
        </p:nvSpPr>
        <p:spPr>
          <a:xfrm>
            <a:off x="5526333" y="5009998"/>
            <a:ext cx="3954069" cy="228600"/>
          </a:xfrm>
          <a:prstGeom prst="rect">
            <a:avLst/>
          </a:prstGeom>
          <a:noFill/>
          <a:ln/>
        </p:spPr>
        <p:txBody>
          <a:bodyPr wrap="none" lIns="0" tIns="0" rIns="0" bIns="0" rtlCol="0" anchor="ctr"/>
          <a:lstStyle/>
          <a:p>
            <a:pPr marL="0" indent="0" algn="l">
              <a:buNone/>
            </a:pPr>
            <a:r>
              <a:rPr lang="en-US" sz="1200" b="1" dirty="0">
                <a:solidFill>
                  <a:srgbClr val="E60012"/>
                </a:solidFill>
                <a:latin typeface="游ゴシック" pitchFamily="34" charset="0"/>
                <a:ea typeface="游ゴシック" pitchFamily="34" charset="-122"/>
                <a:cs typeface="游ゴシック" pitchFamily="34" charset="-120"/>
              </a:rPr>
              <a:t>💡 特徴</a:t>
            </a:r>
            <a:endParaRPr lang="en-US" sz="1200" dirty="0"/>
          </a:p>
        </p:txBody>
      </p:sp>
      <p:sp>
        <p:nvSpPr>
          <p:cNvPr id="53" name="Text 19">
            <a:extLst>
              <a:ext uri="{FF2B5EF4-FFF2-40B4-BE49-F238E27FC236}">
                <a16:creationId xmlns:a16="http://schemas.microsoft.com/office/drawing/2014/main" id="{A7609372-863F-2E5F-6896-4E815E27CBC6}"/>
              </a:ext>
            </a:extLst>
          </p:cNvPr>
          <p:cNvSpPr txBox="1"/>
          <p:nvPr/>
        </p:nvSpPr>
        <p:spPr>
          <a:xfrm>
            <a:off x="5526333" y="5227625"/>
            <a:ext cx="3954069" cy="887882"/>
          </a:xfrm>
          <a:prstGeom prst="rect">
            <a:avLst/>
          </a:prstGeom>
          <a:noFill/>
          <a:ln/>
        </p:spPr>
        <p:txBody>
          <a:bodyPr wrap="square" lIns="0" tIns="0" rIns="0" bIns="0" rtlCol="0" anchor="t"/>
          <a:lstStyle/>
          <a:p>
            <a:pPr marL="0" indent="0" algn="l">
              <a:lnSpc>
                <a:spcPts val="1920"/>
              </a:lnSpc>
              <a:buNone/>
            </a:pPr>
            <a:r>
              <a:rPr lang="en-US" sz="1200" dirty="0">
                <a:solidFill>
                  <a:srgbClr val="333333"/>
                </a:solidFill>
                <a:latin typeface="游ゴシック" pitchFamily="34" charset="0"/>
                <a:ea typeface="游ゴシック" pitchFamily="34" charset="-122"/>
                <a:cs typeface="游ゴシック" pitchFamily="34" charset="-120"/>
              </a:rPr>
              <a:t>生成AIは</a:t>
            </a:r>
            <a:r>
              <a:rPr lang="en-US" sz="1200" b="1" dirty="0">
                <a:solidFill>
                  <a:srgbClr val="333333"/>
                </a:solidFill>
                <a:latin typeface="游ゴシック" pitchFamily="34" charset="0"/>
                <a:ea typeface="游ゴシック" pitchFamily="34" charset="-122"/>
                <a:cs typeface="游ゴシック" pitchFamily="34" charset="-120"/>
              </a:rPr>
              <a:t>「作り出すAI」</a:t>
            </a:r>
            <a:r>
              <a:rPr lang="en-US" sz="1200" dirty="0">
                <a:solidFill>
                  <a:srgbClr val="333333"/>
                </a:solidFill>
                <a:latin typeface="游ゴシック" pitchFamily="34" charset="0"/>
                <a:ea typeface="游ゴシック" pitchFamily="34" charset="-122"/>
                <a:cs typeface="游ゴシック" pitchFamily="34" charset="-120"/>
              </a:rPr>
              <a:t>。</a:t>
            </a:r>
            <a:endParaRPr lang="en-US" sz="1200" dirty="0"/>
          </a:p>
          <a:p>
            <a:pPr marL="0" indent="0" algn="l">
              <a:lnSpc>
                <a:spcPts val="1920"/>
              </a:lnSpc>
              <a:buNone/>
            </a:pPr>
            <a:r>
              <a:rPr lang="en-US" sz="1200" dirty="0">
                <a:solidFill>
                  <a:srgbClr val="333333"/>
                </a:solidFill>
                <a:latin typeface="游ゴシック" pitchFamily="34" charset="0"/>
                <a:ea typeface="游ゴシック" pitchFamily="34" charset="-122"/>
                <a:cs typeface="游ゴシック" pitchFamily="34" charset="-120"/>
              </a:rPr>
              <a:t>文章・画像・音声など、人間が作るような</a:t>
            </a:r>
            <a:endParaRPr lang="en-US" sz="1200" dirty="0"/>
          </a:p>
          <a:p>
            <a:pPr marL="0" indent="0" algn="l">
              <a:lnSpc>
                <a:spcPts val="1920"/>
              </a:lnSpc>
              <a:buNone/>
            </a:pPr>
            <a:r>
              <a:rPr lang="en-US" sz="1200" dirty="0">
                <a:solidFill>
                  <a:srgbClr val="333333"/>
                </a:solidFill>
                <a:latin typeface="游ゴシック" pitchFamily="34" charset="0"/>
                <a:ea typeface="游ゴシック" pitchFamily="34" charset="-122"/>
                <a:cs typeface="游ゴシック" pitchFamily="34" charset="-120"/>
              </a:rPr>
              <a:t>新しいコンテンツを生み出す。</a:t>
            </a:r>
            <a:endParaRPr lang="en-US" sz="1200" dirty="0"/>
          </a:p>
        </p:txBody>
      </p:sp>
    </p:spTree>
    <p:extLst>
      <p:ext uri="{BB962C8B-B14F-4D97-AF65-F5344CB8AC3E}">
        <p14:creationId xmlns:p14="http://schemas.microsoft.com/office/powerpoint/2010/main" val="24835818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19417-0DEB-EF0B-CCB1-7DE69B345D6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AAB8446-28E5-9E35-FB69-7C9BAF8455A2}"/>
              </a:ext>
            </a:extLst>
          </p:cNvPr>
          <p:cNvSpPr>
            <a:spLocks noGrp="1"/>
          </p:cNvSpPr>
          <p:nvPr>
            <p:ph type="title"/>
          </p:nvPr>
        </p:nvSpPr>
        <p:spPr/>
        <p:txBody>
          <a:bodyPr>
            <a:normAutofit/>
          </a:bodyPr>
          <a:lstStyle/>
          <a:p>
            <a:r>
              <a:rPr lang="en-US" altLang="ja-JP" dirty="0"/>
              <a:t>2-3. LLM</a:t>
            </a:r>
            <a:r>
              <a:rPr lang="ja-JP" altLang="en-US" dirty="0"/>
              <a:t>（大規模言語モデル）の仕組み</a:t>
            </a:r>
          </a:p>
        </p:txBody>
      </p:sp>
      <p:sp>
        <p:nvSpPr>
          <p:cNvPr id="5" name="Shape 0">
            <a:extLst>
              <a:ext uri="{FF2B5EF4-FFF2-40B4-BE49-F238E27FC236}">
                <a16:creationId xmlns:a16="http://schemas.microsoft.com/office/drawing/2014/main" id="{B9A8590D-9D4C-55AE-5C04-4B529077157F}"/>
              </a:ext>
            </a:extLst>
          </p:cNvPr>
          <p:cNvSpPr/>
          <p:nvPr/>
        </p:nvSpPr>
        <p:spPr>
          <a:xfrm>
            <a:off x="381305" y="1429207"/>
            <a:ext cx="4574008" cy="4858207"/>
          </a:xfrm>
          <a:prstGeom prst="roundRect">
            <a:avLst>
              <a:gd name="adj" fmla="val 791"/>
            </a:avLst>
          </a:prstGeom>
          <a:solidFill>
            <a:srgbClr val="F9F9F9"/>
          </a:solidFill>
          <a:ln w="12700">
            <a:solidFill>
              <a:srgbClr val="FFFFFF">
                <a:alpha val="0"/>
              </a:srgbClr>
            </a:solidFill>
            <a:prstDash val="solid"/>
          </a:ln>
        </p:spPr>
        <p:txBody>
          <a:bodyPr/>
          <a:lstStyle/>
          <a:p>
            <a:endParaRPr lang="ja-JP" altLang="en-US"/>
          </a:p>
        </p:txBody>
      </p:sp>
      <p:sp>
        <p:nvSpPr>
          <p:cNvPr id="8" name="Shape 1">
            <a:extLst>
              <a:ext uri="{FF2B5EF4-FFF2-40B4-BE49-F238E27FC236}">
                <a16:creationId xmlns:a16="http://schemas.microsoft.com/office/drawing/2014/main" id="{CD42BCC6-446F-A738-C2D5-5E84009C921D}"/>
              </a:ext>
            </a:extLst>
          </p:cNvPr>
          <p:cNvSpPr/>
          <p:nvPr/>
        </p:nvSpPr>
        <p:spPr>
          <a:xfrm>
            <a:off x="5145028" y="1429207"/>
            <a:ext cx="4574008" cy="4858207"/>
          </a:xfrm>
          <a:prstGeom prst="roundRect">
            <a:avLst>
              <a:gd name="adj" fmla="val 791"/>
            </a:avLst>
          </a:prstGeom>
          <a:solidFill>
            <a:srgbClr val="FFFAF0"/>
          </a:solidFill>
          <a:ln w="12700">
            <a:solidFill>
              <a:srgbClr val="FFFFFF">
                <a:alpha val="0"/>
              </a:srgbClr>
            </a:solidFill>
            <a:prstDash val="solid"/>
          </a:ln>
        </p:spPr>
        <p:txBody>
          <a:bodyPr/>
          <a:lstStyle/>
          <a:p>
            <a:endParaRPr lang="ja-JP" altLang="en-US"/>
          </a:p>
        </p:txBody>
      </p:sp>
      <p:sp>
        <p:nvSpPr>
          <p:cNvPr id="33" name="Text 9">
            <a:extLst>
              <a:ext uri="{FF2B5EF4-FFF2-40B4-BE49-F238E27FC236}">
                <a16:creationId xmlns:a16="http://schemas.microsoft.com/office/drawing/2014/main" id="{120A71C3-18EA-6307-D5D1-3989051A9E3B}"/>
              </a:ext>
            </a:extLst>
          </p:cNvPr>
          <p:cNvSpPr txBox="1"/>
          <p:nvPr/>
        </p:nvSpPr>
        <p:spPr>
          <a:xfrm>
            <a:off x="457201" y="1047902"/>
            <a:ext cx="9301500" cy="228600"/>
          </a:xfrm>
          <a:prstGeom prst="rect">
            <a:avLst/>
          </a:prstGeom>
          <a:noFill/>
          <a:ln/>
        </p:spPr>
        <p:txBody>
          <a:bodyPr wrap="none" lIns="0" tIns="0" rIns="0" bIns="0" rtlCol="0" anchor="ctr"/>
          <a:lstStyle/>
          <a:p>
            <a:r>
              <a:rPr lang="en-US" altLang="ja-JP" sz="1400" dirty="0">
                <a:solidFill>
                  <a:srgbClr val="404040"/>
                </a:solidFill>
                <a:latin typeface="+mj-ea"/>
                <a:ea typeface="+mj-ea"/>
              </a:rPr>
              <a:t>ChatGPT</a:t>
            </a:r>
            <a:r>
              <a:rPr lang="ja-JP" altLang="en-US" sz="1400" dirty="0">
                <a:solidFill>
                  <a:srgbClr val="404040"/>
                </a:solidFill>
                <a:latin typeface="+mj-ea"/>
                <a:ea typeface="+mj-ea"/>
              </a:rPr>
              <a:t>や</a:t>
            </a:r>
            <a:r>
              <a:rPr lang="en-US" altLang="ja-JP" sz="1400" dirty="0">
                <a:solidFill>
                  <a:srgbClr val="404040"/>
                </a:solidFill>
                <a:latin typeface="+mj-ea"/>
                <a:ea typeface="+mj-ea"/>
              </a:rPr>
              <a:t>Copilot</a:t>
            </a:r>
            <a:r>
              <a:rPr lang="ja-JP" altLang="en-US" sz="1400" dirty="0">
                <a:solidFill>
                  <a:srgbClr val="404040"/>
                </a:solidFill>
                <a:latin typeface="+mj-ea"/>
                <a:ea typeface="+mj-ea"/>
              </a:rPr>
              <a:t>の頭脳 ── </a:t>
            </a:r>
            <a:r>
              <a:rPr lang="en-US" altLang="ja-JP" sz="1400" dirty="0">
                <a:solidFill>
                  <a:srgbClr val="404040"/>
                </a:solidFill>
                <a:latin typeface="+mj-ea"/>
                <a:ea typeface="+mj-ea"/>
              </a:rPr>
              <a:t>LLM</a:t>
            </a:r>
            <a:r>
              <a:rPr lang="ja-JP" altLang="en-US" sz="1400" dirty="0">
                <a:solidFill>
                  <a:srgbClr val="404040"/>
                </a:solidFill>
                <a:latin typeface="+mj-ea"/>
                <a:ea typeface="+mj-ea"/>
              </a:rPr>
              <a:t>は「超高度な次単語予測マシン」</a:t>
            </a:r>
            <a:endParaRPr lang="en-US" sz="1400" dirty="0">
              <a:solidFill>
                <a:srgbClr val="404040"/>
              </a:solidFill>
              <a:latin typeface="+mj-ea"/>
              <a:ea typeface="+mj-ea"/>
            </a:endParaRPr>
          </a:p>
        </p:txBody>
      </p:sp>
      <p:sp>
        <p:nvSpPr>
          <p:cNvPr id="4" name="Shape 0">
            <a:extLst>
              <a:ext uri="{FF2B5EF4-FFF2-40B4-BE49-F238E27FC236}">
                <a16:creationId xmlns:a16="http://schemas.microsoft.com/office/drawing/2014/main" id="{57A49E1A-60AD-3EDB-461C-DF4539B7E46D}"/>
              </a:ext>
            </a:extLst>
          </p:cNvPr>
          <p:cNvSpPr/>
          <p:nvPr/>
        </p:nvSpPr>
        <p:spPr>
          <a:xfrm>
            <a:off x="381305" y="1524305"/>
            <a:ext cx="9263272" cy="1238098"/>
          </a:xfrm>
          <a:prstGeom prst="roundRect">
            <a:avLst>
              <a:gd name="adj" fmla="val 6130"/>
            </a:avLst>
          </a:prstGeom>
          <a:solidFill>
            <a:srgbClr val="F9F9F9"/>
          </a:solidFill>
          <a:ln w="12700">
            <a:solidFill>
              <a:srgbClr val="FFFFFF">
                <a:alpha val="0"/>
              </a:srgbClr>
            </a:solidFill>
            <a:prstDash val="solid"/>
          </a:ln>
        </p:spPr>
        <p:txBody>
          <a:bodyPr/>
          <a:lstStyle/>
          <a:p>
            <a:endParaRPr lang="ja-JP" altLang="en-US"/>
          </a:p>
        </p:txBody>
      </p:sp>
      <p:sp>
        <p:nvSpPr>
          <p:cNvPr id="7" name="Shape 1">
            <a:extLst>
              <a:ext uri="{FF2B5EF4-FFF2-40B4-BE49-F238E27FC236}">
                <a16:creationId xmlns:a16="http://schemas.microsoft.com/office/drawing/2014/main" id="{9BC84739-0F17-CDE3-EE5C-086F43DB41A1}"/>
              </a:ext>
            </a:extLst>
          </p:cNvPr>
          <p:cNvSpPr/>
          <p:nvPr/>
        </p:nvSpPr>
        <p:spPr>
          <a:xfrm>
            <a:off x="381305" y="2905049"/>
            <a:ext cx="9263272" cy="1714500"/>
          </a:xfrm>
          <a:prstGeom prst="roundRect">
            <a:avLst>
              <a:gd name="adj" fmla="val 4427"/>
            </a:avLst>
          </a:prstGeom>
          <a:solidFill>
            <a:srgbClr val="FEF2F2"/>
          </a:solidFill>
          <a:ln/>
        </p:spPr>
        <p:txBody>
          <a:bodyPr/>
          <a:lstStyle/>
          <a:p>
            <a:endParaRPr lang="ja-JP" altLang="en-US"/>
          </a:p>
        </p:txBody>
      </p:sp>
      <p:sp>
        <p:nvSpPr>
          <p:cNvPr id="10" name="Shape 2">
            <a:extLst>
              <a:ext uri="{FF2B5EF4-FFF2-40B4-BE49-F238E27FC236}">
                <a16:creationId xmlns:a16="http://schemas.microsoft.com/office/drawing/2014/main" id="{E1D33930-239E-CE85-6EF7-7793942EFC79}"/>
              </a:ext>
            </a:extLst>
          </p:cNvPr>
          <p:cNvSpPr/>
          <p:nvPr/>
        </p:nvSpPr>
        <p:spPr>
          <a:xfrm>
            <a:off x="381305" y="2905049"/>
            <a:ext cx="46687" cy="1714500"/>
          </a:xfrm>
          <a:prstGeom prst="roundRect">
            <a:avLst>
              <a:gd name="adj" fmla="val 131746"/>
            </a:avLst>
          </a:prstGeom>
          <a:solidFill>
            <a:srgbClr val="FF0000"/>
          </a:solidFill>
          <a:ln w="12700">
            <a:solidFill>
              <a:srgbClr val="FF0000">
                <a:alpha val="0"/>
              </a:srgbClr>
            </a:solidFill>
            <a:prstDash val="solid"/>
          </a:ln>
        </p:spPr>
        <p:txBody>
          <a:bodyPr/>
          <a:lstStyle/>
          <a:p>
            <a:endParaRPr lang="ja-JP" altLang="en-US"/>
          </a:p>
        </p:txBody>
      </p:sp>
      <p:sp>
        <p:nvSpPr>
          <p:cNvPr id="13" name="Shape 3">
            <a:extLst>
              <a:ext uri="{FF2B5EF4-FFF2-40B4-BE49-F238E27FC236}">
                <a16:creationId xmlns:a16="http://schemas.microsoft.com/office/drawing/2014/main" id="{76FA64A4-02F8-2F4D-90F9-34A0CB0B9EA9}"/>
              </a:ext>
            </a:extLst>
          </p:cNvPr>
          <p:cNvSpPr/>
          <p:nvPr/>
        </p:nvSpPr>
        <p:spPr>
          <a:xfrm>
            <a:off x="381305" y="4762195"/>
            <a:ext cx="9263272" cy="1429207"/>
          </a:xfrm>
          <a:prstGeom prst="roundRect">
            <a:avLst>
              <a:gd name="adj" fmla="val 5310"/>
            </a:avLst>
          </a:prstGeom>
          <a:solidFill>
            <a:srgbClr val="EFF6FF"/>
          </a:solidFill>
          <a:ln/>
        </p:spPr>
        <p:txBody>
          <a:bodyPr/>
          <a:lstStyle/>
          <a:p>
            <a:endParaRPr lang="ja-JP" altLang="en-US"/>
          </a:p>
        </p:txBody>
      </p:sp>
      <p:sp>
        <p:nvSpPr>
          <p:cNvPr id="15" name="Shape 4">
            <a:extLst>
              <a:ext uri="{FF2B5EF4-FFF2-40B4-BE49-F238E27FC236}">
                <a16:creationId xmlns:a16="http://schemas.microsoft.com/office/drawing/2014/main" id="{2AF1C5F2-B003-B80C-999E-0148D83F9A58}"/>
              </a:ext>
            </a:extLst>
          </p:cNvPr>
          <p:cNvSpPr/>
          <p:nvPr/>
        </p:nvSpPr>
        <p:spPr>
          <a:xfrm>
            <a:off x="381305" y="4762195"/>
            <a:ext cx="46687" cy="1429207"/>
          </a:xfrm>
          <a:prstGeom prst="roundRect">
            <a:avLst>
              <a:gd name="adj" fmla="val 131746"/>
            </a:avLst>
          </a:prstGeom>
          <a:solidFill>
            <a:srgbClr val="3B82F6"/>
          </a:solidFill>
          <a:ln w="12700">
            <a:solidFill>
              <a:srgbClr val="3B82F6">
                <a:alpha val="0"/>
              </a:srgbClr>
            </a:solidFill>
            <a:prstDash val="solid"/>
          </a:ln>
        </p:spPr>
        <p:txBody>
          <a:bodyPr/>
          <a:lstStyle/>
          <a:p>
            <a:endParaRPr lang="ja-JP" altLang="en-US"/>
          </a:p>
        </p:txBody>
      </p:sp>
      <p:pic>
        <p:nvPicPr>
          <p:cNvPr id="18" name="Image 0" descr="gen-dedup-9a7b5ff5ff2fd315620088992b236c26.png">
            <a:extLst>
              <a:ext uri="{FF2B5EF4-FFF2-40B4-BE49-F238E27FC236}">
                <a16:creationId xmlns:a16="http://schemas.microsoft.com/office/drawing/2014/main" id="{C15BA7B2-C851-912C-B966-C4D4EB17D65C}"/>
              </a:ext>
            </a:extLst>
          </p:cNvPr>
          <p:cNvPicPr>
            <a:picLocks noChangeAspect="1"/>
          </p:cNvPicPr>
          <p:nvPr/>
        </p:nvPicPr>
        <p:blipFill>
          <a:blip r:embed="rId2"/>
          <a:srcRect l="-406" r="-406"/>
          <a:stretch/>
        </p:blipFill>
        <p:spPr>
          <a:xfrm>
            <a:off x="381305" y="1524305"/>
            <a:ext cx="46687" cy="1238098"/>
          </a:xfrm>
          <a:prstGeom prst="rect">
            <a:avLst/>
          </a:prstGeom>
        </p:spPr>
      </p:pic>
      <p:sp>
        <p:nvSpPr>
          <p:cNvPr id="21" name="Text 9">
            <a:extLst>
              <a:ext uri="{FF2B5EF4-FFF2-40B4-BE49-F238E27FC236}">
                <a16:creationId xmlns:a16="http://schemas.microsoft.com/office/drawing/2014/main" id="{8EE7B270-7797-667F-3B25-A8929A297364}"/>
              </a:ext>
            </a:extLst>
          </p:cNvPr>
          <p:cNvSpPr txBox="1"/>
          <p:nvPr/>
        </p:nvSpPr>
        <p:spPr>
          <a:xfrm>
            <a:off x="609905" y="1695298"/>
            <a:ext cx="9109131" cy="286207"/>
          </a:xfrm>
          <a:prstGeom prst="rect">
            <a:avLst/>
          </a:prstGeom>
          <a:noFill/>
          <a:ln/>
        </p:spPr>
        <p:txBody>
          <a:bodyPr wrap="none" lIns="0" tIns="0" rIns="0" bIns="0" rtlCol="0" anchor="ctr"/>
          <a:lstStyle/>
          <a:p>
            <a:pPr marL="0" indent="0" algn="l">
              <a:buNone/>
            </a:pPr>
            <a:r>
              <a:rPr lang="en-US" sz="1500" b="1" dirty="0">
                <a:solidFill>
                  <a:srgbClr val="2F6980"/>
                </a:solidFill>
                <a:latin typeface="游ゴシック" pitchFamily="34" charset="0"/>
                <a:ea typeface="游ゴシック" pitchFamily="34" charset="-122"/>
                <a:cs typeface="游ゴシック" pitchFamily="34" charset="-120"/>
              </a:rPr>
              <a:t>◆ LLMとは</a:t>
            </a:r>
            <a:endParaRPr lang="en-US" sz="1500" dirty="0"/>
          </a:p>
        </p:txBody>
      </p:sp>
      <p:sp>
        <p:nvSpPr>
          <p:cNvPr id="23" name="Text 10">
            <a:extLst>
              <a:ext uri="{FF2B5EF4-FFF2-40B4-BE49-F238E27FC236}">
                <a16:creationId xmlns:a16="http://schemas.microsoft.com/office/drawing/2014/main" id="{47BC25F7-2930-53E5-1CD5-6ECC7ECF89FA}"/>
              </a:ext>
            </a:extLst>
          </p:cNvPr>
          <p:cNvSpPr txBox="1"/>
          <p:nvPr/>
        </p:nvSpPr>
        <p:spPr>
          <a:xfrm>
            <a:off x="609905" y="1997050"/>
            <a:ext cx="8954990" cy="708660"/>
          </a:xfrm>
          <a:prstGeom prst="rect">
            <a:avLst/>
          </a:prstGeom>
          <a:noFill/>
          <a:ln/>
        </p:spPr>
        <p:txBody>
          <a:bodyPr wrap="square" lIns="0" tIns="0" rIns="0" bIns="0" rtlCol="0" anchor="t"/>
          <a:lstStyle/>
          <a:p>
            <a:pPr marL="0" indent="0" algn="l">
              <a:lnSpc>
                <a:spcPts val="2210"/>
              </a:lnSpc>
              <a:buNone/>
            </a:pPr>
            <a:r>
              <a:rPr lang="en-US" sz="1200" b="1" dirty="0">
                <a:solidFill>
                  <a:srgbClr val="333333"/>
                </a:solidFill>
                <a:latin typeface="游ゴシック" pitchFamily="34" charset="0"/>
                <a:ea typeface="游ゴシック" pitchFamily="34" charset="-122"/>
                <a:cs typeface="游ゴシック" pitchFamily="34" charset="-120"/>
              </a:rPr>
              <a:t>L</a:t>
            </a:r>
            <a:r>
              <a:rPr lang="en-US" sz="1300" dirty="0">
                <a:solidFill>
                  <a:srgbClr val="333333"/>
                </a:solidFill>
                <a:latin typeface="游ゴシック" pitchFamily="34" charset="0"/>
                <a:ea typeface="游ゴシック" pitchFamily="34" charset="-122"/>
                <a:cs typeface="游ゴシック" pitchFamily="34" charset="-120"/>
              </a:rPr>
              <a:t>arge </a:t>
            </a:r>
            <a:r>
              <a:rPr lang="en-US" sz="1200" b="1" dirty="0">
                <a:solidFill>
                  <a:srgbClr val="333333"/>
                </a:solidFill>
                <a:latin typeface="游ゴシック" pitchFamily="34" charset="0"/>
                <a:ea typeface="游ゴシック" pitchFamily="34" charset="-122"/>
                <a:cs typeface="游ゴシック" pitchFamily="34" charset="-120"/>
              </a:rPr>
              <a:t>L</a:t>
            </a:r>
            <a:r>
              <a:rPr lang="en-US" sz="1300" dirty="0">
                <a:solidFill>
                  <a:srgbClr val="333333"/>
                </a:solidFill>
                <a:latin typeface="游ゴシック" pitchFamily="34" charset="0"/>
                <a:ea typeface="游ゴシック" pitchFamily="34" charset="-122"/>
                <a:cs typeface="游ゴシック" pitchFamily="34" charset="-120"/>
              </a:rPr>
              <a:t>anguage </a:t>
            </a:r>
            <a:r>
              <a:rPr lang="en-US" sz="1200" b="1" dirty="0">
                <a:solidFill>
                  <a:srgbClr val="333333"/>
                </a:solidFill>
                <a:latin typeface="游ゴシック" pitchFamily="34" charset="0"/>
                <a:ea typeface="游ゴシック" pitchFamily="34" charset="-122"/>
                <a:cs typeface="游ゴシック" pitchFamily="34" charset="-120"/>
              </a:rPr>
              <a:t>M</a:t>
            </a:r>
            <a:r>
              <a:rPr lang="en-US" sz="1300" dirty="0">
                <a:solidFill>
                  <a:srgbClr val="333333"/>
                </a:solidFill>
                <a:latin typeface="游ゴシック" pitchFamily="34" charset="0"/>
                <a:ea typeface="游ゴシック" pitchFamily="34" charset="-122"/>
                <a:cs typeface="游ゴシック" pitchFamily="34" charset="-120"/>
              </a:rPr>
              <a:t>odel の略。</a:t>
            </a:r>
            <a:endParaRPr lang="en-US" sz="1200" dirty="0"/>
          </a:p>
          <a:p>
            <a:pPr marL="0" indent="0" algn="l">
              <a:lnSpc>
                <a:spcPts val="2210"/>
              </a:lnSpc>
              <a:buNone/>
            </a:pPr>
            <a:r>
              <a:rPr lang="en-US" sz="1300" dirty="0">
                <a:solidFill>
                  <a:srgbClr val="333333"/>
                </a:solidFill>
                <a:latin typeface="游ゴシック" pitchFamily="34" charset="0"/>
                <a:ea typeface="游ゴシック" pitchFamily="34" charset="-122"/>
                <a:cs typeface="游ゴシック" pitchFamily="34" charset="-120"/>
              </a:rPr>
              <a:t>ChatGPTやCopilotの頭脳にあたる部分です。</a:t>
            </a:r>
            <a:endParaRPr lang="en-US" sz="1200" dirty="0"/>
          </a:p>
        </p:txBody>
      </p:sp>
      <p:sp>
        <p:nvSpPr>
          <p:cNvPr id="26" name="Text 11">
            <a:extLst>
              <a:ext uri="{FF2B5EF4-FFF2-40B4-BE49-F238E27FC236}">
                <a16:creationId xmlns:a16="http://schemas.microsoft.com/office/drawing/2014/main" id="{EFCD0DB6-3D38-9F42-1CD5-4DA845760617}"/>
              </a:ext>
            </a:extLst>
          </p:cNvPr>
          <p:cNvSpPr txBox="1"/>
          <p:nvPr/>
        </p:nvSpPr>
        <p:spPr>
          <a:xfrm>
            <a:off x="609905" y="3095244"/>
            <a:ext cx="9109131" cy="286207"/>
          </a:xfrm>
          <a:prstGeom prst="rect">
            <a:avLst/>
          </a:prstGeom>
          <a:noFill/>
          <a:ln/>
        </p:spPr>
        <p:txBody>
          <a:bodyPr wrap="none" lIns="0" tIns="0" rIns="0" bIns="0" rtlCol="0" anchor="ctr"/>
          <a:lstStyle/>
          <a:p>
            <a:pPr marL="0" indent="0" algn="l">
              <a:buNone/>
            </a:pPr>
            <a:r>
              <a:rPr lang="en-US" sz="1500" b="1" dirty="0">
                <a:solidFill>
                  <a:srgbClr val="FF0000"/>
                </a:solidFill>
                <a:latin typeface="游ゴシック" pitchFamily="34" charset="0"/>
                <a:ea typeface="游ゴシック" pitchFamily="34" charset="-122"/>
                <a:cs typeface="游ゴシック" pitchFamily="34" charset="-120"/>
              </a:rPr>
              <a:t>◆ 超高度な「次単語予測」</a:t>
            </a:r>
            <a:endParaRPr lang="en-US" sz="1500" dirty="0"/>
          </a:p>
        </p:txBody>
      </p:sp>
      <p:sp>
        <p:nvSpPr>
          <p:cNvPr id="29" name="Text 12">
            <a:extLst>
              <a:ext uri="{FF2B5EF4-FFF2-40B4-BE49-F238E27FC236}">
                <a16:creationId xmlns:a16="http://schemas.microsoft.com/office/drawing/2014/main" id="{0C646D13-BB03-1A5D-9C02-7B7E600A637B}"/>
              </a:ext>
            </a:extLst>
          </p:cNvPr>
          <p:cNvSpPr txBox="1"/>
          <p:nvPr/>
        </p:nvSpPr>
        <p:spPr>
          <a:xfrm>
            <a:off x="609905" y="3427171"/>
            <a:ext cx="8954990" cy="1097280"/>
          </a:xfrm>
          <a:prstGeom prst="rect">
            <a:avLst/>
          </a:prstGeom>
          <a:noFill/>
          <a:ln/>
        </p:spPr>
        <p:txBody>
          <a:bodyPr wrap="square" lIns="0" tIns="0" rIns="0" bIns="0" rtlCol="0" anchor="t"/>
          <a:lstStyle/>
          <a:p>
            <a:pPr marL="0" indent="0" algn="l">
              <a:lnSpc>
                <a:spcPts val="2340"/>
              </a:lnSpc>
              <a:buNone/>
            </a:pPr>
            <a:r>
              <a:rPr lang="en-US" sz="1300" dirty="0">
                <a:solidFill>
                  <a:srgbClr val="333333"/>
                </a:solidFill>
                <a:latin typeface="游ゴシック" pitchFamily="34" charset="0"/>
                <a:ea typeface="游ゴシック" pitchFamily="34" charset="-122"/>
                <a:cs typeface="游ゴシック" pitchFamily="34" charset="-120"/>
              </a:rPr>
              <a:t>実はLLMは人間のように意味を理解しているわけではありません。</a:t>
            </a:r>
            <a:endParaRPr lang="en-US" sz="1200" dirty="0"/>
          </a:p>
          <a:p>
            <a:pPr marL="0" indent="0" algn="l">
              <a:lnSpc>
                <a:spcPts val="2340"/>
              </a:lnSpc>
              <a:buNone/>
            </a:pPr>
            <a:r>
              <a:rPr lang="en-US" sz="1200" b="1" dirty="0">
                <a:solidFill>
                  <a:srgbClr val="FF0000"/>
                </a:solidFill>
                <a:latin typeface="游ゴシック" pitchFamily="34" charset="0"/>
                <a:ea typeface="游ゴシック" pitchFamily="34" charset="-122"/>
                <a:cs typeface="游ゴシック" pitchFamily="34" charset="-120"/>
              </a:rPr>
              <a:t>「この文脈の次に続く最も確率の高い単語」</a:t>
            </a:r>
            <a:r>
              <a:rPr lang="en-US" sz="1300" dirty="0">
                <a:solidFill>
                  <a:srgbClr val="333333"/>
                </a:solidFill>
                <a:latin typeface="游ゴシック" pitchFamily="34" charset="0"/>
                <a:ea typeface="游ゴシック" pitchFamily="34" charset="-122"/>
                <a:cs typeface="游ゴシック" pitchFamily="34" charset="-120"/>
              </a:rPr>
              <a:t>を計算し続けているだけです。</a:t>
            </a:r>
            <a:endParaRPr lang="en-US" sz="1200" dirty="0"/>
          </a:p>
        </p:txBody>
      </p:sp>
      <p:sp>
        <p:nvSpPr>
          <p:cNvPr id="32" name="Text 13">
            <a:extLst>
              <a:ext uri="{FF2B5EF4-FFF2-40B4-BE49-F238E27FC236}">
                <a16:creationId xmlns:a16="http://schemas.microsoft.com/office/drawing/2014/main" id="{877FD521-742F-0CA5-1932-DBFD8E3DAC52}"/>
              </a:ext>
            </a:extLst>
          </p:cNvPr>
          <p:cNvSpPr txBox="1"/>
          <p:nvPr/>
        </p:nvSpPr>
        <p:spPr>
          <a:xfrm>
            <a:off x="609905" y="4953305"/>
            <a:ext cx="9109131" cy="286207"/>
          </a:xfrm>
          <a:prstGeom prst="rect">
            <a:avLst/>
          </a:prstGeom>
          <a:noFill/>
          <a:ln/>
        </p:spPr>
        <p:txBody>
          <a:bodyPr wrap="none" lIns="0" tIns="0" rIns="0" bIns="0" rtlCol="0" anchor="ctr"/>
          <a:lstStyle/>
          <a:p>
            <a:pPr marL="0" indent="0" algn="l">
              <a:buNone/>
            </a:pPr>
            <a:r>
              <a:rPr lang="en-US" sz="1500" b="1" dirty="0">
                <a:solidFill>
                  <a:srgbClr val="3B82F6"/>
                </a:solidFill>
                <a:latin typeface="游ゴシック" pitchFamily="34" charset="0"/>
                <a:ea typeface="游ゴシック" pitchFamily="34" charset="-122"/>
                <a:cs typeface="游ゴシック" pitchFamily="34" charset="-120"/>
              </a:rPr>
              <a:t>◆ なぜ精度が高いのか</a:t>
            </a:r>
            <a:endParaRPr lang="en-US" sz="1500" dirty="0"/>
          </a:p>
        </p:txBody>
      </p:sp>
      <p:sp>
        <p:nvSpPr>
          <p:cNvPr id="36" name="Text 14">
            <a:extLst>
              <a:ext uri="{FF2B5EF4-FFF2-40B4-BE49-F238E27FC236}">
                <a16:creationId xmlns:a16="http://schemas.microsoft.com/office/drawing/2014/main" id="{E78ED345-A8CE-5250-0125-7AD1F1CFC063}"/>
              </a:ext>
            </a:extLst>
          </p:cNvPr>
          <p:cNvSpPr txBox="1"/>
          <p:nvPr/>
        </p:nvSpPr>
        <p:spPr>
          <a:xfrm>
            <a:off x="609905" y="5284318"/>
            <a:ext cx="8954990" cy="811987"/>
          </a:xfrm>
          <a:prstGeom prst="rect">
            <a:avLst/>
          </a:prstGeom>
          <a:noFill/>
          <a:ln/>
        </p:spPr>
        <p:txBody>
          <a:bodyPr wrap="square" lIns="0" tIns="0" rIns="0" bIns="0" rtlCol="0" anchor="t"/>
          <a:lstStyle/>
          <a:p>
            <a:pPr marL="0" indent="0" algn="l">
              <a:lnSpc>
                <a:spcPts val="2340"/>
              </a:lnSpc>
              <a:buNone/>
            </a:pPr>
            <a:r>
              <a:rPr lang="en-US" sz="1300" dirty="0">
                <a:solidFill>
                  <a:srgbClr val="333333"/>
                </a:solidFill>
                <a:latin typeface="游ゴシック" pitchFamily="34" charset="0"/>
                <a:ea typeface="游ゴシック" pitchFamily="34" charset="-122"/>
                <a:cs typeface="游ゴシック" pitchFamily="34" charset="-120"/>
              </a:rPr>
              <a:t>インターネット上の膨大なテキストデータを学習しているため、</a:t>
            </a:r>
            <a:endParaRPr lang="en-US" sz="1200" dirty="0"/>
          </a:p>
          <a:p>
            <a:pPr marL="0" indent="0" algn="l">
              <a:lnSpc>
                <a:spcPts val="2340"/>
              </a:lnSpc>
              <a:buNone/>
            </a:pPr>
            <a:r>
              <a:rPr lang="en-US" sz="1200" b="1" dirty="0">
                <a:solidFill>
                  <a:srgbClr val="333333"/>
                </a:solidFill>
                <a:latin typeface="游ゴシック" pitchFamily="34" charset="0"/>
                <a:ea typeface="游ゴシック" pitchFamily="34" charset="-122"/>
                <a:cs typeface="游ゴシック" pitchFamily="34" charset="-120"/>
              </a:rPr>
              <a:t>極めて精度の高い予測</a:t>
            </a:r>
            <a:r>
              <a:rPr lang="en-US" sz="1300" dirty="0">
                <a:solidFill>
                  <a:srgbClr val="333333"/>
                </a:solidFill>
                <a:latin typeface="游ゴシック" pitchFamily="34" charset="0"/>
                <a:ea typeface="游ゴシック" pitchFamily="34" charset="-122"/>
                <a:cs typeface="游ゴシック" pitchFamily="34" charset="-120"/>
              </a:rPr>
              <a:t>が可能になります。</a:t>
            </a:r>
            <a:endParaRPr lang="en-US" sz="1200" dirty="0"/>
          </a:p>
        </p:txBody>
      </p:sp>
    </p:spTree>
    <p:extLst>
      <p:ext uri="{BB962C8B-B14F-4D97-AF65-F5344CB8AC3E}">
        <p14:creationId xmlns:p14="http://schemas.microsoft.com/office/powerpoint/2010/main" val="24047456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9131E-C734-9D6A-3A98-5280B3B12C9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5B15A13-2A76-6904-0530-3CE8D6CE04CA}"/>
              </a:ext>
            </a:extLst>
          </p:cNvPr>
          <p:cNvSpPr>
            <a:spLocks noGrp="1"/>
          </p:cNvSpPr>
          <p:nvPr>
            <p:ph type="title"/>
          </p:nvPr>
        </p:nvSpPr>
        <p:spPr/>
        <p:txBody>
          <a:bodyPr>
            <a:normAutofit/>
          </a:bodyPr>
          <a:lstStyle/>
          <a:p>
            <a:r>
              <a:rPr lang="en-US" altLang="ja-JP" dirty="0"/>
              <a:t>2-4.</a:t>
            </a:r>
            <a:r>
              <a:rPr lang="ja-JP" altLang="en-US" dirty="0"/>
              <a:t> 生成</a:t>
            </a:r>
            <a:r>
              <a:rPr lang="en-US" altLang="ja-JP" dirty="0"/>
              <a:t>AI</a:t>
            </a:r>
            <a:r>
              <a:rPr lang="ja-JP" altLang="en-US" dirty="0"/>
              <a:t>の「苦手なこと」（弱み）</a:t>
            </a:r>
          </a:p>
        </p:txBody>
      </p:sp>
      <p:sp>
        <p:nvSpPr>
          <p:cNvPr id="6" name="Shape 0">
            <a:extLst>
              <a:ext uri="{FF2B5EF4-FFF2-40B4-BE49-F238E27FC236}">
                <a16:creationId xmlns:a16="http://schemas.microsoft.com/office/drawing/2014/main" id="{908882F3-9762-4FA3-B7CE-746CD73F2904}"/>
              </a:ext>
            </a:extLst>
          </p:cNvPr>
          <p:cNvSpPr/>
          <p:nvPr/>
        </p:nvSpPr>
        <p:spPr>
          <a:xfrm>
            <a:off x="381305" y="1429207"/>
            <a:ext cx="9221470" cy="1524305"/>
          </a:xfrm>
          <a:prstGeom prst="roundRect">
            <a:avLst>
              <a:gd name="adj" fmla="val 4979"/>
            </a:avLst>
          </a:prstGeom>
          <a:solidFill>
            <a:srgbClr val="FEF2F2"/>
          </a:solidFill>
          <a:ln/>
        </p:spPr>
        <p:txBody>
          <a:bodyPr/>
          <a:lstStyle/>
          <a:p>
            <a:endParaRPr lang="ja-JP" altLang="en-US"/>
          </a:p>
        </p:txBody>
      </p:sp>
      <p:sp>
        <p:nvSpPr>
          <p:cNvPr id="11" name="Shape 1">
            <a:extLst>
              <a:ext uri="{FF2B5EF4-FFF2-40B4-BE49-F238E27FC236}">
                <a16:creationId xmlns:a16="http://schemas.microsoft.com/office/drawing/2014/main" id="{0CBCB589-908B-A27B-A981-BE722F196654}"/>
              </a:ext>
            </a:extLst>
          </p:cNvPr>
          <p:cNvSpPr/>
          <p:nvPr/>
        </p:nvSpPr>
        <p:spPr>
          <a:xfrm>
            <a:off x="381306" y="1429207"/>
            <a:ext cx="46476" cy="1524305"/>
          </a:xfrm>
          <a:prstGeom prst="roundRect">
            <a:avLst>
              <a:gd name="adj" fmla="val 131746"/>
            </a:avLst>
          </a:prstGeom>
          <a:solidFill>
            <a:srgbClr val="FF0000"/>
          </a:solidFill>
          <a:ln w="12700">
            <a:solidFill>
              <a:srgbClr val="FF0000">
                <a:alpha val="0"/>
              </a:srgbClr>
            </a:solidFill>
            <a:prstDash val="solid"/>
          </a:ln>
        </p:spPr>
        <p:txBody>
          <a:bodyPr/>
          <a:lstStyle/>
          <a:p>
            <a:endParaRPr lang="ja-JP" altLang="en-US"/>
          </a:p>
        </p:txBody>
      </p:sp>
      <p:sp>
        <p:nvSpPr>
          <p:cNvPr id="14" name="Shape 2">
            <a:extLst>
              <a:ext uri="{FF2B5EF4-FFF2-40B4-BE49-F238E27FC236}">
                <a16:creationId xmlns:a16="http://schemas.microsoft.com/office/drawing/2014/main" id="{B4207558-49DF-A703-154E-994291D41F94}"/>
              </a:ext>
            </a:extLst>
          </p:cNvPr>
          <p:cNvSpPr/>
          <p:nvPr/>
        </p:nvSpPr>
        <p:spPr>
          <a:xfrm>
            <a:off x="381305" y="3095244"/>
            <a:ext cx="9221470" cy="1524305"/>
          </a:xfrm>
          <a:prstGeom prst="roundRect">
            <a:avLst>
              <a:gd name="adj" fmla="val 4979"/>
            </a:avLst>
          </a:prstGeom>
          <a:solidFill>
            <a:srgbClr val="FEF2F2"/>
          </a:solidFill>
          <a:ln/>
        </p:spPr>
        <p:txBody>
          <a:bodyPr/>
          <a:lstStyle/>
          <a:p>
            <a:endParaRPr lang="ja-JP" altLang="en-US"/>
          </a:p>
        </p:txBody>
      </p:sp>
      <p:sp>
        <p:nvSpPr>
          <p:cNvPr id="17" name="Shape 3">
            <a:extLst>
              <a:ext uri="{FF2B5EF4-FFF2-40B4-BE49-F238E27FC236}">
                <a16:creationId xmlns:a16="http://schemas.microsoft.com/office/drawing/2014/main" id="{816D5710-5DD2-8F7A-D631-BE281B70077C}"/>
              </a:ext>
            </a:extLst>
          </p:cNvPr>
          <p:cNvSpPr/>
          <p:nvPr/>
        </p:nvSpPr>
        <p:spPr>
          <a:xfrm>
            <a:off x="381306" y="3095244"/>
            <a:ext cx="46476" cy="1524305"/>
          </a:xfrm>
          <a:prstGeom prst="roundRect">
            <a:avLst>
              <a:gd name="adj" fmla="val 131746"/>
            </a:avLst>
          </a:prstGeom>
          <a:solidFill>
            <a:srgbClr val="FF0000"/>
          </a:solidFill>
          <a:ln w="12700">
            <a:solidFill>
              <a:srgbClr val="FF0000">
                <a:alpha val="0"/>
              </a:srgbClr>
            </a:solidFill>
            <a:prstDash val="solid"/>
          </a:ln>
        </p:spPr>
        <p:txBody>
          <a:bodyPr/>
          <a:lstStyle/>
          <a:p>
            <a:endParaRPr lang="ja-JP" altLang="en-US"/>
          </a:p>
        </p:txBody>
      </p:sp>
      <p:sp>
        <p:nvSpPr>
          <p:cNvPr id="20" name="Shape 4">
            <a:extLst>
              <a:ext uri="{FF2B5EF4-FFF2-40B4-BE49-F238E27FC236}">
                <a16:creationId xmlns:a16="http://schemas.microsoft.com/office/drawing/2014/main" id="{CF9AFA02-0159-6A75-7866-60F13FEB909A}"/>
              </a:ext>
            </a:extLst>
          </p:cNvPr>
          <p:cNvSpPr/>
          <p:nvPr/>
        </p:nvSpPr>
        <p:spPr>
          <a:xfrm>
            <a:off x="381305" y="4762195"/>
            <a:ext cx="9221470" cy="1524305"/>
          </a:xfrm>
          <a:prstGeom prst="roundRect">
            <a:avLst>
              <a:gd name="adj" fmla="val 4979"/>
            </a:avLst>
          </a:prstGeom>
          <a:solidFill>
            <a:srgbClr val="FEF2F2"/>
          </a:solidFill>
          <a:ln/>
        </p:spPr>
        <p:txBody>
          <a:bodyPr/>
          <a:lstStyle/>
          <a:p>
            <a:endParaRPr lang="ja-JP" altLang="en-US"/>
          </a:p>
        </p:txBody>
      </p:sp>
      <p:sp>
        <p:nvSpPr>
          <p:cNvPr id="24" name="Shape 5">
            <a:extLst>
              <a:ext uri="{FF2B5EF4-FFF2-40B4-BE49-F238E27FC236}">
                <a16:creationId xmlns:a16="http://schemas.microsoft.com/office/drawing/2014/main" id="{C2734F70-8E97-AC39-92D0-A54762A74714}"/>
              </a:ext>
            </a:extLst>
          </p:cNvPr>
          <p:cNvSpPr/>
          <p:nvPr/>
        </p:nvSpPr>
        <p:spPr>
          <a:xfrm>
            <a:off x="381306" y="4762195"/>
            <a:ext cx="46476" cy="1524305"/>
          </a:xfrm>
          <a:prstGeom prst="roundRect">
            <a:avLst>
              <a:gd name="adj" fmla="val 131746"/>
            </a:avLst>
          </a:prstGeom>
          <a:solidFill>
            <a:srgbClr val="FF0000"/>
          </a:solidFill>
          <a:ln w="12700">
            <a:solidFill>
              <a:srgbClr val="FF0000">
                <a:alpha val="0"/>
              </a:srgbClr>
            </a:solidFill>
            <a:prstDash val="solid"/>
          </a:ln>
        </p:spPr>
        <p:txBody>
          <a:bodyPr/>
          <a:lstStyle/>
          <a:p>
            <a:endParaRPr lang="ja-JP" altLang="en-US"/>
          </a:p>
        </p:txBody>
      </p:sp>
      <p:sp>
        <p:nvSpPr>
          <p:cNvPr id="27" name="Shape 6">
            <a:extLst>
              <a:ext uri="{FF2B5EF4-FFF2-40B4-BE49-F238E27FC236}">
                <a16:creationId xmlns:a16="http://schemas.microsoft.com/office/drawing/2014/main" id="{47DD15DA-3E6B-3380-E325-096B388460AC}"/>
              </a:ext>
            </a:extLst>
          </p:cNvPr>
          <p:cNvSpPr/>
          <p:nvPr/>
        </p:nvSpPr>
        <p:spPr>
          <a:xfrm>
            <a:off x="609905" y="1638605"/>
            <a:ext cx="430089" cy="533095"/>
          </a:xfrm>
          <a:prstGeom prst="ellipse">
            <a:avLst/>
          </a:prstGeom>
          <a:solidFill>
            <a:srgbClr val="FF0000"/>
          </a:solidFill>
          <a:ln w="12700">
            <a:solidFill>
              <a:srgbClr val="FFFFFF">
                <a:alpha val="0"/>
              </a:srgbClr>
            </a:solidFill>
            <a:prstDash val="solid"/>
          </a:ln>
        </p:spPr>
        <p:txBody>
          <a:bodyPr/>
          <a:lstStyle/>
          <a:p>
            <a:endParaRPr lang="ja-JP" altLang="en-US"/>
          </a:p>
        </p:txBody>
      </p:sp>
      <p:sp>
        <p:nvSpPr>
          <p:cNvPr id="30" name="Shape 7">
            <a:extLst>
              <a:ext uri="{FF2B5EF4-FFF2-40B4-BE49-F238E27FC236}">
                <a16:creationId xmlns:a16="http://schemas.microsoft.com/office/drawing/2014/main" id="{2A1D7DEB-CB73-0A30-6709-608D8D8B2485}"/>
              </a:ext>
            </a:extLst>
          </p:cNvPr>
          <p:cNvSpPr/>
          <p:nvPr/>
        </p:nvSpPr>
        <p:spPr>
          <a:xfrm>
            <a:off x="609905" y="3305556"/>
            <a:ext cx="430089" cy="533095"/>
          </a:xfrm>
          <a:prstGeom prst="ellipse">
            <a:avLst/>
          </a:prstGeom>
          <a:solidFill>
            <a:srgbClr val="FF0000"/>
          </a:solidFill>
          <a:ln w="12700">
            <a:solidFill>
              <a:srgbClr val="FFFFFF">
                <a:alpha val="0"/>
              </a:srgbClr>
            </a:solidFill>
            <a:prstDash val="solid"/>
          </a:ln>
        </p:spPr>
        <p:txBody>
          <a:bodyPr/>
          <a:lstStyle/>
          <a:p>
            <a:endParaRPr lang="ja-JP" altLang="en-US"/>
          </a:p>
        </p:txBody>
      </p:sp>
      <p:sp>
        <p:nvSpPr>
          <p:cNvPr id="34" name="Shape 8">
            <a:extLst>
              <a:ext uri="{FF2B5EF4-FFF2-40B4-BE49-F238E27FC236}">
                <a16:creationId xmlns:a16="http://schemas.microsoft.com/office/drawing/2014/main" id="{8963331F-B5EB-6B0D-C76A-9FC6DFE27E7C}"/>
              </a:ext>
            </a:extLst>
          </p:cNvPr>
          <p:cNvSpPr/>
          <p:nvPr/>
        </p:nvSpPr>
        <p:spPr>
          <a:xfrm>
            <a:off x="609905" y="4972507"/>
            <a:ext cx="430089" cy="533095"/>
          </a:xfrm>
          <a:prstGeom prst="ellipse">
            <a:avLst/>
          </a:prstGeom>
          <a:solidFill>
            <a:srgbClr val="FF0000"/>
          </a:solidFill>
          <a:ln w="12700">
            <a:solidFill>
              <a:srgbClr val="FFFFFF">
                <a:alpha val="0"/>
              </a:srgbClr>
            </a:solidFill>
            <a:prstDash val="solid"/>
          </a:ln>
        </p:spPr>
        <p:txBody>
          <a:bodyPr/>
          <a:lstStyle/>
          <a:p>
            <a:endParaRPr lang="ja-JP" altLang="en-US"/>
          </a:p>
        </p:txBody>
      </p:sp>
      <p:sp>
        <p:nvSpPr>
          <p:cNvPr id="37" name="Text 12">
            <a:extLst>
              <a:ext uri="{FF2B5EF4-FFF2-40B4-BE49-F238E27FC236}">
                <a16:creationId xmlns:a16="http://schemas.microsoft.com/office/drawing/2014/main" id="{322E0B98-E2D8-F3C3-EAA7-8488DD443182}"/>
              </a:ext>
            </a:extLst>
          </p:cNvPr>
          <p:cNvSpPr txBox="1"/>
          <p:nvPr/>
        </p:nvSpPr>
        <p:spPr>
          <a:xfrm>
            <a:off x="457200" y="1047902"/>
            <a:ext cx="9068025" cy="228600"/>
          </a:xfrm>
          <a:prstGeom prst="rect">
            <a:avLst/>
          </a:prstGeom>
          <a:noFill/>
          <a:ln/>
        </p:spPr>
        <p:txBody>
          <a:bodyPr wrap="none" lIns="0" tIns="0" rIns="0" bIns="0" rtlCol="0" anchor="ctr"/>
          <a:lstStyle/>
          <a:p>
            <a:pPr marL="0" indent="0" algn="l">
              <a:buNone/>
            </a:pPr>
            <a:r>
              <a:rPr lang="en-US" sz="1200" b="1" dirty="0">
                <a:solidFill>
                  <a:srgbClr val="FF0000"/>
                </a:solidFill>
                <a:latin typeface="游ゴシック" pitchFamily="34" charset="0"/>
                <a:ea typeface="游ゴシック" pitchFamily="34" charset="-122"/>
                <a:cs typeface="游ゴシック" pitchFamily="34" charset="-120"/>
              </a:rPr>
              <a:t>⚠️ 業務利用で必ず押さえるべき3つの弱み</a:t>
            </a:r>
            <a:endParaRPr lang="en-US" sz="1200" dirty="0"/>
          </a:p>
        </p:txBody>
      </p:sp>
      <p:sp>
        <p:nvSpPr>
          <p:cNvPr id="39" name="Text 13">
            <a:extLst>
              <a:ext uri="{FF2B5EF4-FFF2-40B4-BE49-F238E27FC236}">
                <a16:creationId xmlns:a16="http://schemas.microsoft.com/office/drawing/2014/main" id="{C8C2D3BC-16B9-31F3-9085-0364909656CE}"/>
              </a:ext>
            </a:extLst>
          </p:cNvPr>
          <p:cNvSpPr txBox="1"/>
          <p:nvPr/>
        </p:nvSpPr>
        <p:spPr>
          <a:xfrm>
            <a:off x="609905" y="1638605"/>
            <a:ext cx="430827" cy="534010"/>
          </a:xfrm>
          <a:prstGeom prst="rect">
            <a:avLst/>
          </a:prstGeom>
          <a:noFill/>
          <a:ln/>
        </p:spPr>
        <p:txBody>
          <a:bodyPr wrap="none" lIns="0" tIns="0" rIns="0" bIns="0" rtlCol="0" anchor="ctr"/>
          <a:lstStyle/>
          <a:p>
            <a:pPr marL="0" indent="0" algn="ctr">
              <a:buNone/>
            </a:pPr>
            <a:r>
              <a:rPr lang="en-US" sz="2400" b="1" dirty="0">
                <a:solidFill>
                  <a:srgbClr val="FFFFFF"/>
                </a:solidFill>
                <a:latin typeface="游ゴシック" pitchFamily="34" charset="0"/>
                <a:ea typeface="游ゴシック" pitchFamily="34" charset="-122"/>
                <a:cs typeface="游ゴシック" pitchFamily="34" charset="-120"/>
              </a:rPr>
              <a:t>!</a:t>
            </a:r>
            <a:endParaRPr lang="en-US" sz="2400" dirty="0"/>
          </a:p>
        </p:txBody>
      </p:sp>
      <p:sp>
        <p:nvSpPr>
          <p:cNvPr id="41" name="Text 14">
            <a:extLst>
              <a:ext uri="{FF2B5EF4-FFF2-40B4-BE49-F238E27FC236}">
                <a16:creationId xmlns:a16="http://schemas.microsoft.com/office/drawing/2014/main" id="{0FCCE1AF-841A-3168-F704-7E5AD237EFBE}"/>
              </a:ext>
            </a:extLst>
          </p:cNvPr>
          <p:cNvSpPr txBox="1"/>
          <p:nvPr/>
        </p:nvSpPr>
        <p:spPr>
          <a:xfrm>
            <a:off x="1429207" y="1638605"/>
            <a:ext cx="8299323" cy="305410"/>
          </a:xfrm>
          <a:prstGeom prst="rect">
            <a:avLst/>
          </a:prstGeom>
          <a:noFill/>
          <a:ln/>
        </p:spPr>
        <p:txBody>
          <a:bodyPr wrap="none" lIns="0" tIns="0" rIns="0" bIns="0" rtlCol="0" anchor="ctr"/>
          <a:lstStyle/>
          <a:p>
            <a:pPr marL="0" indent="0" algn="l">
              <a:buNone/>
            </a:pPr>
            <a:r>
              <a:rPr lang="en-US" sz="1500" b="1" dirty="0">
                <a:solidFill>
                  <a:srgbClr val="FF0000"/>
                </a:solidFill>
                <a:latin typeface="游ゴシック" pitchFamily="34" charset="0"/>
                <a:ea typeface="游ゴシック" pitchFamily="34" charset="-122"/>
                <a:cs typeface="游ゴシック" pitchFamily="34" charset="-120"/>
              </a:rPr>
              <a:t>情報の「正確性」の担保</a:t>
            </a:r>
            <a:endParaRPr lang="en-US" sz="1500" dirty="0"/>
          </a:p>
        </p:txBody>
      </p:sp>
      <p:sp>
        <p:nvSpPr>
          <p:cNvPr id="43" name="Text 15">
            <a:extLst>
              <a:ext uri="{FF2B5EF4-FFF2-40B4-BE49-F238E27FC236}">
                <a16:creationId xmlns:a16="http://schemas.microsoft.com/office/drawing/2014/main" id="{0497448E-2FA0-1547-A119-E1E56F54F09E}"/>
              </a:ext>
            </a:extLst>
          </p:cNvPr>
          <p:cNvSpPr txBox="1"/>
          <p:nvPr/>
        </p:nvSpPr>
        <p:spPr>
          <a:xfrm>
            <a:off x="1429207" y="1977847"/>
            <a:ext cx="8299323" cy="898855"/>
          </a:xfrm>
          <a:prstGeom prst="rect">
            <a:avLst/>
          </a:prstGeom>
          <a:noFill/>
          <a:ln/>
        </p:spPr>
        <p:txBody>
          <a:bodyPr wrap="square" lIns="0" tIns="0" rIns="0" bIns="0" rtlCol="0" anchor="t"/>
          <a:lstStyle/>
          <a:p>
            <a:pPr marL="0" indent="0" algn="l">
              <a:lnSpc>
                <a:spcPts val="2210"/>
              </a:lnSpc>
              <a:buNone/>
            </a:pPr>
            <a:r>
              <a:rPr lang="en-US" sz="1300" dirty="0">
                <a:solidFill>
                  <a:srgbClr val="333333"/>
                </a:solidFill>
                <a:latin typeface="游ゴシック" pitchFamily="34" charset="0"/>
                <a:ea typeface="游ゴシック" pitchFamily="34" charset="-122"/>
                <a:cs typeface="游ゴシック" pitchFamily="34" charset="-120"/>
              </a:rPr>
              <a:t>もっともらしい嘘（</a:t>
            </a:r>
            <a:r>
              <a:rPr lang="en-US" sz="1200" b="1" dirty="0">
                <a:solidFill>
                  <a:srgbClr val="FF0000"/>
                </a:solidFill>
                <a:latin typeface="游ゴシック" pitchFamily="34" charset="0"/>
                <a:ea typeface="游ゴシック" pitchFamily="34" charset="-122"/>
                <a:cs typeface="游ゴシック" pitchFamily="34" charset="-120"/>
              </a:rPr>
              <a:t>ハルシネーション</a:t>
            </a:r>
            <a:r>
              <a:rPr lang="en-US" sz="1300" dirty="0">
                <a:solidFill>
                  <a:srgbClr val="333333"/>
                </a:solidFill>
                <a:latin typeface="游ゴシック" pitchFamily="34" charset="0"/>
                <a:ea typeface="游ゴシック" pitchFamily="34" charset="-122"/>
                <a:cs typeface="游ゴシック" pitchFamily="34" charset="-120"/>
              </a:rPr>
              <a:t>）をつくことがあります。</a:t>
            </a:r>
            <a:endParaRPr lang="en-US" sz="1200" dirty="0"/>
          </a:p>
          <a:p>
            <a:pPr marL="0" indent="0" algn="l">
              <a:lnSpc>
                <a:spcPts val="2210"/>
              </a:lnSpc>
              <a:buNone/>
            </a:pPr>
            <a:r>
              <a:rPr lang="en-US" sz="1300" dirty="0">
                <a:solidFill>
                  <a:srgbClr val="333333"/>
                </a:solidFill>
                <a:latin typeface="游ゴシック" pitchFamily="34" charset="0"/>
                <a:ea typeface="游ゴシック" pitchFamily="34" charset="-122"/>
                <a:cs typeface="游ゴシック" pitchFamily="34" charset="-120"/>
              </a:rPr>
              <a:t>出力結果のファクトチェックは</a:t>
            </a:r>
            <a:r>
              <a:rPr lang="en-US" sz="1200" b="1" dirty="0">
                <a:solidFill>
                  <a:srgbClr val="333333"/>
                </a:solidFill>
                <a:latin typeface="游ゴシック" pitchFamily="34" charset="0"/>
                <a:ea typeface="游ゴシック" pitchFamily="34" charset="-122"/>
                <a:cs typeface="游ゴシック" pitchFamily="34" charset="-120"/>
              </a:rPr>
              <a:t>人間が必ず行う必要</a:t>
            </a:r>
            <a:r>
              <a:rPr lang="en-US" sz="1300" dirty="0">
                <a:solidFill>
                  <a:srgbClr val="333333"/>
                </a:solidFill>
                <a:latin typeface="游ゴシック" pitchFamily="34" charset="0"/>
                <a:ea typeface="游ゴシック" pitchFamily="34" charset="-122"/>
                <a:cs typeface="游ゴシック" pitchFamily="34" charset="-120"/>
              </a:rPr>
              <a:t>があります。</a:t>
            </a:r>
            <a:endParaRPr lang="en-US" sz="1200" dirty="0"/>
          </a:p>
        </p:txBody>
      </p:sp>
      <p:sp>
        <p:nvSpPr>
          <p:cNvPr id="45" name="Text 16">
            <a:extLst>
              <a:ext uri="{FF2B5EF4-FFF2-40B4-BE49-F238E27FC236}">
                <a16:creationId xmlns:a16="http://schemas.microsoft.com/office/drawing/2014/main" id="{06A66254-FBF3-C133-E9CF-6AC3079CCABE}"/>
              </a:ext>
            </a:extLst>
          </p:cNvPr>
          <p:cNvSpPr txBox="1"/>
          <p:nvPr/>
        </p:nvSpPr>
        <p:spPr>
          <a:xfrm>
            <a:off x="609905" y="3305556"/>
            <a:ext cx="430827" cy="534010"/>
          </a:xfrm>
          <a:prstGeom prst="rect">
            <a:avLst/>
          </a:prstGeom>
          <a:noFill/>
          <a:ln/>
        </p:spPr>
        <p:txBody>
          <a:bodyPr wrap="none" lIns="0" tIns="0" rIns="0" bIns="0" rtlCol="0" anchor="ctr"/>
          <a:lstStyle/>
          <a:p>
            <a:pPr marL="0" indent="0" algn="ctr">
              <a:buNone/>
            </a:pPr>
            <a:r>
              <a:rPr lang="en-US" sz="2400" b="1" dirty="0">
                <a:solidFill>
                  <a:srgbClr val="FFFFFF"/>
                </a:solidFill>
                <a:latin typeface="游ゴシック" pitchFamily="34" charset="0"/>
                <a:ea typeface="游ゴシック" pitchFamily="34" charset="-122"/>
                <a:cs typeface="游ゴシック" pitchFamily="34" charset="-120"/>
              </a:rPr>
              <a:t>!</a:t>
            </a:r>
            <a:endParaRPr lang="en-US" sz="2400" dirty="0"/>
          </a:p>
        </p:txBody>
      </p:sp>
      <p:sp>
        <p:nvSpPr>
          <p:cNvPr id="47" name="Text 17">
            <a:extLst>
              <a:ext uri="{FF2B5EF4-FFF2-40B4-BE49-F238E27FC236}">
                <a16:creationId xmlns:a16="http://schemas.microsoft.com/office/drawing/2014/main" id="{21BF9E68-5E88-1A92-665C-9608C917D975}"/>
              </a:ext>
            </a:extLst>
          </p:cNvPr>
          <p:cNvSpPr txBox="1"/>
          <p:nvPr/>
        </p:nvSpPr>
        <p:spPr>
          <a:xfrm>
            <a:off x="1429207" y="3305556"/>
            <a:ext cx="8299323" cy="305410"/>
          </a:xfrm>
          <a:prstGeom prst="rect">
            <a:avLst/>
          </a:prstGeom>
          <a:noFill/>
          <a:ln/>
        </p:spPr>
        <p:txBody>
          <a:bodyPr wrap="none" lIns="0" tIns="0" rIns="0" bIns="0" rtlCol="0" anchor="ctr"/>
          <a:lstStyle/>
          <a:p>
            <a:pPr marL="0" indent="0" algn="l">
              <a:buNone/>
            </a:pPr>
            <a:r>
              <a:rPr lang="en-US" sz="1500" b="1" dirty="0">
                <a:solidFill>
                  <a:srgbClr val="FF0000"/>
                </a:solidFill>
                <a:latin typeface="游ゴシック" pitchFamily="34" charset="0"/>
                <a:ea typeface="游ゴシック" pitchFamily="34" charset="-122"/>
                <a:cs typeface="游ゴシック" pitchFamily="34" charset="-120"/>
              </a:rPr>
              <a:t>高度に専門的・クローズドな知識</a:t>
            </a:r>
            <a:endParaRPr lang="en-US" sz="1500" dirty="0"/>
          </a:p>
        </p:txBody>
      </p:sp>
      <p:sp>
        <p:nvSpPr>
          <p:cNvPr id="49" name="Text 18">
            <a:extLst>
              <a:ext uri="{FF2B5EF4-FFF2-40B4-BE49-F238E27FC236}">
                <a16:creationId xmlns:a16="http://schemas.microsoft.com/office/drawing/2014/main" id="{943105D0-1B2B-7AA4-7E80-CCB4157BAED2}"/>
              </a:ext>
            </a:extLst>
          </p:cNvPr>
          <p:cNvSpPr txBox="1"/>
          <p:nvPr/>
        </p:nvSpPr>
        <p:spPr>
          <a:xfrm>
            <a:off x="1429207" y="3644798"/>
            <a:ext cx="8299323" cy="898855"/>
          </a:xfrm>
          <a:prstGeom prst="rect">
            <a:avLst/>
          </a:prstGeom>
          <a:noFill/>
          <a:ln/>
        </p:spPr>
        <p:txBody>
          <a:bodyPr wrap="square" lIns="0" tIns="0" rIns="0" bIns="0" rtlCol="0" anchor="t"/>
          <a:lstStyle/>
          <a:p>
            <a:pPr marL="0" indent="0" algn="l">
              <a:lnSpc>
                <a:spcPts val="2210"/>
              </a:lnSpc>
              <a:buNone/>
            </a:pPr>
            <a:r>
              <a:rPr lang="en-US" sz="1200" b="1" dirty="0">
                <a:solidFill>
                  <a:srgbClr val="333333"/>
                </a:solidFill>
                <a:latin typeface="游ゴシック" pitchFamily="34" charset="0"/>
                <a:ea typeface="游ゴシック" pitchFamily="34" charset="-122"/>
                <a:cs typeface="游ゴシック" pitchFamily="34" charset="-120"/>
              </a:rPr>
              <a:t>自社独自の社内ルール</a:t>
            </a:r>
            <a:r>
              <a:rPr lang="en-US" sz="1300" dirty="0">
                <a:solidFill>
                  <a:srgbClr val="333333"/>
                </a:solidFill>
                <a:latin typeface="游ゴシック" pitchFamily="34" charset="0"/>
                <a:ea typeface="游ゴシック" pitchFamily="34" charset="-122"/>
                <a:cs typeface="游ゴシック" pitchFamily="34" charset="-120"/>
              </a:rPr>
              <a:t>や、インターネット上に存在しない最新のニッチな情報については</a:t>
            </a:r>
            <a:endParaRPr lang="en-US" sz="1200" dirty="0"/>
          </a:p>
          <a:p>
            <a:pPr marL="0" indent="0" algn="l">
              <a:lnSpc>
                <a:spcPts val="2210"/>
              </a:lnSpc>
              <a:buNone/>
            </a:pPr>
            <a:r>
              <a:rPr lang="en-US" sz="1300" dirty="0">
                <a:solidFill>
                  <a:srgbClr val="333333"/>
                </a:solidFill>
                <a:latin typeface="游ゴシック" pitchFamily="34" charset="0"/>
                <a:ea typeface="游ゴシック" pitchFamily="34" charset="-122"/>
                <a:cs typeface="游ゴシック" pitchFamily="34" charset="-120"/>
              </a:rPr>
              <a:t>正しく回答できません。</a:t>
            </a:r>
            <a:endParaRPr lang="en-US" sz="1200" dirty="0"/>
          </a:p>
        </p:txBody>
      </p:sp>
      <p:sp>
        <p:nvSpPr>
          <p:cNvPr id="51" name="Text 19">
            <a:extLst>
              <a:ext uri="{FF2B5EF4-FFF2-40B4-BE49-F238E27FC236}">
                <a16:creationId xmlns:a16="http://schemas.microsoft.com/office/drawing/2014/main" id="{4366A6B3-260A-4A4E-5171-BC4054DE95BB}"/>
              </a:ext>
            </a:extLst>
          </p:cNvPr>
          <p:cNvSpPr txBox="1"/>
          <p:nvPr/>
        </p:nvSpPr>
        <p:spPr>
          <a:xfrm>
            <a:off x="609905" y="4972507"/>
            <a:ext cx="430827" cy="534010"/>
          </a:xfrm>
          <a:prstGeom prst="rect">
            <a:avLst/>
          </a:prstGeom>
          <a:noFill/>
          <a:ln/>
        </p:spPr>
        <p:txBody>
          <a:bodyPr wrap="none" lIns="0" tIns="0" rIns="0" bIns="0" rtlCol="0" anchor="ctr"/>
          <a:lstStyle/>
          <a:p>
            <a:pPr marL="0" indent="0" algn="ctr">
              <a:buNone/>
            </a:pPr>
            <a:r>
              <a:rPr lang="en-US" sz="2400" b="1" dirty="0">
                <a:solidFill>
                  <a:srgbClr val="FFFFFF"/>
                </a:solidFill>
                <a:latin typeface="游ゴシック" pitchFamily="34" charset="0"/>
                <a:ea typeface="游ゴシック" pitchFamily="34" charset="-122"/>
                <a:cs typeface="游ゴシック" pitchFamily="34" charset="-120"/>
              </a:rPr>
              <a:t>!</a:t>
            </a:r>
            <a:endParaRPr lang="en-US" sz="2400" dirty="0"/>
          </a:p>
        </p:txBody>
      </p:sp>
      <p:sp>
        <p:nvSpPr>
          <p:cNvPr id="53" name="Text 20">
            <a:extLst>
              <a:ext uri="{FF2B5EF4-FFF2-40B4-BE49-F238E27FC236}">
                <a16:creationId xmlns:a16="http://schemas.microsoft.com/office/drawing/2014/main" id="{74FEABE7-DE7A-EAB7-7A33-51BC18269A7B}"/>
              </a:ext>
            </a:extLst>
          </p:cNvPr>
          <p:cNvSpPr txBox="1"/>
          <p:nvPr/>
        </p:nvSpPr>
        <p:spPr>
          <a:xfrm>
            <a:off x="1429207" y="4972507"/>
            <a:ext cx="8299323" cy="305410"/>
          </a:xfrm>
          <a:prstGeom prst="rect">
            <a:avLst/>
          </a:prstGeom>
          <a:noFill/>
          <a:ln/>
        </p:spPr>
        <p:txBody>
          <a:bodyPr wrap="none" lIns="0" tIns="0" rIns="0" bIns="0" rtlCol="0" anchor="ctr"/>
          <a:lstStyle/>
          <a:p>
            <a:pPr marL="0" indent="0" algn="l">
              <a:buNone/>
            </a:pPr>
            <a:r>
              <a:rPr lang="en-US" sz="1500" b="1" dirty="0">
                <a:solidFill>
                  <a:srgbClr val="FF0000"/>
                </a:solidFill>
                <a:latin typeface="游ゴシック" pitchFamily="34" charset="0"/>
                <a:ea typeface="游ゴシック" pitchFamily="34" charset="-122"/>
                <a:cs typeface="游ゴシック" pitchFamily="34" charset="-120"/>
              </a:rPr>
              <a:t>「暗黙の了解」の理解</a:t>
            </a:r>
            <a:endParaRPr lang="en-US" sz="1500" dirty="0"/>
          </a:p>
        </p:txBody>
      </p:sp>
      <p:sp>
        <p:nvSpPr>
          <p:cNvPr id="55" name="Text 21">
            <a:extLst>
              <a:ext uri="{FF2B5EF4-FFF2-40B4-BE49-F238E27FC236}">
                <a16:creationId xmlns:a16="http://schemas.microsoft.com/office/drawing/2014/main" id="{7B312BE2-A555-EE89-9F91-DA06C0EDD365}"/>
              </a:ext>
            </a:extLst>
          </p:cNvPr>
          <p:cNvSpPr txBox="1"/>
          <p:nvPr/>
        </p:nvSpPr>
        <p:spPr>
          <a:xfrm>
            <a:off x="1429207" y="5311750"/>
            <a:ext cx="8299323" cy="898855"/>
          </a:xfrm>
          <a:prstGeom prst="rect">
            <a:avLst/>
          </a:prstGeom>
          <a:noFill/>
          <a:ln/>
        </p:spPr>
        <p:txBody>
          <a:bodyPr wrap="square" lIns="0" tIns="0" rIns="0" bIns="0" rtlCol="0" anchor="t"/>
          <a:lstStyle/>
          <a:p>
            <a:pPr marL="0" indent="0" algn="l">
              <a:lnSpc>
                <a:spcPts val="2210"/>
              </a:lnSpc>
              <a:buNone/>
            </a:pPr>
            <a:r>
              <a:rPr lang="en-US" sz="1300" dirty="0">
                <a:solidFill>
                  <a:srgbClr val="333333"/>
                </a:solidFill>
                <a:latin typeface="游ゴシック" pitchFamily="34" charset="0"/>
                <a:ea typeface="游ゴシック" pitchFamily="34" charset="-122"/>
                <a:cs typeface="游ゴシック" pitchFamily="34" charset="-120"/>
              </a:rPr>
              <a:t>言葉になっていない</a:t>
            </a:r>
            <a:r>
              <a:rPr lang="en-US" sz="1200" b="1" dirty="0">
                <a:solidFill>
                  <a:srgbClr val="333333"/>
                </a:solidFill>
                <a:latin typeface="游ゴシック" pitchFamily="34" charset="0"/>
                <a:ea typeface="游ゴシック" pitchFamily="34" charset="-122"/>
                <a:cs typeface="游ゴシック" pitchFamily="34" charset="-120"/>
              </a:rPr>
              <a:t>背景や空気を読むことはできません</a:t>
            </a:r>
            <a:r>
              <a:rPr lang="en-US" sz="1300" dirty="0">
                <a:solidFill>
                  <a:srgbClr val="333333"/>
                </a:solidFill>
                <a:latin typeface="游ゴシック" pitchFamily="34" charset="0"/>
                <a:ea typeface="游ゴシック" pitchFamily="34" charset="-122"/>
                <a:cs typeface="游ゴシック" pitchFamily="34" charset="-120"/>
              </a:rPr>
              <a:t>。</a:t>
            </a:r>
            <a:endParaRPr lang="en-US" sz="1200" dirty="0"/>
          </a:p>
          <a:p>
            <a:pPr marL="0" indent="0" algn="l">
              <a:lnSpc>
                <a:spcPts val="2210"/>
              </a:lnSpc>
              <a:buNone/>
            </a:pPr>
            <a:r>
              <a:rPr lang="en-US" sz="1300" dirty="0">
                <a:solidFill>
                  <a:srgbClr val="333333"/>
                </a:solidFill>
                <a:latin typeface="游ゴシック" pitchFamily="34" charset="0"/>
                <a:ea typeface="游ゴシック" pitchFamily="34" charset="-122"/>
                <a:cs typeface="游ゴシック" pitchFamily="34" charset="-120"/>
              </a:rPr>
              <a:t>指示は、</a:t>
            </a:r>
            <a:r>
              <a:rPr lang="en-US" sz="1200" b="1" dirty="0">
                <a:solidFill>
                  <a:srgbClr val="FF0000"/>
                </a:solidFill>
                <a:latin typeface="游ゴシック" pitchFamily="34" charset="0"/>
                <a:ea typeface="游ゴシック" pitchFamily="34" charset="-122"/>
                <a:cs typeface="游ゴシック" pitchFamily="34" charset="-120"/>
              </a:rPr>
              <a:t>前提条件を含めて具体的に言語化</a:t>
            </a:r>
            <a:r>
              <a:rPr lang="en-US" sz="1300" dirty="0">
                <a:solidFill>
                  <a:srgbClr val="333333"/>
                </a:solidFill>
                <a:latin typeface="游ゴシック" pitchFamily="34" charset="0"/>
                <a:ea typeface="游ゴシック" pitchFamily="34" charset="-122"/>
                <a:cs typeface="游ゴシック" pitchFamily="34" charset="-120"/>
              </a:rPr>
              <a:t>する必要があります。</a:t>
            </a:r>
            <a:endParaRPr lang="en-US" sz="1200" dirty="0"/>
          </a:p>
        </p:txBody>
      </p:sp>
    </p:spTree>
    <p:extLst>
      <p:ext uri="{BB962C8B-B14F-4D97-AF65-F5344CB8AC3E}">
        <p14:creationId xmlns:p14="http://schemas.microsoft.com/office/powerpoint/2010/main" val="30450072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DC7DF-524F-4087-F719-59FAB9AEE88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0712B70-6354-CF57-5A25-5E35604F48DE}"/>
              </a:ext>
            </a:extLst>
          </p:cNvPr>
          <p:cNvSpPr>
            <a:spLocks noGrp="1"/>
          </p:cNvSpPr>
          <p:nvPr>
            <p:ph type="title"/>
          </p:nvPr>
        </p:nvSpPr>
        <p:spPr/>
        <p:txBody>
          <a:bodyPr>
            <a:normAutofit/>
          </a:bodyPr>
          <a:lstStyle/>
          <a:p>
            <a:r>
              <a:rPr lang="en-US" altLang="ja-JP" dirty="0"/>
              <a:t>2-5.</a:t>
            </a:r>
            <a:r>
              <a:rPr lang="ja-JP" altLang="en-US" dirty="0"/>
              <a:t> 生成</a:t>
            </a:r>
            <a:r>
              <a:rPr lang="en-US" altLang="ja-JP" dirty="0"/>
              <a:t>AI</a:t>
            </a:r>
            <a:r>
              <a:rPr lang="ja-JP" altLang="en-US" dirty="0"/>
              <a:t>を使う心得８条</a:t>
            </a:r>
          </a:p>
        </p:txBody>
      </p:sp>
      <p:sp>
        <p:nvSpPr>
          <p:cNvPr id="33" name="Text 9">
            <a:extLst>
              <a:ext uri="{FF2B5EF4-FFF2-40B4-BE49-F238E27FC236}">
                <a16:creationId xmlns:a16="http://schemas.microsoft.com/office/drawing/2014/main" id="{8001DE72-48DB-7E0B-C0DD-D699B12569C7}"/>
              </a:ext>
            </a:extLst>
          </p:cNvPr>
          <p:cNvSpPr txBox="1"/>
          <p:nvPr/>
        </p:nvSpPr>
        <p:spPr>
          <a:xfrm>
            <a:off x="457201" y="1047902"/>
            <a:ext cx="9301500" cy="228600"/>
          </a:xfrm>
          <a:prstGeom prst="rect">
            <a:avLst/>
          </a:prstGeom>
          <a:noFill/>
          <a:ln/>
        </p:spPr>
        <p:txBody>
          <a:bodyPr wrap="none" lIns="0" tIns="0" rIns="0" bIns="0" rtlCol="0" anchor="t"/>
          <a:lstStyle/>
          <a:p>
            <a:r>
              <a:rPr lang="en-US" altLang="ja-JP" sz="1400" dirty="0"/>
              <a:t>POSTS</a:t>
            </a:r>
            <a:r>
              <a:rPr lang="ja-JP" altLang="en-US" sz="1400" dirty="0"/>
              <a:t>代表　梶谷健人氏の「入社一年目の生成</a:t>
            </a:r>
            <a:r>
              <a:rPr lang="en-US" altLang="ja-JP" sz="1400" dirty="0"/>
              <a:t>AI</a:t>
            </a:r>
            <a:r>
              <a:rPr lang="ja-JP" altLang="en-US" sz="1400" dirty="0"/>
              <a:t>の教科書」</a:t>
            </a:r>
            <a:r>
              <a:rPr lang="en-US" altLang="ja-JP" sz="1400" dirty="0"/>
              <a:t>※</a:t>
            </a:r>
            <a:r>
              <a:rPr lang="ja-JP" altLang="en-US" sz="1400" dirty="0"/>
              <a:t>より抜粋。</a:t>
            </a:r>
            <a:endParaRPr lang="en-US" altLang="ja-JP" sz="1400" dirty="0"/>
          </a:p>
          <a:p>
            <a:endParaRPr lang="en-US" altLang="ja-JP" sz="1400" dirty="0"/>
          </a:p>
          <a:p>
            <a:r>
              <a:rPr lang="en-US" altLang="ja-JP" sz="1400" dirty="0"/>
              <a:t>※ </a:t>
            </a:r>
            <a:r>
              <a:rPr lang="en-US" altLang="ja-JP" sz="1400" dirty="0">
                <a:hlinkClick r:id="rId2"/>
              </a:rPr>
              <a:t>https://note.com/kajiken0630/n/nceb7f1b4fdd6</a:t>
            </a:r>
            <a:endParaRPr lang="en-US" altLang="ja-JP" sz="1400" dirty="0"/>
          </a:p>
          <a:p>
            <a:endParaRPr lang="en-US" altLang="ja-JP" sz="800" dirty="0"/>
          </a:p>
          <a:p>
            <a:endParaRPr lang="en-US" altLang="ja-JP" sz="800" dirty="0"/>
          </a:p>
          <a:p>
            <a:r>
              <a:rPr lang="en-US" altLang="ja-JP" sz="1400" dirty="0"/>
              <a:t>	</a:t>
            </a:r>
            <a:r>
              <a:rPr lang="ja-JP" altLang="en-US" sz="1800" dirty="0"/>
              <a:t>① </a:t>
            </a:r>
            <a:r>
              <a:rPr lang="en-US" altLang="ja-JP" sz="1800" dirty="0"/>
              <a:t>AI</a:t>
            </a:r>
            <a:r>
              <a:rPr lang="ja-JP" altLang="en-US" sz="1800" dirty="0"/>
              <a:t>を「０→</a:t>
            </a:r>
            <a:r>
              <a:rPr lang="en-US" altLang="ja-JP" sz="1800" dirty="0"/>
              <a:t>100</a:t>
            </a:r>
            <a:r>
              <a:rPr lang="ja-JP" altLang="en-US" sz="1800" dirty="0"/>
              <a:t>」で使おうとしない</a:t>
            </a:r>
            <a:endParaRPr lang="en-US" altLang="ja-JP" sz="1800" dirty="0"/>
          </a:p>
          <a:p>
            <a:endParaRPr lang="en-US" altLang="ja-JP" sz="1800" dirty="0"/>
          </a:p>
          <a:p>
            <a:r>
              <a:rPr lang="en-US" altLang="ja-JP" sz="1800" dirty="0"/>
              <a:t>	</a:t>
            </a:r>
            <a:r>
              <a:rPr lang="ja-JP" altLang="en-US" sz="1800" dirty="0"/>
              <a:t>② </a:t>
            </a:r>
            <a:r>
              <a:rPr lang="en-US" altLang="ja-JP" sz="1800" dirty="0"/>
              <a:t>AI</a:t>
            </a:r>
            <a:r>
              <a:rPr lang="ja-JP" altLang="en-US" sz="1800" dirty="0"/>
              <a:t>を「思考の下処理」として使う</a:t>
            </a:r>
            <a:endParaRPr lang="en-US" altLang="ja-JP" sz="1800" dirty="0"/>
          </a:p>
          <a:p>
            <a:endParaRPr lang="en-US" altLang="ja-JP" sz="1800" dirty="0"/>
          </a:p>
          <a:p>
            <a:r>
              <a:rPr lang="en-US" altLang="ja-JP" sz="1800" dirty="0"/>
              <a:t>	</a:t>
            </a:r>
            <a:r>
              <a:rPr lang="ja-JP" altLang="en-US" sz="1800" dirty="0"/>
              <a:t>③ </a:t>
            </a:r>
            <a:r>
              <a:rPr lang="en-US" altLang="ja-JP" sz="1800" dirty="0"/>
              <a:t>LLM</a:t>
            </a:r>
            <a:r>
              <a:rPr lang="ja-JP" altLang="en-US" sz="1800" dirty="0"/>
              <a:t>は物事を「理解しているわけではない」ことを理解する</a:t>
            </a:r>
            <a:endParaRPr lang="en-US" altLang="ja-JP" sz="1800" dirty="0"/>
          </a:p>
          <a:p>
            <a:endParaRPr lang="en-US" altLang="ja-JP" sz="1800" dirty="0"/>
          </a:p>
          <a:p>
            <a:r>
              <a:rPr lang="en-US" altLang="ja-JP" sz="1800" dirty="0"/>
              <a:t>	</a:t>
            </a:r>
            <a:r>
              <a:rPr lang="ja-JP" altLang="en-US" sz="1800" dirty="0"/>
              <a:t>④ </a:t>
            </a:r>
            <a:r>
              <a:rPr lang="en-US" altLang="ja-JP" sz="1800" dirty="0"/>
              <a:t>AI</a:t>
            </a:r>
            <a:r>
              <a:rPr lang="ja-JP" altLang="en-US" sz="1800" dirty="0"/>
              <a:t>への評価を１ヶ月以上固定化しない</a:t>
            </a:r>
            <a:endParaRPr lang="en-US" altLang="ja-JP" sz="1800" dirty="0"/>
          </a:p>
          <a:p>
            <a:endParaRPr lang="en-US" altLang="ja-JP" sz="1800" dirty="0"/>
          </a:p>
          <a:p>
            <a:r>
              <a:rPr lang="en-US" altLang="ja-JP" sz="1800" dirty="0"/>
              <a:t>	</a:t>
            </a:r>
            <a:r>
              <a:rPr lang="ja-JP" altLang="en-US" sz="1800" dirty="0"/>
              <a:t>⑤ </a:t>
            </a:r>
            <a:r>
              <a:rPr lang="en-US" altLang="ja-JP" sz="1800" dirty="0"/>
              <a:t>AI</a:t>
            </a:r>
            <a:r>
              <a:rPr lang="ja-JP" altLang="en-US" sz="1800" dirty="0"/>
              <a:t>は人間を代替するものではなく、エンパワーメントするものとして捉える</a:t>
            </a:r>
            <a:endParaRPr lang="en-US" altLang="ja-JP" sz="1800" dirty="0"/>
          </a:p>
          <a:p>
            <a:endParaRPr lang="en-US" altLang="ja-JP" sz="1800" dirty="0"/>
          </a:p>
          <a:p>
            <a:r>
              <a:rPr lang="en-US" altLang="ja-JP" sz="1800" dirty="0"/>
              <a:t>	</a:t>
            </a:r>
            <a:r>
              <a:rPr lang="ja-JP" altLang="en-US" sz="1800" dirty="0"/>
              <a:t>⑥ 「本の表紙」ではなく「中身」を読む</a:t>
            </a:r>
            <a:endParaRPr lang="en-US" altLang="ja-JP" sz="1800" dirty="0"/>
          </a:p>
          <a:p>
            <a:endParaRPr lang="en-US" altLang="ja-JP" sz="1800" dirty="0"/>
          </a:p>
          <a:p>
            <a:r>
              <a:rPr lang="en-US" altLang="ja-JP" sz="1800" dirty="0"/>
              <a:t>	</a:t>
            </a:r>
            <a:r>
              <a:rPr lang="ja-JP" altLang="en-US" sz="1800" dirty="0"/>
              <a:t>⑦ 良いプロンプトとは即ち「部下への良い指示」であると知る</a:t>
            </a:r>
            <a:endParaRPr lang="en-US" altLang="ja-JP" sz="1800" dirty="0"/>
          </a:p>
          <a:p>
            <a:endParaRPr lang="en-US" altLang="ja-JP" sz="1800" dirty="0"/>
          </a:p>
          <a:p>
            <a:r>
              <a:rPr lang="en-US" altLang="ja-JP" sz="1800" dirty="0"/>
              <a:t>	</a:t>
            </a:r>
            <a:r>
              <a:rPr lang="ja-JP" altLang="en-US" sz="1800" dirty="0"/>
              <a:t>⑧ ガイドラインや社内ルールを踏まえて活用する</a:t>
            </a:r>
            <a:endParaRPr lang="en-US" altLang="ja-JP" sz="1800" dirty="0"/>
          </a:p>
        </p:txBody>
      </p:sp>
    </p:spTree>
    <p:extLst>
      <p:ext uri="{BB962C8B-B14F-4D97-AF65-F5344CB8AC3E}">
        <p14:creationId xmlns:p14="http://schemas.microsoft.com/office/powerpoint/2010/main" val="11084430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4D064-DE89-E45C-E839-3B3E1FC1599E}"/>
            </a:ext>
          </a:extLst>
        </p:cNvPr>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F716248B-81E0-C042-031C-B1E52A739331}"/>
              </a:ext>
            </a:extLst>
          </p:cNvPr>
          <p:cNvSpPr>
            <a:spLocks noGrp="1"/>
          </p:cNvSpPr>
          <p:nvPr>
            <p:ph type="body" sz="quarter" idx="11"/>
          </p:nvPr>
        </p:nvSpPr>
        <p:spPr/>
        <p:txBody>
          <a:bodyPr/>
          <a:lstStyle/>
          <a:p>
            <a:r>
              <a:rPr lang="ja-JP" altLang="en-US" dirty="0"/>
              <a:t>モジュール</a:t>
            </a:r>
            <a:r>
              <a:rPr lang="en-US" altLang="ja-JP" dirty="0"/>
              <a:t>3</a:t>
            </a:r>
            <a:r>
              <a:rPr lang="ja-JP" altLang="en-US" dirty="0"/>
              <a:t>：</a:t>
            </a:r>
            <a:endParaRPr lang="en-US" altLang="ja-JP" dirty="0"/>
          </a:p>
          <a:p>
            <a:r>
              <a:rPr lang="en-US" altLang="ja-JP" dirty="0"/>
              <a:t>NTT</a:t>
            </a:r>
            <a:r>
              <a:rPr lang="ja-JP" altLang="en-US" dirty="0"/>
              <a:t>データが目指す</a:t>
            </a:r>
            <a:r>
              <a:rPr lang="en-US" altLang="ja-JP" dirty="0"/>
              <a:t>AI</a:t>
            </a:r>
            <a:r>
              <a:rPr lang="ja-JP" altLang="en-US" dirty="0"/>
              <a:t>ビジネス（</a:t>
            </a:r>
            <a:r>
              <a:rPr lang="en-US" altLang="ja-JP" dirty="0"/>
              <a:t>Vision</a:t>
            </a:r>
            <a:r>
              <a:rPr lang="ja-JP" altLang="en-US" dirty="0"/>
              <a:t>）</a:t>
            </a:r>
          </a:p>
        </p:txBody>
      </p:sp>
      <p:sp>
        <p:nvSpPr>
          <p:cNvPr id="7" name="テキスト プレースホルダー 4">
            <a:extLst>
              <a:ext uri="{FF2B5EF4-FFF2-40B4-BE49-F238E27FC236}">
                <a16:creationId xmlns:a16="http://schemas.microsoft.com/office/drawing/2014/main" id="{72E7F6FC-B90B-D99D-DC4F-3A1FC543709E}"/>
              </a:ext>
            </a:extLst>
          </p:cNvPr>
          <p:cNvSpPr txBox="1">
            <a:spLocks/>
          </p:cNvSpPr>
          <p:nvPr/>
        </p:nvSpPr>
        <p:spPr>
          <a:xfrm>
            <a:off x="7439995" y="339447"/>
            <a:ext cx="2173672" cy="524553"/>
          </a:xfrm>
          <a:prstGeom prst="rect">
            <a:avLst/>
          </a:prstGeom>
          <a:noFill/>
          <a:ln>
            <a:solidFill>
              <a:schemeClr val="bg1"/>
            </a:solidFill>
          </a:ln>
        </p:spPr>
        <p:style>
          <a:lnRef idx="2">
            <a:schemeClr val="accent2"/>
          </a:lnRef>
          <a:fillRef idx="1">
            <a:schemeClr val="lt1"/>
          </a:fillRef>
          <a:effectRef idx="0">
            <a:schemeClr val="accent2"/>
          </a:effectRef>
          <a:fontRef idx="minor">
            <a:schemeClr val="dk1"/>
          </a:fontRef>
        </p:style>
        <p:txBody>
          <a:bodyPr wrap="square" tIns="54000" bIns="54000" anchor="ctr">
            <a:spAutoFit/>
          </a:bodyPr>
          <a:lstStyle>
            <a:lvl1pPr marL="0" indent="0" algn="l" defTabSz="432000" rtl="0" eaLnBrk="0" fontAlgn="base" hangingPunct="0">
              <a:lnSpc>
                <a:spcPct val="100000"/>
              </a:lnSpc>
              <a:spcBef>
                <a:spcPts val="120"/>
              </a:spcBef>
              <a:spcAft>
                <a:spcPct val="0"/>
              </a:spcAft>
              <a:buFont typeface="+mj-lt"/>
              <a:buNone/>
              <a:defRPr kumimoji="1" sz="700" kern="1200">
                <a:solidFill>
                  <a:schemeClr val="bg1"/>
                </a:solidFill>
                <a:latin typeface="MS PGothic" charset="-128"/>
                <a:ea typeface="MS PGothic" charset="-128"/>
                <a:cs typeface="MS PGothic" charset="-128"/>
              </a:defRPr>
            </a:lvl1pPr>
            <a:lvl2pPr marL="910099" indent="-300543" algn="l" defTabSz="609555" rtl="0" eaLnBrk="1" fontAlgn="base" hangingPunct="1">
              <a:spcBef>
                <a:spcPct val="20000"/>
              </a:spcBef>
              <a:spcAft>
                <a:spcPct val="0"/>
              </a:spcAft>
              <a:buFont typeface="Arial" pitchFamily="34" charset="0"/>
              <a:buChar char="–"/>
              <a:defRPr kumimoji="1" sz="2667" kern="1200">
                <a:solidFill>
                  <a:schemeClr val="tx1"/>
                </a:solidFill>
                <a:latin typeface="Arial"/>
                <a:ea typeface="+mn-ea"/>
                <a:cs typeface="Arial"/>
              </a:defRPr>
            </a:lvl2pPr>
            <a:lvl3pPr marL="1454042" indent="-234933" algn="l" defTabSz="609555" rtl="0" eaLnBrk="1" fontAlgn="base" hangingPunct="1">
              <a:spcBef>
                <a:spcPct val="20000"/>
              </a:spcBef>
              <a:spcAft>
                <a:spcPct val="0"/>
              </a:spcAft>
              <a:buFont typeface="Arial" pitchFamily="34" charset="0"/>
              <a:buChar char="•"/>
              <a:defRPr kumimoji="1" sz="2667" kern="1200">
                <a:solidFill>
                  <a:schemeClr val="tx1"/>
                </a:solidFill>
                <a:latin typeface="Arial"/>
                <a:ea typeface="+mn-ea"/>
                <a:cs typeface="Arial"/>
              </a:defRPr>
            </a:lvl3pPr>
            <a:lvl4pPr marL="2059363" indent="-230701" algn="l" defTabSz="609555" rtl="0" eaLnBrk="1" fontAlgn="base" hangingPunct="1">
              <a:spcBef>
                <a:spcPct val="20000"/>
              </a:spcBef>
              <a:spcAft>
                <a:spcPct val="0"/>
              </a:spcAft>
              <a:buFont typeface="Arial" pitchFamily="34" charset="0"/>
              <a:buChar char="–"/>
              <a:defRPr kumimoji="1" sz="2667" kern="1200">
                <a:solidFill>
                  <a:schemeClr val="tx1"/>
                </a:solidFill>
                <a:latin typeface="Arial"/>
                <a:ea typeface="+mn-ea"/>
                <a:cs typeface="Arial"/>
              </a:defRPr>
            </a:lvl4pPr>
            <a:lvl5pPr marL="2666800" indent="-228584" algn="l" defTabSz="609555" rtl="0" eaLnBrk="1" fontAlgn="base" hangingPunct="1">
              <a:spcBef>
                <a:spcPct val="20000"/>
              </a:spcBef>
              <a:spcAft>
                <a:spcPct val="0"/>
              </a:spcAft>
              <a:buFont typeface="Arial" pitchFamily="34" charset="0"/>
              <a:buChar char="»"/>
              <a:defRPr kumimoji="1" sz="2667" kern="1200">
                <a:solidFill>
                  <a:schemeClr val="tx1"/>
                </a:solidFill>
                <a:latin typeface="Arial"/>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sz="900" dirty="0">
                <a:latin typeface="Meiryo UI" panose="020B0604030504040204" pitchFamily="50" charset="-128"/>
                <a:ea typeface="Meiryo UI" panose="020B0604030504040204" pitchFamily="50" charset="-128"/>
                <a:cs typeface="HGPGothicE" charset="-128"/>
              </a:rPr>
              <a:t>情 報 種 別 ： 秘密（関係者限り）</a:t>
            </a:r>
            <a:br>
              <a:rPr lang="en-US" altLang="ja-JP" sz="900" dirty="0">
                <a:latin typeface="Meiryo UI" panose="020B0604030504040204" pitchFamily="50" charset="-128"/>
                <a:ea typeface="Meiryo UI" panose="020B0604030504040204" pitchFamily="50" charset="-128"/>
                <a:cs typeface="HGPGothicE" charset="-128"/>
              </a:rPr>
            </a:br>
            <a:r>
              <a:rPr lang="ja-JP" altLang="en-US" sz="900" dirty="0">
                <a:latin typeface="Meiryo UI" panose="020B0604030504040204" pitchFamily="50" charset="-128"/>
                <a:ea typeface="Meiryo UI" panose="020B0604030504040204" pitchFamily="50" charset="-128"/>
                <a:cs typeface="HGPGothicE" charset="-128"/>
              </a:rPr>
              <a:t>会　 社　 名 ： </a:t>
            </a:r>
            <a:r>
              <a:rPr lang="en-US" altLang="ja-JP" sz="900" dirty="0">
                <a:latin typeface="Meiryo UI" panose="020B0604030504040204" pitchFamily="50" charset="-128"/>
                <a:ea typeface="Meiryo UI" panose="020B0604030504040204" pitchFamily="50" charset="-128"/>
                <a:cs typeface="HGPGothicE" charset="-128"/>
              </a:rPr>
              <a:t>NTT</a:t>
            </a:r>
            <a:r>
              <a:rPr lang="ja-JP" altLang="en-US" sz="900" dirty="0">
                <a:latin typeface="Meiryo UI" panose="020B0604030504040204" pitchFamily="50" charset="-128"/>
                <a:ea typeface="Meiryo UI" panose="020B0604030504040204" pitchFamily="50" charset="-128"/>
                <a:cs typeface="HGPGothicE" charset="-128"/>
              </a:rPr>
              <a:t>データユニバーシティ</a:t>
            </a:r>
            <a:br>
              <a:rPr lang="en-US" altLang="ja-JP" sz="900" dirty="0">
                <a:latin typeface="Meiryo UI" panose="020B0604030504040204" pitchFamily="50" charset="-128"/>
                <a:ea typeface="Meiryo UI" panose="020B0604030504040204" pitchFamily="50" charset="-128"/>
                <a:cs typeface="HGPGothicE" charset="-128"/>
              </a:rPr>
            </a:br>
            <a:r>
              <a:rPr lang="ja-JP" altLang="en-US" sz="900" dirty="0">
                <a:latin typeface="Meiryo UI" panose="020B0604030504040204" pitchFamily="50" charset="-128"/>
                <a:ea typeface="Meiryo UI" panose="020B0604030504040204" pitchFamily="50" charset="-128"/>
                <a:cs typeface="HGPGothicE" charset="-128"/>
              </a:rPr>
              <a:t>情報所有者 ： サービスディベロップメント部</a:t>
            </a:r>
          </a:p>
        </p:txBody>
      </p:sp>
    </p:spTree>
    <p:extLst>
      <p:ext uri="{BB962C8B-B14F-4D97-AF65-F5344CB8AC3E}">
        <p14:creationId xmlns:p14="http://schemas.microsoft.com/office/powerpoint/2010/main" val="26950699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F500F-4DBF-37A7-277A-FFAEBCA84EB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B8CD51F-6960-CC19-BE92-43FC151E9BFE}"/>
              </a:ext>
            </a:extLst>
          </p:cNvPr>
          <p:cNvSpPr>
            <a:spLocks noGrp="1"/>
          </p:cNvSpPr>
          <p:nvPr>
            <p:ph type="title"/>
          </p:nvPr>
        </p:nvSpPr>
        <p:spPr/>
        <p:txBody>
          <a:bodyPr>
            <a:normAutofit/>
          </a:bodyPr>
          <a:lstStyle/>
          <a:p>
            <a:r>
              <a:rPr lang="en-US" altLang="ja-JP" dirty="0"/>
              <a:t>3-1. </a:t>
            </a:r>
            <a:r>
              <a:rPr lang="ja-JP" altLang="en-US" dirty="0"/>
              <a:t>本モジュールで学ぶこと①</a:t>
            </a:r>
          </a:p>
        </p:txBody>
      </p:sp>
      <p:sp>
        <p:nvSpPr>
          <p:cNvPr id="4" name="Google Shape;583;p3">
            <a:extLst>
              <a:ext uri="{FF2B5EF4-FFF2-40B4-BE49-F238E27FC236}">
                <a16:creationId xmlns:a16="http://schemas.microsoft.com/office/drawing/2014/main" id="{D1591379-9BEE-AB03-DC4A-65A500152495}"/>
              </a:ext>
            </a:extLst>
          </p:cNvPr>
          <p:cNvSpPr txBox="1"/>
          <p:nvPr/>
        </p:nvSpPr>
        <p:spPr>
          <a:xfrm>
            <a:off x="258089" y="1329619"/>
            <a:ext cx="2898605" cy="541362"/>
          </a:xfrm>
          <a:prstGeom prst="rect">
            <a:avLst/>
          </a:prstGeom>
          <a:solidFill>
            <a:srgbClr val="9DC6C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altLang="ja-JP" sz="2400" b="1" dirty="0">
                <a:solidFill>
                  <a:schemeClr val="bg1"/>
                </a:solidFill>
                <a:latin typeface="Noto Sans JP" panose="020B0200000000000000" pitchFamily="50" charset="-128"/>
                <a:ea typeface="Noto Sans JP" panose="020B0200000000000000" pitchFamily="50" charset="-128"/>
                <a:cs typeface="MS PGothic"/>
                <a:sym typeface="MS PGothic"/>
              </a:rPr>
              <a:t>01</a:t>
            </a:r>
            <a:endParaRPr lang="ja-JP" altLang="en-US" sz="2400" b="1" dirty="0">
              <a:solidFill>
                <a:schemeClr val="bg1"/>
              </a:solidFill>
              <a:latin typeface="Noto Sans JP" panose="020B0200000000000000" pitchFamily="50" charset="-128"/>
              <a:ea typeface="Noto Sans JP" panose="020B0200000000000000" pitchFamily="50" charset="-128"/>
              <a:cs typeface="MS PGothic"/>
              <a:sym typeface="MS PGothic"/>
            </a:endParaRPr>
          </a:p>
        </p:txBody>
      </p:sp>
      <p:sp>
        <p:nvSpPr>
          <p:cNvPr id="6" name="Google Shape;583;p3">
            <a:extLst>
              <a:ext uri="{FF2B5EF4-FFF2-40B4-BE49-F238E27FC236}">
                <a16:creationId xmlns:a16="http://schemas.microsoft.com/office/drawing/2014/main" id="{A4401AC0-371B-0BFA-3907-55EE4F1C67FD}"/>
              </a:ext>
            </a:extLst>
          </p:cNvPr>
          <p:cNvSpPr txBox="1"/>
          <p:nvPr/>
        </p:nvSpPr>
        <p:spPr>
          <a:xfrm>
            <a:off x="3474199" y="1329619"/>
            <a:ext cx="2898605" cy="541362"/>
          </a:xfrm>
          <a:prstGeom prst="rect">
            <a:avLst/>
          </a:prstGeom>
          <a:solidFill>
            <a:srgbClr val="6CAAB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altLang="ja-JP" sz="2400" b="1" dirty="0">
                <a:solidFill>
                  <a:schemeClr val="bg1"/>
                </a:solidFill>
                <a:latin typeface="Noto Sans JP" panose="020B0200000000000000" pitchFamily="50" charset="-128"/>
                <a:ea typeface="Noto Sans JP" panose="020B0200000000000000" pitchFamily="50" charset="-128"/>
                <a:cs typeface="MS PGothic"/>
                <a:sym typeface="MS PGothic"/>
              </a:rPr>
              <a:t>02</a:t>
            </a:r>
            <a:endParaRPr lang="ja-JP" altLang="en-US" sz="2400" b="1" dirty="0">
              <a:solidFill>
                <a:schemeClr val="bg1"/>
              </a:solidFill>
              <a:latin typeface="Noto Sans JP" panose="020B0200000000000000" pitchFamily="50" charset="-128"/>
              <a:ea typeface="Noto Sans JP" panose="020B0200000000000000" pitchFamily="50" charset="-128"/>
              <a:cs typeface="MS PGothic"/>
              <a:sym typeface="MS PGothic"/>
            </a:endParaRPr>
          </a:p>
        </p:txBody>
      </p:sp>
      <p:sp>
        <p:nvSpPr>
          <p:cNvPr id="9" name="Google Shape;583;p3">
            <a:extLst>
              <a:ext uri="{FF2B5EF4-FFF2-40B4-BE49-F238E27FC236}">
                <a16:creationId xmlns:a16="http://schemas.microsoft.com/office/drawing/2014/main" id="{E29A9BA3-9740-EF18-F334-8849E5070AF8}"/>
              </a:ext>
            </a:extLst>
          </p:cNvPr>
          <p:cNvSpPr txBox="1"/>
          <p:nvPr/>
        </p:nvSpPr>
        <p:spPr>
          <a:xfrm>
            <a:off x="6548909" y="1329619"/>
            <a:ext cx="2898605" cy="541362"/>
          </a:xfrm>
          <a:prstGeom prst="rect">
            <a:avLst/>
          </a:prstGeom>
          <a:solidFill>
            <a:srgbClr val="2B88C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altLang="zh-TW" sz="2400" b="1" dirty="0">
                <a:solidFill>
                  <a:schemeClr val="bg1"/>
                </a:solidFill>
                <a:latin typeface="Noto Sans JP" panose="020B0200000000000000" pitchFamily="50" charset="-128"/>
                <a:ea typeface="Noto Sans JP" panose="020B0200000000000000" pitchFamily="50" charset="-128"/>
                <a:cs typeface="MS PGothic"/>
                <a:sym typeface="MS PGothic"/>
              </a:rPr>
              <a:t>03</a:t>
            </a:r>
            <a:endParaRPr lang="ja-JP" altLang="en-US" sz="2400" b="1" dirty="0">
              <a:solidFill>
                <a:schemeClr val="bg1"/>
              </a:solidFill>
              <a:latin typeface="Noto Sans JP" panose="020B0200000000000000" pitchFamily="50" charset="-128"/>
              <a:ea typeface="Noto Sans JP" panose="020B0200000000000000" pitchFamily="50" charset="-128"/>
              <a:cs typeface="MS PGothic"/>
              <a:sym typeface="MS PGothic"/>
            </a:endParaRPr>
          </a:p>
        </p:txBody>
      </p:sp>
      <p:sp>
        <p:nvSpPr>
          <p:cNvPr id="28" name="Google Shape;601;p3">
            <a:extLst>
              <a:ext uri="{FF2B5EF4-FFF2-40B4-BE49-F238E27FC236}">
                <a16:creationId xmlns:a16="http://schemas.microsoft.com/office/drawing/2014/main" id="{A0C9F144-9F72-3AC4-EFE0-38EAAB28F4F3}"/>
              </a:ext>
            </a:extLst>
          </p:cNvPr>
          <p:cNvSpPr/>
          <p:nvPr/>
        </p:nvSpPr>
        <p:spPr>
          <a:xfrm>
            <a:off x="258089" y="2101252"/>
            <a:ext cx="2898605" cy="3576637"/>
          </a:xfrm>
          <a:prstGeom prst="rect">
            <a:avLst/>
          </a:prstGeom>
          <a:noFill/>
          <a:ln w="28575" cap="flat" cmpd="sng">
            <a:solidFill>
              <a:schemeClr val="bg1">
                <a:lumMod val="75000"/>
              </a:scheme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tx1">
                  <a:lumMod val="85000"/>
                  <a:lumOff val="15000"/>
                </a:schemeClr>
              </a:solidFill>
              <a:latin typeface="Noto Sans JP" panose="020B0200000000000000" pitchFamily="50" charset="-128"/>
              <a:ea typeface="Noto Sans JP" panose="020B0200000000000000" pitchFamily="50" charset="-128"/>
              <a:cs typeface="MS PGothic"/>
              <a:sym typeface="MS PGothic"/>
            </a:endParaRPr>
          </a:p>
        </p:txBody>
      </p:sp>
      <p:sp>
        <p:nvSpPr>
          <p:cNvPr id="33" name="Google Shape;601;p3">
            <a:extLst>
              <a:ext uri="{FF2B5EF4-FFF2-40B4-BE49-F238E27FC236}">
                <a16:creationId xmlns:a16="http://schemas.microsoft.com/office/drawing/2014/main" id="{B25D7664-E892-4CCF-DC76-74CEE475C367}"/>
              </a:ext>
            </a:extLst>
          </p:cNvPr>
          <p:cNvSpPr/>
          <p:nvPr/>
        </p:nvSpPr>
        <p:spPr>
          <a:xfrm>
            <a:off x="3474199" y="2101252"/>
            <a:ext cx="2898605" cy="3576637"/>
          </a:xfrm>
          <a:prstGeom prst="rect">
            <a:avLst/>
          </a:prstGeom>
          <a:noFill/>
          <a:ln w="28575" cap="flat" cmpd="sng">
            <a:solidFill>
              <a:schemeClr val="bg1">
                <a:lumMod val="75000"/>
              </a:scheme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tx1">
                  <a:lumMod val="85000"/>
                  <a:lumOff val="15000"/>
                </a:schemeClr>
              </a:solidFill>
              <a:latin typeface="Noto Sans JP" panose="020B0200000000000000" pitchFamily="50" charset="-128"/>
              <a:ea typeface="Noto Sans JP" panose="020B0200000000000000" pitchFamily="50" charset="-128"/>
              <a:cs typeface="MS PGothic"/>
              <a:sym typeface="MS PGothic"/>
            </a:endParaRPr>
          </a:p>
        </p:txBody>
      </p:sp>
      <p:sp>
        <p:nvSpPr>
          <p:cNvPr id="37" name="Google Shape;601;p3">
            <a:extLst>
              <a:ext uri="{FF2B5EF4-FFF2-40B4-BE49-F238E27FC236}">
                <a16:creationId xmlns:a16="http://schemas.microsoft.com/office/drawing/2014/main" id="{8237323F-61C8-7778-1107-D1342569B8C2}"/>
              </a:ext>
            </a:extLst>
          </p:cNvPr>
          <p:cNvSpPr/>
          <p:nvPr/>
        </p:nvSpPr>
        <p:spPr>
          <a:xfrm>
            <a:off x="6548315" y="2101252"/>
            <a:ext cx="2898605" cy="3576637"/>
          </a:xfrm>
          <a:prstGeom prst="rect">
            <a:avLst/>
          </a:prstGeom>
          <a:noFill/>
          <a:ln w="28575" cap="flat" cmpd="sng">
            <a:solidFill>
              <a:schemeClr val="bg1">
                <a:lumMod val="75000"/>
              </a:scheme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tx1">
                  <a:lumMod val="85000"/>
                  <a:lumOff val="15000"/>
                </a:schemeClr>
              </a:solidFill>
              <a:latin typeface="Noto Sans JP" panose="020B0200000000000000" pitchFamily="50" charset="-128"/>
              <a:ea typeface="Noto Sans JP" panose="020B0200000000000000" pitchFamily="50" charset="-128"/>
              <a:cs typeface="MS PGothic"/>
              <a:sym typeface="MS PGothic"/>
            </a:endParaRPr>
          </a:p>
        </p:txBody>
      </p:sp>
      <p:sp>
        <p:nvSpPr>
          <p:cNvPr id="7" name="正方形/長方形 6">
            <a:extLst>
              <a:ext uri="{FF2B5EF4-FFF2-40B4-BE49-F238E27FC236}">
                <a16:creationId xmlns:a16="http://schemas.microsoft.com/office/drawing/2014/main" id="{AF0DD174-848D-957D-FD5F-6DE32398ED94}"/>
              </a:ext>
            </a:extLst>
          </p:cNvPr>
          <p:cNvSpPr/>
          <p:nvPr/>
        </p:nvSpPr>
        <p:spPr>
          <a:xfrm>
            <a:off x="3369689" y="1176055"/>
            <a:ext cx="6264506" cy="5061233"/>
          </a:xfrm>
          <a:prstGeom prst="rect">
            <a:avLst/>
          </a:prstGeom>
          <a:solidFill>
            <a:srgbClr val="000000">
              <a:alpha val="30196"/>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bg1"/>
              </a:solidFill>
              <a:latin typeface="Yu Gothic UI" panose="020B0500000000000000" pitchFamily="50" charset="-128"/>
              <a:ea typeface="Yu Gothic UI" panose="020B0500000000000000" pitchFamily="50" charset="-128"/>
            </a:endParaRPr>
          </a:p>
        </p:txBody>
      </p:sp>
      <p:sp>
        <p:nvSpPr>
          <p:cNvPr id="8" name="正方形/長方形 7">
            <a:extLst>
              <a:ext uri="{FF2B5EF4-FFF2-40B4-BE49-F238E27FC236}">
                <a16:creationId xmlns:a16="http://schemas.microsoft.com/office/drawing/2014/main" id="{35552B6A-7B8B-E91F-D605-7AC775606B7D}"/>
              </a:ext>
            </a:extLst>
          </p:cNvPr>
          <p:cNvSpPr/>
          <p:nvPr/>
        </p:nvSpPr>
        <p:spPr>
          <a:xfrm>
            <a:off x="166223" y="1176055"/>
            <a:ext cx="3036404" cy="5061233"/>
          </a:xfrm>
          <a:prstGeom prst="rect">
            <a:avLst/>
          </a:prstGeom>
          <a:noFill/>
          <a:ln w="38100">
            <a:solidFill>
              <a:srgbClr val="C0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bg1"/>
              </a:solidFill>
              <a:latin typeface="Yu Gothic UI" panose="020B0500000000000000" pitchFamily="50" charset="-128"/>
              <a:ea typeface="Yu Gothic UI" panose="020B0500000000000000" pitchFamily="50" charset="-128"/>
            </a:endParaRPr>
          </a:p>
        </p:txBody>
      </p:sp>
      <p:sp>
        <p:nvSpPr>
          <p:cNvPr id="5" name="テキスト ボックス 4">
            <a:extLst>
              <a:ext uri="{FF2B5EF4-FFF2-40B4-BE49-F238E27FC236}">
                <a16:creationId xmlns:a16="http://schemas.microsoft.com/office/drawing/2014/main" id="{7E708CA5-D8DA-59B5-4662-4A2430B8AA0B}"/>
              </a:ext>
            </a:extLst>
          </p:cNvPr>
          <p:cNvSpPr txBox="1"/>
          <p:nvPr/>
        </p:nvSpPr>
        <p:spPr>
          <a:xfrm>
            <a:off x="142660" y="2305157"/>
            <a:ext cx="3249766" cy="362920"/>
          </a:xfrm>
          <a:prstGeom prst="rect">
            <a:avLst/>
          </a:prstGeom>
          <a:noFill/>
        </p:spPr>
        <p:txBody>
          <a:bodyPr wrap="square">
            <a:spAutoFit/>
          </a:bodyPr>
          <a:lstStyle/>
          <a:p>
            <a:pPr algn="ctr">
              <a:lnSpc>
                <a:spcPct val="120000"/>
              </a:lnSpc>
            </a:pPr>
            <a:r>
              <a:rPr lang="ja-JP" altLang="en-US" sz="1600" b="1" dirty="0"/>
              <a:t>① </a:t>
            </a:r>
            <a:r>
              <a:rPr lang="en-US" altLang="ja-JP" sz="1600" b="1" dirty="0"/>
              <a:t>NTT</a:t>
            </a:r>
            <a:r>
              <a:rPr lang="ja-JP" altLang="en-US" sz="1600" b="1" dirty="0"/>
              <a:t>データの</a:t>
            </a:r>
            <a:r>
              <a:rPr lang="en-US" altLang="ja-JP" sz="1600" b="1" dirty="0"/>
              <a:t>AI</a:t>
            </a:r>
            <a:r>
              <a:rPr lang="ja-JP" altLang="en-US" sz="1600" b="1" dirty="0"/>
              <a:t>戦略</a:t>
            </a:r>
          </a:p>
        </p:txBody>
      </p:sp>
      <p:cxnSp>
        <p:nvCxnSpPr>
          <p:cNvPr id="10" name="直線コネクタ 9">
            <a:extLst>
              <a:ext uri="{FF2B5EF4-FFF2-40B4-BE49-F238E27FC236}">
                <a16:creationId xmlns:a16="http://schemas.microsoft.com/office/drawing/2014/main" id="{2777A8BD-1768-BBA2-F37A-723CA9716B40}"/>
              </a:ext>
            </a:extLst>
          </p:cNvPr>
          <p:cNvCxnSpPr>
            <a:cxnSpLocks/>
          </p:cNvCxnSpPr>
          <p:nvPr/>
        </p:nvCxnSpPr>
        <p:spPr>
          <a:xfrm>
            <a:off x="461531" y="2821702"/>
            <a:ext cx="2479632" cy="0"/>
          </a:xfrm>
          <a:prstGeom prst="line">
            <a:avLst/>
          </a:prstGeom>
          <a:ln w="12700">
            <a:solidFill>
              <a:schemeClr val="bg1">
                <a:lumMod val="65000"/>
              </a:schemeClr>
            </a:solidFill>
          </a:ln>
          <a:effectLst/>
        </p:spPr>
        <p:style>
          <a:lnRef idx="2">
            <a:schemeClr val="accent1"/>
          </a:lnRef>
          <a:fillRef idx="0">
            <a:schemeClr val="accent1"/>
          </a:fillRef>
          <a:effectRef idx="1">
            <a:schemeClr val="accent1"/>
          </a:effectRef>
          <a:fontRef idx="minor">
            <a:schemeClr val="tx1"/>
          </a:fontRef>
        </p:style>
      </p:cxnSp>
      <p:sp>
        <p:nvSpPr>
          <p:cNvPr id="11" name="テキスト ボックス 10">
            <a:extLst>
              <a:ext uri="{FF2B5EF4-FFF2-40B4-BE49-F238E27FC236}">
                <a16:creationId xmlns:a16="http://schemas.microsoft.com/office/drawing/2014/main" id="{327840DA-733D-DE65-FC86-6DF60046DFB5}"/>
              </a:ext>
            </a:extLst>
          </p:cNvPr>
          <p:cNvSpPr txBox="1"/>
          <p:nvPr/>
        </p:nvSpPr>
        <p:spPr>
          <a:xfrm>
            <a:off x="301275" y="3083892"/>
            <a:ext cx="2799185" cy="1104661"/>
          </a:xfrm>
          <a:prstGeom prst="rect">
            <a:avLst/>
          </a:prstGeom>
          <a:noFill/>
        </p:spPr>
        <p:txBody>
          <a:bodyPr wrap="square">
            <a:spAutoFit/>
          </a:bodyPr>
          <a:lstStyle/>
          <a:p>
            <a:pPr>
              <a:lnSpc>
                <a:spcPct val="120000"/>
              </a:lnSpc>
            </a:pPr>
            <a:r>
              <a:rPr lang="en-US" altLang="ja-JP" sz="1400" dirty="0"/>
              <a:t>NTT</a:t>
            </a:r>
            <a:r>
              <a:rPr lang="ja-JP" altLang="en-US" sz="1400" dirty="0"/>
              <a:t>データが「</a:t>
            </a:r>
            <a:r>
              <a:rPr lang="en-US" altLang="ja-JP" sz="1400" dirty="0"/>
              <a:t>Quality Growth</a:t>
            </a:r>
            <a:r>
              <a:rPr lang="ja-JP" altLang="en-US" sz="1400" dirty="0"/>
              <a:t>」を掲げ、</a:t>
            </a:r>
            <a:r>
              <a:rPr lang="en-US" altLang="ja-JP" sz="1400" dirty="0"/>
              <a:t>AI</a:t>
            </a:r>
            <a:r>
              <a:rPr lang="ja-JP" altLang="en-US" sz="1400" dirty="0"/>
              <a:t>をどのように事業の中核に据えているかを理解する。</a:t>
            </a:r>
          </a:p>
        </p:txBody>
      </p:sp>
      <p:sp>
        <p:nvSpPr>
          <p:cNvPr id="12" name="テキスト ボックス 11">
            <a:extLst>
              <a:ext uri="{FF2B5EF4-FFF2-40B4-BE49-F238E27FC236}">
                <a16:creationId xmlns:a16="http://schemas.microsoft.com/office/drawing/2014/main" id="{EA25EA7E-2A03-D74A-04B9-20165B009B4A}"/>
              </a:ext>
            </a:extLst>
          </p:cNvPr>
          <p:cNvSpPr txBox="1"/>
          <p:nvPr/>
        </p:nvSpPr>
        <p:spPr>
          <a:xfrm>
            <a:off x="3503589" y="2299052"/>
            <a:ext cx="2865859" cy="362920"/>
          </a:xfrm>
          <a:prstGeom prst="rect">
            <a:avLst/>
          </a:prstGeom>
          <a:noFill/>
        </p:spPr>
        <p:txBody>
          <a:bodyPr wrap="square">
            <a:spAutoFit/>
          </a:bodyPr>
          <a:lstStyle/>
          <a:p>
            <a:pPr algn="ctr">
              <a:lnSpc>
                <a:spcPct val="120000"/>
              </a:lnSpc>
            </a:pPr>
            <a:r>
              <a:rPr lang="ja-JP" altLang="en-US" sz="1600" b="1" dirty="0"/>
              <a:t>② 生成</a:t>
            </a:r>
            <a:r>
              <a:rPr lang="en-US" altLang="ja-JP" sz="1600" b="1" dirty="0"/>
              <a:t>AI</a:t>
            </a:r>
            <a:r>
              <a:rPr lang="ja-JP" altLang="en-US" sz="1600" b="1" dirty="0"/>
              <a:t>の進化と</a:t>
            </a:r>
            <a:r>
              <a:rPr lang="en-US" altLang="ja-JP" sz="1600" b="1" dirty="0"/>
              <a:t>Agentic AI</a:t>
            </a:r>
          </a:p>
        </p:txBody>
      </p:sp>
      <p:sp>
        <p:nvSpPr>
          <p:cNvPr id="14" name="テキスト ボックス 13">
            <a:extLst>
              <a:ext uri="{FF2B5EF4-FFF2-40B4-BE49-F238E27FC236}">
                <a16:creationId xmlns:a16="http://schemas.microsoft.com/office/drawing/2014/main" id="{480C0C1F-999E-2FEB-411A-429A52C134BD}"/>
              </a:ext>
            </a:extLst>
          </p:cNvPr>
          <p:cNvSpPr txBox="1"/>
          <p:nvPr/>
        </p:nvSpPr>
        <p:spPr>
          <a:xfrm>
            <a:off x="3517386" y="3083892"/>
            <a:ext cx="2799185" cy="1104661"/>
          </a:xfrm>
          <a:prstGeom prst="rect">
            <a:avLst/>
          </a:prstGeom>
          <a:noFill/>
        </p:spPr>
        <p:txBody>
          <a:bodyPr wrap="square">
            <a:spAutoFit/>
          </a:bodyPr>
          <a:lstStyle/>
          <a:p>
            <a:pPr>
              <a:lnSpc>
                <a:spcPct val="120000"/>
              </a:lnSpc>
            </a:pPr>
            <a:r>
              <a:rPr lang="ja-JP" altLang="en-US" sz="1400" dirty="0"/>
              <a:t>生成</a:t>
            </a:r>
            <a:r>
              <a:rPr lang="en-US" altLang="ja-JP" sz="1400" dirty="0"/>
              <a:t>AI</a:t>
            </a:r>
            <a:r>
              <a:rPr lang="ja-JP" altLang="en-US" sz="1400" dirty="0"/>
              <a:t>が</a:t>
            </a:r>
            <a:r>
              <a:rPr lang="en-US" altLang="ja-JP" sz="1400" dirty="0"/>
              <a:t>Level1</a:t>
            </a:r>
            <a:r>
              <a:rPr lang="ja-JP" altLang="en-US" sz="1400" dirty="0"/>
              <a:t>（チャットボット）から</a:t>
            </a:r>
            <a:r>
              <a:rPr lang="en-US" altLang="ja-JP" sz="1400" dirty="0"/>
              <a:t>Level3</a:t>
            </a:r>
            <a:r>
              <a:rPr lang="ja-JP" altLang="en-US" sz="1400" dirty="0"/>
              <a:t>（エージェント）へ進化する中で、何が変わるのかを理解する。</a:t>
            </a:r>
          </a:p>
        </p:txBody>
      </p:sp>
      <p:sp>
        <p:nvSpPr>
          <p:cNvPr id="15" name="テキスト ボックス 14">
            <a:extLst>
              <a:ext uri="{FF2B5EF4-FFF2-40B4-BE49-F238E27FC236}">
                <a16:creationId xmlns:a16="http://schemas.microsoft.com/office/drawing/2014/main" id="{FBDBC7C5-4811-FF09-D631-25FFD51D8A69}"/>
              </a:ext>
            </a:extLst>
          </p:cNvPr>
          <p:cNvSpPr txBox="1"/>
          <p:nvPr/>
        </p:nvSpPr>
        <p:spPr>
          <a:xfrm>
            <a:off x="6544959" y="2275788"/>
            <a:ext cx="2912843" cy="658385"/>
          </a:xfrm>
          <a:prstGeom prst="rect">
            <a:avLst/>
          </a:prstGeom>
          <a:noFill/>
        </p:spPr>
        <p:txBody>
          <a:bodyPr wrap="square">
            <a:spAutoFit/>
          </a:bodyPr>
          <a:lstStyle/>
          <a:p>
            <a:pPr algn="ctr">
              <a:lnSpc>
                <a:spcPct val="120000"/>
              </a:lnSpc>
            </a:pPr>
            <a:r>
              <a:rPr lang="ja-JP" altLang="en-US" sz="1600" b="1" dirty="0"/>
              <a:t>③ </a:t>
            </a:r>
            <a:r>
              <a:rPr lang="en-US" altLang="ja-JP" sz="1600" b="1" dirty="0"/>
              <a:t>NTT</a:t>
            </a:r>
            <a:r>
              <a:rPr lang="ja-JP" altLang="en-US" sz="1600" b="1" dirty="0"/>
              <a:t>データが描く未来と社員として知っておくべきこと</a:t>
            </a:r>
          </a:p>
        </p:txBody>
      </p:sp>
      <p:sp>
        <p:nvSpPr>
          <p:cNvPr id="17" name="テキスト ボックス 16">
            <a:extLst>
              <a:ext uri="{FF2B5EF4-FFF2-40B4-BE49-F238E27FC236}">
                <a16:creationId xmlns:a16="http://schemas.microsoft.com/office/drawing/2014/main" id="{E1338468-5306-0393-71FE-A4B7CDFED326}"/>
              </a:ext>
            </a:extLst>
          </p:cNvPr>
          <p:cNvSpPr txBox="1"/>
          <p:nvPr/>
        </p:nvSpPr>
        <p:spPr>
          <a:xfrm>
            <a:off x="6598024" y="3083891"/>
            <a:ext cx="2799185" cy="1104661"/>
          </a:xfrm>
          <a:prstGeom prst="rect">
            <a:avLst/>
          </a:prstGeom>
          <a:noFill/>
        </p:spPr>
        <p:txBody>
          <a:bodyPr wrap="square">
            <a:spAutoFit/>
          </a:bodyPr>
          <a:lstStyle/>
          <a:p>
            <a:pPr>
              <a:lnSpc>
                <a:spcPct val="120000"/>
              </a:lnSpc>
            </a:pPr>
            <a:r>
              <a:rPr lang="en-US" altLang="ja-JP" sz="1400" dirty="0"/>
              <a:t>NTT</a:t>
            </a:r>
            <a:r>
              <a:rPr lang="ja-JP" altLang="en-US" sz="1400" dirty="0"/>
              <a:t>データが描く</a:t>
            </a:r>
            <a:r>
              <a:rPr lang="en-US" altLang="ja-JP" sz="1400" dirty="0"/>
              <a:t>AI</a:t>
            </a:r>
            <a:r>
              <a:rPr lang="ja-JP" altLang="en-US" sz="1400" dirty="0"/>
              <a:t>活用の未来像を理解したうえで、その実現に向けて社員として知っておくべき考え方や事例を学ぶ。</a:t>
            </a:r>
          </a:p>
        </p:txBody>
      </p:sp>
      <p:cxnSp>
        <p:nvCxnSpPr>
          <p:cNvPr id="27" name="直線コネクタ 26">
            <a:extLst>
              <a:ext uri="{FF2B5EF4-FFF2-40B4-BE49-F238E27FC236}">
                <a16:creationId xmlns:a16="http://schemas.microsoft.com/office/drawing/2014/main" id="{816C9B70-41E0-DEFB-44E4-F93087DD250E}"/>
              </a:ext>
            </a:extLst>
          </p:cNvPr>
          <p:cNvCxnSpPr>
            <a:cxnSpLocks/>
          </p:cNvCxnSpPr>
          <p:nvPr/>
        </p:nvCxnSpPr>
        <p:spPr>
          <a:xfrm>
            <a:off x="3713184" y="2821702"/>
            <a:ext cx="2479632" cy="0"/>
          </a:xfrm>
          <a:prstGeom prst="line">
            <a:avLst/>
          </a:prstGeom>
          <a:ln w="12700">
            <a:solidFill>
              <a:schemeClr val="bg1">
                <a:lumMod val="65000"/>
              </a:schemeClr>
            </a:solidFill>
          </a:ln>
          <a:effectLst/>
        </p:spPr>
        <p:style>
          <a:lnRef idx="2">
            <a:schemeClr val="accent1"/>
          </a:lnRef>
          <a:fillRef idx="0">
            <a:schemeClr val="accent1"/>
          </a:fillRef>
          <a:effectRef idx="1">
            <a:schemeClr val="accent1"/>
          </a:effectRef>
          <a:fontRef idx="minor">
            <a:schemeClr val="tx1"/>
          </a:fontRef>
        </p:style>
      </p:cxnSp>
      <p:cxnSp>
        <p:nvCxnSpPr>
          <p:cNvPr id="41" name="直線コネクタ 40">
            <a:extLst>
              <a:ext uri="{FF2B5EF4-FFF2-40B4-BE49-F238E27FC236}">
                <a16:creationId xmlns:a16="http://schemas.microsoft.com/office/drawing/2014/main" id="{06B42E29-7FA7-B662-A332-04AF9E959AC8}"/>
              </a:ext>
            </a:extLst>
          </p:cNvPr>
          <p:cNvCxnSpPr>
            <a:cxnSpLocks/>
          </p:cNvCxnSpPr>
          <p:nvPr/>
        </p:nvCxnSpPr>
        <p:spPr>
          <a:xfrm>
            <a:off x="7010471" y="2963542"/>
            <a:ext cx="2479632" cy="0"/>
          </a:xfrm>
          <a:prstGeom prst="line">
            <a:avLst/>
          </a:prstGeom>
          <a:ln w="12700">
            <a:solidFill>
              <a:schemeClr val="bg1">
                <a:lumMod val="65000"/>
              </a:schemeClr>
            </a:solidFill>
          </a:ln>
          <a:effectLst/>
        </p:spPr>
        <p:style>
          <a:lnRef idx="2">
            <a:schemeClr val="accent1"/>
          </a:lnRef>
          <a:fillRef idx="0">
            <a:schemeClr val="accent1"/>
          </a:fillRef>
          <a:effectRef idx="1">
            <a:schemeClr val="accent1"/>
          </a:effectRef>
          <a:fontRef idx="minor">
            <a:schemeClr val="tx1"/>
          </a:fontRef>
        </p:style>
      </p:cxnSp>
      <p:pic>
        <p:nvPicPr>
          <p:cNvPr id="43" name="グラフィックス 42">
            <a:extLst>
              <a:ext uri="{FF2B5EF4-FFF2-40B4-BE49-F238E27FC236}">
                <a16:creationId xmlns:a16="http://schemas.microsoft.com/office/drawing/2014/main" id="{C1418A4A-3F5F-28AB-61D1-EE143D88DBB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85651" y="4550698"/>
            <a:ext cx="2163783" cy="1444776"/>
          </a:xfrm>
          <a:prstGeom prst="rect">
            <a:avLst/>
          </a:prstGeom>
        </p:spPr>
      </p:pic>
      <p:pic>
        <p:nvPicPr>
          <p:cNvPr id="46" name="グラフィックス 45">
            <a:extLst>
              <a:ext uri="{FF2B5EF4-FFF2-40B4-BE49-F238E27FC236}">
                <a16:creationId xmlns:a16="http://schemas.microsoft.com/office/drawing/2014/main" id="{46C560C0-861B-0B3D-2A89-64640D41850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289234" y="4538032"/>
            <a:ext cx="1327531" cy="1585112"/>
          </a:xfrm>
          <a:prstGeom prst="rect">
            <a:avLst/>
          </a:prstGeom>
        </p:spPr>
      </p:pic>
      <p:pic>
        <p:nvPicPr>
          <p:cNvPr id="50" name="グラフィックス 49">
            <a:extLst>
              <a:ext uri="{FF2B5EF4-FFF2-40B4-BE49-F238E27FC236}">
                <a16:creationId xmlns:a16="http://schemas.microsoft.com/office/drawing/2014/main" id="{FD2702D2-34E8-AD15-9C4E-E00476702D2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29620" y="4416291"/>
            <a:ext cx="2055063" cy="1541298"/>
          </a:xfrm>
          <a:prstGeom prst="rect">
            <a:avLst/>
          </a:prstGeom>
        </p:spPr>
      </p:pic>
    </p:spTree>
    <p:extLst>
      <p:ext uri="{BB962C8B-B14F-4D97-AF65-F5344CB8AC3E}">
        <p14:creationId xmlns:p14="http://schemas.microsoft.com/office/powerpoint/2010/main" val="10085709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22BFA-68F9-EBC7-B8CB-964406A0BA7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5FBFF63-C415-C4C3-5F64-BA091BAF86C6}"/>
              </a:ext>
            </a:extLst>
          </p:cNvPr>
          <p:cNvSpPr>
            <a:spLocks noGrp="1"/>
          </p:cNvSpPr>
          <p:nvPr>
            <p:ph type="title"/>
          </p:nvPr>
        </p:nvSpPr>
        <p:spPr/>
        <p:txBody>
          <a:bodyPr>
            <a:normAutofit/>
          </a:bodyPr>
          <a:lstStyle/>
          <a:p>
            <a:r>
              <a:rPr lang="en-US" altLang="ja-JP" dirty="0"/>
              <a:t>3-2. NTT</a:t>
            </a:r>
            <a:r>
              <a:rPr lang="ja-JP" altLang="en-US" dirty="0"/>
              <a:t>データの</a:t>
            </a:r>
            <a:r>
              <a:rPr lang="en-US" altLang="ja-JP" dirty="0"/>
              <a:t>AI</a:t>
            </a:r>
            <a:r>
              <a:rPr lang="ja-JP" altLang="en-US" dirty="0"/>
              <a:t>戦略：</a:t>
            </a:r>
            <a:r>
              <a:rPr lang="en-US" altLang="ja-JP" dirty="0"/>
              <a:t>Quality Growth</a:t>
            </a:r>
            <a:r>
              <a:rPr lang="ja-JP" altLang="en-US" dirty="0"/>
              <a:t>とは</a:t>
            </a:r>
          </a:p>
        </p:txBody>
      </p:sp>
      <p:sp>
        <p:nvSpPr>
          <p:cNvPr id="29" name="テキスト ボックス 25">
            <a:extLst>
              <a:ext uri="{FF2B5EF4-FFF2-40B4-BE49-F238E27FC236}">
                <a16:creationId xmlns:a16="http://schemas.microsoft.com/office/drawing/2014/main" id="{B10924B4-7747-056C-6C7F-00FF03711390}"/>
              </a:ext>
            </a:extLst>
          </p:cNvPr>
          <p:cNvSpPr txBox="1"/>
          <p:nvPr/>
        </p:nvSpPr>
        <p:spPr>
          <a:xfrm>
            <a:off x="881738" y="2439070"/>
            <a:ext cx="1833230" cy="28751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2000" b="1" i="0" u="none" strike="noStrike" kern="0" cap="none" spc="46" normalizeH="0" baseline="0" noProof="0" dirty="0">
                <a:ln>
                  <a:noFill/>
                </a:ln>
                <a:solidFill>
                  <a:srgbClr val="000000"/>
                </a:solidFill>
                <a:effectLst/>
                <a:uLnTx/>
                <a:uFillTx/>
                <a:latin typeface="Arial"/>
                <a:ea typeface="Meiryo UI"/>
                <a:cs typeface="Meiryo UI Bold" pitchFamily="34" charset="-120"/>
              </a:rPr>
              <a:t>主力事業</a:t>
            </a:r>
            <a:endParaRPr kumimoji="0" lang="ja-JP" altLang="en-US" sz="2000" b="1" i="0" u="none" strike="noStrike" kern="0" cap="none" spc="0" normalizeH="0" baseline="0" noProof="0" dirty="0">
              <a:ln>
                <a:noFill/>
              </a:ln>
              <a:solidFill>
                <a:srgbClr val="000000"/>
              </a:solidFill>
              <a:effectLst/>
              <a:uLnTx/>
              <a:uFillTx/>
              <a:latin typeface="Arial"/>
              <a:ea typeface="Meiryo UI"/>
              <a:cs typeface="+mn-cs"/>
            </a:endParaRPr>
          </a:p>
        </p:txBody>
      </p:sp>
      <p:cxnSp>
        <p:nvCxnSpPr>
          <p:cNvPr id="30" name="Straight Connector 6">
            <a:extLst>
              <a:ext uri="{FF2B5EF4-FFF2-40B4-BE49-F238E27FC236}">
                <a16:creationId xmlns:a16="http://schemas.microsoft.com/office/drawing/2014/main" id="{1F211442-A97D-8CDB-1426-DAD306BD1484}"/>
              </a:ext>
            </a:extLst>
          </p:cNvPr>
          <p:cNvCxnSpPr>
            <a:cxnSpLocks/>
          </p:cNvCxnSpPr>
          <p:nvPr/>
        </p:nvCxnSpPr>
        <p:spPr>
          <a:xfrm>
            <a:off x="576200" y="2778841"/>
            <a:ext cx="2291537" cy="0"/>
          </a:xfrm>
          <a:prstGeom prst="line">
            <a:avLst/>
          </a:prstGeom>
          <a:noFill/>
          <a:ln w="6350" cap="rnd" cmpd="sng" algn="ctr">
            <a:solidFill>
              <a:srgbClr val="000000"/>
            </a:solidFill>
            <a:prstDash val="solid"/>
            <a:round/>
          </a:ln>
          <a:effectLst/>
        </p:spPr>
      </p:cxnSp>
      <p:sp>
        <p:nvSpPr>
          <p:cNvPr id="31" name="Arrow: Pentagon 28">
            <a:extLst>
              <a:ext uri="{FF2B5EF4-FFF2-40B4-BE49-F238E27FC236}">
                <a16:creationId xmlns:a16="http://schemas.microsoft.com/office/drawing/2014/main" id="{E5A8B34E-F07B-F9E6-59C9-2E913A74F2DE}"/>
              </a:ext>
            </a:extLst>
          </p:cNvPr>
          <p:cNvSpPr/>
          <p:nvPr/>
        </p:nvSpPr>
        <p:spPr>
          <a:xfrm>
            <a:off x="578382" y="5120580"/>
            <a:ext cx="2386619" cy="492808"/>
          </a:xfrm>
          <a:prstGeom prst="homePlate">
            <a:avLst>
              <a:gd name="adj" fmla="val 34314"/>
            </a:avLst>
          </a:prstGeom>
          <a:solidFill>
            <a:srgbClr val="0072BC"/>
          </a:solidFill>
          <a:ln w="9525"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FFFFFF"/>
                </a:solidFill>
                <a:effectLst/>
                <a:uLnTx/>
                <a:uFillTx/>
                <a:latin typeface="Meiryo UI"/>
                <a:ea typeface="Meiryo UI"/>
                <a:cs typeface="+mn-cs"/>
              </a:rPr>
              <a:t>Technology Solutions</a:t>
            </a:r>
          </a:p>
        </p:txBody>
      </p:sp>
      <p:sp>
        <p:nvSpPr>
          <p:cNvPr id="32" name="Arrow: Pentagon 29">
            <a:extLst>
              <a:ext uri="{FF2B5EF4-FFF2-40B4-BE49-F238E27FC236}">
                <a16:creationId xmlns:a16="http://schemas.microsoft.com/office/drawing/2014/main" id="{D04AFA28-0E38-6F65-C19D-83F02DD04169}"/>
              </a:ext>
            </a:extLst>
          </p:cNvPr>
          <p:cNvSpPr/>
          <p:nvPr/>
        </p:nvSpPr>
        <p:spPr>
          <a:xfrm>
            <a:off x="578382" y="4426998"/>
            <a:ext cx="2386619" cy="492808"/>
          </a:xfrm>
          <a:prstGeom prst="homePlate">
            <a:avLst>
              <a:gd name="adj" fmla="val 34314"/>
            </a:avLst>
          </a:prstGeom>
          <a:solidFill>
            <a:srgbClr val="0072BC"/>
          </a:solidFill>
          <a:ln w="9525"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FFFFFF"/>
                </a:solidFill>
                <a:effectLst/>
                <a:uLnTx/>
                <a:uFillTx/>
                <a:latin typeface="Meiryo UI"/>
                <a:ea typeface="Meiryo UI"/>
                <a:cs typeface="+mn-cs"/>
              </a:rPr>
              <a:t>DC &amp; Connectivity</a:t>
            </a:r>
          </a:p>
        </p:txBody>
      </p:sp>
      <p:sp>
        <p:nvSpPr>
          <p:cNvPr id="3" name="Arrow: Pentagon 30">
            <a:extLst>
              <a:ext uri="{FF2B5EF4-FFF2-40B4-BE49-F238E27FC236}">
                <a16:creationId xmlns:a16="http://schemas.microsoft.com/office/drawing/2014/main" id="{B7CB492B-ECCB-0CB6-9DE9-BD4EF752B4E3}"/>
              </a:ext>
            </a:extLst>
          </p:cNvPr>
          <p:cNvSpPr/>
          <p:nvPr/>
        </p:nvSpPr>
        <p:spPr>
          <a:xfrm>
            <a:off x="578382" y="3733417"/>
            <a:ext cx="2386619" cy="492808"/>
          </a:xfrm>
          <a:prstGeom prst="homePlate">
            <a:avLst>
              <a:gd name="adj" fmla="val 34314"/>
            </a:avLst>
          </a:prstGeom>
          <a:solidFill>
            <a:srgbClr val="0072BC"/>
          </a:solidFill>
          <a:ln w="9525"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FFFFFF"/>
                </a:solidFill>
                <a:effectLst/>
                <a:uLnTx/>
                <a:uFillTx/>
                <a:latin typeface="Meiryo UI"/>
                <a:ea typeface="Meiryo UI"/>
                <a:cs typeface="+mn-cs"/>
              </a:rPr>
              <a:t>IT Services</a:t>
            </a:r>
          </a:p>
        </p:txBody>
      </p:sp>
      <p:sp>
        <p:nvSpPr>
          <p:cNvPr id="34" name="Arrow: Pentagon 31">
            <a:extLst>
              <a:ext uri="{FF2B5EF4-FFF2-40B4-BE49-F238E27FC236}">
                <a16:creationId xmlns:a16="http://schemas.microsoft.com/office/drawing/2014/main" id="{64A92343-B075-1064-1875-A640D81E2C6C}"/>
              </a:ext>
            </a:extLst>
          </p:cNvPr>
          <p:cNvSpPr/>
          <p:nvPr/>
        </p:nvSpPr>
        <p:spPr>
          <a:xfrm>
            <a:off x="578382" y="3039836"/>
            <a:ext cx="2386619" cy="492808"/>
          </a:xfrm>
          <a:prstGeom prst="homePlate">
            <a:avLst>
              <a:gd name="adj" fmla="val 34314"/>
            </a:avLst>
          </a:prstGeom>
          <a:solidFill>
            <a:srgbClr val="0072BC"/>
          </a:solidFill>
          <a:ln w="9525"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FFFFFF"/>
                </a:solidFill>
                <a:effectLst/>
                <a:uLnTx/>
                <a:uFillTx/>
                <a:latin typeface="Meiryo UI"/>
                <a:ea typeface="Meiryo UI"/>
                <a:cs typeface="+mn-cs"/>
              </a:rPr>
              <a:t>Consulting</a:t>
            </a:r>
          </a:p>
        </p:txBody>
      </p:sp>
      <p:sp>
        <p:nvSpPr>
          <p:cNvPr id="35" name="矢印: 五方向 34">
            <a:extLst>
              <a:ext uri="{FF2B5EF4-FFF2-40B4-BE49-F238E27FC236}">
                <a16:creationId xmlns:a16="http://schemas.microsoft.com/office/drawing/2014/main" id="{866F32DC-808D-3394-3BF7-145A9DA42F2F}"/>
              </a:ext>
            </a:extLst>
          </p:cNvPr>
          <p:cNvSpPr/>
          <p:nvPr/>
        </p:nvSpPr>
        <p:spPr>
          <a:xfrm flipH="1">
            <a:off x="3439906" y="2401223"/>
            <a:ext cx="6217104" cy="3385436"/>
          </a:xfrm>
          <a:prstGeom prst="homePlate">
            <a:avLst>
              <a:gd name="adj" fmla="val 0"/>
            </a:avLst>
          </a:prstGeom>
          <a:solidFill>
            <a:srgbClr val="19A3FC">
              <a:lumMod val="20000"/>
              <a:lumOff val="80000"/>
            </a:srgbClr>
          </a:solidFill>
          <a:ln w="9525"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err="1">
              <a:ln>
                <a:noFill/>
              </a:ln>
              <a:solidFill>
                <a:srgbClr val="070F26"/>
              </a:solidFill>
              <a:effectLst/>
              <a:uLnTx/>
              <a:uFillTx/>
              <a:latin typeface="Arial"/>
              <a:ea typeface="Meiryo UI"/>
              <a:cs typeface="+mn-cs"/>
            </a:endParaRPr>
          </a:p>
        </p:txBody>
      </p:sp>
      <p:sp>
        <p:nvSpPr>
          <p:cNvPr id="36" name="テキスト ボックス 26">
            <a:extLst>
              <a:ext uri="{FF2B5EF4-FFF2-40B4-BE49-F238E27FC236}">
                <a16:creationId xmlns:a16="http://schemas.microsoft.com/office/drawing/2014/main" id="{63835962-8115-A54F-7749-4FDC1E58556E}"/>
              </a:ext>
            </a:extLst>
          </p:cNvPr>
          <p:cNvSpPr txBox="1"/>
          <p:nvPr/>
        </p:nvSpPr>
        <p:spPr>
          <a:xfrm>
            <a:off x="3641657" y="2439070"/>
            <a:ext cx="2569669" cy="28751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i="0" u="none" strike="noStrike" kern="0" cap="none" spc="46" normalizeH="0" baseline="0" noProof="0">
                <a:ln>
                  <a:noFill/>
                </a:ln>
                <a:solidFill>
                  <a:srgbClr val="0072BC">
                    <a:lumMod val="75000"/>
                  </a:srgbClr>
                </a:solidFill>
                <a:effectLst/>
                <a:uLnTx/>
                <a:uFillTx/>
                <a:latin typeface="Arial"/>
                <a:ea typeface="Meiryo UI"/>
                <a:cs typeface="Meiryo UI Bold" pitchFamily="34" charset="-120"/>
              </a:rPr>
              <a:t>Focus Areas</a:t>
            </a:r>
          </a:p>
        </p:txBody>
      </p:sp>
      <p:cxnSp>
        <p:nvCxnSpPr>
          <p:cNvPr id="13" name="Straight Connector 36">
            <a:extLst>
              <a:ext uri="{FF2B5EF4-FFF2-40B4-BE49-F238E27FC236}">
                <a16:creationId xmlns:a16="http://schemas.microsoft.com/office/drawing/2014/main" id="{6AE7E0E1-C82F-C232-2C94-DE67E5552660}"/>
              </a:ext>
            </a:extLst>
          </p:cNvPr>
          <p:cNvCxnSpPr>
            <a:cxnSpLocks/>
          </p:cNvCxnSpPr>
          <p:nvPr/>
        </p:nvCxnSpPr>
        <p:spPr>
          <a:xfrm>
            <a:off x="6367299" y="2778841"/>
            <a:ext cx="3176481" cy="0"/>
          </a:xfrm>
          <a:prstGeom prst="line">
            <a:avLst/>
          </a:prstGeom>
          <a:noFill/>
          <a:ln w="6350" cap="rnd" cmpd="sng" algn="ctr">
            <a:solidFill>
              <a:srgbClr val="0072BC">
                <a:lumMod val="50000"/>
              </a:srgbClr>
            </a:solidFill>
            <a:prstDash val="solid"/>
            <a:round/>
          </a:ln>
          <a:effectLst/>
        </p:spPr>
      </p:cxnSp>
      <p:sp>
        <p:nvSpPr>
          <p:cNvPr id="38" name="テキスト ボックス 26">
            <a:extLst>
              <a:ext uri="{FF2B5EF4-FFF2-40B4-BE49-F238E27FC236}">
                <a16:creationId xmlns:a16="http://schemas.microsoft.com/office/drawing/2014/main" id="{A000B0D7-7FE0-AE83-7411-451643E878B0}"/>
              </a:ext>
            </a:extLst>
          </p:cNvPr>
          <p:cNvSpPr txBox="1"/>
          <p:nvPr/>
        </p:nvSpPr>
        <p:spPr>
          <a:xfrm>
            <a:off x="6427075" y="2439070"/>
            <a:ext cx="3030708" cy="28751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2000" b="1" i="0" u="none" strike="noStrike" kern="0" cap="none" spc="0" normalizeH="0" baseline="0" noProof="0">
                <a:ln>
                  <a:noFill/>
                </a:ln>
                <a:solidFill>
                  <a:srgbClr val="0072BC">
                    <a:lumMod val="75000"/>
                  </a:srgbClr>
                </a:solidFill>
                <a:effectLst/>
                <a:uLnTx/>
                <a:uFillTx/>
                <a:latin typeface="Arial"/>
                <a:ea typeface="Meiryo UI"/>
                <a:cs typeface="+mn-cs"/>
              </a:rPr>
              <a:t>Full-stack Partner Ecosystem</a:t>
            </a:r>
            <a:endParaRPr kumimoji="0" lang="ja-JP" altLang="en-US" sz="2000" b="1" i="0" u="none" strike="noStrike" kern="0" cap="none" spc="0" normalizeH="0" baseline="0" noProof="0">
              <a:ln>
                <a:noFill/>
              </a:ln>
              <a:solidFill>
                <a:srgbClr val="0072BC">
                  <a:lumMod val="75000"/>
                </a:srgbClr>
              </a:solidFill>
              <a:effectLst/>
              <a:uLnTx/>
              <a:uFillTx/>
              <a:latin typeface="Arial"/>
              <a:ea typeface="Meiryo UI"/>
              <a:cs typeface="+mn-cs"/>
            </a:endParaRPr>
          </a:p>
        </p:txBody>
      </p:sp>
      <p:grpSp>
        <p:nvGrpSpPr>
          <p:cNvPr id="39" name="グループ化 38">
            <a:extLst>
              <a:ext uri="{FF2B5EF4-FFF2-40B4-BE49-F238E27FC236}">
                <a16:creationId xmlns:a16="http://schemas.microsoft.com/office/drawing/2014/main" id="{CE97BBBB-3ED3-E6BA-65B2-236941709870}"/>
              </a:ext>
            </a:extLst>
          </p:cNvPr>
          <p:cNvGrpSpPr/>
          <p:nvPr/>
        </p:nvGrpSpPr>
        <p:grpSpPr>
          <a:xfrm>
            <a:off x="3588772" y="2797695"/>
            <a:ext cx="2736935" cy="2862473"/>
            <a:chOff x="4014432" y="2215566"/>
            <a:chExt cx="3647130" cy="3983468"/>
          </a:xfrm>
        </p:grpSpPr>
        <p:sp>
          <p:nvSpPr>
            <p:cNvPr id="40" name="四角形: 角を丸くする 39">
              <a:extLst>
                <a:ext uri="{FF2B5EF4-FFF2-40B4-BE49-F238E27FC236}">
                  <a16:creationId xmlns:a16="http://schemas.microsoft.com/office/drawing/2014/main" id="{C6CC39AE-F0CE-702E-F2C2-DD14BC244F71}"/>
                </a:ext>
              </a:extLst>
            </p:cNvPr>
            <p:cNvSpPr/>
            <p:nvPr/>
          </p:nvSpPr>
          <p:spPr>
            <a:xfrm>
              <a:off x="4017617" y="4880171"/>
              <a:ext cx="3522591" cy="1276445"/>
            </a:xfrm>
            <a:prstGeom prst="roundRect">
              <a:avLst>
                <a:gd name="adj" fmla="val 7927"/>
              </a:avLst>
            </a:prstGeom>
            <a:solidFill>
              <a:srgbClr val="005B96"/>
            </a:solidFill>
            <a:ln w="3175" cap="flat" cmpd="sng" algn="ctr">
              <a:noFill/>
              <a:prstDash val="solid"/>
            </a:ln>
            <a:effectLst/>
          </p:spPr>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10000"/>
                </a:lnSpc>
                <a:spcBef>
                  <a:spcPts val="600"/>
                </a:spcBef>
                <a:spcAft>
                  <a:spcPts val="0"/>
                </a:spcAft>
                <a:buClrTx/>
                <a:buSzTx/>
                <a:buFontTx/>
                <a:buNone/>
                <a:tabLst/>
                <a:defRPr/>
              </a:pPr>
              <a:endParaRPr kumimoji="0" lang="ja-JP" altLang="en-US" sz="1200" b="1" i="0" u="none" strike="noStrike" kern="0" cap="none" spc="0" normalizeH="0" baseline="0" noProof="0" err="1">
                <a:ln>
                  <a:noFill/>
                </a:ln>
                <a:solidFill>
                  <a:srgbClr val="0072BC"/>
                </a:solidFill>
                <a:effectLst>
                  <a:glow rad="101600">
                    <a:srgbClr val="0072BC">
                      <a:lumMod val="20000"/>
                      <a:lumOff val="80000"/>
                      <a:alpha val="60000"/>
                    </a:srgbClr>
                  </a:glow>
                </a:effectLst>
                <a:uLnTx/>
                <a:uFillTx/>
                <a:latin typeface="Meiryo UI" panose="020B0604030504040204" pitchFamily="50" charset="-128"/>
                <a:ea typeface="Meiryo UI"/>
                <a:cs typeface="Noto Sans" panose="020B0502040504020204" pitchFamily="34" charset="0"/>
              </a:endParaRPr>
            </a:p>
          </p:txBody>
        </p:sp>
        <p:sp>
          <p:nvSpPr>
            <p:cNvPr id="16" name="Rectangle 11">
              <a:extLst>
                <a:ext uri="{FF2B5EF4-FFF2-40B4-BE49-F238E27FC236}">
                  <a16:creationId xmlns:a16="http://schemas.microsoft.com/office/drawing/2014/main" id="{2468234D-BDF0-8D7B-5A99-168AB9E7D624}"/>
                </a:ext>
              </a:extLst>
            </p:cNvPr>
            <p:cNvSpPr>
              <a:spLocks noChangeArrowheads="1"/>
            </p:cNvSpPr>
            <p:nvPr/>
          </p:nvSpPr>
          <p:spPr bwMode="auto">
            <a:xfrm>
              <a:off x="4546984" y="5257527"/>
              <a:ext cx="2460779" cy="5385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4785"/>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lgn="l" defTabSz="762000" eaLnBrk="0" hangingPunct="0">
                <a:defRPr sz="2400">
                  <a:solidFill>
                    <a:schemeClr val="tx1"/>
                  </a:solidFill>
                  <a:latin typeface="Times New Roman" panose="02020603050405020304" pitchFamily="18" charset="0"/>
                </a:defRPr>
              </a:lvl1pPr>
              <a:lvl2pPr marL="571500" algn="l" defTabSz="762000" eaLnBrk="0" hangingPunct="0">
                <a:defRPr sz="2400">
                  <a:solidFill>
                    <a:schemeClr val="tx1"/>
                  </a:solidFill>
                  <a:latin typeface="Times New Roman" panose="02020603050405020304" pitchFamily="18" charset="0"/>
                </a:defRPr>
              </a:lvl2pPr>
              <a:lvl3pPr marL="1143000" algn="l" defTabSz="762000" eaLnBrk="0" hangingPunct="0">
                <a:defRPr sz="2400">
                  <a:solidFill>
                    <a:schemeClr val="tx1"/>
                  </a:solidFill>
                  <a:latin typeface="Times New Roman" panose="02020603050405020304" pitchFamily="18" charset="0"/>
                </a:defRPr>
              </a:lvl3pPr>
              <a:lvl4pPr marL="1714500" algn="l" defTabSz="762000" eaLnBrk="0" hangingPunct="0">
                <a:defRPr sz="2400">
                  <a:solidFill>
                    <a:schemeClr val="tx1"/>
                  </a:solidFill>
                  <a:latin typeface="Times New Roman" panose="02020603050405020304" pitchFamily="18" charset="0"/>
                </a:defRPr>
              </a:lvl4pPr>
              <a:lvl5pPr marL="2286000" algn="l" defTabSz="762000" eaLnBrk="0" hangingPunct="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ctr" defTabSz="914400" rtl="0" eaLnBrk="1" fontAlgn="base" latinLnBrk="0" hangingPunct="1">
                <a:lnSpc>
                  <a:spcPct val="90000"/>
                </a:lnSpc>
                <a:spcBef>
                  <a:spcPct val="0"/>
                </a:spcBef>
                <a:spcAft>
                  <a:spcPct val="0"/>
                </a:spcAft>
                <a:buClrTx/>
                <a:buSzTx/>
                <a:buFontTx/>
                <a:buNone/>
                <a:tabLst/>
                <a:defRPr/>
              </a:pPr>
              <a:r>
                <a:rPr kumimoji="0" lang="en-US" altLang="ja-JP" sz="1800" b="1" i="0" u="none" strike="noStrike" kern="1200" cap="none" spc="0" normalizeH="0" baseline="0" noProof="0" dirty="0">
                  <a:ln>
                    <a:noFill/>
                  </a:ln>
                  <a:solidFill>
                    <a:srgbClr val="FFFFFF"/>
                  </a:solidFill>
                  <a:effectLst>
                    <a:glow rad="101600">
                      <a:srgbClr val="003050"/>
                    </a:glow>
                  </a:effectLst>
                  <a:uLnTx/>
                  <a:uFillTx/>
                  <a:latin typeface="Meiryo UI" panose="020B0604030504040204" pitchFamily="50" charset="-128"/>
                  <a:ea typeface="Meiryo UI"/>
                  <a:cs typeface="+mn-cs"/>
                </a:rPr>
                <a:t>Next-Gen Infrastructure</a:t>
              </a:r>
              <a:endParaRPr kumimoji="0" lang="ja-JP" altLang="en-US" sz="1800" b="1" i="0" u="none" strike="noStrike" kern="1200" cap="none" spc="0" normalizeH="0" baseline="0" noProof="0" dirty="0">
                <a:ln>
                  <a:noFill/>
                </a:ln>
                <a:solidFill>
                  <a:srgbClr val="FFFFFF"/>
                </a:solidFill>
                <a:effectLst>
                  <a:glow rad="101600">
                    <a:srgbClr val="003050"/>
                  </a:glow>
                </a:effectLst>
                <a:uLnTx/>
                <a:uFillTx/>
                <a:latin typeface="Meiryo UI" panose="020B0604030504040204" pitchFamily="50" charset="-128"/>
                <a:ea typeface="Meiryo UI"/>
                <a:cs typeface="+mn-cs"/>
              </a:endParaRPr>
            </a:p>
          </p:txBody>
        </p:sp>
        <p:sp>
          <p:nvSpPr>
            <p:cNvPr id="42" name="四角形: 角を丸くする 41">
              <a:extLst>
                <a:ext uri="{FF2B5EF4-FFF2-40B4-BE49-F238E27FC236}">
                  <a16:creationId xmlns:a16="http://schemas.microsoft.com/office/drawing/2014/main" id="{83FB0543-39A7-81EF-6424-C4A85B22CD00}"/>
                </a:ext>
              </a:extLst>
            </p:cNvPr>
            <p:cNvSpPr/>
            <p:nvPr/>
          </p:nvSpPr>
          <p:spPr>
            <a:xfrm>
              <a:off x="4017617" y="3415534"/>
              <a:ext cx="3522591" cy="1422219"/>
            </a:xfrm>
            <a:prstGeom prst="roundRect">
              <a:avLst>
                <a:gd name="adj" fmla="val 7752"/>
              </a:avLst>
            </a:prstGeom>
            <a:solidFill>
              <a:srgbClr val="0EC3CF"/>
            </a:solidFill>
            <a:ln w="3175" cap="flat" cmpd="sng" algn="ctr">
              <a:noFill/>
              <a:prstDash val="solid"/>
            </a:ln>
            <a:effectLst/>
          </p:spPr>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10000"/>
                </a:lnSpc>
                <a:spcBef>
                  <a:spcPts val="600"/>
                </a:spcBef>
                <a:spcAft>
                  <a:spcPts val="0"/>
                </a:spcAft>
                <a:buClrTx/>
                <a:buSzTx/>
                <a:buFontTx/>
                <a:buNone/>
                <a:tabLst/>
                <a:defRPr/>
              </a:pPr>
              <a:endParaRPr kumimoji="0" lang="ja-JP" altLang="en-US" sz="1200" b="1" i="0" u="none" strike="noStrike" kern="0" cap="none" spc="0" normalizeH="0" baseline="0" noProof="0" err="1">
                <a:ln>
                  <a:noFill/>
                </a:ln>
                <a:solidFill>
                  <a:srgbClr val="0072BC"/>
                </a:solidFill>
                <a:effectLst>
                  <a:glow rad="101600">
                    <a:srgbClr val="0072BC">
                      <a:lumMod val="20000"/>
                      <a:lumOff val="80000"/>
                      <a:alpha val="60000"/>
                    </a:srgbClr>
                  </a:glow>
                </a:effectLst>
                <a:uLnTx/>
                <a:uFillTx/>
                <a:latin typeface="Meiryo UI" panose="020B0604030504040204" pitchFamily="50" charset="-128"/>
                <a:ea typeface="Meiryo UI"/>
                <a:cs typeface="Noto Sans" panose="020B0502040504020204" pitchFamily="34" charset="0"/>
              </a:endParaRPr>
            </a:p>
          </p:txBody>
        </p:sp>
        <p:sp>
          <p:nvSpPr>
            <p:cNvPr id="18" name="四角形: 上の 2 つの角を丸める 17">
              <a:extLst>
                <a:ext uri="{FF2B5EF4-FFF2-40B4-BE49-F238E27FC236}">
                  <a16:creationId xmlns:a16="http://schemas.microsoft.com/office/drawing/2014/main" id="{3C379BA7-79D2-70D6-4C4D-5282B18A9FB0}"/>
                </a:ext>
              </a:extLst>
            </p:cNvPr>
            <p:cNvSpPr/>
            <p:nvPr/>
          </p:nvSpPr>
          <p:spPr>
            <a:xfrm>
              <a:off x="4227187" y="2282162"/>
              <a:ext cx="727918" cy="1326532"/>
            </a:xfrm>
            <a:prstGeom prst="round2SameRect">
              <a:avLst>
                <a:gd name="adj1" fmla="val 15882"/>
                <a:gd name="adj2" fmla="val 0"/>
              </a:avLst>
            </a:prstGeom>
            <a:solidFill>
              <a:srgbClr val="0EC3CF"/>
            </a:solidFill>
            <a:ln w="3175" cap="flat" cmpd="sng" algn="ctr">
              <a:noFill/>
              <a:prstDash val="solid"/>
            </a:ln>
            <a:effectLst/>
          </p:spPr>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000" b="1" i="0" u="none" strike="noStrike" kern="0" cap="none" spc="0" normalizeH="0" baseline="0" noProof="0" err="1">
                <a:ln>
                  <a:noFill/>
                </a:ln>
                <a:solidFill>
                  <a:srgbClr val="0072BC"/>
                </a:solidFill>
                <a:effectLst>
                  <a:glow rad="101600">
                    <a:srgbClr val="0072BC">
                      <a:lumMod val="20000"/>
                      <a:lumOff val="80000"/>
                      <a:alpha val="60000"/>
                    </a:srgbClr>
                  </a:glow>
                </a:effectLst>
                <a:uLnTx/>
                <a:uFillTx/>
                <a:latin typeface="Meiryo UI" panose="020B0604030504040204" pitchFamily="50" charset="-128"/>
                <a:ea typeface="Meiryo UI"/>
                <a:cs typeface="Noto Sans" panose="020B0502040504020204" pitchFamily="34" charset="0"/>
              </a:endParaRPr>
            </a:p>
          </p:txBody>
        </p:sp>
        <p:sp>
          <p:nvSpPr>
            <p:cNvPr id="44" name="四角形: 上の 2 つの角を丸める 43">
              <a:extLst>
                <a:ext uri="{FF2B5EF4-FFF2-40B4-BE49-F238E27FC236}">
                  <a16:creationId xmlns:a16="http://schemas.microsoft.com/office/drawing/2014/main" id="{59C9E5C3-5352-B246-CE44-C4031B0C79EF}"/>
                </a:ext>
              </a:extLst>
            </p:cNvPr>
            <p:cNvSpPr/>
            <p:nvPr/>
          </p:nvSpPr>
          <p:spPr>
            <a:xfrm>
              <a:off x="5024085" y="2279518"/>
              <a:ext cx="727918" cy="1326532"/>
            </a:xfrm>
            <a:prstGeom prst="round2SameRect">
              <a:avLst>
                <a:gd name="adj1" fmla="val 15882"/>
                <a:gd name="adj2" fmla="val 0"/>
              </a:avLst>
            </a:prstGeom>
            <a:solidFill>
              <a:srgbClr val="0EC3CF"/>
            </a:solidFill>
            <a:ln w="3175" cap="flat" cmpd="sng" algn="ctr">
              <a:noFill/>
              <a:prstDash val="solid"/>
            </a:ln>
            <a:effectLst/>
          </p:spPr>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000" b="1" i="0" u="none" strike="noStrike" kern="0" cap="none" spc="0" normalizeH="0" baseline="0" noProof="0" err="1">
                <a:ln>
                  <a:noFill/>
                </a:ln>
                <a:solidFill>
                  <a:srgbClr val="0072BC"/>
                </a:solidFill>
                <a:effectLst>
                  <a:glow rad="101600">
                    <a:srgbClr val="0072BC">
                      <a:lumMod val="20000"/>
                      <a:lumOff val="80000"/>
                      <a:alpha val="60000"/>
                    </a:srgbClr>
                  </a:glow>
                </a:effectLst>
                <a:uLnTx/>
                <a:uFillTx/>
                <a:latin typeface="Meiryo UI" panose="020B0604030504040204" pitchFamily="50" charset="-128"/>
                <a:ea typeface="Meiryo UI"/>
                <a:cs typeface="Noto Sans" panose="020B0502040504020204" pitchFamily="34" charset="0"/>
              </a:endParaRPr>
            </a:p>
          </p:txBody>
        </p:sp>
        <p:sp>
          <p:nvSpPr>
            <p:cNvPr id="45" name="四角形: 上の 2 つの角を丸める 44">
              <a:extLst>
                <a:ext uri="{FF2B5EF4-FFF2-40B4-BE49-F238E27FC236}">
                  <a16:creationId xmlns:a16="http://schemas.microsoft.com/office/drawing/2014/main" id="{12C0F88C-02B5-3C8A-FF58-549BA839A5CC}"/>
                </a:ext>
              </a:extLst>
            </p:cNvPr>
            <p:cNvSpPr/>
            <p:nvPr/>
          </p:nvSpPr>
          <p:spPr>
            <a:xfrm>
              <a:off x="5820984" y="2279518"/>
              <a:ext cx="727918" cy="1326532"/>
            </a:xfrm>
            <a:prstGeom prst="round2SameRect">
              <a:avLst>
                <a:gd name="adj1" fmla="val 15882"/>
                <a:gd name="adj2" fmla="val 0"/>
              </a:avLst>
            </a:prstGeom>
            <a:solidFill>
              <a:srgbClr val="0EC3CF"/>
            </a:solidFill>
            <a:ln w="3175" cap="flat" cmpd="sng" algn="ctr">
              <a:noFill/>
              <a:prstDash val="solid"/>
            </a:ln>
            <a:effectLst/>
          </p:spPr>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000" b="1" i="0" u="none" strike="noStrike" kern="0" cap="none" spc="0" normalizeH="0" baseline="0" noProof="0" err="1">
                <a:ln>
                  <a:noFill/>
                </a:ln>
                <a:solidFill>
                  <a:srgbClr val="0072BC"/>
                </a:solidFill>
                <a:effectLst>
                  <a:glow rad="101600">
                    <a:srgbClr val="0072BC">
                      <a:lumMod val="20000"/>
                      <a:lumOff val="80000"/>
                      <a:alpha val="60000"/>
                    </a:srgbClr>
                  </a:glow>
                </a:effectLst>
                <a:uLnTx/>
                <a:uFillTx/>
                <a:latin typeface="Meiryo UI" panose="020B0604030504040204" pitchFamily="50" charset="-128"/>
                <a:ea typeface="Meiryo UI"/>
                <a:cs typeface="Noto Sans" panose="020B0502040504020204" pitchFamily="34" charset="0"/>
              </a:endParaRPr>
            </a:p>
          </p:txBody>
        </p:sp>
        <p:sp>
          <p:nvSpPr>
            <p:cNvPr id="19" name="四角形: 上の 2 つの角を丸める 18">
              <a:extLst>
                <a:ext uri="{FF2B5EF4-FFF2-40B4-BE49-F238E27FC236}">
                  <a16:creationId xmlns:a16="http://schemas.microsoft.com/office/drawing/2014/main" id="{D8615878-70A5-287B-CDE8-01D886090635}"/>
                </a:ext>
              </a:extLst>
            </p:cNvPr>
            <p:cNvSpPr/>
            <p:nvPr/>
          </p:nvSpPr>
          <p:spPr>
            <a:xfrm>
              <a:off x="6617882" y="2279518"/>
              <a:ext cx="727918" cy="1326532"/>
            </a:xfrm>
            <a:prstGeom prst="round2SameRect">
              <a:avLst>
                <a:gd name="adj1" fmla="val 15882"/>
                <a:gd name="adj2" fmla="val 0"/>
              </a:avLst>
            </a:prstGeom>
            <a:solidFill>
              <a:srgbClr val="0EC3CF"/>
            </a:solidFill>
            <a:ln w="3175" cap="flat" cmpd="sng" algn="ctr">
              <a:noFill/>
              <a:prstDash val="solid"/>
            </a:ln>
            <a:effectLst/>
          </p:spPr>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000" b="1" i="0" u="none" strike="noStrike" kern="0" cap="none" spc="0" normalizeH="0" baseline="0" noProof="0" err="1">
                <a:ln>
                  <a:noFill/>
                </a:ln>
                <a:solidFill>
                  <a:srgbClr val="0072BC"/>
                </a:solidFill>
                <a:effectLst>
                  <a:glow rad="101600">
                    <a:srgbClr val="0072BC">
                      <a:lumMod val="20000"/>
                      <a:lumOff val="80000"/>
                      <a:alpha val="60000"/>
                    </a:srgbClr>
                  </a:glow>
                </a:effectLst>
                <a:uLnTx/>
                <a:uFillTx/>
                <a:latin typeface="Meiryo UI" panose="020B0604030504040204" pitchFamily="50" charset="-128"/>
                <a:ea typeface="Meiryo UI"/>
                <a:cs typeface="Noto Sans" panose="020B0502040504020204" pitchFamily="34" charset="0"/>
              </a:endParaRPr>
            </a:p>
          </p:txBody>
        </p:sp>
        <p:sp>
          <p:nvSpPr>
            <p:cNvPr id="47" name="Rectangle 11">
              <a:extLst>
                <a:ext uri="{FF2B5EF4-FFF2-40B4-BE49-F238E27FC236}">
                  <a16:creationId xmlns:a16="http://schemas.microsoft.com/office/drawing/2014/main" id="{6BCA9267-F55F-C747-6AB0-B442ED8789B9}"/>
                </a:ext>
              </a:extLst>
            </p:cNvPr>
            <p:cNvSpPr>
              <a:spLocks noChangeArrowheads="1"/>
            </p:cNvSpPr>
            <p:nvPr/>
          </p:nvSpPr>
          <p:spPr bwMode="auto">
            <a:xfrm>
              <a:off x="4045528" y="3773114"/>
              <a:ext cx="3466783" cy="494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4785"/>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lgn="l" defTabSz="762000" eaLnBrk="0" hangingPunct="0">
                <a:defRPr sz="2400">
                  <a:solidFill>
                    <a:schemeClr val="tx1"/>
                  </a:solidFill>
                  <a:latin typeface="Times New Roman" panose="02020603050405020304" pitchFamily="18" charset="0"/>
                </a:defRPr>
              </a:lvl1pPr>
              <a:lvl2pPr marL="571500" algn="l" defTabSz="762000" eaLnBrk="0" hangingPunct="0">
                <a:defRPr sz="2400">
                  <a:solidFill>
                    <a:schemeClr val="tx1"/>
                  </a:solidFill>
                  <a:latin typeface="Times New Roman" panose="02020603050405020304" pitchFamily="18" charset="0"/>
                </a:defRPr>
              </a:lvl2pPr>
              <a:lvl3pPr marL="1143000" algn="l" defTabSz="762000" eaLnBrk="0" hangingPunct="0">
                <a:defRPr sz="2400">
                  <a:solidFill>
                    <a:schemeClr val="tx1"/>
                  </a:solidFill>
                  <a:latin typeface="Times New Roman" panose="02020603050405020304" pitchFamily="18" charset="0"/>
                </a:defRPr>
              </a:lvl3pPr>
              <a:lvl4pPr marL="1714500" algn="l" defTabSz="762000" eaLnBrk="0" hangingPunct="0">
                <a:defRPr sz="2400">
                  <a:solidFill>
                    <a:schemeClr val="tx1"/>
                  </a:solidFill>
                  <a:latin typeface="Times New Roman" panose="02020603050405020304" pitchFamily="18" charset="0"/>
                </a:defRPr>
              </a:lvl4pPr>
              <a:lvl5pPr marL="2286000" algn="l" defTabSz="762000" eaLnBrk="0" hangingPunct="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ctr" defTabSz="914400" rtl="0" eaLnBrk="1" fontAlgn="base" latinLnBrk="0" hangingPunct="1">
                <a:lnSpc>
                  <a:spcPct val="90000"/>
                </a:lnSpc>
                <a:spcBef>
                  <a:spcPct val="0"/>
                </a:spcBef>
                <a:spcAft>
                  <a:spcPct val="0"/>
                </a:spcAft>
                <a:buClrTx/>
                <a:buSzTx/>
                <a:buFontTx/>
                <a:buNone/>
                <a:tabLst/>
                <a:defRPr/>
              </a:pPr>
              <a:r>
                <a:rPr kumimoji="0" lang="en-US" altLang="ja-JP" sz="1800" b="1" i="0" u="none" strike="noStrike" kern="1200" cap="none" spc="0" normalizeH="0" baseline="0" noProof="0" dirty="0">
                  <a:ln>
                    <a:noFill/>
                  </a:ln>
                  <a:solidFill>
                    <a:srgbClr val="FFFFFF"/>
                  </a:solidFill>
                  <a:effectLst>
                    <a:glow rad="101600">
                      <a:srgbClr val="097881"/>
                    </a:glow>
                  </a:effectLst>
                  <a:uLnTx/>
                  <a:uFillTx/>
                  <a:latin typeface="Meiryo UI" panose="020B0604030504040204" pitchFamily="50" charset="-128"/>
                  <a:ea typeface="Meiryo UI"/>
                  <a:cs typeface="+mn-cs"/>
                </a:rPr>
                <a:t>AI-empowered</a:t>
              </a:r>
              <a:br>
                <a:rPr kumimoji="0" lang="en-US" altLang="ja-JP" sz="1800" b="1" i="0" u="none" strike="noStrike" kern="1200" cap="none" spc="0" normalizeH="0" baseline="0" noProof="0" dirty="0">
                  <a:ln>
                    <a:noFill/>
                  </a:ln>
                  <a:solidFill>
                    <a:srgbClr val="FFFFFF"/>
                  </a:solidFill>
                  <a:effectLst>
                    <a:glow rad="101600">
                      <a:srgbClr val="097881"/>
                    </a:glow>
                  </a:effectLst>
                  <a:uLnTx/>
                  <a:uFillTx/>
                  <a:latin typeface="Meiryo UI" panose="020B0604030504040204" pitchFamily="50" charset="-128"/>
                  <a:ea typeface="Meiryo UI"/>
                  <a:cs typeface="+mn-cs"/>
                </a:rPr>
              </a:br>
              <a:r>
                <a:rPr kumimoji="0" lang="en-US" altLang="ja-JP" sz="1800" b="1" i="0" u="none" strike="noStrike" kern="1200" cap="none" spc="0" normalizeH="0" baseline="0" noProof="0" dirty="0">
                  <a:ln>
                    <a:noFill/>
                  </a:ln>
                  <a:solidFill>
                    <a:srgbClr val="FFFFFF"/>
                  </a:solidFill>
                  <a:effectLst>
                    <a:glow rad="101600">
                      <a:srgbClr val="097881"/>
                    </a:glow>
                  </a:effectLst>
                  <a:uLnTx/>
                  <a:uFillTx/>
                  <a:latin typeface="Meiryo UI" panose="020B0604030504040204" pitchFamily="50" charset="-128"/>
                  <a:ea typeface="Meiryo UI"/>
                  <a:cs typeface="+mn-cs"/>
                </a:rPr>
                <a:t>New Value &amp; Productivity</a:t>
              </a:r>
              <a:endParaRPr kumimoji="0" lang="ja-JP" altLang="en-US" sz="1800" b="1" i="0" u="none" strike="noStrike" kern="1200" cap="none" spc="0" normalizeH="0" baseline="0" noProof="0" dirty="0">
                <a:ln>
                  <a:noFill/>
                </a:ln>
                <a:solidFill>
                  <a:srgbClr val="FFFFFF"/>
                </a:solidFill>
                <a:effectLst>
                  <a:glow rad="101600">
                    <a:srgbClr val="097881"/>
                  </a:glow>
                </a:effectLst>
                <a:uLnTx/>
                <a:uFillTx/>
                <a:latin typeface="Meiryo UI" panose="020B0604030504040204" pitchFamily="50" charset="-128"/>
                <a:ea typeface="Meiryo UI"/>
                <a:cs typeface="+mn-cs"/>
              </a:endParaRPr>
            </a:p>
          </p:txBody>
        </p:sp>
        <p:pic>
          <p:nvPicPr>
            <p:cNvPr id="48" name="図 47" descr="テキスト, アイコン&#10;&#10;AI 生成コンテンツは誤りを含む可能性があります。">
              <a:extLst>
                <a:ext uri="{FF2B5EF4-FFF2-40B4-BE49-F238E27FC236}">
                  <a16:creationId xmlns:a16="http://schemas.microsoft.com/office/drawing/2014/main" id="{3457839B-B1CD-EFFD-5A7D-B56B23A4782F}"/>
                </a:ext>
              </a:extLst>
            </p:cNvPr>
            <p:cNvPicPr>
              <a:picLocks noChangeAspect="1"/>
            </p:cNvPicPr>
            <p:nvPr/>
          </p:nvPicPr>
          <p:blipFill>
            <a:blip r:embed="rId2" cstate="hqprint">
              <a:duotone>
                <a:srgbClr val="19A3FC">
                  <a:shade val="45000"/>
                  <a:satMod val="135000"/>
                </a:srgbClr>
                <a:prstClr val="white"/>
              </a:duotone>
              <a:extLst>
                <a:ext uri="{28A0092B-C50C-407E-A947-70E740481C1C}">
                  <a14:useLocalDpi xmlns:a14="http://schemas.microsoft.com/office/drawing/2010/main"/>
                </a:ext>
              </a:extLst>
            </a:blip>
            <a:stretch>
              <a:fillRect/>
            </a:stretch>
          </p:blipFill>
          <p:spPr>
            <a:xfrm>
              <a:off x="4053400" y="5675922"/>
              <a:ext cx="575423" cy="523112"/>
            </a:xfrm>
            <a:prstGeom prst="rect">
              <a:avLst/>
            </a:prstGeom>
            <a:effectLst>
              <a:glow rad="101600">
                <a:srgbClr val="00DFED">
                  <a:satMod val="175000"/>
                  <a:alpha val="40000"/>
                </a:srgbClr>
              </a:glow>
            </a:effectLst>
          </p:spPr>
        </p:pic>
        <p:pic>
          <p:nvPicPr>
            <p:cNvPr id="49" name="図 48" descr="テキスト, アイコン&#10;&#10;AI 生成コンテンツは誤りを含む可能性があります。">
              <a:extLst>
                <a:ext uri="{FF2B5EF4-FFF2-40B4-BE49-F238E27FC236}">
                  <a16:creationId xmlns:a16="http://schemas.microsoft.com/office/drawing/2014/main" id="{53A9A07E-F72D-A13D-203C-BAF2CECB6B72}"/>
                </a:ext>
              </a:extLst>
            </p:cNvPr>
            <p:cNvPicPr>
              <a:picLocks noChangeAspect="1"/>
            </p:cNvPicPr>
            <p:nvPr/>
          </p:nvPicPr>
          <p:blipFill>
            <a:blip r:embed="rId2" cstate="hqprint">
              <a:duotone>
                <a:srgbClr val="19A3FC">
                  <a:shade val="45000"/>
                  <a:satMod val="135000"/>
                </a:srgbClr>
                <a:prstClr val="white"/>
              </a:duotone>
              <a:extLst>
                <a:ext uri="{28A0092B-C50C-407E-A947-70E740481C1C}">
                  <a14:useLocalDpi xmlns:a14="http://schemas.microsoft.com/office/drawing/2010/main"/>
                </a:ext>
              </a:extLst>
            </a:blip>
            <a:stretch>
              <a:fillRect/>
            </a:stretch>
          </p:blipFill>
          <p:spPr>
            <a:xfrm>
              <a:off x="4014432" y="4355842"/>
              <a:ext cx="575423" cy="523112"/>
            </a:xfrm>
            <a:prstGeom prst="rect">
              <a:avLst/>
            </a:prstGeom>
            <a:effectLst>
              <a:glow rad="101600">
                <a:srgbClr val="005B96">
                  <a:satMod val="175000"/>
                  <a:alpha val="40000"/>
                </a:srgbClr>
              </a:glow>
            </a:effectLst>
          </p:spPr>
        </p:pic>
        <p:cxnSp>
          <p:nvCxnSpPr>
            <p:cNvPr id="20" name="Straight Connector 11">
              <a:extLst>
                <a:ext uri="{FF2B5EF4-FFF2-40B4-BE49-F238E27FC236}">
                  <a16:creationId xmlns:a16="http://schemas.microsoft.com/office/drawing/2014/main" id="{82A7893E-7F3D-A584-4EB6-5F337A99CF76}"/>
                </a:ext>
              </a:extLst>
            </p:cNvPr>
            <p:cNvCxnSpPr>
              <a:cxnSpLocks/>
            </p:cNvCxnSpPr>
            <p:nvPr/>
          </p:nvCxnSpPr>
          <p:spPr>
            <a:xfrm>
              <a:off x="4080142" y="2215566"/>
              <a:ext cx="3429001" cy="0"/>
            </a:xfrm>
            <a:prstGeom prst="line">
              <a:avLst/>
            </a:prstGeom>
            <a:noFill/>
            <a:ln w="6350" cap="rnd" cmpd="sng" algn="ctr">
              <a:solidFill>
                <a:srgbClr val="0072BC">
                  <a:lumMod val="50000"/>
                </a:srgbClr>
              </a:solidFill>
              <a:prstDash val="solid"/>
              <a:round/>
            </a:ln>
            <a:effectLst/>
          </p:spPr>
        </p:cxnSp>
        <p:pic>
          <p:nvPicPr>
            <p:cNvPr id="51" name="Graphic 25" descr="Bank with solid fill">
              <a:extLst>
                <a:ext uri="{FF2B5EF4-FFF2-40B4-BE49-F238E27FC236}">
                  <a16:creationId xmlns:a16="http://schemas.microsoft.com/office/drawing/2014/main" id="{F3E69889-F6BF-A04D-16CE-1AC39F76AB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42239" y="2307387"/>
              <a:ext cx="446281" cy="446281"/>
            </a:xfrm>
            <a:prstGeom prst="rect">
              <a:avLst/>
            </a:prstGeom>
          </p:spPr>
        </p:pic>
        <p:sp>
          <p:nvSpPr>
            <p:cNvPr id="52" name="Rectangle 11">
              <a:extLst>
                <a:ext uri="{FF2B5EF4-FFF2-40B4-BE49-F238E27FC236}">
                  <a16:creationId xmlns:a16="http://schemas.microsoft.com/office/drawing/2014/main" id="{280C7ABD-D007-21AA-00B8-1A0A981065B9}"/>
                </a:ext>
              </a:extLst>
            </p:cNvPr>
            <p:cNvSpPr/>
            <p:nvPr/>
          </p:nvSpPr>
          <p:spPr>
            <a:xfrm>
              <a:off x="4149743" y="2366891"/>
              <a:ext cx="831273" cy="327273"/>
            </a:xfrm>
            <a:prstGeom prst="rect">
              <a:avLst/>
            </a:prstGeom>
            <a:noFill/>
            <a:ln w="25400" cap="flat" cmpd="sng" algn="ctr">
              <a:noFill/>
              <a:prstDash val="solid"/>
            </a:ln>
            <a:effectLst/>
          </p:spPr>
          <p:txBody>
            <a:bodyPr wrap="none" lIns="36000" tIns="36000" rIns="36000" bIns="36000" rtlCol="0" anchor="ctr"/>
            <a:lstStyle/>
            <a:p>
              <a:pPr marL="0" marR="0" lvl="0" indent="0" algn="ctr" defTabSz="914400" rtl="0" eaLnBrk="1" fontAlgn="auto" latinLnBrk="0" hangingPunct="1">
                <a:lnSpc>
                  <a:spcPct val="110000"/>
                </a:lnSpc>
                <a:spcBef>
                  <a:spcPts val="600"/>
                </a:spcBef>
                <a:spcAft>
                  <a:spcPts val="0"/>
                </a:spcAft>
                <a:buClrTx/>
                <a:buSzTx/>
                <a:buFontTx/>
                <a:buNone/>
                <a:tabLst/>
                <a:defRPr/>
              </a:pPr>
              <a:r>
                <a:rPr kumimoji="0" lang="en-US" altLang="ja-JP" sz="1200" b="0" i="0" u="none" strike="noStrike" kern="0" cap="none" spc="0" normalizeH="0" baseline="0" noProof="0">
                  <a:ln>
                    <a:noFill/>
                  </a:ln>
                  <a:solidFill>
                    <a:srgbClr val="FFFFFF"/>
                  </a:solidFill>
                  <a:effectLst>
                    <a:glow rad="101600">
                      <a:srgbClr val="070F26">
                        <a:lumMod val="90000"/>
                        <a:lumOff val="10000"/>
                        <a:alpha val="60000"/>
                      </a:srgbClr>
                    </a:glow>
                  </a:effectLst>
                  <a:uLnTx/>
                  <a:uFillTx/>
                  <a:latin typeface="Arial"/>
                  <a:ea typeface="Meiryo UI"/>
                  <a:cs typeface="+mn-cs"/>
                </a:rPr>
                <a:t>Banking</a:t>
              </a:r>
              <a:endParaRPr kumimoji="0" lang="ja-JP" altLang="en-US" sz="1200" b="0" i="0" u="none" strike="noStrike" kern="0" cap="none" spc="0" normalizeH="0" baseline="0" noProof="0">
                <a:ln>
                  <a:noFill/>
                </a:ln>
                <a:solidFill>
                  <a:srgbClr val="FFFFFF"/>
                </a:solidFill>
                <a:effectLst>
                  <a:glow rad="101600">
                    <a:srgbClr val="070F26">
                      <a:lumMod val="90000"/>
                      <a:lumOff val="10000"/>
                      <a:alpha val="60000"/>
                    </a:srgbClr>
                  </a:glow>
                </a:effectLst>
                <a:uLnTx/>
                <a:uFillTx/>
                <a:latin typeface="Arial"/>
                <a:ea typeface="Meiryo UI"/>
                <a:cs typeface="+mn-cs"/>
              </a:endParaRPr>
            </a:p>
          </p:txBody>
        </p:sp>
        <p:pic>
          <p:nvPicPr>
            <p:cNvPr id="53" name="Graphic 27" descr="Badge Heart with solid fill">
              <a:extLst>
                <a:ext uri="{FF2B5EF4-FFF2-40B4-BE49-F238E27FC236}">
                  <a16:creationId xmlns:a16="http://schemas.microsoft.com/office/drawing/2014/main" id="{F81A3F37-91D7-D86F-3186-0F687289CD8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110399" y="2303509"/>
              <a:ext cx="540000" cy="540000"/>
            </a:xfrm>
            <a:prstGeom prst="rect">
              <a:avLst/>
            </a:prstGeom>
          </p:spPr>
        </p:pic>
        <p:sp>
          <p:nvSpPr>
            <p:cNvPr id="54" name="Rectangle 12">
              <a:extLst>
                <a:ext uri="{FF2B5EF4-FFF2-40B4-BE49-F238E27FC236}">
                  <a16:creationId xmlns:a16="http://schemas.microsoft.com/office/drawing/2014/main" id="{0977CB4B-FADC-B62D-2EF4-4502DC78C94F}"/>
                </a:ext>
              </a:extLst>
            </p:cNvPr>
            <p:cNvSpPr/>
            <p:nvPr/>
          </p:nvSpPr>
          <p:spPr>
            <a:xfrm>
              <a:off x="4872401" y="2393509"/>
              <a:ext cx="914400" cy="360000"/>
            </a:xfrm>
            <a:prstGeom prst="rect">
              <a:avLst/>
            </a:prstGeom>
            <a:noFill/>
            <a:ln w="25400" cap="flat" cmpd="sng" algn="ctr">
              <a:noFill/>
              <a:prstDash val="solid"/>
            </a:ln>
            <a:effectLst/>
          </p:spPr>
          <p:txBody>
            <a:bodyPr wrap="none" lIns="36000" tIns="36000" rIns="36000" bIns="36000" rtlCol="0" anchor="ctr"/>
            <a:lstStyle/>
            <a:p>
              <a:pPr marL="0" marR="0" lvl="0" indent="0" algn="ctr" defTabSz="914400" rtl="0" eaLnBrk="1" fontAlgn="auto" latinLnBrk="0" hangingPunct="1">
                <a:lnSpc>
                  <a:spcPct val="110000"/>
                </a:lnSpc>
                <a:spcBef>
                  <a:spcPts val="600"/>
                </a:spcBef>
                <a:spcAft>
                  <a:spcPts val="0"/>
                </a:spcAft>
                <a:buClrTx/>
                <a:buSzTx/>
                <a:buFontTx/>
                <a:buNone/>
                <a:tabLst/>
                <a:defRPr/>
              </a:pPr>
              <a:r>
                <a:rPr kumimoji="0" lang="en-US" altLang="ja-JP" sz="1200" b="0" i="0" u="none" strike="noStrike" kern="0" cap="none" spc="0" normalizeH="0" baseline="0" noProof="0">
                  <a:ln>
                    <a:noFill/>
                  </a:ln>
                  <a:solidFill>
                    <a:srgbClr val="FFFFFF"/>
                  </a:solidFill>
                  <a:effectLst>
                    <a:glow rad="101600">
                      <a:srgbClr val="070F26">
                        <a:lumMod val="90000"/>
                        <a:lumOff val="10000"/>
                        <a:alpha val="60000"/>
                      </a:srgbClr>
                    </a:glow>
                  </a:effectLst>
                  <a:uLnTx/>
                  <a:uFillTx/>
                  <a:latin typeface="Arial"/>
                  <a:ea typeface="Meiryo UI"/>
                  <a:cs typeface="+mn-cs"/>
                </a:rPr>
                <a:t>Insurance</a:t>
              </a:r>
              <a:endParaRPr kumimoji="0" lang="ja-JP" altLang="en-US" sz="1200" b="0" i="0" u="none" strike="noStrike" kern="0" cap="none" spc="0" normalizeH="0" baseline="0" noProof="0">
                <a:ln>
                  <a:noFill/>
                </a:ln>
                <a:solidFill>
                  <a:srgbClr val="FFFFFF"/>
                </a:solidFill>
                <a:effectLst>
                  <a:glow rad="101600">
                    <a:srgbClr val="070F26">
                      <a:lumMod val="90000"/>
                      <a:lumOff val="10000"/>
                      <a:alpha val="60000"/>
                    </a:srgbClr>
                  </a:glow>
                </a:effectLst>
                <a:uLnTx/>
                <a:uFillTx/>
                <a:latin typeface="Arial"/>
                <a:ea typeface="Meiryo UI"/>
                <a:cs typeface="+mn-cs"/>
              </a:endParaRPr>
            </a:p>
          </p:txBody>
        </p:sp>
        <p:pic>
          <p:nvPicPr>
            <p:cNvPr id="55" name="Graphic 28" descr="Car with solid fill">
              <a:extLst>
                <a:ext uri="{FF2B5EF4-FFF2-40B4-BE49-F238E27FC236}">
                  <a16:creationId xmlns:a16="http://schemas.microsoft.com/office/drawing/2014/main" id="{B1B0E8E4-2AF9-ADDF-4A5C-0D8B4927B8F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938054" y="2300611"/>
              <a:ext cx="540000" cy="540000"/>
            </a:xfrm>
            <a:prstGeom prst="rect">
              <a:avLst/>
            </a:prstGeom>
          </p:spPr>
        </p:pic>
        <p:sp>
          <p:nvSpPr>
            <p:cNvPr id="56" name="Rectangle 13">
              <a:extLst>
                <a:ext uri="{FF2B5EF4-FFF2-40B4-BE49-F238E27FC236}">
                  <a16:creationId xmlns:a16="http://schemas.microsoft.com/office/drawing/2014/main" id="{90712A1A-514E-97DD-46FE-643ED161FE59}"/>
                </a:ext>
              </a:extLst>
            </p:cNvPr>
            <p:cNvSpPr/>
            <p:nvPr/>
          </p:nvSpPr>
          <p:spPr>
            <a:xfrm>
              <a:off x="5750854" y="2390611"/>
              <a:ext cx="914400" cy="360000"/>
            </a:xfrm>
            <a:prstGeom prst="rect">
              <a:avLst/>
            </a:prstGeom>
            <a:noFill/>
            <a:ln w="25400" cap="flat" cmpd="sng" algn="ctr">
              <a:noFill/>
              <a:prstDash val="solid"/>
            </a:ln>
            <a:effectLst/>
          </p:spPr>
          <p:txBody>
            <a:bodyPr wrap="none" lIns="36000" tIns="36000" rIns="36000" bIns="36000" rtlCol="0" anchor="ctr"/>
            <a:lstStyle/>
            <a:p>
              <a:pPr marL="0" marR="0" lvl="0" indent="0" algn="ctr" defTabSz="914400" rtl="0" eaLnBrk="1" fontAlgn="auto" latinLnBrk="0" hangingPunct="1">
                <a:lnSpc>
                  <a:spcPct val="110000"/>
                </a:lnSpc>
                <a:spcBef>
                  <a:spcPts val="600"/>
                </a:spcBef>
                <a:spcAft>
                  <a:spcPts val="0"/>
                </a:spcAft>
                <a:buClrTx/>
                <a:buSzTx/>
                <a:buFontTx/>
                <a:buNone/>
                <a:tabLst/>
                <a:defRPr/>
              </a:pPr>
              <a:r>
                <a:rPr kumimoji="0" lang="en-US" altLang="ja-JP" sz="1200" b="0" i="0" u="none" strike="noStrike" kern="0" cap="none" spc="0" normalizeH="0" baseline="0" noProof="0">
                  <a:ln>
                    <a:noFill/>
                  </a:ln>
                  <a:solidFill>
                    <a:srgbClr val="FFFFFF"/>
                  </a:solidFill>
                  <a:effectLst>
                    <a:glow rad="101600">
                      <a:srgbClr val="070F26">
                        <a:lumMod val="90000"/>
                        <a:lumOff val="10000"/>
                        <a:alpha val="60000"/>
                      </a:srgbClr>
                    </a:glow>
                  </a:effectLst>
                  <a:uLnTx/>
                  <a:uFillTx/>
                  <a:latin typeface="Arial"/>
                  <a:ea typeface="Meiryo UI"/>
                  <a:cs typeface="+mn-cs"/>
                </a:rPr>
                <a:t>Automotive</a:t>
              </a:r>
              <a:endParaRPr kumimoji="0" lang="ja-JP" altLang="en-US" sz="1200" b="0" i="0" u="none" strike="noStrike" kern="0" cap="none" spc="0" normalizeH="0" baseline="0" noProof="0">
                <a:ln>
                  <a:noFill/>
                </a:ln>
                <a:solidFill>
                  <a:srgbClr val="FFFFFF"/>
                </a:solidFill>
                <a:effectLst>
                  <a:glow rad="101600">
                    <a:srgbClr val="070F26">
                      <a:lumMod val="90000"/>
                      <a:lumOff val="10000"/>
                      <a:alpha val="60000"/>
                    </a:srgbClr>
                  </a:glow>
                </a:effectLst>
                <a:uLnTx/>
                <a:uFillTx/>
                <a:latin typeface="Arial"/>
                <a:ea typeface="Meiryo UI"/>
                <a:cs typeface="+mn-cs"/>
              </a:endParaRPr>
            </a:p>
          </p:txBody>
        </p:sp>
        <p:pic>
          <p:nvPicPr>
            <p:cNvPr id="57" name="Graphic 30" descr="Robot Hand with solid fill">
              <a:extLst>
                <a:ext uri="{FF2B5EF4-FFF2-40B4-BE49-F238E27FC236}">
                  <a16:creationId xmlns:a16="http://schemas.microsoft.com/office/drawing/2014/main" id="{E42F5E07-73CF-5F0C-7C3B-CAC5E6D2F66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730389" y="2306292"/>
              <a:ext cx="540000" cy="540000"/>
            </a:xfrm>
            <a:prstGeom prst="rect">
              <a:avLst/>
            </a:prstGeom>
          </p:spPr>
        </p:pic>
        <p:sp>
          <p:nvSpPr>
            <p:cNvPr id="58" name="Rectangle 14">
              <a:extLst>
                <a:ext uri="{FF2B5EF4-FFF2-40B4-BE49-F238E27FC236}">
                  <a16:creationId xmlns:a16="http://schemas.microsoft.com/office/drawing/2014/main" id="{82A0D0B4-AB07-59B7-66ED-E6C12D141B9A}"/>
                </a:ext>
              </a:extLst>
            </p:cNvPr>
            <p:cNvSpPr/>
            <p:nvPr/>
          </p:nvSpPr>
          <p:spPr>
            <a:xfrm>
              <a:off x="6543189" y="2396292"/>
              <a:ext cx="914400" cy="360000"/>
            </a:xfrm>
            <a:prstGeom prst="rect">
              <a:avLst/>
            </a:prstGeom>
            <a:noFill/>
            <a:ln w="25400" cap="flat" cmpd="sng" algn="ctr">
              <a:noFill/>
              <a:prstDash val="solid"/>
            </a:ln>
            <a:effectLst/>
          </p:spPr>
          <p:txBody>
            <a:bodyPr wrap="none" lIns="36000" tIns="36000" rIns="36000" bIns="36000" rtlCol="0" anchor="ctr"/>
            <a:lstStyle/>
            <a:p>
              <a:pPr marL="0" marR="0" lvl="0" indent="0" algn="ctr" defTabSz="914400" rtl="0" eaLnBrk="1" fontAlgn="auto" latinLnBrk="0" hangingPunct="1">
                <a:lnSpc>
                  <a:spcPct val="110000"/>
                </a:lnSpc>
                <a:spcBef>
                  <a:spcPts val="600"/>
                </a:spcBef>
                <a:spcAft>
                  <a:spcPts val="0"/>
                </a:spcAft>
                <a:buClrTx/>
                <a:buSzTx/>
                <a:buFontTx/>
                <a:buNone/>
                <a:tabLst/>
                <a:defRPr/>
              </a:pPr>
              <a:r>
                <a:rPr kumimoji="0" lang="en-US" altLang="ja-JP" sz="1200" b="0" i="0" u="none" strike="noStrike" kern="0" cap="none" spc="0" normalizeH="0" baseline="0" noProof="0">
                  <a:ln>
                    <a:noFill/>
                  </a:ln>
                  <a:solidFill>
                    <a:srgbClr val="FFFFFF"/>
                  </a:solidFill>
                  <a:effectLst>
                    <a:glow rad="101600">
                      <a:srgbClr val="070F26">
                        <a:lumMod val="90000"/>
                        <a:lumOff val="10000"/>
                        <a:alpha val="60000"/>
                      </a:srgbClr>
                    </a:glow>
                  </a:effectLst>
                  <a:uLnTx/>
                  <a:uFillTx/>
                  <a:latin typeface="Arial"/>
                  <a:ea typeface="Meiryo UI"/>
                  <a:cs typeface="+mn-cs"/>
                </a:rPr>
                <a:t>Industrial</a:t>
              </a:r>
              <a:endParaRPr kumimoji="0" lang="ja-JP" altLang="en-US" sz="1200" b="0" i="0" u="none" strike="noStrike" kern="0" cap="none" spc="0" normalizeH="0" baseline="0" noProof="0">
                <a:ln>
                  <a:noFill/>
                </a:ln>
                <a:solidFill>
                  <a:srgbClr val="FFFFFF"/>
                </a:solidFill>
                <a:effectLst>
                  <a:glow rad="101600">
                    <a:srgbClr val="070F26">
                      <a:lumMod val="90000"/>
                      <a:lumOff val="10000"/>
                      <a:alpha val="60000"/>
                    </a:srgbClr>
                  </a:glow>
                </a:effectLst>
                <a:uLnTx/>
                <a:uFillTx/>
                <a:latin typeface="Arial"/>
                <a:ea typeface="Meiryo UI"/>
                <a:cs typeface="+mn-cs"/>
              </a:endParaRPr>
            </a:p>
          </p:txBody>
        </p:sp>
        <p:pic>
          <p:nvPicPr>
            <p:cNvPr id="59" name="Graphic 43" descr="Shopping bag with solid fill">
              <a:extLst>
                <a:ext uri="{FF2B5EF4-FFF2-40B4-BE49-F238E27FC236}">
                  <a16:creationId xmlns:a16="http://schemas.microsoft.com/office/drawing/2014/main" id="{0EE0AA33-47FF-9B2D-7690-5C336F5B068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728911" y="2726746"/>
              <a:ext cx="540000" cy="540000"/>
            </a:xfrm>
            <a:prstGeom prst="rect">
              <a:avLst/>
            </a:prstGeom>
          </p:spPr>
        </p:pic>
        <p:sp>
          <p:nvSpPr>
            <p:cNvPr id="60" name="Rectangle 31">
              <a:extLst>
                <a:ext uri="{FF2B5EF4-FFF2-40B4-BE49-F238E27FC236}">
                  <a16:creationId xmlns:a16="http://schemas.microsoft.com/office/drawing/2014/main" id="{44F1F93D-4D72-D9E8-A086-E971C6D016FF}"/>
                </a:ext>
              </a:extLst>
            </p:cNvPr>
            <p:cNvSpPr/>
            <p:nvPr/>
          </p:nvSpPr>
          <p:spPr>
            <a:xfrm>
              <a:off x="4517633" y="2871272"/>
              <a:ext cx="914400" cy="360000"/>
            </a:xfrm>
            <a:prstGeom prst="rect">
              <a:avLst/>
            </a:prstGeom>
            <a:noFill/>
            <a:ln w="25400" cap="flat" cmpd="sng" algn="ctr">
              <a:noFill/>
              <a:prstDash val="solid"/>
            </a:ln>
            <a:effectLst/>
          </p:spPr>
          <p:txBody>
            <a:bodyPr wrap="none" lIns="36000" tIns="36000" rIns="36000" bIns="36000" rtlCol="0" anchor="ctr"/>
            <a:lstStyle/>
            <a:p>
              <a:pPr marL="0" marR="0" lvl="0" indent="0" algn="ctr" defTabSz="914400" rtl="0" eaLnBrk="1" fontAlgn="auto" latinLnBrk="0" hangingPunct="1">
                <a:lnSpc>
                  <a:spcPct val="110000"/>
                </a:lnSpc>
                <a:spcBef>
                  <a:spcPts val="600"/>
                </a:spcBef>
                <a:spcAft>
                  <a:spcPts val="0"/>
                </a:spcAft>
                <a:buClrTx/>
                <a:buSzTx/>
                <a:buFontTx/>
                <a:buNone/>
                <a:tabLst/>
                <a:defRPr/>
              </a:pPr>
              <a:r>
                <a:rPr kumimoji="0" lang="en-US" altLang="ja-JP" sz="1200" b="0" i="0" u="none" strike="noStrike" kern="0" cap="none" spc="0" normalizeH="0" baseline="0" noProof="0">
                  <a:ln>
                    <a:noFill/>
                  </a:ln>
                  <a:solidFill>
                    <a:srgbClr val="FFFFFF"/>
                  </a:solidFill>
                  <a:effectLst>
                    <a:glow rad="101600">
                      <a:srgbClr val="070F26">
                        <a:lumMod val="90000"/>
                        <a:lumOff val="10000"/>
                        <a:alpha val="60000"/>
                      </a:srgbClr>
                    </a:glow>
                  </a:effectLst>
                  <a:uLnTx/>
                  <a:uFillTx/>
                  <a:latin typeface="Arial"/>
                  <a:ea typeface="Meiryo UI"/>
                  <a:cs typeface="+mn-cs"/>
                </a:rPr>
                <a:t>CPG</a:t>
              </a:r>
              <a:endParaRPr kumimoji="0" lang="ja-JP" altLang="en-US" sz="1200" b="0" i="0" u="none" strike="noStrike" kern="0" cap="none" spc="0" normalizeH="0" baseline="0" noProof="0">
                <a:ln>
                  <a:noFill/>
                </a:ln>
                <a:solidFill>
                  <a:srgbClr val="FFFFFF"/>
                </a:solidFill>
                <a:effectLst>
                  <a:glow rad="101600">
                    <a:srgbClr val="070F26">
                      <a:lumMod val="90000"/>
                      <a:lumOff val="10000"/>
                      <a:alpha val="60000"/>
                    </a:srgbClr>
                  </a:glow>
                </a:effectLst>
                <a:uLnTx/>
                <a:uFillTx/>
                <a:latin typeface="Arial"/>
                <a:ea typeface="Meiryo UI"/>
                <a:cs typeface="+mn-cs"/>
              </a:endParaRPr>
            </a:p>
          </p:txBody>
        </p:sp>
        <p:pic>
          <p:nvPicPr>
            <p:cNvPr id="61" name="Graphic 47" descr="Universal access with solid fill">
              <a:extLst>
                <a:ext uri="{FF2B5EF4-FFF2-40B4-BE49-F238E27FC236}">
                  <a16:creationId xmlns:a16="http://schemas.microsoft.com/office/drawing/2014/main" id="{83BBC6ED-7C0B-DAE6-2B12-4F6417155E2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539040" y="2789381"/>
              <a:ext cx="540000" cy="540000"/>
            </a:xfrm>
            <a:prstGeom prst="rect">
              <a:avLst/>
            </a:prstGeom>
          </p:spPr>
        </p:pic>
        <p:sp>
          <p:nvSpPr>
            <p:cNvPr id="62" name="Rectangle 32">
              <a:extLst>
                <a:ext uri="{FF2B5EF4-FFF2-40B4-BE49-F238E27FC236}">
                  <a16:creationId xmlns:a16="http://schemas.microsoft.com/office/drawing/2014/main" id="{A64CCBF4-BCCD-D6EF-40B8-BD651A439C66}"/>
                </a:ext>
              </a:extLst>
            </p:cNvPr>
            <p:cNvSpPr/>
            <p:nvPr/>
          </p:nvSpPr>
          <p:spPr>
            <a:xfrm>
              <a:off x="5351840" y="2879381"/>
              <a:ext cx="914400" cy="360000"/>
            </a:xfrm>
            <a:prstGeom prst="rect">
              <a:avLst/>
            </a:prstGeom>
            <a:noFill/>
            <a:ln w="25400" cap="flat" cmpd="sng" algn="ctr">
              <a:noFill/>
              <a:prstDash val="solid"/>
            </a:ln>
            <a:effectLst/>
          </p:spPr>
          <p:txBody>
            <a:bodyPr wrap="none" lIns="36000" tIns="36000" rIns="36000" bIns="36000" rtlCol="0" anchor="ctr"/>
            <a:lstStyle/>
            <a:p>
              <a:pPr marL="0" marR="0" lvl="0" indent="0" algn="ctr" defTabSz="914400" rtl="0" eaLnBrk="1" fontAlgn="auto" latinLnBrk="0" hangingPunct="1">
                <a:lnSpc>
                  <a:spcPct val="110000"/>
                </a:lnSpc>
                <a:spcBef>
                  <a:spcPts val="600"/>
                </a:spcBef>
                <a:spcAft>
                  <a:spcPts val="0"/>
                </a:spcAft>
                <a:buClrTx/>
                <a:buSzTx/>
                <a:buFontTx/>
                <a:buNone/>
                <a:tabLst/>
                <a:defRPr/>
              </a:pPr>
              <a:r>
                <a:rPr kumimoji="0" lang="en-US" altLang="ja-JP" sz="1200" b="0" i="0" u="none" strike="noStrike" kern="0" cap="none" spc="0" normalizeH="0" baseline="0" noProof="0">
                  <a:ln>
                    <a:noFill/>
                  </a:ln>
                  <a:solidFill>
                    <a:srgbClr val="FFFFFF"/>
                  </a:solidFill>
                  <a:effectLst>
                    <a:glow rad="101600">
                      <a:srgbClr val="070F26">
                        <a:lumMod val="90000"/>
                        <a:lumOff val="10000"/>
                        <a:alpha val="60000"/>
                      </a:srgbClr>
                    </a:glow>
                  </a:effectLst>
                  <a:uLnTx/>
                  <a:uFillTx/>
                  <a:latin typeface="Arial"/>
                  <a:ea typeface="Meiryo UI"/>
                  <a:cs typeface="+mn-cs"/>
                </a:rPr>
                <a:t>Public</a:t>
              </a:r>
              <a:endParaRPr kumimoji="0" lang="ja-JP" altLang="en-US" sz="1200" b="0" i="0" u="none" strike="noStrike" kern="0" cap="none" spc="0" normalizeH="0" baseline="0" noProof="0">
                <a:ln>
                  <a:noFill/>
                </a:ln>
                <a:solidFill>
                  <a:srgbClr val="FFFFFF"/>
                </a:solidFill>
                <a:effectLst>
                  <a:glow rad="101600">
                    <a:srgbClr val="070F26">
                      <a:lumMod val="90000"/>
                      <a:lumOff val="10000"/>
                      <a:alpha val="60000"/>
                    </a:srgbClr>
                  </a:glow>
                </a:effectLst>
                <a:uLnTx/>
                <a:uFillTx/>
                <a:latin typeface="Arial"/>
                <a:ea typeface="Meiryo UI"/>
                <a:cs typeface="+mn-cs"/>
              </a:endParaRPr>
            </a:p>
          </p:txBody>
        </p:sp>
        <p:pic>
          <p:nvPicPr>
            <p:cNvPr id="63" name="Graphic 35">
              <a:extLst>
                <a:ext uri="{FF2B5EF4-FFF2-40B4-BE49-F238E27FC236}">
                  <a16:creationId xmlns:a16="http://schemas.microsoft.com/office/drawing/2014/main" id="{0A3E05E4-FA06-B062-C757-4D65A96D565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325103" y="2837618"/>
              <a:ext cx="490909" cy="490909"/>
            </a:xfrm>
            <a:prstGeom prst="rect">
              <a:avLst/>
            </a:prstGeom>
          </p:spPr>
        </p:pic>
        <p:sp>
          <p:nvSpPr>
            <p:cNvPr id="64" name="Rectangle 33">
              <a:extLst>
                <a:ext uri="{FF2B5EF4-FFF2-40B4-BE49-F238E27FC236}">
                  <a16:creationId xmlns:a16="http://schemas.microsoft.com/office/drawing/2014/main" id="{58097C0E-691E-175B-9252-CC39D986F8C8}"/>
                </a:ext>
              </a:extLst>
            </p:cNvPr>
            <p:cNvSpPr/>
            <p:nvPr/>
          </p:nvSpPr>
          <p:spPr>
            <a:xfrm>
              <a:off x="6113357" y="2903072"/>
              <a:ext cx="914400" cy="360000"/>
            </a:xfrm>
            <a:prstGeom prst="rect">
              <a:avLst/>
            </a:prstGeom>
            <a:noFill/>
            <a:ln w="25400" cap="flat" cmpd="sng" algn="ctr">
              <a:noFill/>
              <a:prstDash val="solid"/>
            </a:ln>
            <a:effectLst/>
          </p:spPr>
          <p:txBody>
            <a:bodyPr wrap="none" lIns="36000" tIns="36000" rIns="36000" bIns="36000" rtlCol="0" anchor="ctr"/>
            <a:lstStyle/>
            <a:p>
              <a:pPr marL="0" marR="0" lvl="0" indent="0" algn="ctr" defTabSz="914400" rtl="0" eaLnBrk="1" fontAlgn="auto" latinLnBrk="0" hangingPunct="1">
                <a:lnSpc>
                  <a:spcPct val="110000"/>
                </a:lnSpc>
                <a:spcBef>
                  <a:spcPts val="600"/>
                </a:spcBef>
                <a:spcAft>
                  <a:spcPts val="0"/>
                </a:spcAft>
                <a:buClrTx/>
                <a:buSzTx/>
                <a:buFontTx/>
                <a:buNone/>
                <a:tabLst/>
                <a:defRPr/>
              </a:pPr>
              <a:r>
                <a:rPr kumimoji="0" lang="en-US" altLang="ja-JP" sz="1200" b="0" i="0" u="none" strike="noStrike" kern="0" cap="none" spc="0" normalizeH="0" baseline="0" noProof="0">
                  <a:ln>
                    <a:noFill/>
                  </a:ln>
                  <a:solidFill>
                    <a:srgbClr val="FFFFFF"/>
                  </a:solidFill>
                  <a:effectLst>
                    <a:glow rad="101600">
                      <a:srgbClr val="070F26">
                        <a:lumMod val="90000"/>
                        <a:lumOff val="10000"/>
                        <a:alpha val="60000"/>
                      </a:srgbClr>
                    </a:glow>
                  </a:effectLst>
                  <a:uLnTx/>
                  <a:uFillTx/>
                  <a:latin typeface="Arial"/>
                  <a:ea typeface="Meiryo UI"/>
                  <a:cs typeface="+mn-cs"/>
                </a:rPr>
                <a:t>Telecom</a:t>
              </a:r>
              <a:endParaRPr kumimoji="0" lang="ja-JP" altLang="en-US" sz="1200" b="0" i="0" u="none" strike="noStrike" kern="0" cap="none" spc="0" normalizeH="0" baseline="0" noProof="0">
                <a:ln>
                  <a:noFill/>
                </a:ln>
                <a:solidFill>
                  <a:srgbClr val="FFFFFF"/>
                </a:solidFill>
                <a:effectLst>
                  <a:glow rad="101600">
                    <a:srgbClr val="070F26">
                      <a:lumMod val="90000"/>
                      <a:lumOff val="10000"/>
                      <a:alpha val="60000"/>
                    </a:srgbClr>
                  </a:glow>
                </a:effectLst>
                <a:uLnTx/>
                <a:uFillTx/>
                <a:latin typeface="Arial"/>
                <a:ea typeface="Meiryo UI"/>
                <a:cs typeface="+mn-cs"/>
              </a:endParaRPr>
            </a:p>
          </p:txBody>
        </p:sp>
        <p:sp>
          <p:nvSpPr>
            <p:cNvPr id="65" name="テキスト ボックス 64">
              <a:extLst>
                <a:ext uri="{FF2B5EF4-FFF2-40B4-BE49-F238E27FC236}">
                  <a16:creationId xmlns:a16="http://schemas.microsoft.com/office/drawing/2014/main" id="{35A31179-0BBE-EFD6-D706-F8D2A350346C}"/>
                </a:ext>
              </a:extLst>
            </p:cNvPr>
            <p:cNvSpPr txBox="1"/>
            <p:nvPr/>
          </p:nvSpPr>
          <p:spPr>
            <a:xfrm>
              <a:off x="6655722" y="2901147"/>
              <a:ext cx="1005840" cy="360000"/>
            </a:xfrm>
            <a:prstGeom prst="rect">
              <a:avLst/>
            </a:prstGeom>
            <a:noFill/>
          </p:spPr>
          <p:txBody>
            <a:bodyPr wrap="none" lIns="0" rIns="0" rtlCol="0" anchor="ctr">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srgbClr val="FFFFFF"/>
                  </a:solidFill>
                  <a:effectLst>
                    <a:glow rad="101600">
                      <a:srgbClr val="070F26">
                        <a:lumMod val="90000"/>
                        <a:lumOff val="10000"/>
                        <a:alpha val="60000"/>
                      </a:srgbClr>
                    </a:glow>
                  </a:effectLst>
                  <a:uLnTx/>
                  <a:uFillTx/>
                  <a:latin typeface="Arial"/>
                  <a:ea typeface="Meiryo UI"/>
                  <a:cs typeface="+mn-cs"/>
                </a:rPr>
                <a:t>・・・</a:t>
              </a:r>
              <a:endParaRPr kumimoji="0" lang="ja-JP" altLang="en-US" sz="1600" b="0" i="0" u="none" strike="noStrike" kern="0" cap="none" spc="0" normalizeH="0" baseline="0" noProof="0">
                <a:ln>
                  <a:noFill/>
                </a:ln>
                <a:solidFill>
                  <a:srgbClr val="FFFFFF"/>
                </a:solidFill>
                <a:effectLst/>
                <a:uLnTx/>
                <a:uFillTx/>
                <a:latin typeface="Meiryo UI"/>
                <a:ea typeface="Meiryo UI"/>
                <a:cs typeface="+mn-cs"/>
              </a:endParaRPr>
            </a:p>
          </p:txBody>
        </p:sp>
      </p:grpSp>
      <p:sp>
        <p:nvSpPr>
          <p:cNvPr id="66" name="正方形/長方形 65">
            <a:extLst>
              <a:ext uri="{FF2B5EF4-FFF2-40B4-BE49-F238E27FC236}">
                <a16:creationId xmlns:a16="http://schemas.microsoft.com/office/drawing/2014/main" id="{8B900A8B-CC35-63FC-D8A9-58DE850856E0}"/>
              </a:ext>
            </a:extLst>
          </p:cNvPr>
          <p:cNvSpPr/>
          <p:nvPr/>
        </p:nvSpPr>
        <p:spPr>
          <a:xfrm>
            <a:off x="6367299" y="3806523"/>
            <a:ext cx="645355" cy="413907"/>
          </a:xfrm>
          <a:prstGeom prst="rect">
            <a:avLst/>
          </a:prstGeom>
          <a:solidFill>
            <a:srgbClr val="FFFFFF">
              <a:lumMod val="75000"/>
            </a:srgbClr>
          </a:solidFill>
          <a:ln w="3175" cap="flat" cmpd="sng" algn="ctr">
            <a:no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10000"/>
              </a:lnSpc>
              <a:spcBef>
                <a:spcPts val="600"/>
              </a:spcBef>
              <a:spcAft>
                <a:spcPts val="0"/>
              </a:spcAft>
              <a:buClrTx/>
              <a:buSzTx/>
              <a:buFontTx/>
              <a:buNone/>
              <a:tabLst/>
              <a:defRPr/>
            </a:pPr>
            <a:r>
              <a:rPr kumimoji="0" lang="en-US" altLang="ja-JP" sz="1200" b="1" i="0" u="none" strike="noStrike" kern="0" cap="none" spc="0" normalizeH="0" baseline="0" noProof="0">
                <a:ln>
                  <a:noFill/>
                </a:ln>
                <a:solidFill>
                  <a:srgbClr val="FFFFFF"/>
                </a:solidFill>
                <a:effectLst/>
                <a:uLnTx/>
                <a:uFillTx/>
                <a:latin typeface="Arial"/>
                <a:ea typeface="Meiryo UI"/>
                <a:cs typeface="+mn-cs"/>
              </a:rPr>
              <a:t>AI</a:t>
            </a:r>
            <a:br>
              <a:rPr kumimoji="0" lang="en-US" altLang="ja-JP" sz="1200" b="1" i="0" u="none" strike="noStrike" kern="0" cap="none" spc="0" normalizeH="0" baseline="0" noProof="0">
                <a:ln>
                  <a:noFill/>
                </a:ln>
                <a:solidFill>
                  <a:srgbClr val="FFFFFF"/>
                </a:solidFill>
                <a:effectLst/>
                <a:uLnTx/>
                <a:uFillTx/>
                <a:latin typeface="Arial"/>
                <a:ea typeface="Meiryo UI"/>
                <a:cs typeface="+mn-cs"/>
              </a:rPr>
            </a:br>
            <a:r>
              <a:rPr kumimoji="0" lang="en-US" altLang="ja-JP" sz="1200" b="1" i="0" u="none" strike="noStrike" kern="0" cap="none" spc="0" normalizeH="0" baseline="0" noProof="0">
                <a:ln>
                  <a:noFill/>
                </a:ln>
                <a:solidFill>
                  <a:srgbClr val="FFFFFF"/>
                </a:solidFill>
                <a:effectLst/>
                <a:uLnTx/>
                <a:uFillTx/>
                <a:latin typeface="Arial"/>
                <a:ea typeface="Meiryo UI"/>
                <a:cs typeface="+mn-cs"/>
              </a:rPr>
              <a:t>Platform</a:t>
            </a:r>
            <a:endParaRPr kumimoji="0" lang="ja-JP" altLang="en-US" sz="1200" b="1" i="0" u="none" strike="noStrike" kern="0" cap="none" spc="0" normalizeH="0" baseline="0" noProof="0">
              <a:ln>
                <a:noFill/>
              </a:ln>
              <a:solidFill>
                <a:srgbClr val="FFFFFF"/>
              </a:solidFill>
              <a:effectLst/>
              <a:uLnTx/>
              <a:uFillTx/>
              <a:latin typeface="Arial"/>
              <a:ea typeface="Meiryo UI"/>
              <a:cs typeface="+mn-cs"/>
            </a:endParaRPr>
          </a:p>
        </p:txBody>
      </p:sp>
      <p:sp>
        <p:nvSpPr>
          <p:cNvPr id="67" name="正方形/長方形 66">
            <a:extLst>
              <a:ext uri="{FF2B5EF4-FFF2-40B4-BE49-F238E27FC236}">
                <a16:creationId xmlns:a16="http://schemas.microsoft.com/office/drawing/2014/main" id="{4E4A94B3-DD85-C891-E338-9494BD1E28A8}"/>
              </a:ext>
            </a:extLst>
          </p:cNvPr>
          <p:cNvSpPr/>
          <p:nvPr/>
        </p:nvSpPr>
        <p:spPr>
          <a:xfrm>
            <a:off x="6367299" y="4746027"/>
            <a:ext cx="645356" cy="413907"/>
          </a:xfrm>
          <a:prstGeom prst="rect">
            <a:avLst/>
          </a:prstGeom>
          <a:solidFill>
            <a:srgbClr val="FFFFFF">
              <a:lumMod val="75000"/>
            </a:srgbClr>
          </a:solidFill>
          <a:ln w="3175" cap="flat" cmpd="sng" algn="ctr">
            <a:no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10000"/>
              </a:lnSpc>
              <a:spcBef>
                <a:spcPts val="600"/>
              </a:spcBef>
              <a:spcAft>
                <a:spcPts val="0"/>
              </a:spcAft>
              <a:buClrTx/>
              <a:buSzTx/>
              <a:buFontTx/>
              <a:buNone/>
              <a:tabLst/>
              <a:defRPr/>
            </a:pPr>
            <a:r>
              <a:rPr kumimoji="0" lang="en-US" altLang="ja-JP" sz="1200" b="1" i="0" u="none" strike="noStrike" kern="0" cap="none" spc="0" normalizeH="0" baseline="0" noProof="0">
                <a:ln>
                  <a:noFill/>
                </a:ln>
                <a:solidFill>
                  <a:srgbClr val="FFFFFF"/>
                </a:solidFill>
                <a:effectLst/>
                <a:uLnTx/>
                <a:uFillTx/>
                <a:latin typeface="Arial"/>
                <a:ea typeface="Meiryo UI"/>
                <a:cs typeface="+mn-cs"/>
              </a:rPr>
              <a:t>Cloud Platform</a:t>
            </a:r>
            <a:endParaRPr kumimoji="0" lang="ja-JP" altLang="en-US" sz="1200" b="1" i="0" u="none" strike="noStrike" kern="0" cap="none" spc="0" normalizeH="0" baseline="0" noProof="0">
              <a:ln>
                <a:noFill/>
              </a:ln>
              <a:solidFill>
                <a:srgbClr val="FFFFFF"/>
              </a:solidFill>
              <a:effectLst/>
              <a:uLnTx/>
              <a:uFillTx/>
              <a:latin typeface="Arial"/>
              <a:ea typeface="Meiryo UI"/>
              <a:cs typeface="+mn-cs"/>
            </a:endParaRPr>
          </a:p>
        </p:txBody>
      </p:sp>
      <p:sp>
        <p:nvSpPr>
          <p:cNvPr id="68" name="正方形/長方形 67">
            <a:extLst>
              <a:ext uri="{FF2B5EF4-FFF2-40B4-BE49-F238E27FC236}">
                <a16:creationId xmlns:a16="http://schemas.microsoft.com/office/drawing/2014/main" id="{AA384788-718B-F112-37F0-539FE0954B57}"/>
              </a:ext>
            </a:extLst>
          </p:cNvPr>
          <p:cNvSpPr/>
          <p:nvPr/>
        </p:nvSpPr>
        <p:spPr>
          <a:xfrm>
            <a:off x="6361428" y="3336771"/>
            <a:ext cx="645355" cy="413907"/>
          </a:xfrm>
          <a:prstGeom prst="rect">
            <a:avLst/>
          </a:prstGeom>
          <a:solidFill>
            <a:srgbClr val="FFFFFF">
              <a:lumMod val="75000"/>
            </a:srgbClr>
          </a:solidFill>
          <a:ln w="3175" cap="flat" cmpd="sng" algn="ctr">
            <a:no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10000"/>
              </a:lnSpc>
              <a:spcBef>
                <a:spcPts val="600"/>
              </a:spcBef>
              <a:spcAft>
                <a:spcPts val="0"/>
              </a:spcAft>
              <a:buClrTx/>
              <a:buSzTx/>
              <a:buFontTx/>
              <a:buNone/>
              <a:tabLst/>
              <a:defRPr/>
            </a:pPr>
            <a:r>
              <a:rPr kumimoji="0" lang="en-US" altLang="ja-JP" sz="1200" b="1" i="0" u="none" strike="noStrike" kern="0" cap="none" spc="0" normalizeH="0" baseline="0" noProof="0">
                <a:ln>
                  <a:noFill/>
                </a:ln>
                <a:solidFill>
                  <a:srgbClr val="FFFFFF"/>
                </a:solidFill>
                <a:effectLst/>
                <a:uLnTx/>
                <a:uFillTx/>
                <a:latin typeface="Arial"/>
                <a:ea typeface="Meiryo UI"/>
                <a:cs typeface="+mn-cs"/>
              </a:rPr>
              <a:t>Biz Apps</a:t>
            </a:r>
            <a:endParaRPr kumimoji="0" lang="ja-JP" altLang="en-US" sz="1200" b="1" i="0" u="none" strike="noStrike" kern="0" cap="none" spc="0" normalizeH="0" baseline="0" noProof="0">
              <a:ln>
                <a:noFill/>
              </a:ln>
              <a:solidFill>
                <a:srgbClr val="FFFFFF"/>
              </a:solidFill>
              <a:effectLst/>
              <a:uLnTx/>
              <a:uFillTx/>
              <a:latin typeface="Arial"/>
              <a:ea typeface="Meiryo UI"/>
              <a:cs typeface="+mn-cs"/>
            </a:endParaRPr>
          </a:p>
        </p:txBody>
      </p:sp>
      <p:sp>
        <p:nvSpPr>
          <p:cNvPr id="69" name="正方形/長方形 68">
            <a:extLst>
              <a:ext uri="{FF2B5EF4-FFF2-40B4-BE49-F238E27FC236}">
                <a16:creationId xmlns:a16="http://schemas.microsoft.com/office/drawing/2014/main" id="{EB372334-D8E8-8F91-908D-82B4024A8E21}"/>
              </a:ext>
            </a:extLst>
          </p:cNvPr>
          <p:cNvSpPr/>
          <p:nvPr/>
        </p:nvSpPr>
        <p:spPr>
          <a:xfrm>
            <a:off x="6361428" y="5215780"/>
            <a:ext cx="645356" cy="413907"/>
          </a:xfrm>
          <a:prstGeom prst="rect">
            <a:avLst/>
          </a:prstGeom>
          <a:solidFill>
            <a:srgbClr val="FFFFFF">
              <a:lumMod val="75000"/>
            </a:srgbClr>
          </a:solidFill>
          <a:ln w="3175" cap="flat" cmpd="sng" algn="ctr">
            <a:no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10000"/>
              </a:lnSpc>
              <a:spcBef>
                <a:spcPts val="600"/>
              </a:spcBef>
              <a:spcAft>
                <a:spcPts val="0"/>
              </a:spcAft>
              <a:buClrTx/>
              <a:buSzTx/>
              <a:buFontTx/>
              <a:buNone/>
              <a:tabLst/>
              <a:defRPr/>
            </a:pPr>
            <a:r>
              <a:rPr kumimoji="0" lang="en-US" altLang="ja-JP" sz="1200" b="1" i="0" u="none" strike="noStrike" kern="0" cap="none" spc="0" normalizeH="0" baseline="0" noProof="0">
                <a:ln>
                  <a:noFill/>
                </a:ln>
                <a:solidFill>
                  <a:srgbClr val="FFFFFF"/>
                </a:solidFill>
                <a:effectLst/>
                <a:uLnTx/>
                <a:uFillTx/>
                <a:latin typeface="Arial"/>
                <a:ea typeface="Meiryo UI"/>
                <a:cs typeface="+mn-cs"/>
              </a:rPr>
              <a:t>Security</a:t>
            </a:r>
          </a:p>
        </p:txBody>
      </p:sp>
      <p:sp>
        <p:nvSpPr>
          <p:cNvPr id="70" name="正方形/長方形 69">
            <a:extLst>
              <a:ext uri="{FF2B5EF4-FFF2-40B4-BE49-F238E27FC236}">
                <a16:creationId xmlns:a16="http://schemas.microsoft.com/office/drawing/2014/main" id="{236210DD-B3FD-D906-BC01-3C63BAD2690B}"/>
              </a:ext>
            </a:extLst>
          </p:cNvPr>
          <p:cNvSpPr/>
          <p:nvPr/>
        </p:nvSpPr>
        <p:spPr>
          <a:xfrm>
            <a:off x="6367299" y="4276275"/>
            <a:ext cx="645355" cy="413907"/>
          </a:xfrm>
          <a:prstGeom prst="rect">
            <a:avLst/>
          </a:prstGeom>
          <a:solidFill>
            <a:srgbClr val="FFFFFF">
              <a:lumMod val="75000"/>
            </a:srgbClr>
          </a:solidFill>
          <a:ln w="3175" cap="flat" cmpd="sng" algn="ctr">
            <a:no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10000"/>
              </a:lnSpc>
              <a:spcBef>
                <a:spcPts val="600"/>
              </a:spcBef>
              <a:spcAft>
                <a:spcPts val="0"/>
              </a:spcAft>
              <a:buClrTx/>
              <a:buSzTx/>
              <a:buFontTx/>
              <a:buNone/>
              <a:tabLst/>
              <a:defRPr/>
            </a:pPr>
            <a:r>
              <a:rPr kumimoji="0" lang="en-US" altLang="ja-JP" sz="1200" b="1" i="0" u="none" strike="noStrike" kern="0" cap="none" spc="0" normalizeH="0" baseline="0" noProof="0">
                <a:ln>
                  <a:noFill/>
                </a:ln>
                <a:solidFill>
                  <a:srgbClr val="FFFFFF"/>
                </a:solidFill>
                <a:effectLst/>
                <a:uLnTx/>
                <a:uFillTx/>
                <a:latin typeface="Arial"/>
                <a:ea typeface="Meiryo UI"/>
                <a:cs typeface="+mn-cs"/>
              </a:rPr>
              <a:t>Data Platform</a:t>
            </a:r>
            <a:endParaRPr kumimoji="0" lang="ja-JP" altLang="en-US" sz="1200" b="1" i="0" u="none" strike="noStrike" kern="0" cap="none" spc="0" normalizeH="0" baseline="0" noProof="0">
              <a:ln>
                <a:noFill/>
              </a:ln>
              <a:solidFill>
                <a:srgbClr val="FFFFFF"/>
              </a:solidFill>
              <a:effectLst/>
              <a:uLnTx/>
              <a:uFillTx/>
              <a:latin typeface="Arial"/>
              <a:ea typeface="Meiryo UI"/>
              <a:cs typeface="+mn-cs"/>
            </a:endParaRPr>
          </a:p>
        </p:txBody>
      </p:sp>
      <p:sp>
        <p:nvSpPr>
          <p:cNvPr id="71" name="正方形/長方形 70">
            <a:extLst>
              <a:ext uri="{FF2B5EF4-FFF2-40B4-BE49-F238E27FC236}">
                <a16:creationId xmlns:a16="http://schemas.microsoft.com/office/drawing/2014/main" id="{C951DD70-C543-D237-B346-2609FFB78369}"/>
              </a:ext>
            </a:extLst>
          </p:cNvPr>
          <p:cNvSpPr/>
          <p:nvPr/>
        </p:nvSpPr>
        <p:spPr>
          <a:xfrm>
            <a:off x="6361429" y="2867019"/>
            <a:ext cx="639508" cy="413907"/>
          </a:xfrm>
          <a:prstGeom prst="rect">
            <a:avLst/>
          </a:prstGeom>
          <a:solidFill>
            <a:srgbClr val="FFFFFF">
              <a:lumMod val="75000"/>
            </a:srgbClr>
          </a:solidFill>
          <a:ln w="3175" cap="flat" cmpd="sng" algn="ctr">
            <a:no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10000"/>
              </a:lnSpc>
              <a:spcBef>
                <a:spcPts val="600"/>
              </a:spcBef>
              <a:spcAft>
                <a:spcPts val="0"/>
              </a:spcAft>
              <a:buClrTx/>
              <a:buSzTx/>
              <a:buFontTx/>
              <a:buNone/>
              <a:tabLst/>
              <a:defRPr/>
            </a:pPr>
            <a:r>
              <a:rPr kumimoji="0" lang="en-US" altLang="ja-JP" sz="1200" b="1" i="0" u="none" strike="noStrike" kern="0" cap="none" spc="0" normalizeH="0" baseline="0" noProof="0">
                <a:ln>
                  <a:noFill/>
                </a:ln>
                <a:solidFill>
                  <a:srgbClr val="FFFFFF"/>
                </a:solidFill>
                <a:effectLst/>
                <a:uLnTx/>
                <a:uFillTx/>
                <a:latin typeface="Arial"/>
                <a:ea typeface="Meiryo UI"/>
                <a:cs typeface="+mn-cs"/>
              </a:rPr>
              <a:t>Industry</a:t>
            </a:r>
            <a:br>
              <a:rPr kumimoji="0" lang="en-US" altLang="ja-JP" sz="1200" b="1" i="0" u="none" strike="noStrike" kern="0" cap="none" spc="0" normalizeH="0" baseline="0" noProof="0">
                <a:ln>
                  <a:noFill/>
                </a:ln>
                <a:solidFill>
                  <a:srgbClr val="FFFFFF"/>
                </a:solidFill>
                <a:effectLst/>
                <a:uLnTx/>
                <a:uFillTx/>
                <a:latin typeface="Arial"/>
                <a:ea typeface="Meiryo UI"/>
                <a:cs typeface="+mn-cs"/>
              </a:rPr>
            </a:br>
            <a:r>
              <a:rPr kumimoji="0" lang="en-US" altLang="ja-JP" sz="1200" b="1" i="0" u="none" strike="noStrike" kern="0" cap="none" spc="0" normalizeH="0" baseline="0" noProof="0">
                <a:ln>
                  <a:noFill/>
                </a:ln>
                <a:solidFill>
                  <a:srgbClr val="FFFFFF"/>
                </a:solidFill>
                <a:effectLst/>
                <a:uLnTx/>
                <a:uFillTx/>
                <a:latin typeface="Arial"/>
                <a:ea typeface="Meiryo UI"/>
                <a:cs typeface="+mn-cs"/>
              </a:rPr>
              <a:t>Vertical</a:t>
            </a:r>
            <a:endParaRPr kumimoji="0" lang="ja-JP" altLang="en-US" sz="1200" b="1" i="0" u="none" strike="noStrike" kern="0" cap="none" spc="0" normalizeH="0" baseline="0" noProof="0">
              <a:ln>
                <a:noFill/>
              </a:ln>
              <a:solidFill>
                <a:srgbClr val="FFFFFF"/>
              </a:solidFill>
              <a:effectLst/>
              <a:uLnTx/>
              <a:uFillTx/>
              <a:latin typeface="Arial"/>
              <a:ea typeface="Meiryo UI"/>
              <a:cs typeface="+mn-cs"/>
            </a:endParaRPr>
          </a:p>
        </p:txBody>
      </p:sp>
      <p:pic>
        <p:nvPicPr>
          <p:cNvPr id="72" name="Picture 10" descr="Download SAP SE Logo in SVG Vector or PNG File Format - Logo.wine">
            <a:extLst>
              <a:ext uri="{FF2B5EF4-FFF2-40B4-BE49-F238E27FC236}">
                <a16:creationId xmlns:a16="http://schemas.microsoft.com/office/drawing/2014/main" id="{B1EE9FF4-350D-71CD-F5D2-F1F4C7F09E8E}"/>
              </a:ext>
            </a:extLst>
          </p:cNvPr>
          <p:cNvPicPr>
            <a:picLocks noChangeAspect="1" noChangeArrowheads="1"/>
          </p:cNvPicPr>
          <p:nvPr/>
        </p:nvPicPr>
        <p:blipFill>
          <a:blip r:embed="rId10" cstate="hqprint">
            <a:extLst>
              <a:ext uri="{28A0092B-C50C-407E-A947-70E740481C1C}">
                <a14:useLocalDpi xmlns:a14="http://schemas.microsoft.com/office/drawing/2010/main"/>
              </a:ext>
            </a:extLst>
          </a:blip>
          <a:srcRect/>
          <a:stretch>
            <a:fillRect/>
          </a:stretch>
        </p:blipFill>
        <p:spPr bwMode="auto">
          <a:xfrm>
            <a:off x="8077822" y="3419164"/>
            <a:ext cx="481850" cy="307600"/>
          </a:xfrm>
          <a:prstGeom prst="rect">
            <a:avLst/>
          </a:prstGeom>
          <a:noFill/>
          <a:extLst>
            <a:ext uri="{909E8E84-426E-40DD-AFC4-6F175D3DCCD1}">
              <a14:hiddenFill xmlns:a14="http://schemas.microsoft.com/office/drawing/2010/main">
                <a:solidFill>
                  <a:srgbClr val="FFFFFF"/>
                </a:solidFill>
              </a14:hiddenFill>
            </a:ext>
          </a:extLst>
        </p:spPr>
      </p:pic>
      <p:pic>
        <p:nvPicPr>
          <p:cNvPr id="73" name="Picture 4">
            <a:extLst>
              <a:ext uri="{FF2B5EF4-FFF2-40B4-BE49-F238E27FC236}">
                <a16:creationId xmlns:a16="http://schemas.microsoft.com/office/drawing/2014/main" id="{F427D62B-AC89-F1E4-8B92-E2D921144CA0}"/>
              </a:ext>
            </a:extLst>
          </p:cNvPr>
          <p:cNvPicPr>
            <a:picLocks noChangeAspect="1" noChangeArrowheads="1"/>
          </p:cNvPicPr>
          <p:nvPr/>
        </p:nvPicPr>
        <p:blipFill>
          <a:blip r:embed="rId11" cstate="hqprint">
            <a:extLst>
              <a:ext uri="{28A0092B-C50C-407E-A947-70E740481C1C}">
                <a14:useLocalDpi xmlns:a14="http://schemas.microsoft.com/office/drawing/2010/main"/>
              </a:ext>
            </a:extLst>
          </a:blip>
          <a:srcRect/>
          <a:stretch>
            <a:fillRect/>
          </a:stretch>
        </p:blipFill>
        <p:spPr bwMode="auto">
          <a:xfrm>
            <a:off x="7511196" y="3438154"/>
            <a:ext cx="383009" cy="256747"/>
          </a:xfrm>
          <a:prstGeom prst="rect">
            <a:avLst/>
          </a:prstGeom>
          <a:noFill/>
          <a:extLst>
            <a:ext uri="{909E8E84-426E-40DD-AFC4-6F175D3DCCD1}">
              <a14:hiddenFill xmlns:a14="http://schemas.microsoft.com/office/drawing/2010/main">
                <a:solidFill>
                  <a:srgbClr val="FFFFFF"/>
                </a:solidFill>
              </a14:hiddenFill>
            </a:ext>
          </a:extLst>
        </p:spPr>
      </p:pic>
      <p:pic>
        <p:nvPicPr>
          <p:cNvPr id="74" name="Picture 12" descr="DataRobot AI Platform Customer Reviews 2025 | Machine Learning">
            <a:extLst>
              <a:ext uri="{FF2B5EF4-FFF2-40B4-BE49-F238E27FC236}">
                <a16:creationId xmlns:a16="http://schemas.microsoft.com/office/drawing/2014/main" id="{3F65CD3C-0418-9103-82F9-138AC9A8A4B3}"/>
              </a:ext>
            </a:extLst>
          </p:cNvPr>
          <p:cNvPicPr>
            <a:picLocks noChangeAspect="1" noChangeArrowheads="1"/>
          </p:cNvPicPr>
          <p:nvPr/>
        </p:nvPicPr>
        <p:blipFill>
          <a:blip r:embed="rId12" cstate="hqprint">
            <a:extLst>
              <a:ext uri="{28A0092B-C50C-407E-A947-70E740481C1C}">
                <a14:useLocalDpi xmlns:a14="http://schemas.microsoft.com/office/drawing/2010/main"/>
              </a:ext>
            </a:extLst>
          </a:blip>
          <a:srcRect/>
          <a:stretch>
            <a:fillRect/>
          </a:stretch>
        </p:blipFill>
        <p:spPr bwMode="auto">
          <a:xfrm>
            <a:off x="7696179" y="3937014"/>
            <a:ext cx="690368" cy="171878"/>
          </a:xfrm>
          <a:prstGeom prst="rect">
            <a:avLst/>
          </a:prstGeom>
          <a:noFill/>
          <a:extLst>
            <a:ext uri="{909E8E84-426E-40DD-AFC4-6F175D3DCCD1}">
              <a14:hiddenFill xmlns:a14="http://schemas.microsoft.com/office/drawing/2010/main">
                <a:solidFill>
                  <a:srgbClr val="FFFFFF"/>
                </a:solidFill>
              </a14:hiddenFill>
            </a:ext>
          </a:extLst>
        </p:spPr>
      </p:pic>
      <p:pic>
        <p:nvPicPr>
          <p:cNvPr id="75" name="Picture 2">
            <a:extLst>
              <a:ext uri="{FF2B5EF4-FFF2-40B4-BE49-F238E27FC236}">
                <a16:creationId xmlns:a16="http://schemas.microsoft.com/office/drawing/2014/main" id="{FCAC3F01-B573-AE71-5E28-378F131D9214}"/>
              </a:ext>
            </a:extLst>
          </p:cNvPr>
          <p:cNvPicPr>
            <a:picLocks noChangeAspect="1" noChangeArrowheads="1"/>
          </p:cNvPicPr>
          <p:nvPr/>
        </p:nvPicPr>
        <p:blipFill>
          <a:blip r:embed="rId13" cstate="hqprint">
            <a:extLst>
              <a:ext uri="{28A0092B-C50C-407E-A947-70E740481C1C}">
                <a14:useLocalDpi xmlns:a14="http://schemas.microsoft.com/office/drawing/2010/main"/>
              </a:ext>
            </a:extLst>
          </a:blip>
          <a:srcRect/>
          <a:stretch>
            <a:fillRect/>
          </a:stretch>
        </p:blipFill>
        <p:spPr bwMode="auto">
          <a:xfrm>
            <a:off x="7132253" y="3968592"/>
            <a:ext cx="507555" cy="131944"/>
          </a:xfrm>
          <a:prstGeom prst="rect">
            <a:avLst/>
          </a:prstGeom>
          <a:noFill/>
          <a:extLst>
            <a:ext uri="{909E8E84-426E-40DD-AFC4-6F175D3DCCD1}">
              <a14:hiddenFill xmlns:a14="http://schemas.microsoft.com/office/drawing/2010/main">
                <a:solidFill>
                  <a:srgbClr val="FFFFFF"/>
                </a:solidFill>
              </a14:hiddenFill>
            </a:ext>
          </a:extLst>
        </p:spPr>
      </p:pic>
      <p:pic>
        <p:nvPicPr>
          <p:cNvPr id="76" name="Picture 8">
            <a:extLst>
              <a:ext uri="{FF2B5EF4-FFF2-40B4-BE49-F238E27FC236}">
                <a16:creationId xmlns:a16="http://schemas.microsoft.com/office/drawing/2014/main" id="{E4AD286D-93D4-7EF6-05D9-144403B514C2}"/>
              </a:ext>
            </a:extLst>
          </p:cNvPr>
          <p:cNvPicPr>
            <a:picLocks noChangeAspect="1" noChangeArrowheads="1"/>
          </p:cNvPicPr>
          <p:nvPr/>
        </p:nvPicPr>
        <p:blipFill>
          <a:blip r:embed="rId14" cstate="hqprint">
            <a:extLst>
              <a:ext uri="{28A0092B-C50C-407E-A947-70E740481C1C}">
                <a14:useLocalDpi xmlns:a14="http://schemas.microsoft.com/office/drawing/2010/main"/>
              </a:ext>
            </a:extLst>
          </a:blip>
          <a:srcRect/>
          <a:stretch>
            <a:fillRect/>
          </a:stretch>
        </p:blipFill>
        <p:spPr bwMode="auto">
          <a:xfrm>
            <a:off x="8442920" y="3996639"/>
            <a:ext cx="576767" cy="101181"/>
          </a:xfrm>
          <a:prstGeom prst="rect">
            <a:avLst/>
          </a:prstGeom>
          <a:noFill/>
          <a:extLst>
            <a:ext uri="{909E8E84-426E-40DD-AFC4-6F175D3DCCD1}">
              <a14:hiddenFill xmlns:a14="http://schemas.microsoft.com/office/drawing/2010/main">
                <a:solidFill>
                  <a:srgbClr val="FFFFFF"/>
                </a:solidFill>
              </a14:hiddenFill>
            </a:ext>
          </a:extLst>
        </p:spPr>
      </p:pic>
      <p:pic>
        <p:nvPicPr>
          <p:cNvPr id="77" name="Picture 2" descr="Mistral Ai PNG Logo — Download Free Transparent Logo">
            <a:extLst>
              <a:ext uri="{FF2B5EF4-FFF2-40B4-BE49-F238E27FC236}">
                <a16:creationId xmlns:a16="http://schemas.microsoft.com/office/drawing/2014/main" id="{E05AB867-78BE-641B-8E3F-254E02863A87}"/>
              </a:ext>
            </a:extLst>
          </p:cNvPr>
          <p:cNvPicPr>
            <a:picLocks noChangeAspect="1" noChangeArrowheads="1"/>
          </p:cNvPicPr>
          <p:nvPr/>
        </p:nvPicPr>
        <p:blipFill>
          <a:blip r:embed="rId15" cstate="hqprint">
            <a:extLst>
              <a:ext uri="{28A0092B-C50C-407E-A947-70E740481C1C}">
                <a14:useLocalDpi xmlns:a14="http://schemas.microsoft.com/office/drawing/2010/main"/>
              </a:ext>
            </a:extLst>
          </a:blip>
          <a:srcRect/>
          <a:stretch>
            <a:fillRect/>
          </a:stretch>
        </p:blipFill>
        <p:spPr bwMode="auto">
          <a:xfrm>
            <a:off x="9079507" y="3986310"/>
            <a:ext cx="433334" cy="132912"/>
          </a:xfrm>
          <a:prstGeom prst="rect">
            <a:avLst/>
          </a:prstGeom>
          <a:noFill/>
          <a:extLst>
            <a:ext uri="{909E8E84-426E-40DD-AFC4-6F175D3DCCD1}">
              <a14:hiddenFill xmlns:a14="http://schemas.microsoft.com/office/drawing/2010/main">
                <a:solidFill>
                  <a:srgbClr val="FFFFFF"/>
                </a:solidFill>
              </a14:hiddenFill>
            </a:ext>
          </a:extLst>
        </p:spPr>
      </p:pic>
      <p:pic>
        <p:nvPicPr>
          <p:cNvPr id="78" name="グラフィックス 77">
            <a:extLst>
              <a:ext uri="{FF2B5EF4-FFF2-40B4-BE49-F238E27FC236}">
                <a16:creationId xmlns:a16="http://schemas.microsoft.com/office/drawing/2014/main" id="{DE532ABF-9192-A475-3C03-7751BAF484C2}"/>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7400342" y="4423420"/>
            <a:ext cx="702216" cy="106568"/>
          </a:xfrm>
          <a:prstGeom prst="rect">
            <a:avLst/>
          </a:prstGeom>
        </p:spPr>
      </p:pic>
      <p:pic>
        <p:nvPicPr>
          <p:cNvPr id="79" name="図 78" descr="ロゴ が含まれている画像&#10;&#10;AI 生成コンテンツは誤りを含む可能性があります。">
            <a:extLst>
              <a:ext uri="{FF2B5EF4-FFF2-40B4-BE49-F238E27FC236}">
                <a16:creationId xmlns:a16="http://schemas.microsoft.com/office/drawing/2014/main" id="{80DBFDD9-2452-68A0-141D-B8A71DE521A5}"/>
              </a:ext>
            </a:extLst>
          </p:cNvPr>
          <p:cNvPicPr>
            <a:picLocks noChangeAspect="1"/>
          </p:cNvPicPr>
          <p:nvPr/>
        </p:nvPicPr>
        <p:blipFill>
          <a:blip r:embed="rId17" cstate="hqprint">
            <a:extLst>
              <a:ext uri="{28A0092B-C50C-407E-A947-70E740481C1C}">
                <a14:useLocalDpi xmlns:a14="http://schemas.microsoft.com/office/drawing/2010/main"/>
              </a:ext>
            </a:extLst>
          </a:blip>
          <a:stretch>
            <a:fillRect/>
          </a:stretch>
        </p:blipFill>
        <p:spPr>
          <a:xfrm>
            <a:off x="8419476" y="4404145"/>
            <a:ext cx="636513" cy="145119"/>
          </a:xfrm>
          <a:prstGeom prst="rect">
            <a:avLst/>
          </a:prstGeom>
        </p:spPr>
      </p:pic>
      <p:pic>
        <p:nvPicPr>
          <p:cNvPr id="80" name="図 79">
            <a:extLst>
              <a:ext uri="{FF2B5EF4-FFF2-40B4-BE49-F238E27FC236}">
                <a16:creationId xmlns:a16="http://schemas.microsoft.com/office/drawing/2014/main" id="{929E9AC9-4518-53CE-A7E2-1E5351BF05A5}"/>
              </a:ext>
            </a:extLst>
          </p:cNvPr>
          <p:cNvPicPr>
            <a:picLocks noChangeAspect="1" noChangeArrowheads="1"/>
          </p:cNvPicPr>
          <p:nvPr/>
        </p:nvPicPr>
        <p:blipFill>
          <a:blip r:embed="rId18">
            <a:extLst>
              <a:ext uri="{28A0092B-C50C-407E-A947-70E740481C1C}">
                <a14:useLocalDpi xmlns:a14="http://schemas.microsoft.com/office/drawing/2010/main"/>
              </a:ext>
            </a:extLst>
          </a:blip>
          <a:srcRect/>
          <a:stretch>
            <a:fillRect/>
          </a:stretch>
        </p:blipFill>
        <p:spPr bwMode="auto">
          <a:xfrm>
            <a:off x="7664263" y="4835221"/>
            <a:ext cx="568053" cy="221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 name="Picture 6" descr="Cisco Logo PNG Transparent &amp; SVG Vector - Freebie Supply">
            <a:extLst>
              <a:ext uri="{FF2B5EF4-FFF2-40B4-BE49-F238E27FC236}">
                <a16:creationId xmlns:a16="http://schemas.microsoft.com/office/drawing/2014/main" id="{A6CA8D72-2206-343E-BCE3-5392CC5C09B4}"/>
              </a:ext>
            </a:extLst>
          </p:cNvPr>
          <p:cNvPicPr>
            <a:picLocks noChangeAspect="1" noChangeArrowheads="1"/>
          </p:cNvPicPr>
          <p:nvPr/>
        </p:nvPicPr>
        <p:blipFill>
          <a:blip r:embed="rId19" cstate="hqprint">
            <a:extLst>
              <a:ext uri="{28A0092B-C50C-407E-A947-70E740481C1C}">
                <a14:useLocalDpi xmlns:a14="http://schemas.microsoft.com/office/drawing/2010/main"/>
              </a:ext>
            </a:extLst>
          </a:blip>
          <a:srcRect/>
          <a:stretch>
            <a:fillRect/>
          </a:stretch>
        </p:blipFill>
        <p:spPr bwMode="auto">
          <a:xfrm>
            <a:off x="7134008" y="5345310"/>
            <a:ext cx="295972" cy="150083"/>
          </a:xfrm>
          <a:prstGeom prst="rect">
            <a:avLst/>
          </a:prstGeom>
          <a:noFill/>
          <a:extLst>
            <a:ext uri="{909E8E84-426E-40DD-AFC4-6F175D3DCCD1}">
              <a14:hiddenFill xmlns:a14="http://schemas.microsoft.com/office/drawing/2010/main">
                <a:solidFill>
                  <a:srgbClr val="FFFFFF"/>
                </a:solidFill>
              </a14:hiddenFill>
            </a:ext>
          </a:extLst>
        </p:spPr>
      </p:pic>
      <p:pic>
        <p:nvPicPr>
          <p:cNvPr id="82" name="図 81" descr="図形&#10;&#10;AI 生成コンテンツは誤りを含む可能性があります。">
            <a:extLst>
              <a:ext uri="{FF2B5EF4-FFF2-40B4-BE49-F238E27FC236}">
                <a16:creationId xmlns:a16="http://schemas.microsoft.com/office/drawing/2014/main" id="{3F822AC1-FDE5-A965-A2AA-4BAABFA913EF}"/>
              </a:ext>
            </a:extLst>
          </p:cNvPr>
          <p:cNvPicPr>
            <a:picLocks noChangeAspect="1"/>
          </p:cNvPicPr>
          <p:nvPr/>
        </p:nvPicPr>
        <p:blipFill>
          <a:blip r:embed="rId20" cstate="hqprint">
            <a:extLst>
              <a:ext uri="{28A0092B-C50C-407E-A947-70E740481C1C}">
                <a14:useLocalDpi xmlns:a14="http://schemas.microsoft.com/office/drawing/2010/main"/>
              </a:ext>
            </a:extLst>
          </a:blip>
          <a:stretch>
            <a:fillRect/>
          </a:stretch>
        </p:blipFill>
        <p:spPr>
          <a:xfrm>
            <a:off x="7475028" y="5374594"/>
            <a:ext cx="522556" cy="91515"/>
          </a:xfrm>
          <a:prstGeom prst="rect">
            <a:avLst/>
          </a:prstGeom>
        </p:spPr>
      </p:pic>
      <p:pic>
        <p:nvPicPr>
          <p:cNvPr id="83" name="Picture 6">
            <a:extLst>
              <a:ext uri="{FF2B5EF4-FFF2-40B4-BE49-F238E27FC236}">
                <a16:creationId xmlns:a16="http://schemas.microsoft.com/office/drawing/2014/main" id="{D2FBA58A-3C66-B98F-FF23-C93837A7F1C9}"/>
              </a:ext>
            </a:extLst>
          </p:cNvPr>
          <p:cNvPicPr>
            <a:picLocks noChangeAspect="1" noChangeArrowheads="1"/>
          </p:cNvPicPr>
          <p:nvPr/>
        </p:nvPicPr>
        <p:blipFill>
          <a:blip r:embed="rId21" cstate="hqprint">
            <a:extLst>
              <a:ext uri="{28A0092B-C50C-407E-A947-70E740481C1C}">
                <a14:useLocalDpi xmlns:a14="http://schemas.microsoft.com/office/drawing/2010/main"/>
              </a:ext>
            </a:extLst>
          </a:blip>
          <a:srcRect/>
          <a:stretch>
            <a:fillRect/>
          </a:stretch>
        </p:blipFill>
        <p:spPr bwMode="auto">
          <a:xfrm>
            <a:off x="8654969" y="3533751"/>
            <a:ext cx="576767" cy="81981"/>
          </a:xfrm>
          <a:prstGeom prst="rect">
            <a:avLst/>
          </a:prstGeom>
          <a:noFill/>
          <a:extLst>
            <a:ext uri="{909E8E84-426E-40DD-AFC4-6F175D3DCCD1}">
              <a14:hiddenFill xmlns:a14="http://schemas.microsoft.com/office/drawing/2010/main">
                <a:solidFill>
                  <a:srgbClr val="FFFFFF"/>
                </a:solidFill>
              </a14:hiddenFill>
            </a:ext>
          </a:extLst>
        </p:spPr>
      </p:pic>
      <p:pic>
        <p:nvPicPr>
          <p:cNvPr id="84" name="Picture 8">
            <a:extLst>
              <a:ext uri="{FF2B5EF4-FFF2-40B4-BE49-F238E27FC236}">
                <a16:creationId xmlns:a16="http://schemas.microsoft.com/office/drawing/2014/main" id="{2AC44653-2E7D-D825-A760-769C2A2840AB}"/>
              </a:ext>
            </a:extLst>
          </p:cNvPr>
          <p:cNvPicPr>
            <a:picLocks noChangeAspect="1" noChangeArrowheads="1"/>
          </p:cNvPicPr>
          <p:nvPr/>
        </p:nvPicPr>
        <p:blipFill>
          <a:blip r:embed="rId22" cstate="hqprint">
            <a:extLst>
              <a:ext uri="{28A0092B-C50C-407E-A947-70E740481C1C}">
                <a14:useLocalDpi xmlns:a14="http://schemas.microsoft.com/office/drawing/2010/main"/>
              </a:ext>
            </a:extLst>
          </a:blip>
          <a:srcRect/>
          <a:stretch>
            <a:fillRect/>
          </a:stretch>
        </p:blipFill>
        <p:spPr bwMode="auto">
          <a:xfrm>
            <a:off x="7267214" y="4900939"/>
            <a:ext cx="229763" cy="131752"/>
          </a:xfrm>
          <a:prstGeom prst="rect">
            <a:avLst/>
          </a:prstGeom>
          <a:noFill/>
          <a:extLst>
            <a:ext uri="{909E8E84-426E-40DD-AFC4-6F175D3DCCD1}">
              <a14:hiddenFill xmlns:a14="http://schemas.microsoft.com/office/drawing/2010/main">
                <a:solidFill>
                  <a:srgbClr val="FFFFFF"/>
                </a:solidFill>
              </a14:hiddenFill>
            </a:ext>
          </a:extLst>
        </p:spPr>
      </p:pic>
      <p:pic>
        <p:nvPicPr>
          <p:cNvPr id="85" name="Picture 10">
            <a:extLst>
              <a:ext uri="{FF2B5EF4-FFF2-40B4-BE49-F238E27FC236}">
                <a16:creationId xmlns:a16="http://schemas.microsoft.com/office/drawing/2014/main" id="{B89692EA-3692-D5FC-1AD9-5283CFA5CBC9}"/>
              </a:ext>
            </a:extLst>
          </p:cNvPr>
          <p:cNvPicPr>
            <a:picLocks noChangeAspect="1" noChangeArrowheads="1"/>
          </p:cNvPicPr>
          <p:nvPr/>
        </p:nvPicPr>
        <p:blipFill>
          <a:blip r:embed="rId23" cstate="hqprint">
            <a:extLst>
              <a:ext uri="{28A0092B-C50C-407E-A947-70E740481C1C}">
                <a14:useLocalDpi xmlns:a14="http://schemas.microsoft.com/office/drawing/2010/main"/>
              </a:ext>
            </a:extLst>
          </a:blip>
          <a:srcRect/>
          <a:stretch>
            <a:fillRect/>
          </a:stretch>
        </p:blipFill>
        <p:spPr bwMode="auto">
          <a:xfrm>
            <a:off x="8243836" y="4908315"/>
            <a:ext cx="697889" cy="103896"/>
          </a:xfrm>
          <a:prstGeom prst="rect">
            <a:avLst/>
          </a:prstGeom>
          <a:noFill/>
          <a:extLst>
            <a:ext uri="{909E8E84-426E-40DD-AFC4-6F175D3DCCD1}">
              <a14:hiddenFill xmlns:a14="http://schemas.microsoft.com/office/drawing/2010/main">
                <a:solidFill>
                  <a:srgbClr val="FFFFFF"/>
                </a:solidFill>
              </a14:hiddenFill>
            </a:ext>
          </a:extLst>
        </p:spPr>
      </p:pic>
      <p:pic>
        <p:nvPicPr>
          <p:cNvPr id="86" name="Picture 20">
            <a:extLst>
              <a:ext uri="{FF2B5EF4-FFF2-40B4-BE49-F238E27FC236}">
                <a16:creationId xmlns:a16="http://schemas.microsoft.com/office/drawing/2014/main" id="{B8472E80-9E81-ED9B-0AA2-4AEFFD8E2E77}"/>
              </a:ext>
            </a:extLst>
          </p:cNvPr>
          <p:cNvPicPr>
            <a:picLocks noChangeAspect="1" noChangeArrowheads="1"/>
          </p:cNvPicPr>
          <p:nvPr/>
        </p:nvPicPr>
        <p:blipFill>
          <a:blip r:embed="rId24" cstate="hqprint">
            <a:extLst>
              <a:ext uri="{28A0092B-C50C-407E-A947-70E740481C1C}">
                <a14:useLocalDpi xmlns:a14="http://schemas.microsoft.com/office/drawing/2010/main"/>
              </a:ext>
            </a:extLst>
          </a:blip>
          <a:srcRect/>
          <a:stretch>
            <a:fillRect/>
          </a:stretch>
        </p:blipFill>
        <p:spPr bwMode="auto">
          <a:xfrm>
            <a:off x="9118412" y="5356165"/>
            <a:ext cx="406250" cy="128374"/>
          </a:xfrm>
          <a:prstGeom prst="rect">
            <a:avLst/>
          </a:prstGeom>
          <a:noFill/>
          <a:extLst>
            <a:ext uri="{909E8E84-426E-40DD-AFC4-6F175D3DCCD1}">
              <a14:hiddenFill xmlns:a14="http://schemas.microsoft.com/office/drawing/2010/main">
                <a:solidFill>
                  <a:srgbClr val="FFFFFF"/>
                </a:solidFill>
              </a14:hiddenFill>
            </a:ext>
          </a:extLst>
        </p:spPr>
      </p:pic>
      <p:pic>
        <p:nvPicPr>
          <p:cNvPr id="87" name="Picture 22">
            <a:extLst>
              <a:ext uri="{FF2B5EF4-FFF2-40B4-BE49-F238E27FC236}">
                <a16:creationId xmlns:a16="http://schemas.microsoft.com/office/drawing/2014/main" id="{B844A638-5191-6DB3-A383-A3ACE7632323}"/>
              </a:ext>
            </a:extLst>
          </p:cNvPr>
          <p:cNvPicPr>
            <a:picLocks noChangeAspect="1" noChangeArrowheads="1"/>
          </p:cNvPicPr>
          <p:nvPr/>
        </p:nvPicPr>
        <p:blipFill>
          <a:blip r:embed="rId25" cstate="hqprint">
            <a:extLst>
              <a:ext uri="{28A0092B-C50C-407E-A947-70E740481C1C}">
                <a14:useLocalDpi xmlns:a14="http://schemas.microsoft.com/office/drawing/2010/main"/>
              </a:ext>
            </a:extLst>
          </a:blip>
          <a:srcRect/>
          <a:stretch>
            <a:fillRect/>
          </a:stretch>
        </p:blipFill>
        <p:spPr bwMode="auto">
          <a:xfrm>
            <a:off x="8042631" y="5382911"/>
            <a:ext cx="576767" cy="102259"/>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46" descr="Zscaler">
            <a:extLst>
              <a:ext uri="{FF2B5EF4-FFF2-40B4-BE49-F238E27FC236}">
                <a16:creationId xmlns:a16="http://schemas.microsoft.com/office/drawing/2014/main" id="{E99C8CF0-6A9D-5410-0912-46B3C1F25011}"/>
              </a:ext>
            </a:extLst>
          </p:cNvPr>
          <p:cNvPicPr>
            <a:picLocks noChangeAspect="1" noChangeArrowheads="1"/>
          </p:cNvPicPr>
          <p:nvPr/>
        </p:nvPicPr>
        <p:blipFill>
          <a:blip r:embed="rId26" cstate="hqprint">
            <a:extLst>
              <a:ext uri="{28A0092B-C50C-407E-A947-70E740481C1C}">
                <a14:useLocalDpi xmlns:a14="http://schemas.microsoft.com/office/drawing/2010/main"/>
              </a:ext>
            </a:extLst>
          </a:blip>
          <a:srcRect/>
          <a:stretch>
            <a:fillRect/>
          </a:stretch>
        </p:blipFill>
        <p:spPr bwMode="auto">
          <a:xfrm>
            <a:off x="8664445" y="5322460"/>
            <a:ext cx="408919" cy="195782"/>
          </a:xfrm>
          <a:prstGeom prst="rect">
            <a:avLst/>
          </a:prstGeom>
          <a:noFill/>
          <a:extLst>
            <a:ext uri="{909E8E84-426E-40DD-AFC4-6F175D3DCCD1}">
              <a14:hiddenFill xmlns:a14="http://schemas.microsoft.com/office/drawing/2010/main">
                <a:solidFill>
                  <a:srgbClr val="FFFFFF"/>
                </a:solidFill>
              </a14:hiddenFill>
            </a:ext>
          </a:extLst>
        </p:spPr>
      </p:pic>
      <p:pic>
        <p:nvPicPr>
          <p:cNvPr id="89" name="図 88" descr="ロゴ&#10;&#10;AI 生成コンテンツは誤りを含む可能性があります。">
            <a:extLst>
              <a:ext uri="{FF2B5EF4-FFF2-40B4-BE49-F238E27FC236}">
                <a16:creationId xmlns:a16="http://schemas.microsoft.com/office/drawing/2014/main" id="{AE42970C-4515-6604-BA1E-D57CB7782AE5}"/>
              </a:ext>
            </a:extLst>
          </p:cNvPr>
          <p:cNvPicPr>
            <a:picLocks noChangeAspect="1"/>
          </p:cNvPicPr>
          <p:nvPr/>
        </p:nvPicPr>
        <p:blipFill>
          <a:blip r:embed="rId27" cstate="hqprint">
            <a:extLst>
              <a:ext uri="{28A0092B-C50C-407E-A947-70E740481C1C}">
                <a14:useLocalDpi xmlns:a14="http://schemas.microsoft.com/office/drawing/2010/main"/>
              </a:ext>
            </a:extLst>
          </a:blip>
          <a:stretch>
            <a:fillRect/>
          </a:stretch>
        </p:blipFill>
        <p:spPr>
          <a:xfrm>
            <a:off x="9019687" y="4881788"/>
            <a:ext cx="524093" cy="156950"/>
          </a:xfrm>
          <a:prstGeom prst="rect">
            <a:avLst/>
          </a:prstGeom>
        </p:spPr>
      </p:pic>
      <p:cxnSp>
        <p:nvCxnSpPr>
          <p:cNvPr id="90" name="直線コネクタ 89">
            <a:extLst>
              <a:ext uri="{FF2B5EF4-FFF2-40B4-BE49-F238E27FC236}">
                <a16:creationId xmlns:a16="http://schemas.microsoft.com/office/drawing/2014/main" id="{956929C7-364C-4612-C86E-94B8EB1CC83B}"/>
              </a:ext>
            </a:extLst>
          </p:cNvPr>
          <p:cNvCxnSpPr>
            <a:cxnSpLocks/>
          </p:cNvCxnSpPr>
          <p:nvPr/>
        </p:nvCxnSpPr>
        <p:spPr>
          <a:xfrm>
            <a:off x="7028205" y="2868038"/>
            <a:ext cx="0" cy="2761649"/>
          </a:xfrm>
          <a:prstGeom prst="line">
            <a:avLst/>
          </a:prstGeom>
          <a:noFill/>
          <a:ln w="19050" cap="flat" cmpd="sng" algn="ctr">
            <a:solidFill>
              <a:srgbClr val="FFFFFF">
                <a:lumMod val="75000"/>
              </a:srgbClr>
            </a:solidFill>
            <a:prstDash val="solid"/>
          </a:ln>
          <a:effectLst/>
        </p:spPr>
      </p:cxnSp>
      <p:grpSp>
        <p:nvGrpSpPr>
          <p:cNvPr id="91" name="グループ化 90">
            <a:extLst>
              <a:ext uri="{FF2B5EF4-FFF2-40B4-BE49-F238E27FC236}">
                <a16:creationId xmlns:a16="http://schemas.microsoft.com/office/drawing/2014/main" id="{7257A26C-99DD-2BEE-D029-B23CF5B6D900}"/>
              </a:ext>
            </a:extLst>
          </p:cNvPr>
          <p:cNvGrpSpPr/>
          <p:nvPr/>
        </p:nvGrpSpPr>
        <p:grpSpPr>
          <a:xfrm>
            <a:off x="6361428" y="3308769"/>
            <a:ext cx="3221975" cy="2351399"/>
            <a:chOff x="7504686" y="2768619"/>
            <a:chExt cx="4664210" cy="3272249"/>
          </a:xfrm>
        </p:grpSpPr>
        <p:cxnSp>
          <p:nvCxnSpPr>
            <p:cNvPr id="92" name="直線コネクタ 91">
              <a:extLst>
                <a:ext uri="{FF2B5EF4-FFF2-40B4-BE49-F238E27FC236}">
                  <a16:creationId xmlns:a16="http://schemas.microsoft.com/office/drawing/2014/main" id="{6AE7DE61-C49C-4160-A55B-52000FD1C4E1}"/>
                </a:ext>
              </a:extLst>
            </p:cNvPr>
            <p:cNvCxnSpPr>
              <a:cxnSpLocks/>
            </p:cNvCxnSpPr>
            <p:nvPr/>
          </p:nvCxnSpPr>
          <p:spPr>
            <a:xfrm>
              <a:off x="7504686" y="2768619"/>
              <a:ext cx="4664210" cy="0"/>
            </a:xfrm>
            <a:prstGeom prst="line">
              <a:avLst/>
            </a:prstGeom>
            <a:noFill/>
            <a:ln w="19050" cap="flat" cmpd="sng" algn="ctr">
              <a:solidFill>
                <a:srgbClr val="FFFFFF">
                  <a:lumMod val="75000"/>
                </a:srgbClr>
              </a:solidFill>
              <a:prstDash val="dash"/>
            </a:ln>
            <a:effectLst/>
          </p:spPr>
        </p:cxnSp>
        <p:cxnSp>
          <p:nvCxnSpPr>
            <p:cNvPr id="93" name="直線コネクタ 92">
              <a:extLst>
                <a:ext uri="{FF2B5EF4-FFF2-40B4-BE49-F238E27FC236}">
                  <a16:creationId xmlns:a16="http://schemas.microsoft.com/office/drawing/2014/main" id="{B79DADC8-92E9-4B38-B218-673858E39788}"/>
                </a:ext>
              </a:extLst>
            </p:cNvPr>
            <p:cNvCxnSpPr>
              <a:cxnSpLocks/>
            </p:cNvCxnSpPr>
            <p:nvPr/>
          </p:nvCxnSpPr>
          <p:spPr>
            <a:xfrm>
              <a:off x="7504686" y="3429000"/>
              <a:ext cx="4664210" cy="0"/>
            </a:xfrm>
            <a:prstGeom prst="line">
              <a:avLst/>
            </a:prstGeom>
            <a:noFill/>
            <a:ln w="19050" cap="flat" cmpd="sng" algn="ctr">
              <a:solidFill>
                <a:srgbClr val="FFFFFF">
                  <a:lumMod val="75000"/>
                </a:srgbClr>
              </a:solidFill>
              <a:prstDash val="dash"/>
            </a:ln>
            <a:effectLst/>
          </p:spPr>
        </p:cxnSp>
        <p:cxnSp>
          <p:nvCxnSpPr>
            <p:cNvPr id="94" name="直線コネクタ 93">
              <a:extLst>
                <a:ext uri="{FF2B5EF4-FFF2-40B4-BE49-F238E27FC236}">
                  <a16:creationId xmlns:a16="http://schemas.microsoft.com/office/drawing/2014/main" id="{AA2300C7-B7C9-2FA3-0259-2C0F8B46BCB3}"/>
                </a:ext>
              </a:extLst>
            </p:cNvPr>
            <p:cNvCxnSpPr>
              <a:cxnSpLocks/>
            </p:cNvCxnSpPr>
            <p:nvPr/>
          </p:nvCxnSpPr>
          <p:spPr>
            <a:xfrm>
              <a:off x="7504686" y="4079551"/>
              <a:ext cx="4664210" cy="0"/>
            </a:xfrm>
            <a:prstGeom prst="line">
              <a:avLst/>
            </a:prstGeom>
            <a:noFill/>
            <a:ln w="19050" cap="flat" cmpd="sng" algn="ctr">
              <a:solidFill>
                <a:srgbClr val="FFFFFF">
                  <a:lumMod val="75000"/>
                </a:srgbClr>
              </a:solidFill>
              <a:prstDash val="dash"/>
            </a:ln>
            <a:effectLst/>
          </p:spPr>
        </p:cxnSp>
        <p:cxnSp>
          <p:nvCxnSpPr>
            <p:cNvPr id="95" name="直線コネクタ 94">
              <a:extLst>
                <a:ext uri="{FF2B5EF4-FFF2-40B4-BE49-F238E27FC236}">
                  <a16:creationId xmlns:a16="http://schemas.microsoft.com/office/drawing/2014/main" id="{41E405D1-45B7-11DE-93FD-F98FE230DE63}"/>
                </a:ext>
              </a:extLst>
            </p:cNvPr>
            <p:cNvCxnSpPr>
              <a:cxnSpLocks/>
            </p:cNvCxnSpPr>
            <p:nvPr/>
          </p:nvCxnSpPr>
          <p:spPr>
            <a:xfrm>
              <a:off x="7504686" y="4736332"/>
              <a:ext cx="4664210" cy="0"/>
            </a:xfrm>
            <a:prstGeom prst="line">
              <a:avLst/>
            </a:prstGeom>
            <a:noFill/>
            <a:ln w="19050" cap="flat" cmpd="sng" algn="ctr">
              <a:solidFill>
                <a:srgbClr val="FFFFFF">
                  <a:lumMod val="75000"/>
                </a:srgbClr>
              </a:solidFill>
              <a:prstDash val="dash"/>
            </a:ln>
            <a:effectLst/>
          </p:spPr>
        </p:cxnSp>
        <p:cxnSp>
          <p:nvCxnSpPr>
            <p:cNvPr id="96" name="直線コネクタ 95">
              <a:extLst>
                <a:ext uri="{FF2B5EF4-FFF2-40B4-BE49-F238E27FC236}">
                  <a16:creationId xmlns:a16="http://schemas.microsoft.com/office/drawing/2014/main" id="{CEBDEAAC-7EAE-657C-F69F-680D6E3DC168}"/>
                </a:ext>
              </a:extLst>
            </p:cNvPr>
            <p:cNvCxnSpPr>
              <a:cxnSpLocks/>
            </p:cNvCxnSpPr>
            <p:nvPr/>
          </p:nvCxnSpPr>
          <p:spPr>
            <a:xfrm>
              <a:off x="7504686" y="5379720"/>
              <a:ext cx="4664210" cy="0"/>
            </a:xfrm>
            <a:prstGeom prst="line">
              <a:avLst/>
            </a:prstGeom>
            <a:noFill/>
            <a:ln w="19050" cap="flat" cmpd="sng" algn="ctr">
              <a:solidFill>
                <a:srgbClr val="FFFFFF">
                  <a:lumMod val="75000"/>
                </a:srgbClr>
              </a:solidFill>
              <a:prstDash val="dash"/>
            </a:ln>
            <a:effectLst/>
          </p:spPr>
        </p:cxnSp>
        <p:cxnSp>
          <p:nvCxnSpPr>
            <p:cNvPr id="97" name="直線コネクタ 96">
              <a:extLst>
                <a:ext uri="{FF2B5EF4-FFF2-40B4-BE49-F238E27FC236}">
                  <a16:creationId xmlns:a16="http://schemas.microsoft.com/office/drawing/2014/main" id="{548A5FF6-D8B5-2436-C433-F5A159310DB1}"/>
                </a:ext>
              </a:extLst>
            </p:cNvPr>
            <p:cNvCxnSpPr>
              <a:cxnSpLocks/>
            </p:cNvCxnSpPr>
            <p:nvPr/>
          </p:nvCxnSpPr>
          <p:spPr>
            <a:xfrm>
              <a:off x="7504686" y="6040868"/>
              <a:ext cx="4664210" cy="0"/>
            </a:xfrm>
            <a:prstGeom prst="line">
              <a:avLst/>
            </a:prstGeom>
            <a:noFill/>
            <a:ln w="19050" cap="flat" cmpd="sng" algn="ctr">
              <a:solidFill>
                <a:srgbClr val="FFFFFF">
                  <a:lumMod val="75000"/>
                </a:srgbClr>
              </a:solidFill>
              <a:prstDash val="dash"/>
            </a:ln>
            <a:effectLst/>
          </p:spPr>
        </p:cxnSp>
      </p:grpSp>
      <p:sp>
        <p:nvSpPr>
          <p:cNvPr id="98" name="二等辺三角形 97">
            <a:extLst>
              <a:ext uri="{FF2B5EF4-FFF2-40B4-BE49-F238E27FC236}">
                <a16:creationId xmlns:a16="http://schemas.microsoft.com/office/drawing/2014/main" id="{B40DC4A7-ACA4-9E9D-9C79-CA0D2851704C}"/>
              </a:ext>
            </a:extLst>
          </p:cNvPr>
          <p:cNvSpPr/>
          <p:nvPr/>
        </p:nvSpPr>
        <p:spPr>
          <a:xfrm rot="16200000">
            <a:off x="1743738" y="4072817"/>
            <a:ext cx="3243818" cy="146008"/>
          </a:xfrm>
          <a:prstGeom prst="triangle">
            <a:avLst>
              <a:gd name="adj" fmla="val 49815"/>
            </a:avLst>
          </a:prstGeom>
          <a:solidFill>
            <a:srgbClr val="19A3FC">
              <a:lumMod val="20000"/>
              <a:lumOff val="80000"/>
            </a:srgbClr>
          </a:solidFill>
          <a:ln w="9525"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err="1">
              <a:ln>
                <a:noFill/>
              </a:ln>
              <a:solidFill>
                <a:srgbClr val="070F26"/>
              </a:solidFill>
              <a:effectLst/>
              <a:uLnTx/>
              <a:uFillTx/>
              <a:latin typeface="Arial"/>
              <a:ea typeface="Meiryo UI"/>
              <a:cs typeface="+mn-cs"/>
            </a:endParaRPr>
          </a:p>
        </p:txBody>
      </p:sp>
      <p:sp>
        <p:nvSpPr>
          <p:cNvPr id="99" name="四角形: 角を丸くする 98">
            <a:extLst>
              <a:ext uri="{FF2B5EF4-FFF2-40B4-BE49-F238E27FC236}">
                <a16:creationId xmlns:a16="http://schemas.microsoft.com/office/drawing/2014/main" id="{D64248C3-EB65-A7A6-44D6-0BB61442201C}"/>
              </a:ext>
            </a:extLst>
          </p:cNvPr>
          <p:cNvSpPr/>
          <p:nvPr/>
        </p:nvSpPr>
        <p:spPr>
          <a:xfrm>
            <a:off x="7097607" y="2866873"/>
            <a:ext cx="2424019" cy="419137"/>
          </a:xfrm>
          <a:prstGeom prst="roundRect">
            <a:avLst/>
          </a:prstGeom>
          <a:solidFill>
            <a:srgbClr val="FFFFFF"/>
          </a:solidFill>
          <a:ln w="9525" cap="flat" cmpd="sng" algn="ctr">
            <a:noFill/>
            <a:prstDash val="solid"/>
            <a:miter lim="800000"/>
          </a:ln>
          <a:effectLst/>
        </p:spPr>
        <p:txBody>
          <a:bodyPr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600" b="1" i="0" u="none" strike="noStrike" kern="0" cap="none" spc="0" normalizeH="0" baseline="0" noProof="0" err="1">
              <a:ln>
                <a:noFill/>
              </a:ln>
              <a:solidFill>
                <a:srgbClr val="949494">
                  <a:lumMod val="75000"/>
                </a:srgbClr>
              </a:solidFill>
              <a:effectLst/>
              <a:uLnTx/>
              <a:uFillTx/>
              <a:latin typeface="Arial"/>
              <a:ea typeface="Meiryo UI"/>
              <a:cs typeface="+mn-cs"/>
            </a:endParaRPr>
          </a:p>
        </p:txBody>
      </p:sp>
      <p:grpSp>
        <p:nvGrpSpPr>
          <p:cNvPr id="100" name="グループ化 99">
            <a:extLst>
              <a:ext uri="{FF2B5EF4-FFF2-40B4-BE49-F238E27FC236}">
                <a16:creationId xmlns:a16="http://schemas.microsoft.com/office/drawing/2014/main" id="{DAA084AE-CE2D-FC41-49FA-7C8F7C9563BB}"/>
              </a:ext>
            </a:extLst>
          </p:cNvPr>
          <p:cNvGrpSpPr/>
          <p:nvPr/>
        </p:nvGrpSpPr>
        <p:grpSpPr>
          <a:xfrm>
            <a:off x="7208859" y="2911397"/>
            <a:ext cx="2201514" cy="320692"/>
            <a:chOff x="8766607" y="2101486"/>
            <a:chExt cx="2933649" cy="446281"/>
          </a:xfrm>
        </p:grpSpPr>
        <p:pic>
          <p:nvPicPr>
            <p:cNvPr id="101" name="Graphic 25" descr="Bank with solid fill">
              <a:extLst>
                <a:ext uri="{FF2B5EF4-FFF2-40B4-BE49-F238E27FC236}">
                  <a16:creationId xmlns:a16="http://schemas.microsoft.com/office/drawing/2014/main" id="{8621154A-9076-C6E1-ED47-C50403D9975E}"/>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8766607" y="2140213"/>
              <a:ext cx="368827" cy="368827"/>
            </a:xfrm>
            <a:prstGeom prst="rect">
              <a:avLst/>
            </a:prstGeom>
          </p:spPr>
        </p:pic>
        <p:pic>
          <p:nvPicPr>
            <p:cNvPr id="102" name="Graphic 27" descr="Badge Heart with solid fill">
              <a:extLst>
                <a:ext uri="{FF2B5EF4-FFF2-40B4-BE49-F238E27FC236}">
                  <a16:creationId xmlns:a16="http://schemas.microsoft.com/office/drawing/2014/main" id="{94FB54FF-2446-71BE-1953-5B1A1119AD4C}"/>
                </a:ext>
              </a:extLst>
            </p:cNvPr>
            <p:cNvPicPr>
              <a:picLocks noChangeAspect="1"/>
            </p:cNvPicPr>
            <p:nvPr/>
          </p:nvPicPr>
          <p:blipFill>
            <a:blip>
              <a:extLst>
                <a:ext uri="{96DAC541-7B7A-43D3-8B79-37D633B846F1}">
                  <asvg:svgBlip xmlns:asvg="http://schemas.microsoft.com/office/drawing/2016/SVG/main" r:embed="rId29"/>
                </a:ext>
              </a:extLst>
            </a:blip>
            <a:stretch>
              <a:fillRect/>
            </a:stretch>
          </p:blipFill>
          <p:spPr>
            <a:xfrm>
              <a:off x="9600251" y="2156978"/>
              <a:ext cx="335297" cy="335297"/>
            </a:xfrm>
            <a:prstGeom prst="rect">
              <a:avLst/>
            </a:prstGeom>
          </p:spPr>
        </p:pic>
        <p:pic>
          <p:nvPicPr>
            <p:cNvPr id="103" name="Graphic 28" descr="Car with solid fill">
              <a:extLst>
                <a:ext uri="{FF2B5EF4-FFF2-40B4-BE49-F238E27FC236}">
                  <a16:creationId xmlns:a16="http://schemas.microsoft.com/office/drawing/2014/main" id="{597C3310-3FFA-F321-E50A-3E9263E4BD86}"/>
                </a:ext>
              </a:extLst>
            </p:cNvPr>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10456209" y="2101486"/>
              <a:ext cx="446281" cy="446281"/>
            </a:xfrm>
            <a:prstGeom prst="rect">
              <a:avLst/>
            </a:prstGeom>
          </p:spPr>
        </p:pic>
        <p:pic>
          <p:nvPicPr>
            <p:cNvPr id="104" name="Graphic 30" descr="Robot Hand with solid fill">
              <a:extLst>
                <a:ext uri="{FF2B5EF4-FFF2-40B4-BE49-F238E27FC236}">
                  <a16:creationId xmlns:a16="http://schemas.microsoft.com/office/drawing/2014/main" id="{A3AEACCE-1137-AC3B-4CE5-785284AB59A8}"/>
                </a:ext>
              </a:extLst>
            </p:cNvPr>
            <p:cNvPicPr>
              <a:picLocks noChangeAspect="1"/>
            </p:cNvPicPr>
            <p:nvPr/>
          </p:nvPicPr>
          <p:blipFill>
            <a:blip>
              <a:extLst>
                <a:ext uri="{96DAC541-7B7A-43D3-8B79-37D633B846F1}">
                  <asvg:svgBlip xmlns:asvg="http://schemas.microsoft.com/office/drawing/2016/SVG/main" r:embed="rId31"/>
                </a:ext>
              </a:extLst>
            </a:blip>
            <a:stretch>
              <a:fillRect/>
            </a:stretch>
          </p:blipFill>
          <p:spPr>
            <a:xfrm>
              <a:off x="11331429" y="2140213"/>
              <a:ext cx="368827" cy="368827"/>
            </a:xfrm>
            <a:prstGeom prst="rect">
              <a:avLst/>
            </a:prstGeom>
          </p:spPr>
        </p:pic>
        <p:pic>
          <p:nvPicPr>
            <p:cNvPr id="105" name="Graphic 43" descr="Shopping bag with solid fill">
              <a:extLst>
                <a:ext uri="{FF2B5EF4-FFF2-40B4-BE49-F238E27FC236}">
                  <a16:creationId xmlns:a16="http://schemas.microsoft.com/office/drawing/2014/main" id="{F06873A3-6E5C-4EA3-ACB0-CF5E7E7C6E28}"/>
                </a:ext>
              </a:extLst>
            </p:cNvPr>
            <p:cNvPicPr>
              <a:picLocks noChangeAspect="1"/>
            </p:cNvPicPr>
            <p:nvPr/>
          </p:nvPicPr>
          <p:blipFill>
            <a:blip>
              <a:extLst>
                <a:ext uri="{96DAC541-7B7A-43D3-8B79-37D633B846F1}">
                  <asvg:svgBlip xmlns:asvg="http://schemas.microsoft.com/office/drawing/2016/SVG/main" r:embed="rId32"/>
                </a:ext>
              </a:extLst>
            </a:blip>
            <a:stretch>
              <a:fillRect/>
            </a:stretch>
          </p:blipFill>
          <p:spPr>
            <a:xfrm>
              <a:off x="9200194" y="2156978"/>
              <a:ext cx="335297" cy="335297"/>
            </a:xfrm>
            <a:prstGeom prst="rect">
              <a:avLst/>
            </a:prstGeom>
          </p:spPr>
        </p:pic>
        <p:pic>
          <p:nvPicPr>
            <p:cNvPr id="106" name="Graphic 47" descr="Universal access with solid fill">
              <a:extLst>
                <a:ext uri="{FF2B5EF4-FFF2-40B4-BE49-F238E27FC236}">
                  <a16:creationId xmlns:a16="http://schemas.microsoft.com/office/drawing/2014/main" id="{6CD6BE34-E0F5-6AEC-A975-A69E7DF1EBF4}"/>
                </a:ext>
              </a:extLst>
            </p:cNvPr>
            <p:cNvPicPr>
              <a:picLocks noChangeAspect="1"/>
            </p:cNvPicPr>
            <p:nvPr/>
          </p:nvPicPr>
          <p:blipFill>
            <a:blip>
              <a:extLst>
                <a:ext uri="{96DAC541-7B7A-43D3-8B79-37D633B846F1}">
                  <asvg:svgBlip xmlns:asvg="http://schemas.microsoft.com/office/drawing/2016/SVG/main" r:embed="rId33"/>
                </a:ext>
              </a:extLst>
            </a:blip>
            <a:stretch>
              <a:fillRect/>
            </a:stretch>
          </p:blipFill>
          <p:spPr>
            <a:xfrm>
              <a:off x="10000308" y="2140213"/>
              <a:ext cx="368827" cy="368827"/>
            </a:xfrm>
            <a:prstGeom prst="rect">
              <a:avLst/>
            </a:prstGeom>
          </p:spPr>
        </p:pic>
        <p:pic>
          <p:nvPicPr>
            <p:cNvPr id="107" name="Graphic 35">
              <a:extLst>
                <a:ext uri="{FF2B5EF4-FFF2-40B4-BE49-F238E27FC236}">
                  <a16:creationId xmlns:a16="http://schemas.microsoft.com/office/drawing/2014/main" id="{8FFDD529-7A12-DEB5-2333-07D9684F9048}"/>
                </a:ext>
              </a:extLst>
            </p:cNvPr>
            <p:cNvPicPr>
              <a:picLocks noChangeAspect="1"/>
            </p:cNvPicPr>
            <p:nvPr/>
          </p:nvPicPr>
          <p:blipFill>
            <a:blip>
              <a:extLst>
                <a:ext uri="{96DAC541-7B7A-43D3-8B79-37D633B846F1}">
                  <asvg:svgBlip xmlns:asvg="http://schemas.microsoft.com/office/drawing/2016/SVG/main" r:embed="rId34"/>
                </a:ext>
              </a:extLst>
            </a:blip>
            <a:stretch>
              <a:fillRect/>
            </a:stretch>
          </p:blipFill>
          <p:spPr>
            <a:xfrm>
              <a:off x="10989564" y="2186074"/>
              <a:ext cx="277105" cy="277105"/>
            </a:xfrm>
            <a:prstGeom prst="rect">
              <a:avLst/>
            </a:prstGeom>
          </p:spPr>
        </p:pic>
      </p:grpSp>
      <p:sp>
        <p:nvSpPr>
          <p:cNvPr id="108" name="テキスト ボックス 107">
            <a:extLst>
              <a:ext uri="{FF2B5EF4-FFF2-40B4-BE49-F238E27FC236}">
                <a16:creationId xmlns:a16="http://schemas.microsoft.com/office/drawing/2014/main" id="{44DE3F3E-F592-2A43-2C48-3F3F5936B16D}"/>
              </a:ext>
            </a:extLst>
          </p:cNvPr>
          <p:cNvSpPr txBox="1"/>
          <p:nvPr/>
        </p:nvSpPr>
        <p:spPr>
          <a:xfrm>
            <a:off x="7173576" y="2794851"/>
            <a:ext cx="2272080" cy="461665"/>
          </a:xfrm>
          <a:prstGeom prst="rect">
            <a:avLst/>
          </a:prstGeom>
          <a:solidFill>
            <a:srgbClr val="FFFFFF">
              <a:alpha val="70000"/>
            </a:srgbClr>
          </a:solidFill>
        </p:spPr>
        <p:txBody>
          <a:bodyPr wrap="square"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1200" b="1" i="0" u="none" strike="noStrike" kern="0" cap="none" spc="0" normalizeH="0" baseline="0" noProof="0" dirty="0">
                <a:ln>
                  <a:noFill/>
                </a:ln>
                <a:solidFill>
                  <a:srgbClr val="000000">
                    <a:lumMod val="85000"/>
                    <a:lumOff val="15000"/>
                  </a:srgbClr>
                </a:solidFill>
                <a:effectLst/>
                <a:uLnTx/>
                <a:uFillTx/>
                <a:latin typeface="Arial"/>
                <a:ea typeface="Meiryo UI"/>
                <a:cs typeface="+mn-cs"/>
              </a:rPr>
              <a:t>Industry-Specific</a:t>
            </a:r>
            <a:r>
              <a:rPr kumimoji="0" lang="ja-JP" altLang="en-US" sz="1200" b="1" i="0" u="none" strike="noStrike" kern="0" cap="none" spc="0" normalizeH="0" baseline="0" noProof="0" dirty="0">
                <a:ln>
                  <a:noFill/>
                </a:ln>
                <a:solidFill>
                  <a:srgbClr val="000000">
                    <a:lumMod val="85000"/>
                    <a:lumOff val="15000"/>
                  </a:srgbClr>
                </a:solidFill>
                <a:effectLst/>
                <a:uLnTx/>
                <a:uFillTx/>
                <a:latin typeface="Arial"/>
                <a:ea typeface="Meiryo UI"/>
                <a:cs typeface="+mn-cs"/>
              </a:rPr>
              <a:t> </a:t>
            </a:r>
            <a:br>
              <a:rPr kumimoji="0" lang="en-US" altLang="ja-JP" sz="1200" b="1" i="0" u="none" strike="noStrike" kern="0" cap="none" spc="0" normalizeH="0" baseline="0" noProof="0" dirty="0">
                <a:ln>
                  <a:noFill/>
                </a:ln>
                <a:solidFill>
                  <a:srgbClr val="000000">
                    <a:lumMod val="85000"/>
                    <a:lumOff val="15000"/>
                  </a:srgbClr>
                </a:solidFill>
                <a:effectLst/>
                <a:uLnTx/>
                <a:uFillTx/>
                <a:latin typeface="Arial"/>
                <a:ea typeface="Meiryo UI"/>
                <a:cs typeface="+mn-cs"/>
              </a:rPr>
            </a:br>
            <a:r>
              <a:rPr kumimoji="0" lang="en-US" altLang="ja-JP" sz="1200" b="1" i="0" u="none" strike="noStrike" kern="0" cap="none" spc="0" normalizeH="0" baseline="0" noProof="0" dirty="0">
                <a:ln>
                  <a:noFill/>
                </a:ln>
                <a:solidFill>
                  <a:srgbClr val="000000">
                    <a:lumMod val="85000"/>
                    <a:lumOff val="15000"/>
                  </a:srgbClr>
                </a:solidFill>
                <a:effectLst/>
                <a:uLnTx/>
                <a:uFillTx/>
                <a:latin typeface="Arial"/>
                <a:ea typeface="Meiryo UI"/>
                <a:cs typeface="+mn-cs"/>
              </a:rPr>
              <a:t>Technology Partner</a:t>
            </a:r>
            <a:endParaRPr kumimoji="0" lang="ja-JP" altLang="en-US" sz="1200" b="0" i="0" u="none" strike="noStrike" kern="0" cap="none" spc="0" normalizeH="0" baseline="0" noProof="0" dirty="0">
              <a:ln>
                <a:noFill/>
              </a:ln>
              <a:solidFill>
                <a:srgbClr val="000000">
                  <a:lumMod val="85000"/>
                  <a:lumOff val="15000"/>
                </a:srgbClr>
              </a:solidFill>
              <a:effectLst/>
              <a:uLnTx/>
              <a:uFillTx/>
              <a:latin typeface="Arial"/>
              <a:ea typeface="Meiryo UI"/>
              <a:cs typeface="+mn-cs"/>
            </a:endParaRPr>
          </a:p>
        </p:txBody>
      </p:sp>
      <p:sp>
        <p:nvSpPr>
          <p:cNvPr id="21" name="テキスト ボックス 20">
            <a:extLst>
              <a:ext uri="{FF2B5EF4-FFF2-40B4-BE49-F238E27FC236}">
                <a16:creationId xmlns:a16="http://schemas.microsoft.com/office/drawing/2014/main" id="{A3571D8F-27D7-9289-ABF3-D8B2ED5DAADB}"/>
              </a:ext>
            </a:extLst>
          </p:cNvPr>
          <p:cNvSpPr txBox="1"/>
          <p:nvPr/>
        </p:nvSpPr>
        <p:spPr>
          <a:xfrm>
            <a:off x="3941144" y="5890853"/>
            <a:ext cx="5844900" cy="467885"/>
          </a:xfrm>
          <a:prstGeom prst="rect">
            <a:avLst/>
          </a:prstGeom>
          <a:noFill/>
        </p:spPr>
        <p:txBody>
          <a:bodyPr wrap="square">
            <a:spAutoFit/>
          </a:bodyPr>
          <a:lstStyle/>
          <a:p>
            <a:pPr algn="l">
              <a:lnSpc>
                <a:spcPct val="130000"/>
              </a:lnSpc>
            </a:pPr>
            <a:r>
              <a:rPr lang="ja-JP" altLang="en-US" sz="1000" dirty="0">
                <a:solidFill>
                  <a:srgbClr val="404040"/>
                </a:solidFill>
                <a:latin typeface="+mj-ea"/>
                <a:ea typeface="+mj-ea"/>
              </a:rPr>
              <a:t>引用元：</a:t>
            </a:r>
            <a:r>
              <a:rPr lang="en-US" altLang="ja-JP" sz="1000" dirty="0">
                <a:solidFill>
                  <a:srgbClr val="404040"/>
                </a:solidFill>
                <a:latin typeface="+mj-ea"/>
                <a:ea typeface="+mj-ea"/>
              </a:rPr>
              <a:t>03_AI</a:t>
            </a:r>
            <a:r>
              <a:rPr lang="ja-JP" altLang="en-US" sz="1000" dirty="0">
                <a:solidFill>
                  <a:srgbClr val="404040"/>
                </a:solidFill>
                <a:latin typeface="+mj-ea"/>
                <a:ea typeface="+mj-ea"/>
              </a:rPr>
              <a:t>を活用した業務改革をリードするための実践プログラム</a:t>
            </a:r>
            <a:r>
              <a:rPr lang="en-US" altLang="ja-JP" sz="1000" dirty="0">
                <a:solidFill>
                  <a:srgbClr val="404040"/>
                </a:solidFill>
                <a:latin typeface="+mj-ea"/>
                <a:ea typeface="+mj-ea"/>
              </a:rPr>
              <a:t>_</a:t>
            </a:r>
            <a:r>
              <a:rPr lang="ja-JP" altLang="en-US" sz="1000" dirty="0">
                <a:solidFill>
                  <a:srgbClr val="404040"/>
                </a:solidFill>
                <a:latin typeface="+mj-ea"/>
                <a:ea typeface="+mj-ea"/>
              </a:rPr>
              <a:t>営業コンサル編</a:t>
            </a:r>
            <a:r>
              <a:rPr lang="en-US" altLang="ja-JP" sz="1000" dirty="0">
                <a:solidFill>
                  <a:srgbClr val="404040"/>
                </a:solidFill>
                <a:latin typeface="+mj-ea"/>
                <a:ea typeface="+mj-ea"/>
              </a:rPr>
              <a:t>_Rev1209 3.pptx</a:t>
            </a:r>
          </a:p>
          <a:p>
            <a:pPr>
              <a:lnSpc>
                <a:spcPct val="130000"/>
              </a:lnSpc>
            </a:pPr>
            <a:r>
              <a:rPr lang="en-US" altLang="ja-JP" sz="1000" dirty="0">
                <a:solidFill>
                  <a:srgbClr val="404040"/>
                </a:solidFill>
                <a:latin typeface="+mj-ea"/>
                <a:ea typeface="+mj-ea"/>
                <a:hlinkClick r:id="rId35" tooltip="https://dwp.nttdata.com/hashtag/dwp-2025-11-17-001?ref=d3c0f086-903b-4188-b785-f808c143cda5">
                  <a:extLst>
                    <a:ext uri="{A12FA001-AC4F-418D-AE19-62706E023703}">
                      <ahyp:hlinkClr xmlns:ahyp="http://schemas.microsoft.com/office/drawing/2018/hyperlinkcolor" val="tx"/>
                    </a:ext>
                  </a:extLst>
                </a:hlinkClick>
              </a:rPr>
              <a:t>AI</a:t>
            </a:r>
            <a:r>
              <a:rPr lang="ja-JP" altLang="en-US" sz="1000" dirty="0">
                <a:solidFill>
                  <a:srgbClr val="404040"/>
                </a:solidFill>
                <a:latin typeface="+mj-ea"/>
                <a:ea typeface="+mj-ea"/>
                <a:hlinkClick r:id="rId35" tooltip="https://dwp.nttdata.com/hashtag/dwp-2025-11-17-001?ref=d3c0f086-903b-4188-b785-f808c143cda5">
                  <a:extLst>
                    <a:ext uri="{A12FA001-AC4F-418D-AE19-62706E023703}">
                      <ahyp:hlinkClr xmlns:ahyp="http://schemas.microsoft.com/office/drawing/2018/hyperlinkcolor" val="tx"/>
                    </a:ext>
                  </a:extLst>
                </a:hlinkClick>
              </a:rPr>
              <a:t>を活用した業務改革をリードするための実践プログラム </a:t>
            </a:r>
            <a:r>
              <a:rPr lang="en-US" altLang="ja-JP" sz="1000" dirty="0">
                <a:solidFill>
                  <a:srgbClr val="404040"/>
                </a:solidFill>
                <a:latin typeface="+mj-ea"/>
                <a:ea typeface="+mj-ea"/>
                <a:hlinkClick r:id="rId35" tooltip="https://dwp.nttdata.com/hashtag/dwp-2025-11-17-001?ref=d3c0f086-903b-4188-b785-f808c143cda5">
                  <a:extLst>
                    <a:ext uri="{A12FA001-AC4F-418D-AE19-62706E023703}">
                      <ahyp:hlinkClr xmlns:ahyp="http://schemas.microsoft.com/office/drawing/2018/hyperlinkcolor" val="tx"/>
                    </a:ext>
                  </a:extLst>
                </a:hlinkClick>
              </a:rPr>
              <a:t>- NTT DATA Digital Workplace</a:t>
            </a:r>
            <a:endParaRPr lang="ja-JP" altLang="en-US" sz="1000" dirty="0">
              <a:solidFill>
                <a:srgbClr val="404040"/>
              </a:solidFill>
              <a:latin typeface="+mj-ea"/>
              <a:ea typeface="+mj-ea"/>
            </a:endParaRPr>
          </a:p>
        </p:txBody>
      </p:sp>
      <p:sp>
        <p:nvSpPr>
          <p:cNvPr id="23" name="テキスト ボックス 22">
            <a:extLst>
              <a:ext uri="{FF2B5EF4-FFF2-40B4-BE49-F238E27FC236}">
                <a16:creationId xmlns:a16="http://schemas.microsoft.com/office/drawing/2014/main" id="{D54E1A1E-BE1C-0887-578F-309A3F59E2EE}"/>
              </a:ext>
            </a:extLst>
          </p:cNvPr>
          <p:cNvSpPr txBox="1"/>
          <p:nvPr/>
        </p:nvSpPr>
        <p:spPr>
          <a:xfrm>
            <a:off x="268070" y="1047233"/>
            <a:ext cx="9301500" cy="738664"/>
          </a:xfrm>
          <a:prstGeom prst="rect">
            <a:avLst/>
          </a:prstGeom>
          <a:noFill/>
        </p:spPr>
        <p:txBody>
          <a:bodyPr wrap="square">
            <a:spAutoFit/>
          </a:bodyPr>
          <a:lstStyle/>
          <a:p>
            <a:r>
              <a:rPr lang="ja-JP" altLang="en-US" sz="1400" dirty="0">
                <a:solidFill>
                  <a:srgbClr val="404040"/>
                </a:solidFill>
                <a:latin typeface="+mj-ea"/>
                <a:ea typeface="+mj-ea"/>
              </a:rPr>
              <a:t>NTTデータは</a:t>
            </a:r>
            <a:r>
              <a:rPr lang="ja-JP" altLang="en-US" sz="1400" dirty="0">
                <a:solidFill>
                  <a:schemeClr val="bg2"/>
                </a:solidFill>
                <a:latin typeface="+mj-ea"/>
                <a:ea typeface="+mj-ea"/>
              </a:rPr>
              <a:t>「顧客への価値提供を最大化し、持続的な成長と両立する質を伴った成長」＝ Quality Growth </a:t>
            </a:r>
            <a:r>
              <a:rPr lang="ja-JP" altLang="en-US" sz="1400" dirty="0">
                <a:solidFill>
                  <a:srgbClr val="404040"/>
                </a:solidFill>
                <a:latin typeface="+mj-ea"/>
                <a:ea typeface="+mj-ea"/>
              </a:rPr>
              <a:t>の実現を</a:t>
            </a:r>
            <a:endParaRPr lang="en-US" altLang="ja-JP" sz="1400" dirty="0">
              <a:solidFill>
                <a:srgbClr val="404040"/>
              </a:solidFill>
              <a:latin typeface="+mj-ea"/>
              <a:ea typeface="+mj-ea"/>
            </a:endParaRPr>
          </a:p>
          <a:p>
            <a:r>
              <a:rPr lang="ja-JP" altLang="en-US" sz="1400" dirty="0">
                <a:solidFill>
                  <a:srgbClr val="404040"/>
                </a:solidFill>
                <a:latin typeface="+mj-ea"/>
                <a:ea typeface="+mj-ea"/>
              </a:rPr>
              <a:t>目指しています。</a:t>
            </a:r>
          </a:p>
          <a:p>
            <a:r>
              <a:rPr lang="ja-JP" altLang="en-US" sz="1400" dirty="0">
                <a:solidFill>
                  <a:srgbClr val="404040"/>
                </a:solidFill>
                <a:latin typeface="+mj-ea"/>
                <a:ea typeface="+mj-ea"/>
              </a:rPr>
              <a:t>そのための中核戦略が、AIを全事業に組み込んだ「AI-empowered New Value &amp; Productivity」です。</a:t>
            </a:r>
          </a:p>
        </p:txBody>
      </p:sp>
    </p:spTree>
    <p:extLst>
      <p:ext uri="{BB962C8B-B14F-4D97-AF65-F5344CB8AC3E}">
        <p14:creationId xmlns:p14="http://schemas.microsoft.com/office/powerpoint/2010/main" val="33610174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3FBC1-8310-1BE8-5FF7-A0190C120E1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AB1FB35-8C0E-4F20-BF51-C0742237FF81}"/>
              </a:ext>
            </a:extLst>
          </p:cNvPr>
          <p:cNvSpPr>
            <a:spLocks noGrp="1"/>
          </p:cNvSpPr>
          <p:nvPr>
            <p:ph type="title"/>
          </p:nvPr>
        </p:nvSpPr>
        <p:spPr/>
        <p:txBody>
          <a:bodyPr>
            <a:normAutofit/>
          </a:bodyPr>
          <a:lstStyle/>
          <a:p>
            <a:r>
              <a:rPr lang="en-US" altLang="ja-JP" dirty="0"/>
              <a:t>3-3.</a:t>
            </a:r>
            <a:r>
              <a:rPr lang="ja-JP" altLang="en-US" dirty="0"/>
              <a:t> なぜ今、</a:t>
            </a:r>
            <a:r>
              <a:rPr lang="en-US" altLang="ja-JP" dirty="0"/>
              <a:t>AI</a:t>
            </a:r>
            <a:r>
              <a:rPr lang="ja-JP" altLang="en-US" dirty="0"/>
              <a:t>が重要なのか</a:t>
            </a:r>
          </a:p>
        </p:txBody>
      </p:sp>
      <p:sp>
        <p:nvSpPr>
          <p:cNvPr id="23" name="テキスト ボックス 22">
            <a:extLst>
              <a:ext uri="{FF2B5EF4-FFF2-40B4-BE49-F238E27FC236}">
                <a16:creationId xmlns:a16="http://schemas.microsoft.com/office/drawing/2014/main" id="{40A40DBF-EF4E-E57C-7EE3-6E567311DCEC}"/>
              </a:ext>
            </a:extLst>
          </p:cNvPr>
          <p:cNvSpPr txBox="1"/>
          <p:nvPr/>
        </p:nvSpPr>
        <p:spPr>
          <a:xfrm>
            <a:off x="268070" y="1047233"/>
            <a:ext cx="9301500" cy="523220"/>
          </a:xfrm>
          <a:prstGeom prst="rect">
            <a:avLst/>
          </a:prstGeom>
          <a:noFill/>
        </p:spPr>
        <p:txBody>
          <a:bodyPr wrap="square">
            <a:spAutoFit/>
          </a:bodyPr>
          <a:lstStyle/>
          <a:p>
            <a:r>
              <a:rPr lang="ja-JP" altLang="en-US" sz="1400" dirty="0">
                <a:solidFill>
                  <a:srgbClr val="404040"/>
                </a:solidFill>
                <a:latin typeface="+mj-ea"/>
                <a:ea typeface="+mj-ea"/>
              </a:rPr>
              <a:t>生成</a:t>
            </a:r>
            <a:r>
              <a:rPr lang="en-US" altLang="ja-JP" sz="1400" dirty="0">
                <a:solidFill>
                  <a:srgbClr val="404040"/>
                </a:solidFill>
                <a:latin typeface="+mj-ea"/>
                <a:ea typeface="+mj-ea"/>
              </a:rPr>
              <a:t>AI</a:t>
            </a:r>
            <a:r>
              <a:rPr lang="ja-JP" altLang="en-US" sz="1400" dirty="0">
                <a:solidFill>
                  <a:srgbClr val="404040"/>
                </a:solidFill>
                <a:latin typeface="+mj-ea"/>
                <a:ea typeface="+mj-ea"/>
              </a:rPr>
              <a:t>の活用レベルが、企業や事業の命運を左右するようになっています。</a:t>
            </a:r>
          </a:p>
          <a:p>
            <a:r>
              <a:rPr lang="en-US" altLang="ja-JP" sz="1400" dirty="0">
                <a:solidFill>
                  <a:schemeClr val="bg2"/>
                </a:solidFill>
                <a:latin typeface="+mj-ea"/>
                <a:ea typeface="+mj-ea"/>
              </a:rPr>
              <a:t>NTT</a:t>
            </a:r>
            <a:r>
              <a:rPr lang="ja-JP" altLang="en-US" sz="1400" dirty="0">
                <a:solidFill>
                  <a:schemeClr val="bg2"/>
                </a:solidFill>
                <a:latin typeface="+mj-ea"/>
                <a:ea typeface="+mj-ea"/>
              </a:rPr>
              <a:t>データ社員として、この変化を正しく理解することが求められます。</a:t>
            </a:r>
          </a:p>
        </p:txBody>
      </p:sp>
      <p:sp>
        <p:nvSpPr>
          <p:cNvPr id="5" name="正方形/長方形 4">
            <a:extLst>
              <a:ext uri="{FF2B5EF4-FFF2-40B4-BE49-F238E27FC236}">
                <a16:creationId xmlns:a16="http://schemas.microsoft.com/office/drawing/2014/main" id="{AF3E0B34-CE97-ACB8-8EA0-2293E037018D}"/>
              </a:ext>
            </a:extLst>
          </p:cNvPr>
          <p:cNvSpPr/>
          <p:nvPr/>
        </p:nvSpPr>
        <p:spPr>
          <a:xfrm>
            <a:off x="371475" y="4260389"/>
            <a:ext cx="3523775" cy="1778779"/>
          </a:xfrm>
          <a:prstGeom prst="rect">
            <a:avLst/>
          </a:prstGeom>
          <a:solidFill>
            <a:schemeClr val="bg1">
              <a:lumMod val="95000"/>
            </a:schemeClr>
          </a:solidFill>
          <a:ln w="9525">
            <a:solidFill>
              <a:schemeClr val="bg1">
                <a:lumMod val="95000"/>
              </a:schemeClr>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r>
              <a:rPr kumimoji="1" lang="ja-JP" altLang="en-US" sz="1400" b="1" u="sng" dirty="0">
                <a:solidFill>
                  <a:schemeClr val="tx1"/>
                </a:solidFill>
                <a:latin typeface="+mj-lt"/>
              </a:rPr>
              <a:t>生成</a:t>
            </a:r>
            <a:r>
              <a:rPr kumimoji="1" lang="en-US" altLang="ja-JP" sz="1400" b="1" u="sng" dirty="0">
                <a:solidFill>
                  <a:schemeClr val="tx1"/>
                </a:solidFill>
                <a:latin typeface="+mj-lt"/>
              </a:rPr>
              <a:t>AI</a:t>
            </a:r>
            <a:r>
              <a:rPr kumimoji="1" lang="ja-JP" altLang="en-US" sz="1400" b="1" u="sng" dirty="0">
                <a:solidFill>
                  <a:schemeClr val="tx1"/>
                </a:solidFill>
                <a:latin typeface="+mj-lt"/>
              </a:rPr>
              <a:t>活用による競争激化</a:t>
            </a:r>
            <a:endParaRPr kumimoji="1" lang="en-US" altLang="ja-JP" sz="1400" b="1" u="sng" dirty="0">
              <a:solidFill>
                <a:schemeClr val="tx1"/>
              </a:solidFill>
              <a:latin typeface="+mj-lt"/>
            </a:endParaRPr>
          </a:p>
          <a:p>
            <a:pPr algn="ctr"/>
            <a:endParaRPr lang="en-US" altLang="ja-JP" sz="700" dirty="0">
              <a:solidFill>
                <a:schemeClr val="tx1"/>
              </a:solidFill>
              <a:latin typeface="+mj-lt"/>
            </a:endParaRPr>
          </a:p>
          <a:p>
            <a:r>
              <a:rPr lang="en-US" altLang="ja-JP" sz="1100" dirty="0">
                <a:solidFill>
                  <a:schemeClr val="tx1"/>
                </a:solidFill>
                <a:latin typeface="+mj-lt"/>
              </a:rPr>
              <a:t>QCD</a:t>
            </a:r>
            <a:r>
              <a:rPr lang="ja-JP" altLang="en-US" sz="1100" dirty="0">
                <a:solidFill>
                  <a:schemeClr val="tx1"/>
                </a:solidFill>
                <a:latin typeface="+mj-lt"/>
              </a:rPr>
              <a:t>の非連続な進化や参入障壁を突破する企業の登場</a:t>
            </a:r>
            <a:endParaRPr lang="en-US" altLang="ja-JP" sz="1100" dirty="0">
              <a:solidFill>
                <a:schemeClr val="tx1"/>
              </a:solidFill>
              <a:latin typeface="+mj-lt"/>
            </a:endParaRPr>
          </a:p>
          <a:p>
            <a:pPr marL="285750" indent="-285750">
              <a:spcBef>
                <a:spcPts val="300"/>
              </a:spcBef>
              <a:buFont typeface="Arial" panose="020B0604020202020204" pitchFamily="34" charset="0"/>
              <a:buChar char="►"/>
            </a:pPr>
            <a:r>
              <a:rPr lang="ja-JP" altLang="en-US" sz="1100" b="1" dirty="0">
                <a:solidFill>
                  <a:srgbClr val="2A485C"/>
                </a:solidFill>
                <a:latin typeface="+mj-lt"/>
              </a:rPr>
              <a:t>提供価値の劣後や価格競争により、利益や優秀な人財を喪失する懸念</a:t>
            </a:r>
            <a:endParaRPr kumimoji="1" lang="ja-JP" altLang="en-US" sz="1100" dirty="0">
              <a:solidFill>
                <a:srgbClr val="2A485C"/>
              </a:solidFill>
              <a:latin typeface="+mj-lt"/>
            </a:endParaRPr>
          </a:p>
        </p:txBody>
      </p:sp>
      <p:sp>
        <p:nvSpPr>
          <p:cNvPr id="7" name="正方形/長方形 6">
            <a:extLst>
              <a:ext uri="{FF2B5EF4-FFF2-40B4-BE49-F238E27FC236}">
                <a16:creationId xmlns:a16="http://schemas.microsoft.com/office/drawing/2014/main" id="{4828245E-D95D-8350-715E-9B9DB3BB4712}"/>
              </a:ext>
            </a:extLst>
          </p:cNvPr>
          <p:cNvSpPr/>
          <p:nvPr/>
        </p:nvSpPr>
        <p:spPr>
          <a:xfrm>
            <a:off x="371475" y="2333417"/>
            <a:ext cx="3523775" cy="1778779"/>
          </a:xfrm>
          <a:prstGeom prst="rect">
            <a:avLst/>
          </a:prstGeom>
          <a:solidFill>
            <a:schemeClr val="bg1">
              <a:lumMod val="95000"/>
            </a:schemeClr>
          </a:solidFill>
          <a:ln w="9525">
            <a:solidFill>
              <a:schemeClr val="bg1">
                <a:lumMod val="95000"/>
              </a:schemeClr>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r>
              <a:rPr kumimoji="1" lang="ja-JP" altLang="en-US" sz="1400" b="1" u="sng" dirty="0">
                <a:solidFill>
                  <a:schemeClr val="tx1"/>
                </a:solidFill>
                <a:latin typeface="+mj-lt"/>
              </a:rPr>
              <a:t>国内労働人口の減少</a:t>
            </a:r>
            <a:endParaRPr kumimoji="1" lang="en-US" altLang="ja-JP" sz="1400" b="1" u="sng" dirty="0">
              <a:solidFill>
                <a:schemeClr val="tx1"/>
              </a:solidFill>
              <a:latin typeface="+mj-lt"/>
            </a:endParaRPr>
          </a:p>
          <a:p>
            <a:pPr algn="ctr"/>
            <a:endParaRPr lang="en-US" altLang="ja-JP" sz="700" dirty="0">
              <a:solidFill>
                <a:schemeClr val="tx1"/>
              </a:solidFill>
              <a:latin typeface="+mj-lt"/>
            </a:endParaRPr>
          </a:p>
          <a:p>
            <a:r>
              <a:rPr lang="ja-JP" altLang="en-US" sz="1100" dirty="0">
                <a:solidFill>
                  <a:schemeClr val="tx1"/>
                </a:solidFill>
                <a:latin typeface="+mj-lt"/>
              </a:rPr>
              <a:t>熟練者の大量退職や加速度的な労働人口減少による人財確保難</a:t>
            </a:r>
            <a:endParaRPr lang="en-US" altLang="ja-JP" sz="1100" dirty="0">
              <a:solidFill>
                <a:schemeClr val="tx1"/>
              </a:solidFill>
              <a:latin typeface="+mj-lt"/>
            </a:endParaRPr>
          </a:p>
          <a:p>
            <a:pPr marL="285750" indent="-285750">
              <a:spcBef>
                <a:spcPts val="300"/>
              </a:spcBef>
              <a:buFont typeface="Arial" panose="020B0604020202020204" pitchFamily="34" charset="0"/>
              <a:buChar char="►"/>
            </a:pPr>
            <a:r>
              <a:rPr lang="ja-JP" altLang="en-US" sz="1100" b="1" dirty="0">
                <a:solidFill>
                  <a:srgbClr val="2A485C"/>
                </a:solidFill>
                <a:latin typeface="+mj-lt"/>
              </a:rPr>
              <a:t>独自ノウハウ喪失やサービスレベル低下・現場負担増の懸念</a:t>
            </a:r>
            <a:endParaRPr lang="en-US" altLang="ja-JP" sz="1100" b="1" dirty="0">
              <a:solidFill>
                <a:srgbClr val="2A485C"/>
              </a:solidFill>
              <a:latin typeface="+mj-lt"/>
            </a:endParaRPr>
          </a:p>
        </p:txBody>
      </p:sp>
      <p:sp>
        <p:nvSpPr>
          <p:cNvPr id="9" name="二等辺三角形 8">
            <a:extLst>
              <a:ext uri="{FF2B5EF4-FFF2-40B4-BE49-F238E27FC236}">
                <a16:creationId xmlns:a16="http://schemas.microsoft.com/office/drawing/2014/main" id="{DDE610D5-712F-C0A8-50D7-7CE00C71E7BD}"/>
              </a:ext>
            </a:extLst>
          </p:cNvPr>
          <p:cNvSpPr/>
          <p:nvPr/>
        </p:nvSpPr>
        <p:spPr>
          <a:xfrm rot="5400000">
            <a:off x="3135415" y="3828312"/>
            <a:ext cx="2704733" cy="648001"/>
          </a:xfrm>
          <a:prstGeom prst="triangle">
            <a:avLst/>
          </a:prstGeom>
          <a:solidFill>
            <a:schemeClr val="accent5">
              <a:lumMod val="20000"/>
              <a:lumOff val="80000"/>
            </a:schemeClr>
          </a:solidFill>
          <a:ln w="9525">
            <a:solidFill>
              <a:schemeClr val="bg1">
                <a:lumMod val="85000"/>
              </a:schemeClr>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kumimoji="1" lang="ja-JP" altLang="en-US" sz="1400">
              <a:solidFill>
                <a:schemeClr val="accent1"/>
              </a:solidFill>
            </a:endParaRPr>
          </a:p>
        </p:txBody>
      </p:sp>
      <p:sp>
        <p:nvSpPr>
          <p:cNvPr id="11" name="テキスト ボックス 10">
            <a:extLst>
              <a:ext uri="{FF2B5EF4-FFF2-40B4-BE49-F238E27FC236}">
                <a16:creationId xmlns:a16="http://schemas.microsoft.com/office/drawing/2014/main" id="{A60FF65E-319F-D315-CFBA-0F9D349A46C3}"/>
              </a:ext>
            </a:extLst>
          </p:cNvPr>
          <p:cNvSpPr txBox="1"/>
          <p:nvPr/>
        </p:nvSpPr>
        <p:spPr>
          <a:xfrm>
            <a:off x="3718546" y="3652268"/>
            <a:ext cx="1293159" cy="1008000"/>
          </a:xfrm>
          <a:prstGeom prst="rect">
            <a:avLst/>
          </a:prstGeom>
          <a:noFill/>
        </p:spPr>
        <p:txBody>
          <a:bodyPr wrap="square" lIns="0" rIns="0" rtlCol="0" anchor="ctr">
            <a:noAutofit/>
          </a:bodyPr>
          <a:lstStyle/>
          <a:p>
            <a:pPr algn="ctr" defTabSz="288000"/>
            <a:r>
              <a:rPr lang="ja-JP" altLang="en-US" sz="1200" b="1" dirty="0">
                <a:latin typeface="+mj-lt"/>
              </a:rPr>
              <a:t>生成</a:t>
            </a:r>
            <a:r>
              <a:rPr lang="en-US" altLang="ja-JP" sz="1200" b="1" dirty="0">
                <a:latin typeface="+mj-lt"/>
              </a:rPr>
              <a:t>AI</a:t>
            </a:r>
            <a:r>
              <a:rPr lang="ja-JP" altLang="en-US" sz="1200" b="1" dirty="0">
                <a:latin typeface="+mj-lt"/>
              </a:rPr>
              <a:t>の</a:t>
            </a:r>
            <a:endParaRPr lang="en-US" altLang="ja-JP" sz="1200" b="1" dirty="0">
              <a:latin typeface="+mj-lt"/>
            </a:endParaRPr>
          </a:p>
          <a:p>
            <a:pPr algn="ctr" defTabSz="288000"/>
            <a:r>
              <a:rPr lang="ja-JP" altLang="en-US" sz="1200" b="1" dirty="0">
                <a:latin typeface="+mj-lt"/>
              </a:rPr>
              <a:t>活用レベルが</a:t>
            </a:r>
            <a:endParaRPr lang="en-US" altLang="ja-JP" sz="1200" b="1" dirty="0">
              <a:latin typeface="+mj-lt"/>
            </a:endParaRPr>
          </a:p>
          <a:p>
            <a:pPr algn="ctr" defTabSz="288000"/>
            <a:r>
              <a:rPr lang="ja-JP" altLang="en-US" sz="1200" b="1" dirty="0">
                <a:latin typeface="+mj-lt"/>
              </a:rPr>
              <a:t>企業や事業の</a:t>
            </a:r>
            <a:endParaRPr lang="en-US" altLang="ja-JP" sz="1200" b="1" dirty="0">
              <a:latin typeface="+mj-lt"/>
            </a:endParaRPr>
          </a:p>
          <a:p>
            <a:pPr algn="ctr" defTabSz="288000"/>
            <a:r>
              <a:rPr lang="ja-JP" altLang="en-US" sz="1200" b="1" dirty="0">
                <a:latin typeface="+mj-lt"/>
              </a:rPr>
              <a:t>命運を左右</a:t>
            </a:r>
            <a:endParaRPr kumimoji="1" lang="ja-JP" altLang="en-US" sz="1200" b="1" dirty="0">
              <a:latin typeface="+mj-lt"/>
            </a:endParaRPr>
          </a:p>
        </p:txBody>
      </p:sp>
      <p:sp>
        <p:nvSpPr>
          <p:cNvPr id="14" name="正方形/長方形 13">
            <a:extLst>
              <a:ext uri="{FF2B5EF4-FFF2-40B4-BE49-F238E27FC236}">
                <a16:creationId xmlns:a16="http://schemas.microsoft.com/office/drawing/2014/main" id="{A165DE13-5D18-8DB8-B449-54251EEA823B}"/>
              </a:ext>
            </a:extLst>
          </p:cNvPr>
          <p:cNvSpPr/>
          <p:nvPr/>
        </p:nvSpPr>
        <p:spPr>
          <a:xfrm>
            <a:off x="4932964" y="5304389"/>
            <a:ext cx="4622589" cy="734779"/>
          </a:xfrm>
          <a:prstGeom prst="rect">
            <a:avLst/>
          </a:prstGeom>
          <a:solidFill>
            <a:schemeClr val="bg2">
              <a:lumMod val="20000"/>
              <a:lumOff val="80000"/>
            </a:schemeClr>
          </a:solidFill>
          <a:ln w="9525">
            <a:solidFill>
              <a:schemeClr val="bg2">
                <a:lumMod val="20000"/>
                <a:lumOff val="80000"/>
              </a:schemeClr>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08000" tIns="72000" rIns="108000" bIns="72000" numCol="1" spcCol="0" rtlCol="0" fromWordArt="0" anchor="t" anchorCtr="0" forceAA="0" compatLnSpc="1">
            <a:prstTxWarp prst="textNoShape">
              <a:avLst/>
            </a:prstTxWarp>
            <a:noAutofit/>
          </a:bodyPr>
          <a:lstStyle/>
          <a:p>
            <a:r>
              <a:rPr lang="ja-JP" altLang="en-US" sz="1200" b="1" dirty="0">
                <a:solidFill>
                  <a:srgbClr val="002060"/>
                </a:solidFill>
                <a:latin typeface="+mj-lt"/>
              </a:rPr>
              <a:t>生成</a:t>
            </a:r>
            <a:r>
              <a:rPr lang="en-US" altLang="ja-JP" sz="1200" b="1" dirty="0">
                <a:solidFill>
                  <a:srgbClr val="002060"/>
                </a:solidFill>
                <a:latin typeface="+mj-lt"/>
              </a:rPr>
              <a:t>AI</a:t>
            </a:r>
            <a:r>
              <a:rPr lang="ja-JP" altLang="en-US" sz="1200" b="1" dirty="0">
                <a:solidFill>
                  <a:srgbClr val="002060"/>
                </a:solidFill>
                <a:latin typeface="+mj-lt"/>
              </a:rPr>
              <a:t>による変革を推進できる人財の拡充</a:t>
            </a:r>
            <a:r>
              <a:rPr lang="ja-JP" altLang="en-US" sz="1000" dirty="0">
                <a:solidFill>
                  <a:schemeClr val="accent1"/>
                </a:solidFill>
                <a:latin typeface="+mj-lt"/>
              </a:rPr>
              <a:t>（</a:t>
            </a:r>
            <a:r>
              <a:rPr lang="en-US" altLang="ja-JP" sz="1000" dirty="0">
                <a:solidFill>
                  <a:schemeClr val="accent1"/>
                </a:solidFill>
                <a:latin typeface="+mj-lt"/>
              </a:rPr>
              <a:t>AI-Native Company</a:t>
            </a:r>
            <a:r>
              <a:rPr lang="ja-JP" altLang="en-US" sz="1000" dirty="0">
                <a:solidFill>
                  <a:schemeClr val="accent1"/>
                </a:solidFill>
                <a:latin typeface="+mj-lt"/>
              </a:rPr>
              <a:t>）</a:t>
            </a:r>
            <a:endParaRPr lang="en-US" altLang="ja-JP" sz="1200" dirty="0">
              <a:solidFill>
                <a:schemeClr val="accent1"/>
              </a:solidFill>
              <a:latin typeface="+mj-lt"/>
            </a:endParaRPr>
          </a:p>
          <a:p>
            <a:pPr marL="285750" marR="0" lvl="0" indent="-2857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1" lang="ja-JP" altLang="en-US" sz="1050" b="0" i="0" u="none" strike="noStrike" kern="1200" cap="none" spc="0" normalizeH="0" baseline="0" noProof="0" dirty="0">
                <a:ln>
                  <a:noFill/>
                </a:ln>
                <a:solidFill>
                  <a:srgbClr val="070F26"/>
                </a:solidFill>
                <a:effectLst/>
                <a:uLnTx/>
                <a:uFillTx/>
                <a:latin typeface="+mj-lt"/>
                <a:ea typeface="Meiryo UI"/>
                <a:cs typeface="+mn-cs"/>
              </a:rPr>
              <a:t>全社員が生成</a:t>
            </a:r>
            <a:r>
              <a:rPr kumimoji="1" lang="en-US" altLang="ja-JP" sz="1050" b="0" i="0" u="none" strike="noStrike" kern="1200" cap="none" spc="0" normalizeH="0" baseline="0" noProof="0" dirty="0">
                <a:ln>
                  <a:noFill/>
                </a:ln>
                <a:solidFill>
                  <a:srgbClr val="070F26"/>
                </a:solidFill>
                <a:effectLst/>
                <a:uLnTx/>
                <a:uFillTx/>
                <a:latin typeface="+mj-lt"/>
                <a:ea typeface="Meiryo UI"/>
                <a:cs typeface="+mn-cs"/>
              </a:rPr>
              <a:t>AI</a:t>
            </a:r>
            <a:r>
              <a:rPr kumimoji="1" lang="ja-JP" altLang="en-US" sz="1050" b="0" i="0" u="none" strike="noStrike" kern="1200" cap="none" spc="0" normalizeH="0" baseline="0" noProof="0" dirty="0">
                <a:ln>
                  <a:noFill/>
                </a:ln>
                <a:solidFill>
                  <a:srgbClr val="070F26"/>
                </a:solidFill>
                <a:effectLst/>
                <a:uLnTx/>
                <a:uFillTx/>
                <a:latin typeface="+mj-lt"/>
                <a:ea typeface="Meiryo UI"/>
                <a:cs typeface="+mn-cs"/>
              </a:rPr>
              <a:t>ドリブンで発想</a:t>
            </a:r>
            <a:endParaRPr kumimoji="1" lang="en-US" altLang="ja-JP" sz="1050" b="0" i="0" u="none" strike="noStrike" kern="1200" cap="none" spc="0" normalizeH="0" baseline="0" noProof="0" dirty="0">
              <a:ln>
                <a:noFill/>
              </a:ln>
              <a:solidFill>
                <a:srgbClr val="070F26"/>
              </a:solidFill>
              <a:effectLst/>
              <a:uLnTx/>
              <a:uFillTx/>
              <a:latin typeface="+mj-lt"/>
              <a:ea typeface="Meiryo UI"/>
              <a:cs typeface="+mn-cs"/>
            </a:endParaRPr>
          </a:p>
          <a:p>
            <a:pPr marL="285750" marR="0" lvl="0" indent="-2857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1" lang="ja-JP" altLang="en-US" sz="1050" b="0" i="0" u="none" strike="noStrike" kern="1200" cap="none" spc="0" normalizeH="0" baseline="0" noProof="0" dirty="0">
                <a:ln>
                  <a:noFill/>
                </a:ln>
                <a:solidFill>
                  <a:srgbClr val="070F26"/>
                </a:solidFill>
                <a:effectLst/>
                <a:uLnTx/>
                <a:uFillTx/>
                <a:latin typeface="+mj-lt"/>
                <a:ea typeface="Meiryo UI"/>
                <a:cs typeface="+mn-cs"/>
              </a:rPr>
              <a:t>生成</a:t>
            </a:r>
            <a:r>
              <a:rPr kumimoji="1" lang="en-US" altLang="ja-JP" sz="1050" b="0" i="0" u="none" strike="noStrike" kern="1200" cap="none" spc="0" normalizeH="0" baseline="0" noProof="0" dirty="0">
                <a:ln>
                  <a:noFill/>
                </a:ln>
                <a:solidFill>
                  <a:srgbClr val="070F26"/>
                </a:solidFill>
                <a:effectLst/>
                <a:uLnTx/>
                <a:uFillTx/>
                <a:latin typeface="+mj-lt"/>
                <a:ea typeface="Meiryo UI"/>
                <a:cs typeface="+mn-cs"/>
              </a:rPr>
              <a:t>AI</a:t>
            </a:r>
            <a:r>
              <a:rPr kumimoji="1" lang="ja-JP" altLang="en-US" sz="1050" b="0" i="0" u="none" strike="noStrike" kern="1200" cap="none" spc="0" normalizeH="0" baseline="0" noProof="0" dirty="0">
                <a:ln>
                  <a:noFill/>
                </a:ln>
                <a:solidFill>
                  <a:srgbClr val="070F26"/>
                </a:solidFill>
                <a:effectLst/>
                <a:uLnTx/>
                <a:uFillTx/>
                <a:latin typeface="+mj-lt"/>
                <a:ea typeface="Meiryo UI"/>
                <a:cs typeface="+mn-cs"/>
              </a:rPr>
              <a:t>を武器として使いこなして各職場で変革を実践</a:t>
            </a:r>
          </a:p>
        </p:txBody>
      </p:sp>
      <p:sp>
        <p:nvSpPr>
          <p:cNvPr id="17" name="正方形/長方形 16">
            <a:extLst>
              <a:ext uri="{FF2B5EF4-FFF2-40B4-BE49-F238E27FC236}">
                <a16:creationId xmlns:a16="http://schemas.microsoft.com/office/drawing/2014/main" id="{B4B58893-93D9-081F-516E-877FF3A0753B}"/>
              </a:ext>
            </a:extLst>
          </p:cNvPr>
          <p:cNvSpPr/>
          <p:nvPr/>
        </p:nvSpPr>
        <p:spPr>
          <a:xfrm>
            <a:off x="4932964" y="4260389"/>
            <a:ext cx="4622589" cy="734779"/>
          </a:xfrm>
          <a:prstGeom prst="rect">
            <a:avLst/>
          </a:prstGeom>
          <a:solidFill>
            <a:schemeClr val="bg2">
              <a:lumMod val="20000"/>
              <a:lumOff val="80000"/>
            </a:schemeClr>
          </a:solidFill>
          <a:ln w="9525">
            <a:solidFill>
              <a:schemeClr val="bg2">
                <a:lumMod val="20000"/>
                <a:lumOff val="80000"/>
              </a:schemeClr>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08000" tIns="72000" rIns="108000" bIns="72000" numCol="1" spcCol="0" rtlCol="0" fromWordArt="0" anchor="t" anchorCtr="0" forceAA="0" compatLnSpc="1">
            <a:prstTxWarp prst="textNoShape">
              <a:avLst/>
            </a:prstTxWarp>
            <a:noAutofit/>
          </a:bodyPr>
          <a:lstStyle/>
          <a:p>
            <a:r>
              <a:rPr lang="ja-JP" altLang="en-US" sz="1200" b="1" dirty="0">
                <a:solidFill>
                  <a:srgbClr val="002060"/>
                </a:solidFill>
                <a:latin typeface="+mj-lt"/>
              </a:rPr>
              <a:t>生成</a:t>
            </a:r>
            <a:r>
              <a:rPr lang="en-US" altLang="ja-JP" sz="1200" b="1" dirty="0">
                <a:solidFill>
                  <a:srgbClr val="002060"/>
                </a:solidFill>
                <a:latin typeface="+mj-lt"/>
              </a:rPr>
              <a:t>AI</a:t>
            </a:r>
            <a:r>
              <a:rPr lang="ja-JP" altLang="en-US" sz="1200" b="1" dirty="0">
                <a:solidFill>
                  <a:srgbClr val="002060"/>
                </a:solidFill>
                <a:latin typeface="+mj-lt"/>
              </a:rPr>
              <a:t>を前提とした</a:t>
            </a:r>
            <a:r>
              <a:rPr kumimoji="1" lang="ja-JP" altLang="en-US" sz="1200" b="1" dirty="0">
                <a:solidFill>
                  <a:srgbClr val="002060"/>
                </a:solidFill>
                <a:latin typeface="+mj-lt"/>
              </a:rPr>
              <a:t>システム・データ</a:t>
            </a:r>
            <a:r>
              <a:rPr lang="ja-JP" altLang="en-US" sz="1200" b="1" dirty="0">
                <a:solidFill>
                  <a:srgbClr val="002060"/>
                </a:solidFill>
                <a:latin typeface="+mj-lt"/>
              </a:rPr>
              <a:t>の</a:t>
            </a:r>
            <a:r>
              <a:rPr kumimoji="1" lang="ja-JP" altLang="en-US" sz="1200" b="1" dirty="0">
                <a:solidFill>
                  <a:srgbClr val="002060"/>
                </a:solidFill>
                <a:latin typeface="+mj-lt"/>
              </a:rPr>
              <a:t>整備</a:t>
            </a:r>
            <a:r>
              <a:rPr kumimoji="1" lang="ja-JP" altLang="en-US" sz="900" dirty="0">
                <a:solidFill>
                  <a:schemeClr val="accent1"/>
                </a:solidFill>
                <a:latin typeface="+mj-lt"/>
                <a:ea typeface="+mj-ea"/>
              </a:rPr>
              <a:t>（</a:t>
            </a:r>
            <a:r>
              <a:rPr kumimoji="1" lang="en-US" altLang="ja-JP" sz="900" dirty="0">
                <a:solidFill>
                  <a:schemeClr val="accent1"/>
                </a:solidFill>
                <a:latin typeface="+mj-lt"/>
                <a:ea typeface="+mj-ea"/>
              </a:rPr>
              <a:t>AI-Ready System/Data</a:t>
            </a:r>
            <a:r>
              <a:rPr kumimoji="1" lang="ja-JP" altLang="en-US" sz="900" dirty="0">
                <a:solidFill>
                  <a:schemeClr val="accent1"/>
                </a:solidFill>
                <a:latin typeface="+mj-lt"/>
                <a:ea typeface="+mj-ea"/>
              </a:rPr>
              <a:t>）</a:t>
            </a:r>
            <a:endParaRPr kumimoji="1" lang="en-US" altLang="ja-JP" sz="1200" dirty="0">
              <a:solidFill>
                <a:schemeClr val="accent1"/>
              </a:solidFill>
              <a:latin typeface="+mj-lt"/>
              <a:ea typeface="+mj-ea"/>
            </a:endParaRPr>
          </a:p>
          <a:p>
            <a:pPr marL="285750" marR="0" lvl="0" indent="-2857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1" lang="ja-JP" altLang="en-US" sz="1050" b="0" i="0" u="none" strike="noStrike" kern="1200" cap="none" spc="0" normalizeH="0" baseline="0" noProof="0" dirty="0">
                <a:ln>
                  <a:noFill/>
                </a:ln>
                <a:solidFill>
                  <a:srgbClr val="070F26"/>
                </a:solidFill>
                <a:effectLst/>
                <a:uLnTx/>
                <a:uFillTx/>
                <a:latin typeface="+mj-lt"/>
                <a:ea typeface="Meiryo UI"/>
                <a:cs typeface="+mn-cs"/>
              </a:rPr>
              <a:t>生成</a:t>
            </a:r>
            <a:r>
              <a:rPr kumimoji="1" lang="en-US" altLang="ja-JP" sz="1050" b="0" i="0" u="none" strike="noStrike" kern="1200" cap="none" spc="0" normalizeH="0" baseline="0" noProof="0" dirty="0">
                <a:ln>
                  <a:noFill/>
                </a:ln>
                <a:solidFill>
                  <a:srgbClr val="070F26"/>
                </a:solidFill>
                <a:effectLst/>
                <a:uLnTx/>
                <a:uFillTx/>
                <a:latin typeface="+mj-lt"/>
                <a:ea typeface="Meiryo UI"/>
                <a:cs typeface="+mn-cs"/>
              </a:rPr>
              <a:t>AI×</a:t>
            </a:r>
            <a:r>
              <a:rPr kumimoji="1" lang="ja-JP" altLang="en-US" sz="1050" b="0" i="0" u="none" strike="noStrike" kern="1200" cap="none" spc="0" normalizeH="0" baseline="0" noProof="0" dirty="0">
                <a:ln>
                  <a:noFill/>
                </a:ln>
                <a:solidFill>
                  <a:srgbClr val="070F26"/>
                </a:solidFill>
                <a:effectLst/>
                <a:uLnTx/>
                <a:uFillTx/>
                <a:latin typeface="+mj-lt"/>
                <a:ea typeface="Meiryo UI"/>
                <a:cs typeface="+mn-cs"/>
              </a:rPr>
              <a:t>基幹システム</a:t>
            </a:r>
            <a:r>
              <a:rPr kumimoji="1" lang="en-US" altLang="ja-JP" sz="1050" b="0" i="0" u="none" strike="noStrike" kern="1200" cap="none" spc="0" normalizeH="0" baseline="0" noProof="0" dirty="0">
                <a:ln>
                  <a:noFill/>
                </a:ln>
                <a:solidFill>
                  <a:srgbClr val="070F26"/>
                </a:solidFill>
                <a:effectLst/>
                <a:uLnTx/>
                <a:uFillTx/>
                <a:latin typeface="+mj-lt"/>
                <a:ea typeface="Meiryo UI"/>
                <a:cs typeface="+mn-cs"/>
              </a:rPr>
              <a:t>×</a:t>
            </a:r>
            <a:r>
              <a:rPr kumimoji="1" lang="ja-JP" altLang="en-US" sz="1050" b="0" i="0" u="none" strike="noStrike" kern="1200" cap="none" spc="0" normalizeH="0" baseline="0" noProof="0" dirty="0">
                <a:ln>
                  <a:noFill/>
                </a:ln>
                <a:solidFill>
                  <a:srgbClr val="070F26"/>
                </a:solidFill>
                <a:effectLst/>
                <a:uLnTx/>
                <a:uFillTx/>
                <a:latin typeface="+mj-lt"/>
                <a:ea typeface="Meiryo UI"/>
                <a:cs typeface="+mn-cs"/>
              </a:rPr>
              <a:t>独自データを結合し、活用可能に</a:t>
            </a:r>
            <a:endParaRPr kumimoji="1" lang="en-US" altLang="ja-JP" sz="1050" b="0" i="0" u="none" strike="noStrike" kern="1200" cap="none" spc="0" normalizeH="0" baseline="0" noProof="0" dirty="0">
              <a:ln>
                <a:noFill/>
              </a:ln>
              <a:solidFill>
                <a:srgbClr val="070F26"/>
              </a:solidFill>
              <a:effectLst/>
              <a:uLnTx/>
              <a:uFillTx/>
              <a:latin typeface="+mj-lt"/>
              <a:ea typeface="Meiryo UI"/>
              <a:cs typeface="+mn-cs"/>
            </a:endParaRPr>
          </a:p>
          <a:p>
            <a:pPr marL="285750" marR="0" lvl="0" indent="-2857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1" lang="ja-JP" altLang="en-US" sz="1050" b="0" i="0" u="none" strike="noStrike" kern="1200" cap="none" spc="0" normalizeH="0" baseline="0" noProof="0" dirty="0">
                <a:ln>
                  <a:noFill/>
                </a:ln>
                <a:solidFill>
                  <a:srgbClr val="070F26"/>
                </a:solidFill>
                <a:effectLst/>
                <a:uLnTx/>
                <a:uFillTx/>
                <a:latin typeface="+mj-lt"/>
                <a:ea typeface="Meiryo UI"/>
                <a:cs typeface="+mn-cs"/>
              </a:rPr>
              <a:t>全社レベルでガバナンス・セキュリティを担保</a:t>
            </a:r>
          </a:p>
        </p:txBody>
      </p:sp>
      <p:sp>
        <p:nvSpPr>
          <p:cNvPr id="24" name="正方形/長方形 23">
            <a:extLst>
              <a:ext uri="{FF2B5EF4-FFF2-40B4-BE49-F238E27FC236}">
                <a16:creationId xmlns:a16="http://schemas.microsoft.com/office/drawing/2014/main" id="{505D673F-8400-F1A9-51FE-93B307EF1C64}"/>
              </a:ext>
            </a:extLst>
          </p:cNvPr>
          <p:cNvSpPr/>
          <p:nvPr/>
        </p:nvSpPr>
        <p:spPr>
          <a:xfrm>
            <a:off x="4932964" y="2389517"/>
            <a:ext cx="1712931" cy="1634319"/>
          </a:xfrm>
          <a:prstGeom prst="rect">
            <a:avLst/>
          </a:prstGeom>
          <a:solidFill>
            <a:schemeClr val="bg2">
              <a:lumMod val="20000"/>
              <a:lumOff val="80000"/>
            </a:schemeClr>
          </a:solidFill>
          <a:ln w="9525">
            <a:solidFill>
              <a:schemeClr val="bg2">
                <a:lumMod val="20000"/>
                <a:lumOff val="80000"/>
              </a:schemeClr>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r>
              <a:rPr kumimoji="1" lang="ja-JP" altLang="en-US" sz="1200" b="1" dirty="0">
                <a:solidFill>
                  <a:srgbClr val="002060"/>
                </a:solidFill>
                <a:latin typeface="+mj-lt"/>
              </a:rPr>
              <a:t>生成</a:t>
            </a:r>
            <a:r>
              <a:rPr kumimoji="1" lang="en-US" altLang="ja-JP" sz="1200" b="1" dirty="0">
                <a:solidFill>
                  <a:srgbClr val="002060"/>
                </a:solidFill>
                <a:latin typeface="+mj-lt"/>
              </a:rPr>
              <a:t>AI</a:t>
            </a:r>
            <a:r>
              <a:rPr kumimoji="1" lang="ja-JP" altLang="en-US" sz="1200" b="1" dirty="0">
                <a:solidFill>
                  <a:srgbClr val="002060"/>
                </a:solidFill>
                <a:latin typeface="+mj-lt"/>
              </a:rPr>
              <a:t>を前提とした</a:t>
            </a:r>
            <a:endParaRPr kumimoji="1" lang="en-US" altLang="ja-JP" sz="1200" b="1" dirty="0">
              <a:solidFill>
                <a:srgbClr val="002060"/>
              </a:solidFill>
              <a:latin typeface="+mj-lt"/>
            </a:endParaRPr>
          </a:p>
          <a:p>
            <a:pPr algn="ctr"/>
            <a:r>
              <a:rPr kumimoji="1" lang="ja-JP" altLang="en-US" sz="1200" b="1" dirty="0">
                <a:solidFill>
                  <a:srgbClr val="002060"/>
                </a:solidFill>
                <a:latin typeface="+mj-lt"/>
              </a:rPr>
              <a:t>ビジネス・業務の</a:t>
            </a:r>
            <a:endParaRPr kumimoji="1" lang="en-US" altLang="ja-JP" sz="1200" b="1" dirty="0">
              <a:solidFill>
                <a:srgbClr val="002060"/>
              </a:solidFill>
              <a:latin typeface="+mj-lt"/>
            </a:endParaRPr>
          </a:p>
          <a:p>
            <a:pPr algn="ctr"/>
            <a:r>
              <a:rPr kumimoji="1" lang="ja-JP" altLang="en-US" sz="1200" b="1" dirty="0">
                <a:solidFill>
                  <a:srgbClr val="002060"/>
                </a:solidFill>
                <a:latin typeface="+mj-lt"/>
              </a:rPr>
              <a:t>抜本的な再設計に</a:t>
            </a:r>
            <a:endParaRPr kumimoji="1" lang="en-US" altLang="ja-JP" sz="1200" b="1" dirty="0">
              <a:solidFill>
                <a:srgbClr val="002060"/>
              </a:solidFill>
              <a:latin typeface="+mj-lt"/>
            </a:endParaRPr>
          </a:p>
          <a:p>
            <a:pPr algn="ctr"/>
            <a:r>
              <a:rPr kumimoji="1" lang="ja-JP" altLang="en-US" sz="1200" b="1" dirty="0">
                <a:solidFill>
                  <a:srgbClr val="002060"/>
                </a:solidFill>
                <a:latin typeface="+mj-lt"/>
              </a:rPr>
              <a:t>よる成果創出</a:t>
            </a:r>
          </a:p>
        </p:txBody>
      </p:sp>
      <p:sp>
        <p:nvSpPr>
          <p:cNvPr id="26" name="正方形/長方形 25">
            <a:extLst>
              <a:ext uri="{FF2B5EF4-FFF2-40B4-BE49-F238E27FC236}">
                <a16:creationId xmlns:a16="http://schemas.microsoft.com/office/drawing/2014/main" id="{27068B68-ABFA-3E44-31C2-113932864374}"/>
              </a:ext>
            </a:extLst>
          </p:cNvPr>
          <p:cNvSpPr/>
          <p:nvPr/>
        </p:nvSpPr>
        <p:spPr>
          <a:xfrm>
            <a:off x="6746858" y="2389517"/>
            <a:ext cx="3066443" cy="734779"/>
          </a:xfrm>
          <a:prstGeom prst="rect">
            <a:avLst/>
          </a:prstGeom>
          <a:solidFill>
            <a:schemeClr val="bg2">
              <a:lumMod val="20000"/>
              <a:lumOff val="80000"/>
            </a:schemeClr>
          </a:solidFill>
          <a:ln w="9525">
            <a:solidFill>
              <a:schemeClr val="bg2">
                <a:lumMod val="20000"/>
                <a:lumOff val="80000"/>
              </a:schemeClr>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08000" tIns="72000" rIns="108000" bIns="72000" numCol="1" spcCol="0" rtlCol="0" fromWordArt="0" anchor="t" anchorCtr="0" forceAA="0" compatLnSpc="1">
            <a:prstTxWarp prst="textNoShape">
              <a:avLst/>
            </a:prstTxWarp>
            <a:noAutofit/>
          </a:bodyPr>
          <a:lstStyle/>
          <a:p>
            <a:r>
              <a:rPr lang="ja-JP" altLang="en-US" sz="1200" b="1" dirty="0">
                <a:solidFill>
                  <a:srgbClr val="002060"/>
                </a:solidFill>
              </a:rPr>
              <a:t>競争</a:t>
            </a:r>
            <a:r>
              <a:rPr lang="en-US" altLang="ja-JP" sz="1200" b="1" dirty="0">
                <a:solidFill>
                  <a:srgbClr val="002060"/>
                </a:solidFill>
              </a:rPr>
              <a:t>/</a:t>
            </a:r>
            <a:r>
              <a:rPr lang="ja-JP" altLang="en-US" sz="1200" b="1" dirty="0">
                <a:solidFill>
                  <a:srgbClr val="002060"/>
                </a:solidFill>
              </a:rPr>
              <a:t>価値創造領域での優位性確立</a:t>
            </a:r>
            <a:endParaRPr lang="en-US" altLang="ja-JP" sz="1200" b="1" dirty="0">
              <a:solidFill>
                <a:srgbClr val="002060"/>
              </a:solidFill>
            </a:endParaRPr>
          </a:p>
          <a:p>
            <a:pPr marL="285750" indent="-285750">
              <a:spcBef>
                <a:spcPts val="300"/>
              </a:spcBef>
              <a:buFont typeface="Arial" panose="020B0604020202020204" pitchFamily="34" charset="0"/>
              <a:buChar char="•"/>
            </a:pPr>
            <a:r>
              <a:rPr lang="ja-JP" altLang="en-US" sz="1050" dirty="0">
                <a:solidFill>
                  <a:schemeClr val="accent1"/>
                </a:solidFill>
              </a:rPr>
              <a:t>限られた人財を集中・組織を再設計</a:t>
            </a:r>
            <a:endParaRPr lang="en-US" altLang="ja-JP" sz="1050" dirty="0">
              <a:solidFill>
                <a:schemeClr val="accent1"/>
              </a:solidFill>
            </a:endParaRPr>
          </a:p>
          <a:p>
            <a:pPr marL="285750" indent="-285750">
              <a:spcBef>
                <a:spcPts val="300"/>
              </a:spcBef>
              <a:buFont typeface="Arial" panose="020B0604020202020204" pitchFamily="34" charset="0"/>
              <a:buChar char="•"/>
            </a:pPr>
            <a:r>
              <a:rPr lang="ja-JP" altLang="en-US" sz="1050" dirty="0">
                <a:solidFill>
                  <a:schemeClr val="accent1"/>
                </a:solidFill>
              </a:rPr>
              <a:t>生成</a:t>
            </a:r>
            <a:r>
              <a:rPr lang="en-US" altLang="ja-JP" sz="1050" dirty="0">
                <a:solidFill>
                  <a:schemeClr val="accent1"/>
                </a:solidFill>
              </a:rPr>
              <a:t>AI</a:t>
            </a:r>
            <a:r>
              <a:rPr lang="ja-JP" altLang="en-US" sz="1050" dirty="0">
                <a:solidFill>
                  <a:schemeClr val="accent1"/>
                </a:solidFill>
              </a:rPr>
              <a:t>で人財の能力を拡張し、創造性を発揮</a:t>
            </a:r>
            <a:endParaRPr kumimoji="1" lang="ja-JP" altLang="en-US" sz="1050" dirty="0">
              <a:solidFill>
                <a:schemeClr val="accent1"/>
              </a:solidFill>
            </a:endParaRPr>
          </a:p>
        </p:txBody>
      </p:sp>
      <p:sp>
        <p:nvSpPr>
          <p:cNvPr id="28" name="正方形/長方形 27">
            <a:extLst>
              <a:ext uri="{FF2B5EF4-FFF2-40B4-BE49-F238E27FC236}">
                <a16:creationId xmlns:a16="http://schemas.microsoft.com/office/drawing/2014/main" id="{E3B82108-C6E2-7B85-1C66-49E6F3538483}"/>
              </a:ext>
            </a:extLst>
          </p:cNvPr>
          <p:cNvSpPr/>
          <p:nvPr/>
        </p:nvSpPr>
        <p:spPr>
          <a:xfrm>
            <a:off x="6746858" y="3289057"/>
            <a:ext cx="3066443" cy="734779"/>
          </a:xfrm>
          <a:prstGeom prst="rect">
            <a:avLst/>
          </a:prstGeom>
          <a:solidFill>
            <a:schemeClr val="bg2">
              <a:lumMod val="20000"/>
              <a:lumOff val="80000"/>
            </a:schemeClr>
          </a:solidFill>
          <a:ln w="9525">
            <a:solidFill>
              <a:schemeClr val="bg2">
                <a:lumMod val="20000"/>
                <a:lumOff val="80000"/>
              </a:schemeClr>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08000" tIns="72000" rIns="108000" bIns="72000" numCol="1" spcCol="0" rtlCol="0" fromWordArt="0" anchor="t" anchorCtr="0" forceAA="0" compatLnSpc="1">
            <a:prstTxWarp prst="textNoShape">
              <a:avLst/>
            </a:prstTxWarp>
            <a:noAutofit/>
          </a:bodyPr>
          <a:lstStyle/>
          <a:p>
            <a:r>
              <a:rPr kumimoji="1" lang="ja-JP" altLang="en-US" sz="1200" b="1" dirty="0">
                <a:solidFill>
                  <a:srgbClr val="002060"/>
                </a:solidFill>
                <a:latin typeface="+mj-lt"/>
              </a:rPr>
              <a:t>非競争領域の徹底的な効率化</a:t>
            </a:r>
            <a:endParaRPr kumimoji="1" lang="en-US" altLang="ja-JP" sz="1200" b="1" dirty="0">
              <a:solidFill>
                <a:srgbClr val="002060"/>
              </a:solidFill>
              <a:latin typeface="+mj-lt"/>
            </a:endParaRPr>
          </a:p>
          <a:p>
            <a:pPr marL="285750" indent="-285750">
              <a:spcBef>
                <a:spcPts val="300"/>
              </a:spcBef>
              <a:buFont typeface="Arial" panose="020B0604020202020204" pitchFamily="34" charset="0"/>
              <a:buChar char="•"/>
            </a:pPr>
            <a:r>
              <a:rPr lang="ja-JP" altLang="en-US" sz="1050" dirty="0">
                <a:solidFill>
                  <a:schemeClr val="accent1"/>
                </a:solidFill>
                <a:latin typeface="+mj-lt"/>
              </a:rPr>
              <a:t>業務を標準化・自動化・外部化</a:t>
            </a:r>
            <a:endParaRPr lang="en-US" altLang="ja-JP" sz="1050" dirty="0">
              <a:solidFill>
                <a:schemeClr val="accent1"/>
              </a:solidFill>
              <a:latin typeface="+mj-lt"/>
            </a:endParaRPr>
          </a:p>
          <a:p>
            <a:pPr marL="285750" indent="-285750">
              <a:spcBef>
                <a:spcPts val="300"/>
              </a:spcBef>
              <a:buFont typeface="Arial" panose="020B0604020202020204" pitchFamily="34" charset="0"/>
              <a:buChar char="•"/>
            </a:pPr>
            <a:r>
              <a:rPr lang="ja-JP" altLang="en-US" sz="1050" dirty="0">
                <a:solidFill>
                  <a:schemeClr val="accent1"/>
                </a:solidFill>
                <a:latin typeface="+mj-lt"/>
              </a:rPr>
              <a:t>競争領域にリソースをシフト</a:t>
            </a:r>
            <a:endParaRPr kumimoji="1" lang="ja-JP" altLang="en-US" sz="1050" dirty="0">
              <a:solidFill>
                <a:schemeClr val="accent1"/>
              </a:solidFill>
              <a:latin typeface="+mj-lt"/>
            </a:endParaRPr>
          </a:p>
        </p:txBody>
      </p:sp>
      <p:sp>
        <p:nvSpPr>
          <p:cNvPr id="37" name="正方形/長方形 36">
            <a:extLst>
              <a:ext uri="{FF2B5EF4-FFF2-40B4-BE49-F238E27FC236}">
                <a16:creationId xmlns:a16="http://schemas.microsoft.com/office/drawing/2014/main" id="{ADE29B58-AE51-96E3-5D97-7E1E9201DA5B}"/>
              </a:ext>
            </a:extLst>
          </p:cNvPr>
          <p:cNvSpPr/>
          <p:nvPr/>
        </p:nvSpPr>
        <p:spPr>
          <a:xfrm>
            <a:off x="320985" y="2141493"/>
            <a:ext cx="3600000" cy="0"/>
          </a:xfrm>
          <a:prstGeom prst="rect">
            <a:avLst/>
          </a:prstGeom>
          <a:solidFill>
            <a:schemeClr val="bg1"/>
          </a:solidFill>
          <a:ln w="635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b" anchorCtr="0" forceAA="0" compatLnSpc="1">
            <a:prstTxWarp prst="textNoShape">
              <a:avLst/>
            </a:prstTxWarp>
            <a:noAutofit/>
          </a:bodyPr>
          <a:lstStyle/>
          <a:p>
            <a:pPr algn="ctr"/>
            <a:r>
              <a:rPr lang="ja-JP" altLang="en-US" sz="1800" b="1" dirty="0">
                <a:solidFill>
                  <a:schemeClr val="accent1"/>
                </a:solidFill>
              </a:rPr>
              <a:t>社会・企業を取り巻く環境の変化</a:t>
            </a:r>
          </a:p>
        </p:txBody>
      </p:sp>
      <p:sp>
        <p:nvSpPr>
          <p:cNvPr id="43" name="正方形/長方形 42">
            <a:extLst>
              <a:ext uri="{FF2B5EF4-FFF2-40B4-BE49-F238E27FC236}">
                <a16:creationId xmlns:a16="http://schemas.microsoft.com/office/drawing/2014/main" id="{C67DBDE5-EA1C-91E0-AEF1-095DA57EBF40}"/>
              </a:ext>
            </a:extLst>
          </p:cNvPr>
          <p:cNvSpPr/>
          <p:nvPr/>
        </p:nvSpPr>
        <p:spPr>
          <a:xfrm>
            <a:off x="4899304" y="2141493"/>
            <a:ext cx="4622589" cy="0"/>
          </a:xfrm>
          <a:prstGeom prst="rect">
            <a:avLst/>
          </a:prstGeom>
          <a:solidFill>
            <a:schemeClr val="bg1"/>
          </a:solidFill>
          <a:ln w="635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b" anchorCtr="0" forceAA="0" compatLnSpc="1">
            <a:prstTxWarp prst="textNoShape">
              <a:avLst/>
            </a:prstTxWarp>
            <a:noAutofit/>
          </a:bodyPr>
          <a:lstStyle/>
          <a:p>
            <a:pPr algn="ctr"/>
            <a:r>
              <a:rPr lang="ja-JP" altLang="en-US" sz="1800" b="1" dirty="0">
                <a:solidFill>
                  <a:schemeClr val="accent1"/>
                </a:solidFill>
              </a:rPr>
              <a:t>生成</a:t>
            </a:r>
            <a:r>
              <a:rPr lang="en-US" altLang="ja-JP" sz="1800" b="1" dirty="0">
                <a:solidFill>
                  <a:schemeClr val="accent1"/>
                </a:solidFill>
              </a:rPr>
              <a:t>AI</a:t>
            </a:r>
            <a:r>
              <a:rPr lang="ja-JP" altLang="en-US" sz="1800" b="1" dirty="0">
                <a:solidFill>
                  <a:schemeClr val="accent1"/>
                </a:solidFill>
              </a:rPr>
              <a:t>時代にお客様に求められる変革</a:t>
            </a:r>
            <a:endParaRPr lang="en-US" altLang="ja-JP" sz="1800" b="1" dirty="0">
              <a:solidFill>
                <a:schemeClr val="accent1"/>
              </a:solidFill>
            </a:endParaRPr>
          </a:p>
          <a:p>
            <a:pPr algn="ctr"/>
            <a:endParaRPr kumimoji="1" lang="ja-JP" altLang="en-US" sz="200" b="1" dirty="0">
              <a:solidFill>
                <a:schemeClr val="accent1"/>
              </a:solidFill>
            </a:endParaRPr>
          </a:p>
        </p:txBody>
      </p:sp>
      <p:sp>
        <p:nvSpPr>
          <p:cNvPr id="50" name="テキスト ボックス 49">
            <a:extLst>
              <a:ext uri="{FF2B5EF4-FFF2-40B4-BE49-F238E27FC236}">
                <a16:creationId xmlns:a16="http://schemas.microsoft.com/office/drawing/2014/main" id="{1FC27039-3F06-A727-158A-D8310096378E}"/>
              </a:ext>
            </a:extLst>
          </p:cNvPr>
          <p:cNvSpPr txBox="1"/>
          <p:nvPr/>
        </p:nvSpPr>
        <p:spPr>
          <a:xfrm>
            <a:off x="3895250" y="6086266"/>
            <a:ext cx="5703216" cy="467885"/>
          </a:xfrm>
          <a:prstGeom prst="rect">
            <a:avLst/>
          </a:prstGeom>
          <a:noFill/>
        </p:spPr>
        <p:txBody>
          <a:bodyPr wrap="square">
            <a:spAutoFit/>
          </a:bodyPr>
          <a:lstStyle/>
          <a:p>
            <a:pPr algn="l">
              <a:lnSpc>
                <a:spcPct val="130000"/>
              </a:lnSpc>
            </a:pPr>
            <a:r>
              <a:rPr lang="ja-JP" altLang="en-US" sz="1000" dirty="0">
                <a:solidFill>
                  <a:srgbClr val="404040"/>
                </a:solidFill>
                <a:latin typeface="+mj-ea"/>
                <a:ea typeface="+mj-ea"/>
              </a:rPr>
              <a:t>引用元：</a:t>
            </a:r>
            <a:r>
              <a:rPr lang="en-US" altLang="ja-JP" sz="1000" dirty="0">
                <a:solidFill>
                  <a:srgbClr val="404040"/>
                </a:solidFill>
                <a:latin typeface="+mj-ea"/>
                <a:ea typeface="+mj-ea"/>
              </a:rPr>
              <a:t>03_AI</a:t>
            </a:r>
            <a:r>
              <a:rPr lang="ja-JP" altLang="en-US" sz="1000" dirty="0">
                <a:solidFill>
                  <a:srgbClr val="404040"/>
                </a:solidFill>
                <a:latin typeface="+mj-ea"/>
                <a:ea typeface="+mj-ea"/>
              </a:rPr>
              <a:t>を活用した業務改革をリードするための実践プログラム</a:t>
            </a:r>
            <a:r>
              <a:rPr lang="en-US" altLang="ja-JP" sz="1000" dirty="0">
                <a:solidFill>
                  <a:srgbClr val="404040"/>
                </a:solidFill>
                <a:latin typeface="+mj-ea"/>
                <a:ea typeface="+mj-ea"/>
              </a:rPr>
              <a:t>_</a:t>
            </a:r>
            <a:r>
              <a:rPr lang="ja-JP" altLang="en-US" sz="1000" dirty="0">
                <a:solidFill>
                  <a:srgbClr val="404040"/>
                </a:solidFill>
                <a:latin typeface="+mj-ea"/>
                <a:ea typeface="+mj-ea"/>
              </a:rPr>
              <a:t>営業コンサル編</a:t>
            </a:r>
            <a:r>
              <a:rPr lang="en-US" altLang="ja-JP" sz="1000" dirty="0">
                <a:solidFill>
                  <a:srgbClr val="404040"/>
                </a:solidFill>
                <a:latin typeface="+mj-ea"/>
                <a:ea typeface="+mj-ea"/>
              </a:rPr>
              <a:t>_Rev1209 3.pptx</a:t>
            </a:r>
          </a:p>
          <a:p>
            <a:pPr>
              <a:lnSpc>
                <a:spcPct val="130000"/>
              </a:lnSpc>
            </a:pPr>
            <a:r>
              <a:rPr lang="en-US" altLang="ja-JP" sz="1000" dirty="0">
                <a:solidFill>
                  <a:srgbClr val="404040"/>
                </a:solidFill>
                <a:latin typeface="+mj-ea"/>
                <a:ea typeface="+mj-ea"/>
                <a:hlinkClick r:id="rId2" tooltip="https://dwp.nttdata.com/hashtag/dwp-2025-11-17-001?ref=d3c0f086-903b-4188-b785-f808c143cda5">
                  <a:extLst>
                    <a:ext uri="{A12FA001-AC4F-418D-AE19-62706E023703}">
                      <ahyp:hlinkClr xmlns:ahyp="http://schemas.microsoft.com/office/drawing/2018/hyperlinkcolor" val="tx"/>
                    </a:ext>
                  </a:extLst>
                </a:hlinkClick>
              </a:rPr>
              <a:t>AI</a:t>
            </a:r>
            <a:r>
              <a:rPr lang="ja-JP" altLang="en-US" sz="1000" dirty="0">
                <a:solidFill>
                  <a:srgbClr val="404040"/>
                </a:solidFill>
                <a:latin typeface="+mj-ea"/>
                <a:ea typeface="+mj-ea"/>
                <a:hlinkClick r:id="rId2" tooltip="https://dwp.nttdata.com/hashtag/dwp-2025-11-17-001?ref=d3c0f086-903b-4188-b785-f808c143cda5">
                  <a:extLst>
                    <a:ext uri="{A12FA001-AC4F-418D-AE19-62706E023703}">
                      <ahyp:hlinkClr xmlns:ahyp="http://schemas.microsoft.com/office/drawing/2018/hyperlinkcolor" val="tx"/>
                    </a:ext>
                  </a:extLst>
                </a:hlinkClick>
              </a:rPr>
              <a:t>を活用した業務改革をリードするための実践プログラム </a:t>
            </a:r>
            <a:r>
              <a:rPr lang="en-US" altLang="ja-JP" sz="1000" dirty="0">
                <a:solidFill>
                  <a:srgbClr val="404040"/>
                </a:solidFill>
                <a:latin typeface="+mj-ea"/>
                <a:ea typeface="+mj-ea"/>
                <a:hlinkClick r:id="rId2" tooltip="https://dwp.nttdata.com/hashtag/dwp-2025-11-17-001?ref=d3c0f086-903b-4188-b785-f808c143cda5">
                  <a:extLst>
                    <a:ext uri="{A12FA001-AC4F-418D-AE19-62706E023703}">
                      <ahyp:hlinkClr xmlns:ahyp="http://schemas.microsoft.com/office/drawing/2018/hyperlinkcolor" val="tx"/>
                    </a:ext>
                  </a:extLst>
                </a:hlinkClick>
              </a:rPr>
              <a:t>- NTT DATA Digital Workplace</a:t>
            </a:r>
            <a:endParaRPr lang="ja-JP" altLang="en-US" sz="1000" dirty="0">
              <a:solidFill>
                <a:srgbClr val="404040"/>
              </a:solidFill>
              <a:latin typeface="+mj-ea"/>
              <a:ea typeface="+mj-ea"/>
            </a:endParaRPr>
          </a:p>
        </p:txBody>
      </p:sp>
    </p:spTree>
    <p:extLst>
      <p:ext uri="{BB962C8B-B14F-4D97-AF65-F5344CB8AC3E}">
        <p14:creationId xmlns:p14="http://schemas.microsoft.com/office/powerpoint/2010/main" val="21013016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A9FCA-D70D-3DBC-0711-F7BF81A1486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874E772-A299-4DFB-4056-9320DDBF3F4B}"/>
              </a:ext>
            </a:extLst>
          </p:cNvPr>
          <p:cNvSpPr>
            <a:spLocks noGrp="1"/>
          </p:cNvSpPr>
          <p:nvPr>
            <p:ph type="title"/>
          </p:nvPr>
        </p:nvSpPr>
        <p:spPr/>
        <p:txBody>
          <a:bodyPr>
            <a:normAutofit/>
          </a:bodyPr>
          <a:lstStyle/>
          <a:p>
            <a:r>
              <a:rPr lang="en-US" altLang="ja-JP" dirty="0"/>
              <a:t>3-4.</a:t>
            </a:r>
            <a:r>
              <a:rPr lang="ja-JP" altLang="en-US" dirty="0"/>
              <a:t> 生成</a:t>
            </a:r>
            <a:r>
              <a:rPr lang="en-US" altLang="ja-JP" dirty="0"/>
              <a:t>AI</a:t>
            </a:r>
            <a:r>
              <a:rPr lang="ja-JP" altLang="en-US" dirty="0"/>
              <a:t>の進化：今、どこにいるか</a:t>
            </a:r>
          </a:p>
        </p:txBody>
      </p:sp>
      <p:sp>
        <p:nvSpPr>
          <p:cNvPr id="23" name="テキスト ボックス 22">
            <a:extLst>
              <a:ext uri="{FF2B5EF4-FFF2-40B4-BE49-F238E27FC236}">
                <a16:creationId xmlns:a16="http://schemas.microsoft.com/office/drawing/2014/main" id="{F448BB80-165C-509E-9997-69CEEB00A7FC}"/>
              </a:ext>
            </a:extLst>
          </p:cNvPr>
          <p:cNvSpPr txBox="1"/>
          <p:nvPr/>
        </p:nvSpPr>
        <p:spPr>
          <a:xfrm>
            <a:off x="268070" y="1047233"/>
            <a:ext cx="9301500" cy="523220"/>
          </a:xfrm>
          <a:prstGeom prst="rect">
            <a:avLst/>
          </a:prstGeom>
          <a:noFill/>
        </p:spPr>
        <p:txBody>
          <a:bodyPr wrap="square">
            <a:spAutoFit/>
          </a:bodyPr>
          <a:lstStyle/>
          <a:p>
            <a:r>
              <a:rPr lang="ja-JP" altLang="en-US" sz="1400" dirty="0">
                <a:solidFill>
                  <a:srgbClr val="404040"/>
                </a:solidFill>
                <a:latin typeface="+mj-ea"/>
                <a:ea typeface="+mj-ea"/>
              </a:rPr>
              <a:t>生成</a:t>
            </a:r>
            <a:r>
              <a:rPr lang="en-US" altLang="ja-JP" sz="1400" dirty="0">
                <a:solidFill>
                  <a:srgbClr val="404040"/>
                </a:solidFill>
                <a:latin typeface="+mj-ea"/>
                <a:ea typeface="+mj-ea"/>
              </a:rPr>
              <a:t>AI</a:t>
            </a:r>
            <a:r>
              <a:rPr lang="ja-JP" altLang="en-US" sz="1400" dirty="0">
                <a:solidFill>
                  <a:srgbClr val="404040"/>
                </a:solidFill>
                <a:latin typeface="+mj-ea"/>
                <a:ea typeface="+mj-ea"/>
              </a:rPr>
              <a:t>は急速に進化しています。現在（</a:t>
            </a:r>
            <a:r>
              <a:rPr lang="en-US" altLang="ja-JP" sz="1400" dirty="0">
                <a:solidFill>
                  <a:srgbClr val="404040"/>
                </a:solidFill>
                <a:latin typeface="+mj-ea"/>
                <a:ea typeface="+mj-ea"/>
              </a:rPr>
              <a:t>2025</a:t>
            </a:r>
            <a:r>
              <a:rPr lang="ja-JP" altLang="en-US" sz="1400" dirty="0">
                <a:solidFill>
                  <a:srgbClr val="404040"/>
                </a:solidFill>
                <a:latin typeface="+mj-ea"/>
                <a:ea typeface="+mj-ea"/>
              </a:rPr>
              <a:t>年）は</a:t>
            </a:r>
            <a:r>
              <a:rPr lang="en-US" altLang="ja-JP" sz="1400" dirty="0">
                <a:solidFill>
                  <a:srgbClr val="404040"/>
                </a:solidFill>
                <a:latin typeface="+mj-ea"/>
                <a:ea typeface="+mj-ea"/>
              </a:rPr>
              <a:t>Level1〜2</a:t>
            </a:r>
            <a:r>
              <a:rPr lang="ja-JP" altLang="en-US" sz="1400" dirty="0">
                <a:solidFill>
                  <a:srgbClr val="404040"/>
                </a:solidFill>
                <a:latin typeface="+mj-ea"/>
                <a:ea typeface="+mj-ea"/>
              </a:rPr>
              <a:t>の段階ですが、</a:t>
            </a:r>
          </a:p>
          <a:p>
            <a:r>
              <a:rPr lang="en-US" altLang="ja-JP" sz="1400" dirty="0">
                <a:solidFill>
                  <a:srgbClr val="404040"/>
                </a:solidFill>
                <a:latin typeface="+mj-ea"/>
                <a:ea typeface="+mj-ea"/>
              </a:rPr>
              <a:t>2027</a:t>
            </a:r>
            <a:r>
              <a:rPr lang="ja-JP" altLang="en-US" sz="1400" dirty="0">
                <a:solidFill>
                  <a:srgbClr val="404040"/>
                </a:solidFill>
                <a:latin typeface="+mj-ea"/>
                <a:ea typeface="+mj-ea"/>
              </a:rPr>
              <a:t>年以降には</a:t>
            </a:r>
            <a:r>
              <a:rPr lang="en-US" altLang="ja-JP" sz="1400" dirty="0">
                <a:solidFill>
                  <a:srgbClr val="404040"/>
                </a:solidFill>
                <a:latin typeface="+mj-ea"/>
                <a:ea typeface="+mj-ea"/>
              </a:rPr>
              <a:t>Level3</a:t>
            </a:r>
            <a:r>
              <a:rPr lang="ja-JP" altLang="en-US" sz="1400" dirty="0">
                <a:solidFill>
                  <a:srgbClr val="404040"/>
                </a:solidFill>
                <a:latin typeface="+mj-ea"/>
                <a:ea typeface="+mj-ea"/>
              </a:rPr>
              <a:t>「エージェント」へ移行し、</a:t>
            </a:r>
            <a:r>
              <a:rPr lang="ja-JP" altLang="en-US" sz="1400" dirty="0">
                <a:solidFill>
                  <a:schemeClr val="bg2"/>
                </a:solidFill>
                <a:latin typeface="+mj-ea"/>
                <a:ea typeface="+mj-ea"/>
              </a:rPr>
              <a:t>業務の主役が</a:t>
            </a:r>
            <a:r>
              <a:rPr lang="en-US" altLang="ja-JP" sz="1400" dirty="0">
                <a:solidFill>
                  <a:schemeClr val="bg2"/>
                </a:solidFill>
                <a:latin typeface="+mj-ea"/>
                <a:ea typeface="+mj-ea"/>
              </a:rPr>
              <a:t>AI</a:t>
            </a:r>
            <a:r>
              <a:rPr lang="ja-JP" altLang="en-US" sz="1400" dirty="0">
                <a:solidFill>
                  <a:schemeClr val="bg2"/>
                </a:solidFill>
                <a:latin typeface="+mj-ea"/>
                <a:ea typeface="+mj-ea"/>
              </a:rPr>
              <a:t>になる世界観</a:t>
            </a:r>
            <a:r>
              <a:rPr lang="ja-JP" altLang="en-US" sz="1400" dirty="0">
                <a:solidFill>
                  <a:srgbClr val="404040"/>
                </a:solidFill>
                <a:latin typeface="+mj-ea"/>
                <a:ea typeface="+mj-ea"/>
              </a:rPr>
              <a:t>が現実になりつつあります。</a:t>
            </a:r>
          </a:p>
        </p:txBody>
      </p:sp>
      <p:pic>
        <p:nvPicPr>
          <p:cNvPr id="4" name="図 3">
            <a:extLst>
              <a:ext uri="{FF2B5EF4-FFF2-40B4-BE49-F238E27FC236}">
                <a16:creationId xmlns:a16="http://schemas.microsoft.com/office/drawing/2014/main" id="{753AE7A0-AC27-8879-2AD4-57B9B8199583}"/>
              </a:ext>
            </a:extLst>
          </p:cNvPr>
          <p:cNvPicPr>
            <a:picLocks noChangeAspect="1"/>
          </p:cNvPicPr>
          <p:nvPr/>
        </p:nvPicPr>
        <p:blipFill>
          <a:blip r:embed="rId2"/>
          <a:stretch>
            <a:fillRect/>
          </a:stretch>
        </p:blipFill>
        <p:spPr>
          <a:xfrm>
            <a:off x="370212" y="2157137"/>
            <a:ext cx="9301500" cy="3465656"/>
          </a:xfrm>
          <a:prstGeom prst="rect">
            <a:avLst/>
          </a:prstGeom>
        </p:spPr>
      </p:pic>
      <p:sp>
        <p:nvSpPr>
          <p:cNvPr id="8" name="テキスト ボックス 7">
            <a:extLst>
              <a:ext uri="{FF2B5EF4-FFF2-40B4-BE49-F238E27FC236}">
                <a16:creationId xmlns:a16="http://schemas.microsoft.com/office/drawing/2014/main" id="{363378DE-5C3B-418B-9A9A-DB0D1A9287D1}"/>
              </a:ext>
            </a:extLst>
          </p:cNvPr>
          <p:cNvSpPr txBox="1"/>
          <p:nvPr/>
        </p:nvSpPr>
        <p:spPr>
          <a:xfrm>
            <a:off x="370212" y="5971277"/>
            <a:ext cx="2592000" cy="266011"/>
          </a:xfrm>
          <a:prstGeom prst="rect">
            <a:avLst/>
          </a:prstGeom>
          <a:noFill/>
        </p:spPr>
        <p:txBody>
          <a:bodyPr wrap="square" lIns="0" rIns="0" rtlCol="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ja-JP" altLang="en-US" sz="1000" dirty="0">
                <a:solidFill>
                  <a:srgbClr val="404040"/>
                </a:solidFill>
                <a:latin typeface="+mj-ea"/>
                <a:ea typeface="+mj-ea"/>
              </a:rPr>
              <a:t>（出典）</a:t>
            </a:r>
            <a:r>
              <a:rPr lang="en-US" altLang="ja-JP" sz="1000" dirty="0">
                <a:solidFill>
                  <a:srgbClr val="404040"/>
                </a:solidFill>
                <a:latin typeface="+mj-ea"/>
                <a:ea typeface="+mj-ea"/>
              </a:rPr>
              <a:t>OpenAI</a:t>
            </a:r>
            <a:r>
              <a:rPr lang="ja-JP" altLang="en-US" sz="1000" dirty="0">
                <a:solidFill>
                  <a:srgbClr val="404040"/>
                </a:solidFill>
                <a:latin typeface="+mj-ea"/>
                <a:ea typeface="+mj-ea"/>
              </a:rPr>
              <a:t>、シグマクシス</a:t>
            </a:r>
          </a:p>
        </p:txBody>
      </p:sp>
      <p:sp>
        <p:nvSpPr>
          <p:cNvPr id="12" name="テキスト ボックス 11">
            <a:extLst>
              <a:ext uri="{FF2B5EF4-FFF2-40B4-BE49-F238E27FC236}">
                <a16:creationId xmlns:a16="http://schemas.microsoft.com/office/drawing/2014/main" id="{96388025-6F8E-93E6-1368-DCD927D5C545}"/>
              </a:ext>
            </a:extLst>
          </p:cNvPr>
          <p:cNvSpPr txBox="1"/>
          <p:nvPr/>
        </p:nvSpPr>
        <p:spPr>
          <a:xfrm>
            <a:off x="4061081" y="5899443"/>
            <a:ext cx="5765417" cy="467885"/>
          </a:xfrm>
          <a:prstGeom prst="rect">
            <a:avLst/>
          </a:prstGeom>
          <a:noFill/>
        </p:spPr>
        <p:txBody>
          <a:bodyPr wrap="square">
            <a:spAutoFit/>
          </a:bodyPr>
          <a:lstStyle/>
          <a:p>
            <a:pPr algn="l">
              <a:lnSpc>
                <a:spcPct val="130000"/>
              </a:lnSpc>
            </a:pPr>
            <a:r>
              <a:rPr lang="ja-JP" altLang="en-US" sz="1000" dirty="0">
                <a:solidFill>
                  <a:srgbClr val="404040"/>
                </a:solidFill>
                <a:latin typeface="+mj-ea"/>
                <a:ea typeface="+mj-ea"/>
              </a:rPr>
              <a:t>引用元：</a:t>
            </a:r>
            <a:r>
              <a:rPr lang="en-US" altLang="ja-JP" sz="1000" dirty="0">
                <a:solidFill>
                  <a:srgbClr val="404040"/>
                </a:solidFill>
                <a:latin typeface="+mj-ea"/>
                <a:ea typeface="+mj-ea"/>
              </a:rPr>
              <a:t>03_AI</a:t>
            </a:r>
            <a:r>
              <a:rPr lang="ja-JP" altLang="en-US" sz="1000" dirty="0">
                <a:solidFill>
                  <a:srgbClr val="404040"/>
                </a:solidFill>
                <a:latin typeface="+mj-ea"/>
                <a:ea typeface="+mj-ea"/>
              </a:rPr>
              <a:t>を活用した業務改革をリードするための実践プログラム</a:t>
            </a:r>
            <a:r>
              <a:rPr lang="en-US" altLang="ja-JP" sz="1000" dirty="0">
                <a:solidFill>
                  <a:srgbClr val="404040"/>
                </a:solidFill>
                <a:latin typeface="+mj-ea"/>
                <a:ea typeface="+mj-ea"/>
              </a:rPr>
              <a:t>_</a:t>
            </a:r>
            <a:r>
              <a:rPr lang="ja-JP" altLang="en-US" sz="1000" dirty="0">
                <a:solidFill>
                  <a:srgbClr val="404040"/>
                </a:solidFill>
                <a:latin typeface="+mj-ea"/>
                <a:ea typeface="+mj-ea"/>
              </a:rPr>
              <a:t>営業コンサル編</a:t>
            </a:r>
            <a:r>
              <a:rPr lang="en-US" altLang="ja-JP" sz="1000" dirty="0">
                <a:solidFill>
                  <a:srgbClr val="404040"/>
                </a:solidFill>
                <a:latin typeface="+mj-ea"/>
                <a:ea typeface="+mj-ea"/>
              </a:rPr>
              <a:t>_Rev1209 3.pptx</a:t>
            </a:r>
          </a:p>
          <a:p>
            <a:pPr>
              <a:lnSpc>
                <a:spcPct val="130000"/>
              </a:lnSpc>
            </a:pPr>
            <a:r>
              <a:rPr lang="en-US" altLang="ja-JP" sz="1000" dirty="0">
                <a:solidFill>
                  <a:srgbClr val="404040"/>
                </a:solidFill>
                <a:latin typeface="+mj-ea"/>
                <a:ea typeface="+mj-ea"/>
                <a:hlinkClick r:id="rId3" tooltip="https://dwp.nttdata.com/hashtag/dwp-2025-11-17-001?ref=d3c0f086-903b-4188-b785-f808c143cda5">
                  <a:extLst>
                    <a:ext uri="{A12FA001-AC4F-418D-AE19-62706E023703}">
                      <ahyp:hlinkClr xmlns:ahyp="http://schemas.microsoft.com/office/drawing/2018/hyperlinkcolor" val="tx"/>
                    </a:ext>
                  </a:extLst>
                </a:hlinkClick>
              </a:rPr>
              <a:t>AI</a:t>
            </a:r>
            <a:r>
              <a:rPr lang="ja-JP" altLang="en-US" sz="1000" dirty="0">
                <a:solidFill>
                  <a:srgbClr val="404040"/>
                </a:solidFill>
                <a:latin typeface="+mj-ea"/>
                <a:ea typeface="+mj-ea"/>
                <a:hlinkClick r:id="rId3" tooltip="https://dwp.nttdata.com/hashtag/dwp-2025-11-17-001?ref=d3c0f086-903b-4188-b785-f808c143cda5">
                  <a:extLst>
                    <a:ext uri="{A12FA001-AC4F-418D-AE19-62706E023703}">
                      <ahyp:hlinkClr xmlns:ahyp="http://schemas.microsoft.com/office/drawing/2018/hyperlinkcolor" val="tx"/>
                    </a:ext>
                  </a:extLst>
                </a:hlinkClick>
              </a:rPr>
              <a:t>を活用した業務改革をリードするための実践プログラム </a:t>
            </a:r>
            <a:r>
              <a:rPr lang="en-US" altLang="ja-JP" sz="1000" dirty="0">
                <a:solidFill>
                  <a:srgbClr val="404040"/>
                </a:solidFill>
                <a:latin typeface="+mj-ea"/>
                <a:ea typeface="+mj-ea"/>
                <a:hlinkClick r:id="rId3" tooltip="https://dwp.nttdata.com/hashtag/dwp-2025-11-17-001?ref=d3c0f086-903b-4188-b785-f808c143cda5">
                  <a:extLst>
                    <a:ext uri="{A12FA001-AC4F-418D-AE19-62706E023703}">
                      <ahyp:hlinkClr xmlns:ahyp="http://schemas.microsoft.com/office/drawing/2018/hyperlinkcolor" val="tx"/>
                    </a:ext>
                  </a:extLst>
                </a:hlinkClick>
              </a:rPr>
              <a:t>- NTT DATA Digital Workplace</a:t>
            </a:r>
            <a:endParaRPr lang="ja-JP" altLang="en-US" sz="1000" dirty="0">
              <a:solidFill>
                <a:srgbClr val="404040"/>
              </a:solidFill>
              <a:latin typeface="+mj-ea"/>
              <a:ea typeface="+mj-ea"/>
            </a:endParaRPr>
          </a:p>
        </p:txBody>
      </p:sp>
    </p:spTree>
    <p:extLst>
      <p:ext uri="{BB962C8B-B14F-4D97-AF65-F5344CB8AC3E}">
        <p14:creationId xmlns:p14="http://schemas.microsoft.com/office/powerpoint/2010/main" val="41988217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48500-293A-BB9C-1BA2-30C154F824D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161CA4D-FFAA-1419-FDF6-5B8C7D4F50B1}"/>
              </a:ext>
            </a:extLst>
          </p:cNvPr>
          <p:cNvSpPr>
            <a:spLocks noGrp="1"/>
          </p:cNvSpPr>
          <p:nvPr>
            <p:ph type="title"/>
          </p:nvPr>
        </p:nvSpPr>
        <p:spPr/>
        <p:txBody>
          <a:bodyPr>
            <a:normAutofit/>
          </a:bodyPr>
          <a:lstStyle/>
          <a:p>
            <a:r>
              <a:rPr lang="en-US" altLang="ja-JP" dirty="0"/>
              <a:t>3-5. </a:t>
            </a:r>
            <a:r>
              <a:rPr lang="ja-JP" altLang="en-US" dirty="0"/>
              <a:t>本モジュールで学ぶこと②</a:t>
            </a:r>
          </a:p>
        </p:txBody>
      </p:sp>
      <p:sp>
        <p:nvSpPr>
          <p:cNvPr id="4" name="Google Shape;583;p3">
            <a:extLst>
              <a:ext uri="{FF2B5EF4-FFF2-40B4-BE49-F238E27FC236}">
                <a16:creationId xmlns:a16="http://schemas.microsoft.com/office/drawing/2014/main" id="{2602D3C3-3DDE-BC20-CCED-FB4AD29DDBE1}"/>
              </a:ext>
            </a:extLst>
          </p:cNvPr>
          <p:cNvSpPr txBox="1"/>
          <p:nvPr/>
        </p:nvSpPr>
        <p:spPr>
          <a:xfrm>
            <a:off x="258089" y="1329619"/>
            <a:ext cx="2898605" cy="541362"/>
          </a:xfrm>
          <a:prstGeom prst="rect">
            <a:avLst/>
          </a:prstGeom>
          <a:solidFill>
            <a:srgbClr val="9DC6C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altLang="ja-JP" sz="2400" b="1" dirty="0">
                <a:solidFill>
                  <a:schemeClr val="bg1"/>
                </a:solidFill>
                <a:latin typeface="Noto Sans JP" panose="020B0200000000000000" pitchFamily="50" charset="-128"/>
                <a:ea typeface="Noto Sans JP" panose="020B0200000000000000" pitchFamily="50" charset="-128"/>
                <a:cs typeface="MS PGothic"/>
                <a:sym typeface="MS PGothic"/>
              </a:rPr>
              <a:t>01</a:t>
            </a:r>
            <a:endParaRPr lang="ja-JP" altLang="en-US" sz="2400" b="1" dirty="0">
              <a:solidFill>
                <a:schemeClr val="bg1"/>
              </a:solidFill>
              <a:latin typeface="Noto Sans JP" panose="020B0200000000000000" pitchFamily="50" charset="-128"/>
              <a:ea typeface="Noto Sans JP" panose="020B0200000000000000" pitchFamily="50" charset="-128"/>
              <a:cs typeface="MS PGothic"/>
              <a:sym typeface="MS PGothic"/>
            </a:endParaRPr>
          </a:p>
        </p:txBody>
      </p:sp>
      <p:sp>
        <p:nvSpPr>
          <p:cNvPr id="6" name="Google Shape;583;p3">
            <a:extLst>
              <a:ext uri="{FF2B5EF4-FFF2-40B4-BE49-F238E27FC236}">
                <a16:creationId xmlns:a16="http://schemas.microsoft.com/office/drawing/2014/main" id="{443FDE5D-503D-7D10-FD64-7E5CD4349E19}"/>
              </a:ext>
            </a:extLst>
          </p:cNvPr>
          <p:cNvSpPr txBox="1"/>
          <p:nvPr/>
        </p:nvSpPr>
        <p:spPr>
          <a:xfrm>
            <a:off x="3474199" y="1329619"/>
            <a:ext cx="2898605" cy="541362"/>
          </a:xfrm>
          <a:prstGeom prst="rect">
            <a:avLst/>
          </a:prstGeom>
          <a:solidFill>
            <a:srgbClr val="6CAAB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altLang="ja-JP" sz="2400" b="1" dirty="0">
                <a:solidFill>
                  <a:schemeClr val="bg1"/>
                </a:solidFill>
                <a:latin typeface="Noto Sans JP" panose="020B0200000000000000" pitchFamily="50" charset="-128"/>
                <a:ea typeface="Noto Sans JP" panose="020B0200000000000000" pitchFamily="50" charset="-128"/>
                <a:cs typeface="MS PGothic"/>
                <a:sym typeface="MS PGothic"/>
              </a:rPr>
              <a:t>02</a:t>
            </a:r>
            <a:endParaRPr lang="ja-JP" altLang="en-US" sz="2400" b="1" dirty="0">
              <a:solidFill>
                <a:schemeClr val="bg1"/>
              </a:solidFill>
              <a:latin typeface="Noto Sans JP" panose="020B0200000000000000" pitchFamily="50" charset="-128"/>
              <a:ea typeface="Noto Sans JP" panose="020B0200000000000000" pitchFamily="50" charset="-128"/>
              <a:cs typeface="MS PGothic"/>
              <a:sym typeface="MS PGothic"/>
            </a:endParaRPr>
          </a:p>
        </p:txBody>
      </p:sp>
      <p:sp>
        <p:nvSpPr>
          <p:cNvPr id="9" name="Google Shape;583;p3">
            <a:extLst>
              <a:ext uri="{FF2B5EF4-FFF2-40B4-BE49-F238E27FC236}">
                <a16:creationId xmlns:a16="http://schemas.microsoft.com/office/drawing/2014/main" id="{2B759677-F5C1-7375-9EC3-B9D35A9CB18F}"/>
              </a:ext>
            </a:extLst>
          </p:cNvPr>
          <p:cNvSpPr txBox="1"/>
          <p:nvPr/>
        </p:nvSpPr>
        <p:spPr>
          <a:xfrm>
            <a:off x="6548909" y="1329619"/>
            <a:ext cx="2898605" cy="541362"/>
          </a:xfrm>
          <a:prstGeom prst="rect">
            <a:avLst/>
          </a:prstGeom>
          <a:solidFill>
            <a:srgbClr val="2B88C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altLang="zh-TW" sz="2400" b="1" dirty="0">
                <a:solidFill>
                  <a:schemeClr val="bg1"/>
                </a:solidFill>
                <a:latin typeface="Noto Sans JP" panose="020B0200000000000000" pitchFamily="50" charset="-128"/>
                <a:ea typeface="Noto Sans JP" panose="020B0200000000000000" pitchFamily="50" charset="-128"/>
                <a:cs typeface="MS PGothic"/>
                <a:sym typeface="MS PGothic"/>
              </a:rPr>
              <a:t>03</a:t>
            </a:r>
            <a:endParaRPr lang="ja-JP" altLang="en-US" sz="2400" b="1" dirty="0">
              <a:solidFill>
                <a:schemeClr val="bg1"/>
              </a:solidFill>
              <a:latin typeface="Noto Sans JP" panose="020B0200000000000000" pitchFamily="50" charset="-128"/>
              <a:ea typeface="Noto Sans JP" panose="020B0200000000000000" pitchFamily="50" charset="-128"/>
              <a:cs typeface="MS PGothic"/>
              <a:sym typeface="MS PGothic"/>
            </a:endParaRPr>
          </a:p>
        </p:txBody>
      </p:sp>
      <p:sp>
        <p:nvSpPr>
          <p:cNvPr id="28" name="Google Shape;601;p3">
            <a:extLst>
              <a:ext uri="{FF2B5EF4-FFF2-40B4-BE49-F238E27FC236}">
                <a16:creationId xmlns:a16="http://schemas.microsoft.com/office/drawing/2014/main" id="{55134F7C-13A6-38F3-DB37-75E2B0E8F105}"/>
              </a:ext>
            </a:extLst>
          </p:cNvPr>
          <p:cNvSpPr/>
          <p:nvPr/>
        </p:nvSpPr>
        <p:spPr>
          <a:xfrm>
            <a:off x="258089" y="2101252"/>
            <a:ext cx="2898605" cy="3576637"/>
          </a:xfrm>
          <a:prstGeom prst="rect">
            <a:avLst/>
          </a:prstGeom>
          <a:noFill/>
          <a:ln w="28575" cap="flat" cmpd="sng">
            <a:solidFill>
              <a:schemeClr val="bg1">
                <a:lumMod val="75000"/>
              </a:scheme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tx1">
                  <a:lumMod val="85000"/>
                  <a:lumOff val="15000"/>
                </a:schemeClr>
              </a:solidFill>
              <a:latin typeface="Noto Sans JP" panose="020B0200000000000000" pitchFamily="50" charset="-128"/>
              <a:ea typeface="Noto Sans JP" panose="020B0200000000000000" pitchFamily="50" charset="-128"/>
              <a:cs typeface="MS PGothic"/>
              <a:sym typeface="MS PGothic"/>
            </a:endParaRPr>
          </a:p>
        </p:txBody>
      </p:sp>
      <p:sp>
        <p:nvSpPr>
          <p:cNvPr id="33" name="Google Shape;601;p3">
            <a:extLst>
              <a:ext uri="{FF2B5EF4-FFF2-40B4-BE49-F238E27FC236}">
                <a16:creationId xmlns:a16="http://schemas.microsoft.com/office/drawing/2014/main" id="{351E129C-9F96-64C0-2108-BFFA9D1B989C}"/>
              </a:ext>
            </a:extLst>
          </p:cNvPr>
          <p:cNvSpPr/>
          <p:nvPr/>
        </p:nvSpPr>
        <p:spPr>
          <a:xfrm>
            <a:off x="3474199" y="2101252"/>
            <a:ext cx="2898605" cy="3576637"/>
          </a:xfrm>
          <a:prstGeom prst="rect">
            <a:avLst/>
          </a:prstGeom>
          <a:noFill/>
          <a:ln w="28575" cap="flat" cmpd="sng">
            <a:solidFill>
              <a:schemeClr val="bg1">
                <a:lumMod val="75000"/>
              </a:scheme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tx1">
                  <a:lumMod val="85000"/>
                  <a:lumOff val="15000"/>
                </a:schemeClr>
              </a:solidFill>
              <a:latin typeface="Noto Sans JP" panose="020B0200000000000000" pitchFamily="50" charset="-128"/>
              <a:ea typeface="Noto Sans JP" panose="020B0200000000000000" pitchFamily="50" charset="-128"/>
              <a:cs typeface="MS PGothic"/>
              <a:sym typeface="MS PGothic"/>
            </a:endParaRPr>
          </a:p>
        </p:txBody>
      </p:sp>
      <p:sp>
        <p:nvSpPr>
          <p:cNvPr id="37" name="Google Shape;601;p3">
            <a:extLst>
              <a:ext uri="{FF2B5EF4-FFF2-40B4-BE49-F238E27FC236}">
                <a16:creationId xmlns:a16="http://schemas.microsoft.com/office/drawing/2014/main" id="{34A98B16-46E5-29B8-FB85-623B2F801DFD}"/>
              </a:ext>
            </a:extLst>
          </p:cNvPr>
          <p:cNvSpPr/>
          <p:nvPr/>
        </p:nvSpPr>
        <p:spPr>
          <a:xfrm>
            <a:off x="6548315" y="2101252"/>
            <a:ext cx="2898605" cy="3576637"/>
          </a:xfrm>
          <a:prstGeom prst="rect">
            <a:avLst/>
          </a:prstGeom>
          <a:noFill/>
          <a:ln w="28575" cap="flat" cmpd="sng">
            <a:solidFill>
              <a:schemeClr val="bg1">
                <a:lumMod val="75000"/>
              </a:scheme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tx1">
                  <a:lumMod val="85000"/>
                  <a:lumOff val="15000"/>
                </a:schemeClr>
              </a:solidFill>
              <a:latin typeface="Noto Sans JP" panose="020B0200000000000000" pitchFamily="50" charset="-128"/>
              <a:ea typeface="Noto Sans JP" panose="020B0200000000000000" pitchFamily="50" charset="-128"/>
              <a:cs typeface="MS PGothic"/>
              <a:sym typeface="MS PGothic"/>
            </a:endParaRPr>
          </a:p>
        </p:txBody>
      </p:sp>
      <p:sp>
        <p:nvSpPr>
          <p:cNvPr id="8" name="正方形/長方形 7">
            <a:extLst>
              <a:ext uri="{FF2B5EF4-FFF2-40B4-BE49-F238E27FC236}">
                <a16:creationId xmlns:a16="http://schemas.microsoft.com/office/drawing/2014/main" id="{B65E52AB-1624-225A-F6A0-CDBB7B31B28A}"/>
              </a:ext>
            </a:extLst>
          </p:cNvPr>
          <p:cNvSpPr/>
          <p:nvPr/>
        </p:nvSpPr>
        <p:spPr>
          <a:xfrm>
            <a:off x="3376112" y="1176055"/>
            <a:ext cx="3036404" cy="5061233"/>
          </a:xfrm>
          <a:prstGeom prst="rect">
            <a:avLst/>
          </a:prstGeom>
          <a:noFill/>
          <a:ln w="38100">
            <a:solidFill>
              <a:srgbClr val="C0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bg1"/>
              </a:solidFill>
              <a:latin typeface="Yu Gothic UI" panose="020B0500000000000000" pitchFamily="50" charset="-128"/>
              <a:ea typeface="Yu Gothic UI" panose="020B0500000000000000" pitchFamily="50" charset="-128"/>
            </a:endParaRPr>
          </a:p>
        </p:txBody>
      </p:sp>
      <p:sp>
        <p:nvSpPr>
          <p:cNvPr id="5" name="テキスト ボックス 4">
            <a:extLst>
              <a:ext uri="{FF2B5EF4-FFF2-40B4-BE49-F238E27FC236}">
                <a16:creationId xmlns:a16="http://schemas.microsoft.com/office/drawing/2014/main" id="{6A707677-0E06-5A44-50CB-F45E679ECF11}"/>
              </a:ext>
            </a:extLst>
          </p:cNvPr>
          <p:cNvSpPr txBox="1"/>
          <p:nvPr/>
        </p:nvSpPr>
        <p:spPr>
          <a:xfrm>
            <a:off x="142660" y="2305157"/>
            <a:ext cx="3249766" cy="362920"/>
          </a:xfrm>
          <a:prstGeom prst="rect">
            <a:avLst/>
          </a:prstGeom>
          <a:noFill/>
        </p:spPr>
        <p:txBody>
          <a:bodyPr wrap="square">
            <a:spAutoFit/>
          </a:bodyPr>
          <a:lstStyle/>
          <a:p>
            <a:pPr algn="ctr">
              <a:lnSpc>
                <a:spcPct val="120000"/>
              </a:lnSpc>
            </a:pPr>
            <a:r>
              <a:rPr lang="ja-JP" altLang="en-US" sz="1600" b="1" dirty="0"/>
              <a:t>① </a:t>
            </a:r>
            <a:r>
              <a:rPr lang="en-US" altLang="ja-JP" sz="1600" b="1" dirty="0"/>
              <a:t>NTT</a:t>
            </a:r>
            <a:r>
              <a:rPr lang="ja-JP" altLang="en-US" sz="1600" b="1" dirty="0"/>
              <a:t>データの</a:t>
            </a:r>
            <a:r>
              <a:rPr lang="en-US" altLang="ja-JP" sz="1600" b="1" dirty="0"/>
              <a:t>AI</a:t>
            </a:r>
            <a:r>
              <a:rPr lang="ja-JP" altLang="en-US" sz="1600" b="1" dirty="0"/>
              <a:t>戦略</a:t>
            </a:r>
          </a:p>
        </p:txBody>
      </p:sp>
      <p:cxnSp>
        <p:nvCxnSpPr>
          <p:cNvPr id="10" name="直線コネクタ 9">
            <a:extLst>
              <a:ext uri="{FF2B5EF4-FFF2-40B4-BE49-F238E27FC236}">
                <a16:creationId xmlns:a16="http://schemas.microsoft.com/office/drawing/2014/main" id="{58F5281D-BE91-DD57-C42A-7D27A71ABF7F}"/>
              </a:ext>
            </a:extLst>
          </p:cNvPr>
          <p:cNvCxnSpPr>
            <a:cxnSpLocks/>
          </p:cNvCxnSpPr>
          <p:nvPr/>
        </p:nvCxnSpPr>
        <p:spPr>
          <a:xfrm>
            <a:off x="461531" y="2821702"/>
            <a:ext cx="2479632" cy="0"/>
          </a:xfrm>
          <a:prstGeom prst="line">
            <a:avLst/>
          </a:prstGeom>
          <a:ln w="12700">
            <a:solidFill>
              <a:schemeClr val="bg1">
                <a:lumMod val="65000"/>
              </a:schemeClr>
            </a:solidFill>
          </a:ln>
          <a:effectLst/>
        </p:spPr>
        <p:style>
          <a:lnRef idx="2">
            <a:schemeClr val="accent1"/>
          </a:lnRef>
          <a:fillRef idx="0">
            <a:schemeClr val="accent1"/>
          </a:fillRef>
          <a:effectRef idx="1">
            <a:schemeClr val="accent1"/>
          </a:effectRef>
          <a:fontRef idx="minor">
            <a:schemeClr val="tx1"/>
          </a:fontRef>
        </p:style>
      </p:cxnSp>
      <p:sp>
        <p:nvSpPr>
          <p:cNvPr id="11" name="テキスト ボックス 10">
            <a:extLst>
              <a:ext uri="{FF2B5EF4-FFF2-40B4-BE49-F238E27FC236}">
                <a16:creationId xmlns:a16="http://schemas.microsoft.com/office/drawing/2014/main" id="{9995428C-3768-AC62-E2D3-8751B1002971}"/>
              </a:ext>
            </a:extLst>
          </p:cNvPr>
          <p:cNvSpPr txBox="1"/>
          <p:nvPr/>
        </p:nvSpPr>
        <p:spPr>
          <a:xfrm>
            <a:off x="301275" y="3083892"/>
            <a:ext cx="2799185" cy="1104661"/>
          </a:xfrm>
          <a:prstGeom prst="rect">
            <a:avLst/>
          </a:prstGeom>
          <a:noFill/>
        </p:spPr>
        <p:txBody>
          <a:bodyPr wrap="square">
            <a:spAutoFit/>
          </a:bodyPr>
          <a:lstStyle/>
          <a:p>
            <a:pPr>
              <a:lnSpc>
                <a:spcPct val="120000"/>
              </a:lnSpc>
            </a:pPr>
            <a:r>
              <a:rPr lang="en-US" altLang="ja-JP" sz="1400" dirty="0"/>
              <a:t>NTT</a:t>
            </a:r>
            <a:r>
              <a:rPr lang="ja-JP" altLang="en-US" sz="1400" dirty="0"/>
              <a:t>データが「</a:t>
            </a:r>
            <a:r>
              <a:rPr lang="en-US" altLang="ja-JP" sz="1400" dirty="0"/>
              <a:t>Quality Growth</a:t>
            </a:r>
            <a:r>
              <a:rPr lang="ja-JP" altLang="en-US" sz="1400" dirty="0"/>
              <a:t>」を掲げ、</a:t>
            </a:r>
            <a:r>
              <a:rPr lang="en-US" altLang="ja-JP" sz="1400" dirty="0"/>
              <a:t>AI</a:t>
            </a:r>
            <a:r>
              <a:rPr lang="ja-JP" altLang="en-US" sz="1400" dirty="0"/>
              <a:t>をどのように事業の中核に据えているかを理解する。</a:t>
            </a:r>
          </a:p>
        </p:txBody>
      </p:sp>
      <p:sp>
        <p:nvSpPr>
          <p:cNvPr id="12" name="テキスト ボックス 11">
            <a:extLst>
              <a:ext uri="{FF2B5EF4-FFF2-40B4-BE49-F238E27FC236}">
                <a16:creationId xmlns:a16="http://schemas.microsoft.com/office/drawing/2014/main" id="{48F7FAB2-369A-DAE9-0DD1-B52FF7F6955B}"/>
              </a:ext>
            </a:extLst>
          </p:cNvPr>
          <p:cNvSpPr txBox="1"/>
          <p:nvPr/>
        </p:nvSpPr>
        <p:spPr>
          <a:xfrm>
            <a:off x="3503589" y="2299052"/>
            <a:ext cx="2865859" cy="362920"/>
          </a:xfrm>
          <a:prstGeom prst="rect">
            <a:avLst/>
          </a:prstGeom>
          <a:noFill/>
        </p:spPr>
        <p:txBody>
          <a:bodyPr wrap="square">
            <a:spAutoFit/>
          </a:bodyPr>
          <a:lstStyle/>
          <a:p>
            <a:pPr algn="ctr">
              <a:lnSpc>
                <a:spcPct val="120000"/>
              </a:lnSpc>
            </a:pPr>
            <a:r>
              <a:rPr lang="ja-JP" altLang="en-US" sz="1600" b="1" dirty="0"/>
              <a:t>② 生成</a:t>
            </a:r>
            <a:r>
              <a:rPr lang="en-US" altLang="ja-JP" sz="1600" b="1" dirty="0"/>
              <a:t>AI</a:t>
            </a:r>
            <a:r>
              <a:rPr lang="ja-JP" altLang="en-US" sz="1600" b="1" dirty="0"/>
              <a:t>の進化と</a:t>
            </a:r>
            <a:r>
              <a:rPr lang="en-US" altLang="ja-JP" sz="1600" b="1" dirty="0"/>
              <a:t>Agentic AI</a:t>
            </a:r>
          </a:p>
        </p:txBody>
      </p:sp>
      <p:sp>
        <p:nvSpPr>
          <p:cNvPr id="14" name="テキスト ボックス 13">
            <a:extLst>
              <a:ext uri="{FF2B5EF4-FFF2-40B4-BE49-F238E27FC236}">
                <a16:creationId xmlns:a16="http://schemas.microsoft.com/office/drawing/2014/main" id="{67FE9F2A-C65D-80F4-6EB8-8798A44101C1}"/>
              </a:ext>
            </a:extLst>
          </p:cNvPr>
          <p:cNvSpPr txBox="1"/>
          <p:nvPr/>
        </p:nvSpPr>
        <p:spPr>
          <a:xfrm>
            <a:off x="3517386" y="3083892"/>
            <a:ext cx="2799185" cy="1104661"/>
          </a:xfrm>
          <a:prstGeom prst="rect">
            <a:avLst/>
          </a:prstGeom>
          <a:noFill/>
        </p:spPr>
        <p:txBody>
          <a:bodyPr wrap="square">
            <a:spAutoFit/>
          </a:bodyPr>
          <a:lstStyle/>
          <a:p>
            <a:pPr>
              <a:lnSpc>
                <a:spcPct val="120000"/>
              </a:lnSpc>
            </a:pPr>
            <a:r>
              <a:rPr lang="ja-JP" altLang="en-US" sz="1400" dirty="0"/>
              <a:t>生成</a:t>
            </a:r>
            <a:r>
              <a:rPr lang="en-US" altLang="ja-JP" sz="1400" dirty="0"/>
              <a:t>AI</a:t>
            </a:r>
            <a:r>
              <a:rPr lang="ja-JP" altLang="en-US" sz="1400" dirty="0"/>
              <a:t>が</a:t>
            </a:r>
            <a:r>
              <a:rPr lang="en-US" altLang="ja-JP" sz="1400" dirty="0"/>
              <a:t>Level1</a:t>
            </a:r>
            <a:r>
              <a:rPr lang="ja-JP" altLang="en-US" sz="1400" dirty="0"/>
              <a:t>（チャットボット）から</a:t>
            </a:r>
            <a:r>
              <a:rPr lang="en-US" altLang="ja-JP" sz="1400" dirty="0"/>
              <a:t>Level3</a:t>
            </a:r>
            <a:r>
              <a:rPr lang="ja-JP" altLang="en-US" sz="1400" dirty="0"/>
              <a:t>（エージェント）へ進化する中で、何が変わるのかを理解する。</a:t>
            </a:r>
          </a:p>
        </p:txBody>
      </p:sp>
      <p:sp>
        <p:nvSpPr>
          <p:cNvPr id="15" name="テキスト ボックス 14">
            <a:extLst>
              <a:ext uri="{FF2B5EF4-FFF2-40B4-BE49-F238E27FC236}">
                <a16:creationId xmlns:a16="http://schemas.microsoft.com/office/drawing/2014/main" id="{DF8DCDAB-6E57-B912-B648-014C221E063E}"/>
              </a:ext>
            </a:extLst>
          </p:cNvPr>
          <p:cNvSpPr txBox="1"/>
          <p:nvPr/>
        </p:nvSpPr>
        <p:spPr>
          <a:xfrm>
            <a:off x="6544959" y="2275788"/>
            <a:ext cx="2912843" cy="658385"/>
          </a:xfrm>
          <a:prstGeom prst="rect">
            <a:avLst/>
          </a:prstGeom>
          <a:noFill/>
        </p:spPr>
        <p:txBody>
          <a:bodyPr wrap="square">
            <a:spAutoFit/>
          </a:bodyPr>
          <a:lstStyle/>
          <a:p>
            <a:pPr algn="ctr">
              <a:lnSpc>
                <a:spcPct val="120000"/>
              </a:lnSpc>
            </a:pPr>
            <a:r>
              <a:rPr lang="ja-JP" altLang="en-US" sz="1600" b="1" dirty="0"/>
              <a:t>③ </a:t>
            </a:r>
            <a:r>
              <a:rPr lang="en-US" altLang="ja-JP" sz="1600" b="1" dirty="0"/>
              <a:t>NTT</a:t>
            </a:r>
            <a:r>
              <a:rPr lang="ja-JP" altLang="en-US" sz="1600" b="1" dirty="0"/>
              <a:t>データが描く未来と社員として知っておくべきこと</a:t>
            </a:r>
          </a:p>
        </p:txBody>
      </p:sp>
      <p:sp>
        <p:nvSpPr>
          <p:cNvPr id="17" name="テキスト ボックス 16">
            <a:extLst>
              <a:ext uri="{FF2B5EF4-FFF2-40B4-BE49-F238E27FC236}">
                <a16:creationId xmlns:a16="http://schemas.microsoft.com/office/drawing/2014/main" id="{BD4CFE82-A44E-9B41-5714-D3EB1CCC62CF}"/>
              </a:ext>
            </a:extLst>
          </p:cNvPr>
          <p:cNvSpPr txBox="1"/>
          <p:nvPr/>
        </p:nvSpPr>
        <p:spPr>
          <a:xfrm>
            <a:off x="6598024" y="3083891"/>
            <a:ext cx="2799185" cy="1104661"/>
          </a:xfrm>
          <a:prstGeom prst="rect">
            <a:avLst/>
          </a:prstGeom>
          <a:noFill/>
        </p:spPr>
        <p:txBody>
          <a:bodyPr wrap="square">
            <a:spAutoFit/>
          </a:bodyPr>
          <a:lstStyle/>
          <a:p>
            <a:pPr>
              <a:lnSpc>
                <a:spcPct val="120000"/>
              </a:lnSpc>
            </a:pPr>
            <a:r>
              <a:rPr lang="en-US" altLang="ja-JP" sz="1400" dirty="0"/>
              <a:t>NTT</a:t>
            </a:r>
            <a:r>
              <a:rPr lang="ja-JP" altLang="en-US" sz="1400" dirty="0"/>
              <a:t>データが描く</a:t>
            </a:r>
            <a:r>
              <a:rPr lang="en-US" altLang="ja-JP" sz="1400" dirty="0"/>
              <a:t>AI</a:t>
            </a:r>
            <a:r>
              <a:rPr lang="ja-JP" altLang="en-US" sz="1400" dirty="0"/>
              <a:t>活用の未来像を理解したうえで、その実現に向けて社員として知っておくべき考え方や事例を学ぶ。</a:t>
            </a:r>
          </a:p>
        </p:txBody>
      </p:sp>
      <p:cxnSp>
        <p:nvCxnSpPr>
          <p:cNvPr id="27" name="直線コネクタ 26">
            <a:extLst>
              <a:ext uri="{FF2B5EF4-FFF2-40B4-BE49-F238E27FC236}">
                <a16:creationId xmlns:a16="http://schemas.microsoft.com/office/drawing/2014/main" id="{AA48721A-7563-B678-BB7C-53C8E004C767}"/>
              </a:ext>
            </a:extLst>
          </p:cNvPr>
          <p:cNvCxnSpPr>
            <a:cxnSpLocks/>
          </p:cNvCxnSpPr>
          <p:nvPr/>
        </p:nvCxnSpPr>
        <p:spPr>
          <a:xfrm>
            <a:off x="3713184" y="2821702"/>
            <a:ext cx="2479632" cy="0"/>
          </a:xfrm>
          <a:prstGeom prst="line">
            <a:avLst/>
          </a:prstGeom>
          <a:ln w="12700">
            <a:solidFill>
              <a:schemeClr val="bg1">
                <a:lumMod val="65000"/>
              </a:schemeClr>
            </a:solidFill>
          </a:ln>
          <a:effectLst/>
        </p:spPr>
        <p:style>
          <a:lnRef idx="2">
            <a:schemeClr val="accent1"/>
          </a:lnRef>
          <a:fillRef idx="0">
            <a:schemeClr val="accent1"/>
          </a:fillRef>
          <a:effectRef idx="1">
            <a:schemeClr val="accent1"/>
          </a:effectRef>
          <a:fontRef idx="minor">
            <a:schemeClr val="tx1"/>
          </a:fontRef>
        </p:style>
      </p:cxnSp>
      <p:cxnSp>
        <p:nvCxnSpPr>
          <p:cNvPr id="41" name="直線コネクタ 40">
            <a:extLst>
              <a:ext uri="{FF2B5EF4-FFF2-40B4-BE49-F238E27FC236}">
                <a16:creationId xmlns:a16="http://schemas.microsoft.com/office/drawing/2014/main" id="{47EAF112-6935-C5F9-4F68-6EE8DEFE45CC}"/>
              </a:ext>
            </a:extLst>
          </p:cNvPr>
          <p:cNvCxnSpPr>
            <a:cxnSpLocks/>
          </p:cNvCxnSpPr>
          <p:nvPr/>
        </p:nvCxnSpPr>
        <p:spPr>
          <a:xfrm>
            <a:off x="7010471" y="2963542"/>
            <a:ext cx="2479632" cy="0"/>
          </a:xfrm>
          <a:prstGeom prst="line">
            <a:avLst/>
          </a:prstGeom>
          <a:ln w="12700">
            <a:solidFill>
              <a:schemeClr val="bg1">
                <a:lumMod val="65000"/>
              </a:schemeClr>
            </a:solidFill>
          </a:ln>
          <a:effectLst/>
        </p:spPr>
        <p:style>
          <a:lnRef idx="2">
            <a:schemeClr val="accent1"/>
          </a:lnRef>
          <a:fillRef idx="0">
            <a:schemeClr val="accent1"/>
          </a:fillRef>
          <a:effectRef idx="1">
            <a:schemeClr val="accent1"/>
          </a:effectRef>
          <a:fontRef idx="minor">
            <a:schemeClr val="tx1"/>
          </a:fontRef>
        </p:style>
      </p:cxnSp>
      <p:pic>
        <p:nvPicPr>
          <p:cNvPr id="43" name="グラフィックス 42">
            <a:extLst>
              <a:ext uri="{FF2B5EF4-FFF2-40B4-BE49-F238E27FC236}">
                <a16:creationId xmlns:a16="http://schemas.microsoft.com/office/drawing/2014/main" id="{A8711405-49B0-71C2-FDF9-F60ABEB2DD0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85651" y="4550698"/>
            <a:ext cx="2163783" cy="1444776"/>
          </a:xfrm>
          <a:prstGeom prst="rect">
            <a:avLst/>
          </a:prstGeom>
        </p:spPr>
      </p:pic>
      <p:pic>
        <p:nvPicPr>
          <p:cNvPr id="46" name="グラフィックス 45">
            <a:extLst>
              <a:ext uri="{FF2B5EF4-FFF2-40B4-BE49-F238E27FC236}">
                <a16:creationId xmlns:a16="http://schemas.microsoft.com/office/drawing/2014/main" id="{65F0EA8C-770D-E61A-38E0-89B31E17B25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289234" y="4538032"/>
            <a:ext cx="1327531" cy="1585112"/>
          </a:xfrm>
          <a:prstGeom prst="rect">
            <a:avLst/>
          </a:prstGeom>
        </p:spPr>
      </p:pic>
      <p:pic>
        <p:nvPicPr>
          <p:cNvPr id="50" name="グラフィックス 49">
            <a:extLst>
              <a:ext uri="{FF2B5EF4-FFF2-40B4-BE49-F238E27FC236}">
                <a16:creationId xmlns:a16="http://schemas.microsoft.com/office/drawing/2014/main" id="{900AE613-795E-0434-7BFD-B1CB872B68C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29620" y="4416291"/>
            <a:ext cx="2055063" cy="1541298"/>
          </a:xfrm>
          <a:prstGeom prst="rect">
            <a:avLst/>
          </a:prstGeom>
        </p:spPr>
      </p:pic>
      <p:sp>
        <p:nvSpPr>
          <p:cNvPr id="13" name="正方形/長方形 12">
            <a:extLst>
              <a:ext uri="{FF2B5EF4-FFF2-40B4-BE49-F238E27FC236}">
                <a16:creationId xmlns:a16="http://schemas.microsoft.com/office/drawing/2014/main" id="{69AA8833-F44F-9511-10C2-40442C685104}"/>
              </a:ext>
            </a:extLst>
          </p:cNvPr>
          <p:cNvSpPr/>
          <p:nvPr/>
        </p:nvSpPr>
        <p:spPr>
          <a:xfrm>
            <a:off x="6494289" y="1205610"/>
            <a:ext cx="3108486" cy="5061233"/>
          </a:xfrm>
          <a:prstGeom prst="rect">
            <a:avLst/>
          </a:prstGeom>
          <a:solidFill>
            <a:srgbClr val="000000">
              <a:alpha val="30196"/>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bg1"/>
              </a:solidFill>
              <a:latin typeface="Yu Gothic UI" panose="020B0500000000000000" pitchFamily="50" charset="-128"/>
              <a:ea typeface="Yu Gothic UI" panose="020B0500000000000000" pitchFamily="50" charset="-128"/>
            </a:endParaRPr>
          </a:p>
        </p:txBody>
      </p:sp>
      <p:sp>
        <p:nvSpPr>
          <p:cNvPr id="16" name="正方形/長方形 15">
            <a:extLst>
              <a:ext uri="{FF2B5EF4-FFF2-40B4-BE49-F238E27FC236}">
                <a16:creationId xmlns:a16="http://schemas.microsoft.com/office/drawing/2014/main" id="{41387F2A-4437-07C7-BEAB-66B4D46C8CF1}"/>
              </a:ext>
            </a:extLst>
          </p:cNvPr>
          <p:cNvSpPr/>
          <p:nvPr/>
        </p:nvSpPr>
        <p:spPr>
          <a:xfrm>
            <a:off x="134047" y="1205610"/>
            <a:ext cx="3108486" cy="5061233"/>
          </a:xfrm>
          <a:prstGeom prst="rect">
            <a:avLst/>
          </a:prstGeom>
          <a:solidFill>
            <a:srgbClr val="000000">
              <a:alpha val="30196"/>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bg1"/>
              </a:solidFill>
              <a:latin typeface="Yu Gothic UI" panose="020B0500000000000000" pitchFamily="50" charset="-128"/>
              <a:ea typeface="Yu Gothic UI" panose="020B0500000000000000" pitchFamily="50" charset="-128"/>
            </a:endParaRPr>
          </a:p>
        </p:txBody>
      </p:sp>
    </p:spTree>
    <p:extLst>
      <p:ext uri="{BB962C8B-B14F-4D97-AF65-F5344CB8AC3E}">
        <p14:creationId xmlns:p14="http://schemas.microsoft.com/office/powerpoint/2010/main" val="36740079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33690-C3FB-7F2A-C263-1E700E60FE4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0BF2088-D6FA-2A9C-A1B4-94E4550DEDEC}"/>
              </a:ext>
            </a:extLst>
          </p:cNvPr>
          <p:cNvSpPr>
            <a:spLocks noGrp="1"/>
          </p:cNvSpPr>
          <p:nvPr>
            <p:ph type="title"/>
          </p:nvPr>
        </p:nvSpPr>
        <p:spPr/>
        <p:txBody>
          <a:bodyPr>
            <a:normAutofit/>
          </a:bodyPr>
          <a:lstStyle/>
          <a:p>
            <a:r>
              <a:rPr lang="en-US" altLang="ja-JP" dirty="0"/>
              <a:t>3-6.</a:t>
            </a:r>
            <a:r>
              <a:rPr lang="ja-JP" altLang="en-US" dirty="0"/>
              <a:t> エージェント</a:t>
            </a:r>
            <a:r>
              <a:rPr lang="en-US" altLang="ja-JP" dirty="0"/>
              <a:t>AI</a:t>
            </a:r>
            <a:r>
              <a:rPr lang="ja-JP" altLang="en-US" dirty="0"/>
              <a:t>（</a:t>
            </a:r>
            <a:r>
              <a:rPr lang="en-US" altLang="ja-JP" dirty="0"/>
              <a:t>Agentic AI</a:t>
            </a:r>
            <a:r>
              <a:rPr lang="ja-JP" altLang="en-US" dirty="0"/>
              <a:t>）とは何か</a:t>
            </a:r>
          </a:p>
        </p:txBody>
      </p:sp>
      <p:sp>
        <p:nvSpPr>
          <p:cNvPr id="23" name="テキスト ボックス 22">
            <a:extLst>
              <a:ext uri="{FF2B5EF4-FFF2-40B4-BE49-F238E27FC236}">
                <a16:creationId xmlns:a16="http://schemas.microsoft.com/office/drawing/2014/main" id="{AAAA0BCC-29BA-B144-51E3-06A4027ED680}"/>
              </a:ext>
            </a:extLst>
          </p:cNvPr>
          <p:cNvSpPr txBox="1"/>
          <p:nvPr/>
        </p:nvSpPr>
        <p:spPr>
          <a:xfrm>
            <a:off x="268070" y="1047233"/>
            <a:ext cx="9301500" cy="523220"/>
          </a:xfrm>
          <a:prstGeom prst="rect">
            <a:avLst/>
          </a:prstGeom>
          <a:noFill/>
        </p:spPr>
        <p:txBody>
          <a:bodyPr wrap="square">
            <a:spAutoFit/>
          </a:bodyPr>
          <a:lstStyle/>
          <a:p>
            <a:r>
              <a:rPr lang="ja-JP" altLang="en-US" sz="1400" dirty="0">
                <a:solidFill>
                  <a:srgbClr val="404040"/>
                </a:solidFill>
                <a:latin typeface="+mj-ea"/>
                <a:ea typeface="+mj-ea"/>
              </a:rPr>
              <a:t>エージェント</a:t>
            </a:r>
            <a:r>
              <a:rPr lang="en-US" altLang="ja-JP" sz="1400" dirty="0">
                <a:solidFill>
                  <a:srgbClr val="404040"/>
                </a:solidFill>
                <a:latin typeface="+mj-ea"/>
                <a:ea typeface="+mj-ea"/>
              </a:rPr>
              <a:t>AI</a:t>
            </a:r>
            <a:r>
              <a:rPr lang="ja-JP" altLang="en-US" sz="1400" dirty="0">
                <a:solidFill>
                  <a:srgbClr val="404040"/>
                </a:solidFill>
                <a:latin typeface="+mj-ea"/>
                <a:ea typeface="+mj-ea"/>
              </a:rPr>
              <a:t>（</a:t>
            </a:r>
            <a:r>
              <a:rPr lang="en-US" altLang="ja-JP" sz="1400" dirty="0">
                <a:solidFill>
                  <a:srgbClr val="404040"/>
                </a:solidFill>
                <a:latin typeface="+mj-ea"/>
                <a:ea typeface="+mj-ea"/>
              </a:rPr>
              <a:t>Agentic AI</a:t>
            </a:r>
            <a:r>
              <a:rPr lang="ja-JP" altLang="en-US" sz="1400" dirty="0">
                <a:solidFill>
                  <a:srgbClr val="404040"/>
                </a:solidFill>
                <a:latin typeface="+mj-ea"/>
                <a:ea typeface="+mj-ea"/>
              </a:rPr>
              <a:t>）とは、</a:t>
            </a:r>
            <a:r>
              <a:rPr lang="ja-JP" altLang="en-US" sz="1400" dirty="0">
                <a:solidFill>
                  <a:schemeClr val="bg2"/>
                </a:solidFill>
                <a:latin typeface="+mj-ea"/>
                <a:ea typeface="+mj-ea"/>
              </a:rPr>
              <a:t>目標を達成するために、自律的に考え、環境や状況の変化を認識し、意思決定を行って行動する</a:t>
            </a:r>
            <a:r>
              <a:rPr lang="en-US" altLang="ja-JP" sz="1400" dirty="0">
                <a:solidFill>
                  <a:schemeClr val="bg2"/>
                </a:solidFill>
                <a:latin typeface="+mj-ea"/>
                <a:ea typeface="+mj-ea"/>
              </a:rPr>
              <a:t>AI</a:t>
            </a:r>
            <a:r>
              <a:rPr lang="ja-JP" altLang="en-US" sz="1400" dirty="0">
                <a:solidFill>
                  <a:schemeClr val="bg2"/>
                </a:solidFill>
                <a:latin typeface="+mj-ea"/>
                <a:ea typeface="+mj-ea"/>
              </a:rPr>
              <a:t>の総称です。</a:t>
            </a:r>
          </a:p>
        </p:txBody>
      </p:sp>
      <p:pic>
        <p:nvPicPr>
          <p:cNvPr id="3" name="Google Shape;331;p37">
            <a:extLst>
              <a:ext uri="{FF2B5EF4-FFF2-40B4-BE49-F238E27FC236}">
                <a16:creationId xmlns:a16="http://schemas.microsoft.com/office/drawing/2014/main" id="{F5F65465-DC85-87F6-3E4A-40392A90B76B}"/>
              </a:ext>
            </a:extLst>
          </p:cNvPr>
          <p:cNvPicPr preferRelativeResize="0"/>
          <p:nvPr/>
        </p:nvPicPr>
        <p:blipFill rotWithShape="1">
          <a:blip r:embed="rId2">
            <a:alphaModFix/>
          </a:blip>
          <a:srcRect l="41374" r="7718"/>
          <a:stretch/>
        </p:blipFill>
        <p:spPr>
          <a:xfrm>
            <a:off x="659668" y="2093132"/>
            <a:ext cx="2669558" cy="2359239"/>
          </a:xfrm>
          <a:prstGeom prst="rect">
            <a:avLst/>
          </a:prstGeom>
          <a:noFill/>
          <a:ln>
            <a:noFill/>
          </a:ln>
        </p:spPr>
      </p:pic>
      <p:sp>
        <p:nvSpPr>
          <p:cNvPr id="5" name="Google Shape;334;p37">
            <a:extLst>
              <a:ext uri="{FF2B5EF4-FFF2-40B4-BE49-F238E27FC236}">
                <a16:creationId xmlns:a16="http://schemas.microsoft.com/office/drawing/2014/main" id="{72651D07-10E6-F03B-E367-22C6402826E4}"/>
              </a:ext>
            </a:extLst>
          </p:cNvPr>
          <p:cNvSpPr txBox="1"/>
          <p:nvPr/>
        </p:nvSpPr>
        <p:spPr>
          <a:xfrm>
            <a:off x="659668" y="4739899"/>
            <a:ext cx="4475912" cy="933586"/>
          </a:xfrm>
          <a:prstGeom prst="rect">
            <a:avLst/>
          </a:prstGeom>
          <a:noFill/>
          <a:ln>
            <a:noFill/>
          </a:ln>
        </p:spPr>
        <p:txBody>
          <a:bodyPr spcFirstLastPara="1" wrap="square" lIns="91425" tIns="45700" rIns="91425" bIns="45700" anchor="ctr" anchorCtr="0">
            <a:noAutofit/>
          </a:bodyPr>
          <a:lstStyle/>
          <a:p>
            <a:pPr marL="0" marR="0" lvl="0" indent="0" rtl="0">
              <a:lnSpc>
                <a:spcPct val="130000"/>
              </a:lnSpc>
              <a:spcBef>
                <a:spcPts val="0"/>
              </a:spcBef>
              <a:spcAft>
                <a:spcPts val="0"/>
              </a:spcAft>
              <a:buClr>
                <a:srgbClr val="262626"/>
              </a:buClr>
              <a:buSzPts val="2000"/>
              <a:buFont typeface="Noto Sans JP"/>
              <a:buNone/>
            </a:pPr>
            <a:r>
              <a:rPr lang="ja-JP" altLang="en-US" sz="1400" dirty="0">
                <a:solidFill>
                  <a:srgbClr val="404040"/>
                </a:solidFill>
                <a:latin typeface="+mj-ea"/>
                <a:ea typeface="+mj-ea"/>
              </a:rPr>
              <a:t>単に質問に答えるだけでなく、</a:t>
            </a:r>
            <a:endParaRPr lang="en-US" altLang="ja-JP" sz="1400" dirty="0">
              <a:solidFill>
                <a:srgbClr val="404040"/>
              </a:solidFill>
              <a:latin typeface="+mj-ea"/>
              <a:ea typeface="+mj-ea"/>
            </a:endParaRPr>
          </a:p>
          <a:p>
            <a:pPr marL="0" marR="0" lvl="0" indent="0" rtl="0">
              <a:lnSpc>
                <a:spcPct val="130000"/>
              </a:lnSpc>
              <a:spcBef>
                <a:spcPts val="0"/>
              </a:spcBef>
              <a:spcAft>
                <a:spcPts val="0"/>
              </a:spcAft>
              <a:buClr>
                <a:srgbClr val="262626"/>
              </a:buClr>
              <a:buSzPts val="2000"/>
              <a:buFont typeface="Noto Sans JP"/>
              <a:buNone/>
            </a:pPr>
            <a:r>
              <a:rPr lang="ja-JP" altLang="en-US" sz="1400" dirty="0">
                <a:solidFill>
                  <a:srgbClr val="404040"/>
                </a:solidFill>
                <a:latin typeface="+mj-ea"/>
                <a:ea typeface="+mj-ea"/>
              </a:rPr>
              <a:t>人間のように「計画→実行→評価→改善」の</a:t>
            </a:r>
            <a:endParaRPr lang="en-US" altLang="ja-JP" sz="1400" dirty="0">
              <a:solidFill>
                <a:srgbClr val="404040"/>
              </a:solidFill>
              <a:latin typeface="+mj-ea"/>
              <a:ea typeface="+mj-ea"/>
            </a:endParaRPr>
          </a:p>
          <a:p>
            <a:pPr marL="0" marR="0" lvl="0" indent="0" rtl="0">
              <a:lnSpc>
                <a:spcPct val="130000"/>
              </a:lnSpc>
              <a:spcBef>
                <a:spcPts val="0"/>
              </a:spcBef>
              <a:spcAft>
                <a:spcPts val="0"/>
              </a:spcAft>
              <a:buClr>
                <a:srgbClr val="262626"/>
              </a:buClr>
              <a:buSzPts val="2000"/>
              <a:buFont typeface="Noto Sans JP"/>
              <a:buNone/>
            </a:pPr>
            <a:r>
              <a:rPr lang="ja-JP" altLang="en-US" sz="1400" dirty="0">
                <a:solidFill>
                  <a:srgbClr val="404040"/>
                </a:solidFill>
                <a:latin typeface="+mj-ea"/>
                <a:ea typeface="+mj-ea"/>
              </a:rPr>
              <a:t>サイクルを回して業務を代行してくれます</a:t>
            </a:r>
            <a:endParaRPr lang="en-US" sz="1400" dirty="0">
              <a:solidFill>
                <a:srgbClr val="404040"/>
              </a:solidFill>
              <a:latin typeface="+mj-ea"/>
              <a:ea typeface="+mj-ea"/>
              <a:sym typeface="Noto Sans JP"/>
            </a:endParaRPr>
          </a:p>
        </p:txBody>
      </p:sp>
      <p:pic>
        <p:nvPicPr>
          <p:cNvPr id="6" name="Picture 2" descr="PDCA - かわいいフリーイラスト素材集【ぴくらいく】｜商用利用可">
            <a:extLst>
              <a:ext uri="{FF2B5EF4-FFF2-40B4-BE49-F238E27FC236}">
                <a16:creationId xmlns:a16="http://schemas.microsoft.com/office/drawing/2014/main" id="{6E652799-36E9-E411-5782-995322C2FB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35580" y="1570453"/>
            <a:ext cx="4103032" cy="4103032"/>
          </a:xfrm>
          <a:prstGeom prst="rect">
            <a:avLst/>
          </a:prstGeom>
          <a:noFill/>
          <a:extLst>
            <a:ext uri="{909E8E84-426E-40DD-AFC4-6F175D3DCCD1}">
              <a14:hiddenFill xmlns:a14="http://schemas.microsoft.com/office/drawing/2010/main">
                <a:solidFill>
                  <a:srgbClr val="FFFFFF"/>
                </a:solidFill>
              </a14:hiddenFill>
            </a:ext>
          </a:extLst>
        </p:spPr>
      </p:pic>
      <p:cxnSp>
        <p:nvCxnSpPr>
          <p:cNvPr id="7" name="Google Shape;335;p37">
            <a:extLst>
              <a:ext uri="{FF2B5EF4-FFF2-40B4-BE49-F238E27FC236}">
                <a16:creationId xmlns:a16="http://schemas.microsoft.com/office/drawing/2014/main" id="{A23B8929-E2A7-F582-9B4A-834D15EFEC37}"/>
              </a:ext>
            </a:extLst>
          </p:cNvPr>
          <p:cNvCxnSpPr>
            <a:cxnSpLocks/>
          </p:cNvCxnSpPr>
          <p:nvPr/>
        </p:nvCxnSpPr>
        <p:spPr>
          <a:xfrm>
            <a:off x="3509980" y="3613502"/>
            <a:ext cx="1515533" cy="0"/>
          </a:xfrm>
          <a:prstGeom prst="straightConnector1">
            <a:avLst/>
          </a:prstGeom>
          <a:noFill/>
          <a:ln w="57150" cap="flat" cmpd="sng">
            <a:solidFill>
              <a:srgbClr val="BFBFBF"/>
            </a:solidFill>
            <a:prstDash val="solid"/>
            <a:miter lim="800000"/>
            <a:headEnd type="none" w="sm" len="sm"/>
            <a:tailEnd type="triangle" w="med" len="med"/>
          </a:ln>
        </p:spPr>
      </p:cxnSp>
    </p:spTree>
    <p:extLst>
      <p:ext uri="{BB962C8B-B14F-4D97-AF65-F5344CB8AC3E}">
        <p14:creationId xmlns:p14="http://schemas.microsoft.com/office/powerpoint/2010/main" val="15106261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625E1-C518-935B-2031-DD8BD9D36AD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1A49EEB-3B1D-83AB-84A6-DECF14AC1B82}"/>
              </a:ext>
            </a:extLst>
          </p:cNvPr>
          <p:cNvSpPr>
            <a:spLocks noGrp="1"/>
          </p:cNvSpPr>
          <p:nvPr>
            <p:ph type="title"/>
          </p:nvPr>
        </p:nvSpPr>
        <p:spPr/>
        <p:txBody>
          <a:bodyPr>
            <a:normAutofit/>
          </a:bodyPr>
          <a:lstStyle/>
          <a:p>
            <a:r>
              <a:rPr lang="en-US" altLang="ja-JP" dirty="0"/>
              <a:t>3-7. </a:t>
            </a:r>
            <a:r>
              <a:rPr lang="ja-JP" altLang="en-US" dirty="0"/>
              <a:t>エージェントの処理</a:t>
            </a:r>
          </a:p>
        </p:txBody>
      </p:sp>
      <p:sp>
        <p:nvSpPr>
          <p:cNvPr id="4" name="四角形: 角を丸くする 3">
            <a:extLst>
              <a:ext uri="{FF2B5EF4-FFF2-40B4-BE49-F238E27FC236}">
                <a16:creationId xmlns:a16="http://schemas.microsoft.com/office/drawing/2014/main" id="{C9F63002-1A3C-4342-2224-C74338D3AA8B}"/>
              </a:ext>
            </a:extLst>
          </p:cNvPr>
          <p:cNvSpPr/>
          <p:nvPr/>
        </p:nvSpPr>
        <p:spPr>
          <a:xfrm>
            <a:off x="354456" y="2212602"/>
            <a:ext cx="9301501" cy="3780838"/>
          </a:xfrm>
          <a:prstGeom prst="roundRect">
            <a:avLst>
              <a:gd name="adj" fmla="val 6611"/>
            </a:avLst>
          </a:prstGeom>
          <a:solidFill>
            <a:srgbClr val="0074C4">
              <a:alpha val="5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2CD70E98-1223-A554-89F6-6A10887F4888}"/>
              </a:ext>
            </a:extLst>
          </p:cNvPr>
          <p:cNvSpPr/>
          <p:nvPr/>
        </p:nvSpPr>
        <p:spPr>
          <a:xfrm>
            <a:off x="437501" y="1145967"/>
            <a:ext cx="1463970" cy="660400"/>
          </a:xfrm>
          <a:prstGeom prst="roundRect">
            <a:avLst/>
          </a:prstGeom>
          <a:no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a:solidFill>
                  <a:schemeClr val="tx1"/>
                </a:solidFill>
                <a:latin typeface="Noto Sans JP" panose="020B0200000000000000" pitchFamily="50" charset="-128"/>
                <a:ea typeface="Noto Sans JP" panose="020B0200000000000000" pitchFamily="50" charset="-128"/>
              </a:rPr>
              <a:t>プロンプトでの</a:t>
            </a:r>
            <a:endParaRPr lang="en-US" altLang="ja-JP" sz="1200">
              <a:solidFill>
                <a:schemeClr val="tx1"/>
              </a:solidFill>
              <a:latin typeface="Noto Sans JP" panose="020B0200000000000000" pitchFamily="50" charset="-128"/>
              <a:ea typeface="Noto Sans JP" panose="020B0200000000000000" pitchFamily="50" charset="-128"/>
            </a:endParaRPr>
          </a:p>
          <a:p>
            <a:pPr algn="ctr"/>
            <a:r>
              <a:rPr lang="ja-JP" altLang="en-US" sz="1200">
                <a:solidFill>
                  <a:schemeClr val="tx1"/>
                </a:solidFill>
                <a:latin typeface="Noto Sans JP" panose="020B0200000000000000" pitchFamily="50" charset="-128"/>
                <a:ea typeface="Noto Sans JP" panose="020B0200000000000000" pitchFamily="50" charset="-128"/>
              </a:rPr>
              <a:t>タスク指示</a:t>
            </a:r>
            <a:endParaRPr kumimoji="1" lang="ja-JP" altLang="en-US" sz="1200">
              <a:solidFill>
                <a:schemeClr val="tx1"/>
              </a:solidFill>
              <a:latin typeface="Noto Sans JP" panose="020B0200000000000000" pitchFamily="50" charset="-128"/>
              <a:ea typeface="Noto Sans JP" panose="020B0200000000000000" pitchFamily="50" charset="-128"/>
            </a:endParaRPr>
          </a:p>
        </p:txBody>
      </p:sp>
      <p:cxnSp>
        <p:nvCxnSpPr>
          <p:cNvPr id="10" name="直線矢印コネクタ 9">
            <a:extLst>
              <a:ext uri="{FF2B5EF4-FFF2-40B4-BE49-F238E27FC236}">
                <a16:creationId xmlns:a16="http://schemas.microsoft.com/office/drawing/2014/main" id="{5F41F1D2-5AF5-6E6F-C5B1-9FCFB7CAF6E1}"/>
              </a:ext>
            </a:extLst>
          </p:cNvPr>
          <p:cNvCxnSpPr>
            <a:cxnSpLocks/>
            <a:stCxn id="9" idx="2"/>
          </p:cNvCxnSpPr>
          <p:nvPr/>
        </p:nvCxnSpPr>
        <p:spPr>
          <a:xfrm>
            <a:off x="1169486" y="1806367"/>
            <a:ext cx="1" cy="635000"/>
          </a:xfrm>
          <a:prstGeom prst="straightConnector1">
            <a:avLst/>
          </a:prstGeom>
          <a:ln w="1270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 name="四角形: 角を丸くする 10">
            <a:extLst>
              <a:ext uri="{FF2B5EF4-FFF2-40B4-BE49-F238E27FC236}">
                <a16:creationId xmlns:a16="http://schemas.microsoft.com/office/drawing/2014/main" id="{ABD37317-9B36-3BC6-5C6C-CBC506734577}"/>
              </a:ext>
            </a:extLst>
          </p:cNvPr>
          <p:cNvSpPr/>
          <p:nvPr/>
        </p:nvSpPr>
        <p:spPr>
          <a:xfrm>
            <a:off x="437501" y="2432900"/>
            <a:ext cx="1463967" cy="351673"/>
          </a:xfrm>
          <a:prstGeom prst="roundRect">
            <a:avLst/>
          </a:prstGeom>
          <a:solidFill>
            <a:srgbClr val="0074C4"/>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a:solidFill>
                  <a:schemeClr val="bg1"/>
                </a:solidFill>
                <a:latin typeface="Noto Sans JP" panose="020B0200000000000000" pitchFamily="50" charset="-128"/>
                <a:ea typeface="Noto Sans JP" panose="020B0200000000000000" pitchFamily="50" charset="-128"/>
              </a:rPr>
              <a:t>エージェント</a:t>
            </a:r>
            <a:endParaRPr kumimoji="1" lang="ja-JP" altLang="en-US" sz="1200">
              <a:solidFill>
                <a:schemeClr val="bg1"/>
              </a:solidFill>
              <a:latin typeface="Noto Sans JP" panose="020B0200000000000000" pitchFamily="50" charset="-128"/>
              <a:ea typeface="Noto Sans JP" panose="020B0200000000000000" pitchFamily="50" charset="-128"/>
            </a:endParaRPr>
          </a:p>
        </p:txBody>
      </p:sp>
      <p:pic>
        <p:nvPicPr>
          <p:cNvPr id="12" name="図 11">
            <a:extLst>
              <a:ext uri="{FF2B5EF4-FFF2-40B4-BE49-F238E27FC236}">
                <a16:creationId xmlns:a16="http://schemas.microsoft.com/office/drawing/2014/main" id="{7D29BF49-6AF4-3436-730C-F55499E6CF32}"/>
              </a:ext>
            </a:extLst>
          </p:cNvPr>
          <p:cNvPicPr>
            <a:picLocks noChangeAspect="1"/>
          </p:cNvPicPr>
          <p:nvPr/>
        </p:nvPicPr>
        <p:blipFill>
          <a:blip r:embed="rId2"/>
          <a:srcRect l="7966" r="27754" b="5911"/>
          <a:stretch/>
        </p:blipFill>
        <p:spPr>
          <a:xfrm>
            <a:off x="2142385" y="1074808"/>
            <a:ext cx="810000" cy="798661"/>
          </a:xfrm>
          <a:prstGeom prst="ellipse">
            <a:avLst/>
          </a:prstGeom>
          <a:ln>
            <a:solidFill>
              <a:schemeClr val="bg1">
                <a:lumMod val="50000"/>
              </a:schemeClr>
            </a:solidFill>
          </a:ln>
        </p:spPr>
      </p:pic>
      <p:sp>
        <p:nvSpPr>
          <p:cNvPr id="13" name="Text 3">
            <a:extLst>
              <a:ext uri="{FF2B5EF4-FFF2-40B4-BE49-F238E27FC236}">
                <a16:creationId xmlns:a16="http://schemas.microsoft.com/office/drawing/2014/main" id="{47EECCBB-6C18-7260-7AC0-FD95C4FAE1CF}"/>
              </a:ext>
            </a:extLst>
          </p:cNvPr>
          <p:cNvSpPr/>
          <p:nvPr/>
        </p:nvSpPr>
        <p:spPr>
          <a:xfrm>
            <a:off x="3320047" y="1272718"/>
            <a:ext cx="3240036" cy="402840"/>
          </a:xfrm>
          <a:prstGeom prst="rect">
            <a:avLst/>
          </a:prstGeom>
          <a:noFill/>
          <a:ln/>
        </p:spPr>
        <p:txBody>
          <a:bodyPr wrap="square" lIns="0" tIns="0" rIns="0" bIns="0" rtlCol="0" anchor="t"/>
          <a:lstStyle/>
          <a:p>
            <a:pPr>
              <a:lnSpc>
                <a:spcPts val="2850"/>
              </a:lnSpc>
            </a:pPr>
            <a:r>
              <a:rPr lang="ja-JP" altLang="en-US" sz="1600" b="1" dirty="0">
                <a:solidFill>
                  <a:srgbClr val="0074C4"/>
                </a:solidFill>
                <a:latin typeface="Noto Sans JP" panose="020B0200000000000000" pitchFamily="50" charset="-128"/>
                <a:ea typeface="Noto Sans JP" panose="020B0200000000000000" pitchFamily="50" charset="-128"/>
              </a:rPr>
              <a:t>〇〇（特定の業務）</a:t>
            </a:r>
            <a:r>
              <a:rPr lang="ja-JP" altLang="en-US" sz="1600" dirty="0">
                <a:solidFill>
                  <a:schemeClr val="tx1">
                    <a:lumMod val="75000"/>
                    <a:lumOff val="25000"/>
                  </a:schemeClr>
                </a:solidFill>
                <a:latin typeface="Noto Sans JP" panose="020B0200000000000000" pitchFamily="50" charset="-128"/>
                <a:ea typeface="Noto Sans JP" panose="020B0200000000000000" pitchFamily="50" charset="-128"/>
              </a:rPr>
              <a:t>を実行して！</a:t>
            </a:r>
            <a:endParaRPr lang="en-US" altLang="ja-JP" sz="1600" dirty="0">
              <a:solidFill>
                <a:schemeClr val="tx1">
                  <a:lumMod val="75000"/>
                  <a:lumOff val="25000"/>
                </a:schemeClr>
              </a:solidFill>
              <a:latin typeface="Noto Sans JP" panose="020B0200000000000000" pitchFamily="50" charset="-128"/>
              <a:ea typeface="Noto Sans JP" panose="020B0200000000000000" pitchFamily="50" charset="-128"/>
            </a:endParaRPr>
          </a:p>
        </p:txBody>
      </p:sp>
      <p:sp>
        <p:nvSpPr>
          <p:cNvPr id="14" name="四角形: 角を丸くする 13">
            <a:extLst>
              <a:ext uri="{FF2B5EF4-FFF2-40B4-BE49-F238E27FC236}">
                <a16:creationId xmlns:a16="http://schemas.microsoft.com/office/drawing/2014/main" id="{3FDED423-76A7-C96B-0A14-DFC42E6EB4B6}"/>
              </a:ext>
            </a:extLst>
          </p:cNvPr>
          <p:cNvSpPr/>
          <p:nvPr/>
        </p:nvSpPr>
        <p:spPr>
          <a:xfrm>
            <a:off x="4265024" y="3716638"/>
            <a:ext cx="1305240" cy="754586"/>
          </a:xfrm>
          <a:prstGeom prst="roundRect">
            <a:avLst/>
          </a:prstGeom>
          <a:no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a:solidFill>
                  <a:schemeClr val="tx1"/>
                </a:solidFill>
                <a:latin typeface="Noto Sans JP" panose="020B0200000000000000" pitchFamily="50" charset="-128"/>
                <a:ea typeface="Noto Sans JP" panose="020B0200000000000000" pitchFamily="50" charset="-128"/>
              </a:rPr>
              <a:t>LLM</a:t>
            </a:r>
            <a:endParaRPr kumimoji="1" lang="ja-JP" altLang="en-US" sz="1200">
              <a:solidFill>
                <a:schemeClr val="tx1"/>
              </a:solidFill>
              <a:latin typeface="Noto Sans JP" panose="020B0200000000000000" pitchFamily="50" charset="-128"/>
              <a:ea typeface="Noto Sans JP" panose="020B0200000000000000" pitchFamily="50" charset="-128"/>
            </a:endParaRPr>
          </a:p>
        </p:txBody>
      </p:sp>
      <p:sp>
        <p:nvSpPr>
          <p:cNvPr id="15" name="四角形: 角を丸くする 14">
            <a:extLst>
              <a:ext uri="{FF2B5EF4-FFF2-40B4-BE49-F238E27FC236}">
                <a16:creationId xmlns:a16="http://schemas.microsoft.com/office/drawing/2014/main" id="{3CA85A47-49F9-D3F3-3C59-89C5FA21BE99}"/>
              </a:ext>
            </a:extLst>
          </p:cNvPr>
          <p:cNvSpPr/>
          <p:nvPr/>
        </p:nvSpPr>
        <p:spPr>
          <a:xfrm>
            <a:off x="4052483" y="2840545"/>
            <a:ext cx="1730320" cy="560800"/>
          </a:xfrm>
          <a:prstGeom prst="roundRect">
            <a:avLst/>
          </a:prstGeom>
          <a:no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Noto Sans JP" panose="020B0200000000000000" pitchFamily="50" charset="-128"/>
                <a:ea typeface="Noto Sans JP" panose="020B0200000000000000" pitchFamily="50" charset="-128"/>
              </a:rPr>
              <a:t>計画：</a:t>
            </a:r>
            <a:r>
              <a:rPr lang="en-US" altLang="ja-JP" sz="1200" dirty="0">
                <a:solidFill>
                  <a:schemeClr val="tx1"/>
                </a:solidFill>
                <a:latin typeface="Noto Sans JP" panose="020B0200000000000000" pitchFamily="50" charset="-128"/>
                <a:ea typeface="Noto Sans JP" panose="020B0200000000000000" pitchFamily="50" charset="-128"/>
              </a:rPr>
              <a:t>Plan</a:t>
            </a:r>
            <a:endParaRPr kumimoji="1" lang="ja-JP" altLang="en-US" sz="1200" dirty="0">
              <a:solidFill>
                <a:schemeClr val="tx1"/>
              </a:solidFill>
              <a:latin typeface="Noto Sans JP" panose="020B0200000000000000" pitchFamily="50" charset="-128"/>
              <a:ea typeface="Noto Sans JP" panose="020B0200000000000000" pitchFamily="50" charset="-128"/>
            </a:endParaRPr>
          </a:p>
        </p:txBody>
      </p:sp>
      <p:sp>
        <p:nvSpPr>
          <p:cNvPr id="16" name="四角形: 角を丸くする 15">
            <a:extLst>
              <a:ext uri="{FF2B5EF4-FFF2-40B4-BE49-F238E27FC236}">
                <a16:creationId xmlns:a16="http://schemas.microsoft.com/office/drawing/2014/main" id="{AE3F322E-DDBB-43F8-9222-2F00E4B3E93D}"/>
              </a:ext>
            </a:extLst>
          </p:cNvPr>
          <p:cNvSpPr/>
          <p:nvPr/>
        </p:nvSpPr>
        <p:spPr>
          <a:xfrm>
            <a:off x="5981555" y="3813529"/>
            <a:ext cx="1730320" cy="560800"/>
          </a:xfrm>
          <a:prstGeom prst="roundRect">
            <a:avLst/>
          </a:prstGeom>
          <a:no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a:solidFill>
                  <a:schemeClr val="tx1"/>
                </a:solidFill>
                <a:latin typeface="Noto Sans JP" panose="020B0200000000000000" pitchFamily="50" charset="-128"/>
                <a:ea typeface="Noto Sans JP" panose="020B0200000000000000" pitchFamily="50" charset="-128"/>
              </a:rPr>
              <a:t>行動：</a:t>
            </a:r>
            <a:r>
              <a:rPr lang="en-US" altLang="ja-JP" sz="1200">
                <a:solidFill>
                  <a:schemeClr val="tx1"/>
                </a:solidFill>
                <a:latin typeface="Noto Sans JP" panose="020B0200000000000000" pitchFamily="50" charset="-128"/>
                <a:ea typeface="Noto Sans JP" panose="020B0200000000000000" pitchFamily="50" charset="-128"/>
              </a:rPr>
              <a:t>Do</a:t>
            </a:r>
            <a:endParaRPr kumimoji="1" lang="ja-JP" altLang="en-US" sz="1200">
              <a:solidFill>
                <a:schemeClr val="tx1"/>
              </a:solidFill>
              <a:latin typeface="Noto Sans JP" panose="020B0200000000000000" pitchFamily="50" charset="-128"/>
              <a:ea typeface="Noto Sans JP" panose="020B0200000000000000" pitchFamily="50" charset="-128"/>
            </a:endParaRPr>
          </a:p>
        </p:txBody>
      </p:sp>
      <p:sp>
        <p:nvSpPr>
          <p:cNvPr id="17" name="四角形: 角を丸くする 16">
            <a:extLst>
              <a:ext uri="{FF2B5EF4-FFF2-40B4-BE49-F238E27FC236}">
                <a16:creationId xmlns:a16="http://schemas.microsoft.com/office/drawing/2014/main" id="{EDC7683F-6AF7-0F15-C0D0-9717914F66B8}"/>
              </a:ext>
            </a:extLst>
          </p:cNvPr>
          <p:cNvSpPr/>
          <p:nvPr/>
        </p:nvSpPr>
        <p:spPr>
          <a:xfrm>
            <a:off x="4052483" y="4782549"/>
            <a:ext cx="1730320" cy="560800"/>
          </a:xfrm>
          <a:prstGeom prst="roundRect">
            <a:avLst/>
          </a:prstGeom>
          <a:no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a:solidFill>
                  <a:schemeClr val="tx1"/>
                </a:solidFill>
                <a:latin typeface="Noto Sans JP" panose="020B0200000000000000" pitchFamily="50" charset="-128"/>
                <a:ea typeface="Noto Sans JP" panose="020B0200000000000000" pitchFamily="50" charset="-128"/>
              </a:rPr>
              <a:t>評価：</a:t>
            </a:r>
            <a:r>
              <a:rPr lang="en-US" altLang="ja-JP" sz="1200">
                <a:solidFill>
                  <a:schemeClr val="tx1"/>
                </a:solidFill>
                <a:latin typeface="Noto Sans JP" panose="020B0200000000000000" pitchFamily="50" charset="-128"/>
                <a:ea typeface="Noto Sans JP" panose="020B0200000000000000" pitchFamily="50" charset="-128"/>
              </a:rPr>
              <a:t>Check</a:t>
            </a:r>
            <a:endParaRPr kumimoji="1" lang="ja-JP" altLang="en-US" sz="1200">
              <a:solidFill>
                <a:schemeClr val="tx1"/>
              </a:solidFill>
              <a:latin typeface="Noto Sans JP" panose="020B0200000000000000" pitchFamily="50" charset="-128"/>
              <a:ea typeface="Noto Sans JP" panose="020B0200000000000000" pitchFamily="50" charset="-128"/>
            </a:endParaRPr>
          </a:p>
        </p:txBody>
      </p:sp>
      <p:sp>
        <p:nvSpPr>
          <p:cNvPr id="18" name="四角形: 角を丸くする 17">
            <a:extLst>
              <a:ext uri="{FF2B5EF4-FFF2-40B4-BE49-F238E27FC236}">
                <a16:creationId xmlns:a16="http://schemas.microsoft.com/office/drawing/2014/main" id="{9537C07C-EF12-5AD3-7208-E6C0C7CBE0DA}"/>
              </a:ext>
            </a:extLst>
          </p:cNvPr>
          <p:cNvSpPr/>
          <p:nvPr/>
        </p:nvSpPr>
        <p:spPr>
          <a:xfrm>
            <a:off x="2123413" y="3813529"/>
            <a:ext cx="1730320" cy="560800"/>
          </a:xfrm>
          <a:prstGeom prst="roundRect">
            <a:avLst/>
          </a:prstGeom>
          <a:no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Noto Sans JP" panose="020B0200000000000000" pitchFamily="50" charset="-128"/>
                <a:ea typeface="Noto Sans JP" panose="020B0200000000000000" pitchFamily="50" charset="-128"/>
              </a:rPr>
              <a:t>改善：</a:t>
            </a:r>
            <a:r>
              <a:rPr lang="en-US" altLang="ja-JP" sz="1200" dirty="0">
                <a:solidFill>
                  <a:schemeClr val="tx1"/>
                </a:solidFill>
                <a:latin typeface="Noto Sans JP" panose="020B0200000000000000" pitchFamily="50" charset="-128"/>
                <a:ea typeface="Noto Sans JP" panose="020B0200000000000000" pitchFamily="50" charset="-128"/>
              </a:rPr>
              <a:t>Action</a:t>
            </a:r>
            <a:endParaRPr kumimoji="1" lang="ja-JP" altLang="en-US" sz="1200" dirty="0">
              <a:solidFill>
                <a:schemeClr val="tx1"/>
              </a:solidFill>
              <a:latin typeface="Noto Sans JP" panose="020B0200000000000000" pitchFamily="50" charset="-128"/>
              <a:ea typeface="Noto Sans JP" panose="020B0200000000000000" pitchFamily="50" charset="-128"/>
            </a:endParaRPr>
          </a:p>
        </p:txBody>
      </p:sp>
      <p:cxnSp>
        <p:nvCxnSpPr>
          <p:cNvPr id="19" name="コネクタ: カギ線 18">
            <a:extLst>
              <a:ext uri="{FF2B5EF4-FFF2-40B4-BE49-F238E27FC236}">
                <a16:creationId xmlns:a16="http://schemas.microsoft.com/office/drawing/2014/main" id="{B0A7C9F3-89EE-5EE3-ADEF-BECBE20B79F3}"/>
              </a:ext>
            </a:extLst>
          </p:cNvPr>
          <p:cNvCxnSpPr>
            <a:cxnSpLocks/>
          </p:cNvCxnSpPr>
          <p:nvPr/>
        </p:nvCxnSpPr>
        <p:spPr>
          <a:xfrm rot="5400000">
            <a:off x="5970448" y="4186684"/>
            <a:ext cx="688621" cy="1063912"/>
          </a:xfrm>
          <a:prstGeom prst="bentConnector2">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コネクタ: カギ線 19">
            <a:extLst>
              <a:ext uri="{FF2B5EF4-FFF2-40B4-BE49-F238E27FC236}">
                <a16:creationId xmlns:a16="http://schemas.microsoft.com/office/drawing/2014/main" id="{AF3E98DE-8CF7-805A-6D46-FF55292C1FC9}"/>
              </a:ext>
            </a:extLst>
          </p:cNvPr>
          <p:cNvCxnSpPr>
            <a:cxnSpLocks/>
          </p:cNvCxnSpPr>
          <p:nvPr/>
        </p:nvCxnSpPr>
        <p:spPr>
          <a:xfrm rot="10800000">
            <a:off x="2988573" y="4374330"/>
            <a:ext cx="1063909" cy="688621"/>
          </a:xfrm>
          <a:prstGeom prst="bentConnector2">
            <a:avLst/>
          </a:prstGeom>
          <a:ln>
            <a:solidFill>
              <a:srgbClr val="007B7E"/>
            </a:solidFill>
            <a:tailEnd type="triangle"/>
          </a:ln>
        </p:spPr>
        <p:style>
          <a:lnRef idx="1">
            <a:schemeClr val="accent1"/>
          </a:lnRef>
          <a:fillRef idx="0">
            <a:schemeClr val="accent1"/>
          </a:fillRef>
          <a:effectRef idx="0">
            <a:schemeClr val="accent1"/>
          </a:effectRef>
          <a:fontRef idx="minor">
            <a:schemeClr val="tx1"/>
          </a:fontRef>
        </p:style>
      </p:cxnSp>
      <p:cxnSp>
        <p:nvCxnSpPr>
          <p:cNvPr id="21" name="コネクタ: カギ線 20">
            <a:extLst>
              <a:ext uri="{FF2B5EF4-FFF2-40B4-BE49-F238E27FC236}">
                <a16:creationId xmlns:a16="http://schemas.microsoft.com/office/drawing/2014/main" id="{FC6F4373-6968-C18C-AD5F-5108975ECF2C}"/>
              </a:ext>
            </a:extLst>
          </p:cNvPr>
          <p:cNvCxnSpPr>
            <a:cxnSpLocks/>
          </p:cNvCxnSpPr>
          <p:nvPr/>
        </p:nvCxnSpPr>
        <p:spPr>
          <a:xfrm rot="5400000" flipH="1" flipV="1">
            <a:off x="3174236" y="2935284"/>
            <a:ext cx="692583" cy="1063909"/>
          </a:xfrm>
          <a:prstGeom prst="bentConnector2">
            <a:avLst/>
          </a:prstGeom>
          <a:ln>
            <a:solidFill>
              <a:srgbClr val="007B7E"/>
            </a:solidFill>
            <a:tailEnd type="triangle"/>
          </a:ln>
        </p:spPr>
        <p:style>
          <a:lnRef idx="1">
            <a:schemeClr val="accent1"/>
          </a:lnRef>
          <a:fillRef idx="0">
            <a:schemeClr val="accent1"/>
          </a:fillRef>
          <a:effectRef idx="0">
            <a:schemeClr val="accent1"/>
          </a:effectRef>
          <a:fontRef idx="minor">
            <a:schemeClr val="tx1"/>
          </a:fontRef>
        </p:style>
      </p:cxnSp>
      <p:cxnSp>
        <p:nvCxnSpPr>
          <p:cNvPr id="22" name="コネクタ: カギ線 21">
            <a:extLst>
              <a:ext uri="{FF2B5EF4-FFF2-40B4-BE49-F238E27FC236}">
                <a16:creationId xmlns:a16="http://schemas.microsoft.com/office/drawing/2014/main" id="{34076BEA-EC10-54F7-ADAD-1C39BD402534}"/>
              </a:ext>
            </a:extLst>
          </p:cNvPr>
          <p:cNvCxnSpPr>
            <a:cxnSpLocks/>
          </p:cNvCxnSpPr>
          <p:nvPr/>
        </p:nvCxnSpPr>
        <p:spPr>
          <a:xfrm>
            <a:off x="5782802" y="3120947"/>
            <a:ext cx="1063912" cy="692583"/>
          </a:xfrm>
          <a:prstGeom prst="bentConnector2">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線矢印コネクタ 7">
            <a:extLst>
              <a:ext uri="{FF2B5EF4-FFF2-40B4-BE49-F238E27FC236}">
                <a16:creationId xmlns:a16="http://schemas.microsoft.com/office/drawing/2014/main" id="{014D0435-9EC6-7074-3999-BB2295B61263}"/>
              </a:ext>
            </a:extLst>
          </p:cNvPr>
          <p:cNvCxnSpPr>
            <a:cxnSpLocks/>
          </p:cNvCxnSpPr>
          <p:nvPr/>
        </p:nvCxnSpPr>
        <p:spPr>
          <a:xfrm>
            <a:off x="4772483" y="3401345"/>
            <a:ext cx="0" cy="315292"/>
          </a:xfrm>
          <a:prstGeom prst="straightConnector1">
            <a:avLst/>
          </a:prstGeom>
          <a:ln w="9525">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45E83C4-0572-1412-4E62-BBF180895748}"/>
              </a:ext>
            </a:extLst>
          </p:cNvPr>
          <p:cNvCxnSpPr>
            <a:cxnSpLocks/>
          </p:cNvCxnSpPr>
          <p:nvPr/>
        </p:nvCxnSpPr>
        <p:spPr>
          <a:xfrm flipV="1">
            <a:off x="5053718" y="3401345"/>
            <a:ext cx="0" cy="311326"/>
          </a:xfrm>
          <a:prstGeom prst="straightConnector1">
            <a:avLst/>
          </a:prstGeom>
          <a:ln w="9525">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矢印コネクタ 24">
            <a:extLst>
              <a:ext uri="{FF2B5EF4-FFF2-40B4-BE49-F238E27FC236}">
                <a16:creationId xmlns:a16="http://schemas.microsoft.com/office/drawing/2014/main" id="{8235C9A6-83D8-2893-2791-8676BCCFC81F}"/>
              </a:ext>
            </a:extLst>
          </p:cNvPr>
          <p:cNvCxnSpPr>
            <a:cxnSpLocks/>
          </p:cNvCxnSpPr>
          <p:nvPr/>
        </p:nvCxnSpPr>
        <p:spPr>
          <a:xfrm>
            <a:off x="4772483" y="4467256"/>
            <a:ext cx="0" cy="315292"/>
          </a:xfrm>
          <a:prstGeom prst="straightConnector1">
            <a:avLst/>
          </a:prstGeom>
          <a:ln w="9525">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矢印コネクタ 25">
            <a:extLst>
              <a:ext uri="{FF2B5EF4-FFF2-40B4-BE49-F238E27FC236}">
                <a16:creationId xmlns:a16="http://schemas.microsoft.com/office/drawing/2014/main" id="{9E081FE1-626C-86C9-FA77-FD875F4BB89E}"/>
              </a:ext>
            </a:extLst>
          </p:cNvPr>
          <p:cNvCxnSpPr>
            <a:cxnSpLocks/>
          </p:cNvCxnSpPr>
          <p:nvPr/>
        </p:nvCxnSpPr>
        <p:spPr>
          <a:xfrm flipV="1">
            <a:off x="5053718" y="4471223"/>
            <a:ext cx="0" cy="311326"/>
          </a:xfrm>
          <a:prstGeom prst="straightConnector1">
            <a:avLst/>
          </a:prstGeom>
          <a:ln w="9525">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矢印コネクタ 26">
            <a:extLst>
              <a:ext uri="{FF2B5EF4-FFF2-40B4-BE49-F238E27FC236}">
                <a16:creationId xmlns:a16="http://schemas.microsoft.com/office/drawing/2014/main" id="{0AEBFCC5-A0D6-1DAB-8A42-9D4B805A2CC9}"/>
              </a:ext>
            </a:extLst>
          </p:cNvPr>
          <p:cNvCxnSpPr>
            <a:cxnSpLocks/>
          </p:cNvCxnSpPr>
          <p:nvPr/>
        </p:nvCxnSpPr>
        <p:spPr>
          <a:xfrm flipV="1">
            <a:off x="3859069" y="4184646"/>
            <a:ext cx="411291" cy="1"/>
          </a:xfrm>
          <a:prstGeom prst="straightConnector1">
            <a:avLst/>
          </a:prstGeom>
          <a:ln w="9525">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矢印コネクタ 27">
            <a:extLst>
              <a:ext uri="{FF2B5EF4-FFF2-40B4-BE49-F238E27FC236}">
                <a16:creationId xmlns:a16="http://schemas.microsoft.com/office/drawing/2014/main" id="{A1CEBA17-F0F4-6EB1-11F4-7492DAA139D2}"/>
              </a:ext>
            </a:extLst>
          </p:cNvPr>
          <p:cNvCxnSpPr>
            <a:cxnSpLocks/>
          </p:cNvCxnSpPr>
          <p:nvPr/>
        </p:nvCxnSpPr>
        <p:spPr>
          <a:xfrm flipH="1" flipV="1">
            <a:off x="3853733" y="3982593"/>
            <a:ext cx="411291" cy="1"/>
          </a:xfrm>
          <a:prstGeom prst="straightConnector1">
            <a:avLst/>
          </a:prstGeom>
          <a:ln w="9525">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線矢印コネクタ 28">
            <a:extLst>
              <a:ext uri="{FF2B5EF4-FFF2-40B4-BE49-F238E27FC236}">
                <a16:creationId xmlns:a16="http://schemas.microsoft.com/office/drawing/2014/main" id="{7BCB235A-2692-274D-8800-0AD5CF407B00}"/>
              </a:ext>
            </a:extLst>
          </p:cNvPr>
          <p:cNvCxnSpPr>
            <a:cxnSpLocks/>
          </p:cNvCxnSpPr>
          <p:nvPr/>
        </p:nvCxnSpPr>
        <p:spPr>
          <a:xfrm flipV="1">
            <a:off x="5564043" y="4184646"/>
            <a:ext cx="411291" cy="1"/>
          </a:xfrm>
          <a:prstGeom prst="straightConnector1">
            <a:avLst/>
          </a:prstGeom>
          <a:ln w="9525">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線矢印コネクタ 29">
            <a:extLst>
              <a:ext uri="{FF2B5EF4-FFF2-40B4-BE49-F238E27FC236}">
                <a16:creationId xmlns:a16="http://schemas.microsoft.com/office/drawing/2014/main" id="{063CEF47-E322-2A04-5A5A-6C419F3C7633}"/>
              </a:ext>
            </a:extLst>
          </p:cNvPr>
          <p:cNvCxnSpPr>
            <a:cxnSpLocks/>
          </p:cNvCxnSpPr>
          <p:nvPr/>
        </p:nvCxnSpPr>
        <p:spPr>
          <a:xfrm flipH="1" flipV="1">
            <a:off x="5558707" y="3982593"/>
            <a:ext cx="411291" cy="1"/>
          </a:xfrm>
          <a:prstGeom prst="straightConnector1">
            <a:avLst/>
          </a:prstGeom>
          <a:ln w="9525">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2CEA0AAF-8836-5238-D829-1035191DEAF2}"/>
              </a:ext>
            </a:extLst>
          </p:cNvPr>
          <p:cNvSpPr txBox="1"/>
          <p:nvPr/>
        </p:nvSpPr>
        <p:spPr>
          <a:xfrm>
            <a:off x="2058402" y="2462382"/>
            <a:ext cx="5718481" cy="276999"/>
          </a:xfrm>
          <a:prstGeom prst="rect">
            <a:avLst/>
          </a:prstGeom>
          <a:noFill/>
        </p:spPr>
        <p:txBody>
          <a:bodyPr wrap="square" rtlCol="0">
            <a:spAutoFit/>
          </a:bodyPr>
          <a:lstStyle/>
          <a:p>
            <a:pPr algn="ctr"/>
            <a:r>
              <a:rPr kumimoji="1" lang="ja-JP" altLang="en-US" sz="1200" b="1" dirty="0">
                <a:solidFill>
                  <a:srgbClr val="002060"/>
                </a:solidFill>
                <a:latin typeface="Noto Sans JP" panose="020B0200000000000000" pitchFamily="50" charset="-128"/>
                <a:ea typeface="Noto Sans JP" panose="020B0200000000000000" pitchFamily="50" charset="-128"/>
              </a:rPr>
              <a:t>① タスク分解、優先順位の実施、ワークフロー（思考ロジック）の検討</a:t>
            </a:r>
          </a:p>
        </p:txBody>
      </p:sp>
      <p:sp>
        <p:nvSpPr>
          <p:cNvPr id="32" name="テキスト ボックス 31">
            <a:extLst>
              <a:ext uri="{FF2B5EF4-FFF2-40B4-BE49-F238E27FC236}">
                <a16:creationId xmlns:a16="http://schemas.microsoft.com/office/drawing/2014/main" id="{95C8C441-9C5C-7AB3-D24B-A91731F8A869}"/>
              </a:ext>
            </a:extLst>
          </p:cNvPr>
          <p:cNvSpPr txBox="1"/>
          <p:nvPr/>
        </p:nvSpPr>
        <p:spPr>
          <a:xfrm>
            <a:off x="6846715" y="4394629"/>
            <a:ext cx="2451105" cy="789255"/>
          </a:xfrm>
          <a:prstGeom prst="rect">
            <a:avLst/>
          </a:prstGeom>
          <a:noFill/>
        </p:spPr>
        <p:txBody>
          <a:bodyPr wrap="square" rtlCol="0">
            <a:spAutoFit/>
          </a:bodyPr>
          <a:lstStyle/>
          <a:p>
            <a:pPr algn="ctr">
              <a:lnSpc>
                <a:spcPct val="130000"/>
              </a:lnSpc>
            </a:pPr>
            <a:r>
              <a:rPr kumimoji="1" lang="ja-JP" altLang="en-US" sz="1200" b="1" dirty="0">
                <a:solidFill>
                  <a:srgbClr val="002060"/>
                </a:solidFill>
                <a:latin typeface="Noto Sans JP" panose="020B0200000000000000" pitchFamily="50" charset="-128"/>
                <a:ea typeface="Noto Sans JP" panose="020B0200000000000000" pitchFamily="50" charset="-128"/>
              </a:rPr>
              <a:t>② 優先度の高いものから</a:t>
            </a:r>
            <a:endParaRPr kumimoji="1" lang="en-US" altLang="ja-JP" sz="1200" b="1" dirty="0">
              <a:solidFill>
                <a:srgbClr val="002060"/>
              </a:solidFill>
              <a:latin typeface="Noto Sans JP" panose="020B0200000000000000" pitchFamily="50" charset="-128"/>
              <a:ea typeface="Noto Sans JP" panose="020B0200000000000000" pitchFamily="50" charset="-128"/>
            </a:endParaRPr>
          </a:p>
          <a:p>
            <a:pPr algn="ctr">
              <a:lnSpc>
                <a:spcPct val="130000"/>
              </a:lnSpc>
            </a:pPr>
            <a:r>
              <a:rPr kumimoji="1" lang="ja-JP" altLang="en-US" sz="1200" b="1" dirty="0">
                <a:solidFill>
                  <a:srgbClr val="002060"/>
                </a:solidFill>
                <a:latin typeface="Noto Sans JP" panose="020B0200000000000000" pitchFamily="50" charset="-128"/>
                <a:ea typeface="Noto Sans JP" panose="020B0200000000000000" pitchFamily="50" charset="-128"/>
              </a:rPr>
              <a:t>プロンプトを実行し、</a:t>
            </a:r>
            <a:endParaRPr kumimoji="1" lang="en-US" altLang="ja-JP" sz="1200" b="1" dirty="0">
              <a:solidFill>
                <a:srgbClr val="002060"/>
              </a:solidFill>
              <a:latin typeface="Noto Sans JP" panose="020B0200000000000000" pitchFamily="50" charset="-128"/>
              <a:ea typeface="Noto Sans JP" panose="020B0200000000000000" pitchFamily="50" charset="-128"/>
            </a:endParaRPr>
          </a:p>
          <a:p>
            <a:pPr algn="ctr">
              <a:lnSpc>
                <a:spcPct val="130000"/>
              </a:lnSpc>
            </a:pPr>
            <a:r>
              <a:rPr kumimoji="1" lang="en-US" altLang="ja-JP" sz="1200" b="1" dirty="0">
                <a:solidFill>
                  <a:srgbClr val="002060"/>
                </a:solidFill>
                <a:latin typeface="Noto Sans JP" panose="020B0200000000000000" pitchFamily="50" charset="-128"/>
                <a:ea typeface="Noto Sans JP" panose="020B0200000000000000" pitchFamily="50" charset="-128"/>
              </a:rPr>
              <a:t>LLM</a:t>
            </a:r>
            <a:r>
              <a:rPr kumimoji="1" lang="ja-JP" altLang="en-US" sz="1200" b="1" dirty="0">
                <a:solidFill>
                  <a:srgbClr val="002060"/>
                </a:solidFill>
                <a:latin typeface="Noto Sans JP" panose="020B0200000000000000" pitchFamily="50" charset="-128"/>
                <a:ea typeface="Noto Sans JP" panose="020B0200000000000000" pitchFamily="50" charset="-128"/>
              </a:rPr>
              <a:t>と対話・行動を繰り返す</a:t>
            </a:r>
          </a:p>
        </p:txBody>
      </p:sp>
      <p:sp>
        <p:nvSpPr>
          <p:cNvPr id="33" name="テキスト ボックス 32">
            <a:extLst>
              <a:ext uri="{FF2B5EF4-FFF2-40B4-BE49-F238E27FC236}">
                <a16:creationId xmlns:a16="http://schemas.microsoft.com/office/drawing/2014/main" id="{B8882913-EE31-5519-F57F-6EBDCBFE5F6C}"/>
              </a:ext>
            </a:extLst>
          </p:cNvPr>
          <p:cNvSpPr txBox="1"/>
          <p:nvPr/>
        </p:nvSpPr>
        <p:spPr>
          <a:xfrm>
            <a:off x="3555566" y="5515510"/>
            <a:ext cx="2724154" cy="789255"/>
          </a:xfrm>
          <a:prstGeom prst="rect">
            <a:avLst/>
          </a:prstGeom>
          <a:noFill/>
        </p:spPr>
        <p:txBody>
          <a:bodyPr wrap="square" rtlCol="0">
            <a:spAutoFit/>
          </a:bodyPr>
          <a:lstStyle/>
          <a:p>
            <a:pPr algn="ctr">
              <a:lnSpc>
                <a:spcPct val="130000"/>
              </a:lnSpc>
            </a:pPr>
            <a:r>
              <a:rPr kumimoji="1" lang="ja-JP" altLang="en-US" sz="1200" b="1" dirty="0">
                <a:solidFill>
                  <a:srgbClr val="002060"/>
                </a:solidFill>
                <a:latin typeface="Noto Sans JP" panose="020B0200000000000000" pitchFamily="50" charset="-128"/>
                <a:ea typeface="Noto Sans JP" panose="020B0200000000000000" pitchFamily="50" charset="-128"/>
              </a:rPr>
              <a:t>③ 出力結果を評価し</a:t>
            </a:r>
            <a:endParaRPr kumimoji="1" lang="en-US" altLang="ja-JP" sz="1200" b="1" dirty="0">
              <a:solidFill>
                <a:srgbClr val="002060"/>
              </a:solidFill>
              <a:latin typeface="Noto Sans JP" panose="020B0200000000000000" pitchFamily="50" charset="-128"/>
              <a:ea typeface="Noto Sans JP" panose="020B0200000000000000" pitchFamily="50" charset="-128"/>
            </a:endParaRPr>
          </a:p>
          <a:p>
            <a:pPr algn="ctr">
              <a:lnSpc>
                <a:spcPct val="130000"/>
              </a:lnSpc>
            </a:pPr>
            <a:r>
              <a:rPr kumimoji="1" lang="ja-JP" altLang="en-US" sz="1200" b="1" dirty="0">
                <a:solidFill>
                  <a:srgbClr val="002060"/>
                </a:solidFill>
                <a:latin typeface="Noto Sans JP" panose="020B0200000000000000" pitchFamily="50" charset="-128"/>
                <a:ea typeface="Noto Sans JP" panose="020B0200000000000000" pitchFamily="50" charset="-128"/>
              </a:rPr>
              <a:t>業務が遂行されたかの可否を判断</a:t>
            </a:r>
            <a:endParaRPr kumimoji="1" lang="en-US" altLang="ja-JP" sz="1200" b="1" dirty="0">
              <a:solidFill>
                <a:srgbClr val="002060"/>
              </a:solidFill>
              <a:latin typeface="Noto Sans JP" panose="020B0200000000000000" pitchFamily="50" charset="-128"/>
              <a:ea typeface="Noto Sans JP" panose="020B0200000000000000" pitchFamily="50" charset="-128"/>
            </a:endParaRPr>
          </a:p>
          <a:p>
            <a:pPr algn="ctr">
              <a:lnSpc>
                <a:spcPct val="130000"/>
              </a:lnSpc>
            </a:pPr>
            <a:r>
              <a:rPr lang="ja-JP" altLang="en-US" sz="1200" b="1" dirty="0">
                <a:solidFill>
                  <a:srgbClr val="002060"/>
                </a:solidFill>
                <a:latin typeface="Noto Sans JP" panose="020B0200000000000000" pitchFamily="50" charset="-128"/>
                <a:ea typeface="Noto Sans JP" panose="020B0200000000000000" pitchFamily="50" charset="-128"/>
              </a:rPr>
              <a:t>→ 結果を基に再度</a:t>
            </a:r>
            <a:r>
              <a:rPr lang="en-US" altLang="ja-JP" sz="1200" b="1" dirty="0">
                <a:solidFill>
                  <a:srgbClr val="002060"/>
                </a:solidFill>
                <a:latin typeface="Noto Sans JP" panose="020B0200000000000000" pitchFamily="50" charset="-128"/>
                <a:ea typeface="Noto Sans JP" panose="020B0200000000000000" pitchFamily="50" charset="-128"/>
              </a:rPr>
              <a:t>PDCA</a:t>
            </a:r>
            <a:r>
              <a:rPr lang="ja-JP" altLang="en-US" sz="1200" b="1" dirty="0">
                <a:solidFill>
                  <a:srgbClr val="002060"/>
                </a:solidFill>
                <a:latin typeface="Noto Sans JP" panose="020B0200000000000000" pitchFamily="50" charset="-128"/>
                <a:ea typeface="Noto Sans JP" panose="020B0200000000000000" pitchFamily="50" charset="-128"/>
              </a:rPr>
              <a:t>を回す</a:t>
            </a:r>
            <a:endParaRPr kumimoji="1" lang="en-US" altLang="ja-JP" sz="1200" b="1" dirty="0">
              <a:solidFill>
                <a:srgbClr val="002060"/>
              </a:solidFill>
              <a:latin typeface="Noto Sans JP" panose="020B0200000000000000" pitchFamily="50" charset="-128"/>
              <a:ea typeface="Noto Sans JP" panose="020B0200000000000000" pitchFamily="50" charset="-128"/>
            </a:endParaRPr>
          </a:p>
        </p:txBody>
      </p:sp>
      <p:sp>
        <p:nvSpPr>
          <p:cNvPr id="34" name="テキスト ボックス 33">
            <a:extLst>
              <a:ext uri="{FF2B5EF4-FFF2-40B4-BE49-F238E27FC236}">
                <a16:creationId xmlns:a16="http://schemas.microsoft.com/office/drawing/2014/main" id="{849CE8E8-152F-C69A-D680-31016E41DC62}"/>
              </a:ext>
            </a:extLst>
          </p:cNvPr>
          <p:cNvSpPr txBox="1"/>
          <p:nvPr/>
        </p:nvSpPr>
        <p:spPr>
          <a:xfrm>
            <a:off x="445962" y="4460748"/>
            <a:ext cx="2451105" cy="789255"/>
          </a:xfrm>
          <a:prstGeom prst="rect">
            <a:avLst/>
          </a:prstGeom>
          <a:noFill/>
        </p:spPr>
        <p:txBody>
          <a:bodyPr wrap="square" rtlCol="0">
            <a:spAutoFit/>
          </a:bodyPr>
          <a:lstStyle/>
          <a:p>
            <a:pPr algn="ctr">
              <a:lnSpc>
                <a:spcPct val="130000"/>
              </a:lnSpc>
            </a:pPr>
            <a:r>
              <a:rPr kumimoji="1" lang="ja-JP" altLang="en-US" sz="1200" b="1" dirty="0">
                <a:solidFill>
                  <a:srgbClr val="002060"/>
                </a:solidFill>
                <a:latin typeface="Noto Sans JP" panose="020B0200000000000000" pitchFamily="50" charset="-128"/>
                <a:ea typeface="Noto Sans JP" panose="020B0200000000000000" pitchFamily="50" charset="-128"/>
              </a:rPr>
              <a:t>② </a:t>
            </a:r>
            <a:r>
              <a:rPr kumimoji="1" lang="en-US" altLang="ja-JP" sz="1200" b="1" dirty="0">
                <a:solidFill>
                  <a:srgbClr val="002060"/>
                </a:solidFill>
                <a:latin typeface="Noto Sans JP" panose="020B0200000000000000" pitchFamily="50" charset="-128"/>
                <a:ea typeface="Noto Sans JP" panose="020B0200000000000000" pitchFamily="50" charset="-128"/>
              </a:rPr>
              <a:t>PDC</a:t>
            </a:r>
            <a:r>
              <a:rPr kumimoji="1" lang="ja-JP" altLang="en-US" sz="1200" b="1" dirty="0">
                <a:solidFill>
                  <a:srgbClr val="002060"/>
                </a:solidFill>
                <a:latin typeface="Noto Sans JP" panose="020B0200000000000000" pitchFamily="50" charset="-128"/>
                <a:ea typeface="Noto Sans JP" panose="020B0200000000000000" pitchFamily="50" charset="-128"/>
              </a:rPr>
              <a:t>の結果を基に</a:t>
            </a:r>
            <a:endParaRPr kumimoji="1" lang="en-US" altLang="ja-JP" sz="1200" b="1" dirty="0">
              <a:solidFill>
                <a:srgbClr val="002060"/>
              </a:solidFill>
              <a:latin typeface="Noto Sans JP" panose="020B0200000000000000" pitchFamily="50" charset="-128"/>
              <a:ea typeface="Noto Sans JP" panose="020B0200000000000000" pitchFamily="50" charset="-128"/>
            </a:endParaRPr>
          </a:p>
          <a:p>
            <a:pPr algn="ctr">
              <a:lnSpc>
                <a:spcPct val="130000"/>
              </a:lnSpc>
            </a:pPr>
            <a:r>
              <a:rPr lang="ja-JP" altLang="en-US" sz="1200" b="1" dirty="0">
                <a:solidFill>
                  <a:srgbClr val="002060"/>
                </a:solidFill>
                <a:latin typeface="Noto Sans JP" panose="020B0200000000000000" pitchFamily="50" charset="-128"/>
                <a:ea typeface="Noto Sans JP" panose="020B0200000000000000" pitchFamily="50" charset="-128"/>
              </a:rPr>
              <a:t>振り返って自己改善に務める</a:t>
            </a:r>
            <a:endParaRPr lang="en-US" altLang="ja-JP" sz="1200" b="1" dirty="0">
              <a:solidFill>
                <a:srgbClr val="002060"/>
              </a:solidFill>
              <a:latin typeface="Noto Sans JP" panose="020B0200000000000000" pitchFamily="50" charset="-128"/>
              <a:ea typeface="Noto Sans JP" panose="020B0200000000000000" pitchFamily="50" charset="-128"/>
            </a:endParaRPr>
          </a:p>
          <a:p>
            <a:pPr algn="ctr">
              <a:lnSpc>
                <a:spcPct val="130000"/>
              </a:lnSpc>
            </a:pPr>
            <a:r>
              <a:rPr lang="ja-JP" altLang="en-US" sz="1200" b="1" dirty="0">
                <a:solidFill>
                  <a:srgbClr val="002060"/>
                </a:solidFill>
                <a:latin typeface="Noto Sans JP" panose="020B0200000000000000" pitchFamily="50" charset="-128"/>
                <a:ea typeface="Noto Sans JP" panose="020B0200000000000000" pitchFamily="50" charset="-128"/>
              </a:rPr>
              <a:t>→ 失敗した場合も</a:t>
            </a:r>
            <a:r>
              <a:rPr lang="ja-JP" altLang="en-US" sz="1200" b="1" u="sng" dirty="0">
                <a:solidFill>
                  <a:srgbClr val="002060"/>
                </a:solidFill>
                <a:latin typeface="Noto Sans JP" panose="020B0200000000000000" pitchFamily="50" charset="-128"/>
                <a:ea typeface="Noto Sans JP" panose="020B0200000000000000" pitchFamily="50" charset="-128"/>
              </a:rPr>
              <a:t>結果を記憶</a:t>
            </a:r>
            <a:endParaRPr lang="en-US" altLang="ja-JP" sz="1200" b="1" u="sng" dirty="0">
              <a:solidFill>
                <a:srgbClr val="002060"/>
              </a:solidFill>
              <a:latin typeface="Noto Sans JP" panose="020B0200000000000000" pitchFamily="50" charset="-128"/>
              <a:ea typeface="Noto Sans JP" panose="020B0200000000000000" pitchFamily="50" charset="-128"/>
            </a:endParaRPr>
          </a:p>
        </p:txBody>
      </p:sp>
    </p:spTree>
    <p:extLst>
      <p:ext uri="{BB962C8B-B14F-4D97-AF65-F5344CB8AC3E}">
        <p14:creationId xmlns:p14="http://schemas.microsoft.com/office/powerpoint/2010/main" val="40197630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11965-5244-583B-AB80-F9A8E707649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27B998E-51F6-9383-6319-CA8CFD8BEF13}"/>
              </a:ext>
            </a:extLst>
          </p:cNvPr>
          <p:cNvSpPr>
            <a:spLocks noGrp="1"/>
          </p:cNvSpPr>
          <p:nvPr>
            <p:ph type="title"/>
          </p:nvPr>
        </p:nvSpPr>
        <p:spPr/>
        <p:txBody>
          <a:bodyPr>
            <a:normAutofit/>
          </a:bodyPr>
          <a:lstStyle/>
          <a:p>
            <a:r>
              <a:rPr lang="en-US" altLang="ja-JP" dirty="0"/>
              <a:t>3-8. </a:t>
            </a:r>
            <a:r>
              <a:rPr lang="ja-JP" altLang="en-US" dirty="0"/>
              <a:t>本モジュールで学ぶこと③</a:t>
            </a:r>
          </a:p>
        </p:txBody>
      </p:sp>
      <p:sp>
        <p:nvSpPr>
          <p:cNvPr id="4" name="Google Shape;583;p3">
            <a:extLst>
              <a:ext uri="{FF2B5EF4-FFF2-40B4-BE49-F238E27FC236}">
                <a16:creationId xmlns:a16="http://schemas.microsoft.com/office/drawing/2014/main" id="{503A83A3-FE09-E61A-D470-96252E8308D3}"/>
              </a:ext>
            </a:extLst>
          </p:cNvPr>
          <p:cNvSpPr txBox="1"/>
          <p:nvPr/>
        </p:nvSpPr>
        <p:spPr>
          <a:xfrm>
            <a:off x="258089" y="1329619"/>
            <a:ext cx="2898605" cy="541362"/>
          </a:xfrm>
          <a:prstGeom prst="rect">
            <a:avLst/>
          </a:prstGeom>
          <a:solidFill>
            <a:srgbClr val="9DC6C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altLang="ja-JP" sz="2400" b="1" dirty="0">
                <a:solidFill>
                  <a:schemeClr val="bg1"/>
                </a:solidFill>
                <a:latin typeface="Noto Sans JP" panose="020B0200000000000000" pitchFamily="50" charset="-128"/>
                <a:ea typeface="Noto Sans JP" panose="020B0200000000000000" pitchFamily="50" charset="-128"/>
                <a:cs typeface="MS PGothic"/>
                <a:sym typeface="MS PGothic"/>
              </a:rPr>
              <a:t>01</a:t>
            </a:r>
            <a:endParaRPr lang="ja-JP" altLang="en-US" sz="2400" b="1" dirty="0">
              <a:solidFill>
                <a:schemeClr val="bg1"/>
              </a:solidFill>
              <a:latin typeface="Noto Sans JP" panose="020B0200000000000000" pitchFamily="50" charset="-128"/>
              <a:ea typeface="Noto Sans JP" panose="020B0200000000000000" pitchFamily="50" charset="-128"/>
              <a:cs typeface="MS PGothic"/>
              <a:sym typeface="MS PGothic"/>
            </a:endParaRPr>
          </a:p>
        </p:txBody>
      </p:sp>
      <p:sp>
        <p:nvSpPr>
          <p:cNvPr id="6" name="Google Shape;583;p3">
            <a:extLst>
              <a:ext uri="{FF2B5EF4-FFF2-40B4-BE49-F238E27FC236}">
                <a16:creationId xmlns:a16="http://schemas.microsoft.com/office/drawing/2014/main" id="{B15A36D9-A82B-6D44-F156-BC26C76ED77A}"/>
              </a:ext>
            </a:extLst>
          </p:cNvPr>
          <p:cNvSpPr txBox="1"/>
          <p:nvPr/>
        </p:nvSpPr>
        <p:spPr>
          <a:xfrm>
            <a:off x="3474199" y="1329619"/>
            <a:ext cx="2898605" cy="541362"/>
          </a:xfrm>
          <a:prstGeom prst="rect">
            <a:avLst/>
          </a:prstGeom>
          <a:solidFill>
            <a:srgbClr val="6CAAB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altLang="ja-JP" sz="2400" b="1" dirty="0">
                <a:solidFill>
                  <a:schemeClr val="bg1"/>
                </a:solidFill>
                <a:latin typeface="Noto Sans JP" panose="020B0200000000000000" pitchFamily="50" charset="-128"/>
                <a:ea typeface="Noto Sans JP" panose="020B0200000000000000" pitchFamily="50" charset="-128"/>
                <a:cs typeface="MS PGothic"/>
                <a:sym typeface="MS PGothic"/>
              </a:rPr>
              <a:t>02</a:t>
            </a:r>
            <a:endParaRPr lang="ja-JP" altLang="en-US" sz="2400" b="1" dirty="0">
              <a:solidFill>
                <a:schemeClr val="bg1"/>
              </a:solidFill>
              <a:latin typeface="Noto Sans JP" panose="020B0200000000000000" pitchFamily="50" charset="-128"/>
              <a:ea typeface="Noto Sans JP" panose="020B0200000000000000" pitchFamily="50" charset="-128"/>
              <a:cs typeface="MS PGothic"/>
              <a:sym typeface="MS PGothic"/>
            </a:endParaRPr>
          </a:p>
        </p:txBody>
      </p:sp>
      <p:sp>
        <p:nvSpPr>
          <p:cNvPr id="9" name="Google Shape;583;p3">
            <a:extLst>
              <a:ext uri="{FF2B5EF4-FFF2-40B4-BE49-F238E27FC236}">
                <a16:creationId xmlns:a16="http://schemas.microsoft.com/office/drawing/2014/main" id="{A4B32EE2-6DEC-70EB-97E1-6C80EC740292}"/>
              </a:ext>
            </a:extLst>
          </p:cNvPr>
          <p:cNvSpPr txBox="1"/>
          <p:nvPr/>
        </p:nvSpPr>
        <p:spPr>
          <a:xfrm>
            <a:off x="6548909" y="1329619"/>
            <a:ext cx="2898605" cy="541362"/>
          </a:xfrm>
          <a:prstGeom prst="rect">
            <a:avLst/>
          </a:prstGeom>
          <a:solidFill>
            <a:srgbClr val="2B88C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altLang="zh-TW" sz="2400" b="1" dirty="0">
                <a:solidFill>
                  <a:schemeClr val="bg1"/>
                </a:solidFill>
                <a:latin typeface="Noto Sans JP" panose="020B0200000000000000" pitchFamily="50" charset="-128"/>
                <a:ea typeface="Noto Sans JP" panose="020B0200000000000000" pitchFamily="50" charset="-128"/>
                <a:cs typeface="MS PGothic"/>
                <a:sym typeface="MS PGothic"/>
              </a:rPr>
              <a:t>03</a:t>
            </a:r>
            <a:endParaRPr lang="ja-JP" altLang="en-US" sz="2400" b="1" dirty="0">
              <a:solidFill>
                <a:schemeClr val="bg1"/>
              </a:solidFill>
              <a:latin typeface="Noto Sans JP" panose="020B0200000000000000" pitchFamily="50" charset="-128"/>
              <a:ea typeface="Noto Sans JP" panose="020B0200000000000000" pitchFamily="50" charset="-128"/>
              <a:cs typeface="MS PGothic"/>
              <a:sym typeface="MS PGothic"/>
            </a:endParaRPr>
          </a:p>
        </p:txBody>
      </p:sp>
      <p:sp>
        <p:nvSpPr>
          <p:cNvPr id="28" name="Google Shape;601;p3">
            <a:extLst>
              <a:ext uri="{FF2B5EF4-FFF2-40B4-BE49-F238E27FC236}">
                <a16:creationId xmlns:a16="http://schemas.microsoft.com/office/drawing/2014/main" id="{890BB826-EA7F-261E-D5BD-465E76AFE9CA}"/>
              </a:ext>
            </a:extLst>
          </p:cNvPr>
          <p:cNvSpPr/>
          <p:nvPr/>
        </p:nvSpPr>
        <p:spPr>
          <a:xfrm>
            <a:off x="258089" y="2101252"/>
            <a:ext cx="2898605" cy="3576637"/>
          </a:xfrm>
          <a:prstGeom prst="rect">
            <a:avLst/>
          </a:prstGeom>
          <a:noFill/>
          <a:ln w="28575" cap="flat" cmpd="sng">
            <a:solidFill>
              <a:schemeClr val="bg1">
                <a:lumMod val="75000"/>
              </a:scheme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tx1">
                  <a:lumMod val="85000"/>
                  <a:lumOff val="15000"/>
                </a:schemeClr>
              </a:solidFill>
              <a:latin typeface="Noto Sans JP" panose="020B0200000000000000" pitchFamily="50" charset="-128"/>
              <a:ea typeface="Noto Sans JP" panose="020B0200000000000000" pitchFamily="50" charset="-128"/>
              <a:cs typeface="MS PGothic"/>
              <a:sym typeface="MS PGothic"/>
            </a:endParaRPr>
          </a:p>
        </p:txBody>
      </p:sp>
      <p:sp>
        <p:nvSpPr>
          <p:cNvPr id="33" name="Google Shape;601;p3">
            <a:extLst>
              <a:ext uri="{FF2B5EF4-FFF2-40B4-BE49-F238E27FC236}">
                <a16:creationId xmlns:a16="http://schemas.microsoft.com/office/drawing/2014/main" id="{293487B1-43C8-3070-AAEE-600ACC508FBF}"/>
              </a:ext>
            </a:extLst>
          </p:cNvPr>
          <p:cNvSpPr/>
          <p:nvPr/>
        </p:nvSpPr>
        <p:spPr>
          <a:xfrm>
            <a:off x="3474199" y="2101252"/>
            <a:ext cx="2898605" cy="3576637"/>
          </a:xfrm>
          <a:prstGeom prst="rect">
            <a:avLst/>
          </a:prstGeom>
          <a:noFill/>
          <a:ln w="28575" cap="flat" cmpd="sng">
            <a:solidFill>
              <a:schemeClr val="bg1">
                <a:lumMod val="75000"/>
              </a:scheme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tx1">
                  <a:lumMod val="85000"/>
                  <a:lumOff val="15000"/>
                </a:schemeClr>
              </a:solidFill>
              <a:latin typeface="Noto Sans JP" panose="020B0200000000000000" pitchFamily="50" charset="-128"/>
              <a:ea typeface="Noto Sans JP" panose="020B0200000000000000" pitchFamily="50" charset="-128"/>
              <a:cs typeface="MS PGothic"/>
              <a:sym typeface="MS PGothic"/>
            </a:endParaRPr>
          </a:p>
        </p:txBody>
      </p:sp>
      <p:sp>
        <p:nvSpPr>
          <p:cNvPr id="37" name="Google Shape;601;p3">
            <a:extLst>
              <a:ext uri="{FF2B5EF4-FFF2-40B4-BE49-F238E27FC236}">
                <a16:creationId xmlns:a16="http://schemas.microsoft.com/office/drawing/2014/main" id="{CBA3D1F3-7E4B-B099-94DF-20ADDCC8EB60}"/>
              </a:ext>
            </a:extLst>
          </p:cNvPr>
          <p:cNvSpPr/>
          <p:nvPr/>
        </p:nvSpPr>
        <p:spPr>
          <a:xfrm>
            <a:off x="6548315" y="2101252"/>
            <a:ext cx="2898605" cy="3576637"/>
          </a:xfrm>
          <a:prstGeom prst="rect">
            <a:avLst/>
          </a:prstGeom>
          <a:noFill/>
          <a:ln w="28575" cap="flat" cmpd="sng">
            <a:solidFill>
              <a:schemeClr val="bg1">
                <a:lumMod val="75000"/>
              </a:scheme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tx1">
                  <a:lumMod val="85000"/>
                  <a:lumOff val="15000"/>
                </a:schemeClr>
              </a:solidFill>
              <a:latin typeface="Noto Sans JP" panose="020B0200000000000000" pitchFamily="50" charset="-128"/>
              <a:ea typeface="Noto Sans JP" panose="020B0200000000000000" pitchFamily="50" charset="-128"/>
              <a:cs typeface="MS PGothic"/>
              <a:sym typeface="MS PGothic"/>
            </a:endParaRPr>
          </a:p>
        </p:txBody>
      </p:sp>
      <p:sp>
        <p:nvSpPr>
          <p:cNvPr id="8" name="正方形/長方形 7">
            <a:extLst>
              <a:ext uri="{FF2B5EF4-FFF2-40B4-BE49-F238E27FC236}">
                <a16:creationId xmlns:a16="http://schemas.microsoft.com/office/drawing/2014/main" id="{B30C3855-A8FC-B486-AEFB-61CC74CCBD0D}"/>
              </a:ext>
            </a:extLst>
          </p:cNvPr>
          <p:cNvSpPr/>
          <p:nvPr/>
        </p:nvSpPr>
        <p:spPr>
          <a:xfrm>
            <a:off x="6479414" y="1176055"/>
            <a:ext cx="3036404" cy="5061233"/>
          </a:xfrm>
          <a:prstGeom prst="rect">
            <a:avLst/>
          </a:prstGeom>
          <a:noFill/>
          <a:ln w="38100">
            <a:solidFill>
              <a:srgbClr val="C0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bg1"/>
              </a:solidFill>
              <a:latin typeface="Yu Gothic UI" panose="020B0500000000000000" pitchFamily="50" charset="-128"/>
              <a:ea typeface="Yu Gothic UI" panose="020B0500000000000000" pitchFamily="50" charset="-128"/>
            </a:endParaRPr>
          </a:p>
        </p:txBody>
      </p:sp>
      <p:sp>
        <p:nvSpPr>
          <p:cNvPr id="5" name="テキスト ボックス 4">
            <a:extLst>
              <a:ext uri="{FF2B5EF4-FFF2-40B4-BE49-F238E27FC236}">
                <a16:creationId xmlns:a16="http://schemas.microsoft.com/office/drawing/2014/main" id="{A8EC8818-14CF-D42B-8852-2B35182A05C7}"/>
              </a:ext>
            </a:extLst>
          </p:cNvPr>
          <p:cNvSpPr txBox="1"/>
          <p:nvPr/>
        </p:nvSpPr>
        <p:spPr>
          <a:xfrm>
            <a:off x="142660" y="2305157"/>
            <a:ext cx="3249766" cy="362920"/>
          </a:xfrm>
          <a:prstGeom prst="rect">
            <a:avLst/>
          </a:prstGeom>
          <a:noFill/>
        </p:spPr>
        <p:txBody>
          <a:bodyPr wrap="square">
            <a:spAutoFit/>
          </a:bodyPr>
          <a:lstStyle/>
          <a:p>
            <a:pPr algn="ctr">
              <a:lnSpc>
                <a:spcPct val="120000"/>
              </a:lnSpc>
            </a:pPr>
            <a:r>
              <a:rPr lang="ja-JP" altLang="en-US" sz="1600" b="1" dirty="0"/>
              <a:t>① </a:t>
            </a:r>
            <a:r>
              <a:rPr lang="en-US" altLang="ja-JP" sz="1600" b="1" dirty="0"/>
              <a:t>NTT</a:t>
            </a:r>
            <a:r>
              <a:rPr lang="ja-JP" altLang="en-US" sz="1600" b="1" dirty="0"/>
              <a:t>データの</a:t>
            </a:r>
            <a:r>
              <a:rPr lang="en-US" altLang="ja-JP" sz="1600" b="1" dirty="0"/>
              <a:t>AI</a:t>
            </a:r>
            <a:r>
              <a:rPr lang="ja-JP" altLang="en-US" sz="1600" b="1" dirty="0"/>
              <a:t>戦略</a:t>
            </a:r>
          </a:p>
        </p:txBody>
      </p:sp>
      <p:cxnSp>
        <p:nvCxnSpPr>
          <p:cNvPr id="10" name="直線コネクタ 9">
            <a:extLst>
              <a:ext uri="{FF2B5EF4-FFF2-40B4-BE49-F238E27FC236}">
                <a16:creationId xmlns:a16="http://schemas.microsoft.com/office/drawing/2014/main" id="{96865C88-DC22-C75A-C961-ABECCF9B761B}"/>
              </a:ext>
            </a:extLst>
          </p:cNvPr>
          <p:cNvCxnSpPr>
            <a:cxnSpLocks/>
          </p:cNvCxnSpPr>
          <p:nvPr/>
        </p:nvCxnSpPr>
        <p:spPr>
          <a:xfrm>
            <a:off x="461531" y="2821702"/>
            <a:ext cx="2479632" cy="0"/>
          </a:xfrm>
          <a:prstGeom prst="line">
            <a:avLst/>
          </a:prstGeom>
          <a:ln w="12700">
            <a:solidFill>
              <a:schemeClr val="bg1">
                <a:lumMod val="65000"/>
              </a:schemeClr>
            </a:solidFill>
          </a:ln>
          <a:effectLst/>
        </p:spPr>
        <p:style>
          <a:lnRef idx="2">
            <a:schemeClr val="accent1"/>
          </a:lnRef>
          <a:fillRef idx="0">
            <a:schemeClr val="accent1"/>
          </a:fillRef>
          <a:effectRef idx="1">
            <a:schemeClr val="accent1"/>
          </a:effectRef>
          <a:fontRef idx="minor">
            <a:schemeClr val="tx1"/>
          </a:fontRef>
        </p:style>
      </p:cxnSp>
      <p:sp>
        <p:nvSpPr>
          <p:cNvPr id="11" name="テキスト ボックス 10">
            <a:extLst>
              <a:ext uri="{FF2B5EF4-FFF2-40B4-BE49-F238E27FC236}">
                <a16:creationId xmlns:a16="http://schemas.microsoft.com/office/drawing/2014/main" id="{973F2476-185D-A5C9-8681-F5E70E9C88E5}"/>
              </a:ext>
            </a:extLst>
          </p:cNvPr>
          <p:cNvSpPr txBox="1"/>
          <p:nvPr/>
        </p:nvSpPr>
        <p:spPr>
          <a:xfrm>
            <a:off x="301275" y="3083892"/>
            <a:ext cx="2799185" cy="1104661"/>
          </a:xfrm>
          <a:prstGeom prst="rect">
            <a:avLst/>
          </a:prstGeom>
          <a:noFill/>
        </p:spPr>
        <p:txBody>
          <a:bodyPr wrap="square">
            <a:spAutoFit/>
          </a:bodyPr>
          <a:lstStyle/>
          <a:p>
            <a:pPr>
              <a:lnSpc>
                <a:spcPct val="120000"/>
              </a:lnSpc>
            </a:pPr>
            <a:r>
              <a:rPr lang="en-US" altLang="ja-JP" sz="1400" dirty="0"/>
              <a:t>NTT</a:t>
            </a:r>
            <a:r>
              <a:rPr lang="ja-JP" altLang="en-US" sz="1400" dirty="0"/>
              <a:t>データが「</a:t>
            </a:r>
            <a:r>
              <a:rPr lang="en-US" altLang="ja-JP" sz="1400" dirty="0"/>
              <a:t>Quality Growth</a:t>
            </a:r>
            <a:r>
              <a:rPr lang="ja-JP" altLang="en-US" sz="1400" dirty="0"/>
              <a:t>」を掲げ、</a:t>
            </a:r>
            <a:r>
              <a:rPr lang="en-US" altLang="ja-JP" sz="1400" dirty="0"/>
              <a:t>AI</a:t>
            </a:r>
            <a:r>
              <a:rPr lang="ja-JP" altLang="en-US" sz="1400" dirty="0"/>
              <a:t>をどのように事業の中核に据えているかを理解する。</a:t>
            </a:r>
          </a:p>
        </p:txBody>
      </p:sp>
      <p:sp>
        <p:nvSpPr>
          <p:cNvPr id="12" name="テキスト ボックス 11">
            <a:extLst>
              <a:ext uri="{FF2B5EF4-FFF2-40B4-BE49-F238E27FC236}">
                <a16:creationId xmlns:a16="http://schemas.microsoft.com/office/drawing/2014/main" id="{D18B74FC-149F-71F5-0C59-EBBAA897025E}"/>
              </a:ext>
            </a:extLst>
          </p:cNvPr>
          <p:cNvSpPr txBox="1"/>
          <p:nvPr/>
        </p:nvSpPr>
        <p:spPr>
          <a:xfrm>
            <a:off x="3503589" y="2299052"/>
            <a:ext cx="2865859" cy="362920"/>
          </a:xfrm>
          <a:prstGeom prst="rect">
            <a:avLst/>
          </a:prstGeom>
          <a:noFill/>
        </p:spPr>
        <p:txBody>
          <a:bodyPr wrap="square">
            <a:spAutoFit/>
          </a:bodyPr>
          <a:lstStyle/>
          <a:p>
            <a:pPr algn="ctr">
              <a:lnSpc>
                <a:spcPct val="120000"/>
              </a:lnSpc>
            </a:pPr>
            <a:r>
              <a:rPr lang="ja-JP" altLang="en-US" sz="1600" b="1" dirty="0"/>
              <a:t>② 生成</a:t>
            </a:r>
            <a:r>
              <a:rPr lang="en-US" altLang="ja-JP" sz="1600" b="1" dirty="0"/>
              <a:t>AI</a:t>
            </a:r>
            <a:r>
              <a:rPr lang="ja-JP" altLang="en-US" sz="1600" b="1" dirty="0"/>
              <a:t>の進化と</a:t>
            </a:r>
            <a:r>
              <a:rPr lang="en-US" altLang="ja-JP" sz="1600" b="1" dirty="0"/>
              <a:t>Agentic AI</a:t>
            </a:r>
          </a:p>
        </p:txBody>
      </p:sp>
      <p:sp>
        <p:nvSpPr>
          <p:cNvPr id="14" name="テキスト ボックス 13">
            <a:extLst>
              <a:ext uri="{FF2B5EF4-FFF2-40B4-BE49-F238E27FC236}">
                <a16:creationId xmlns:a16="http://schemas.microsoft.com/office/drawing/2014/main" id="{2368A7AF-AD72-6C8A-FF45-EE33AE8AD324}"/>
              </a:ext>
            </a:extLst>
          </p:cNvPr>
          <p:cNvSpPr txBox="1"/>
          <p:nvPr/>
        </p:nvSpPr>
        <p:spPr>
          <a:xfrm>
            <a:off x="3517386" y="3083892"/>
            <a:ext cx="2799185" cy="1104661"/>
          </a:xfrm>
          <a:prstGeom prst="rect">
            <a:avLst/>
          </a:prstGeom>
          <a:noFill/>
        </p:spPr>
        <p:txBody>
          <a:bodyPr wrap="square">
            <a:spAutoFit/>
          </a:bodyPr>
          <a:lstStyle/>
          <a:p>
            <a:pPr>
              <a:lnSpc>
                <a:spcPct val="120000"/>
              </a:lnSpc>
            </a:pPr>
            <a:r>
              <a:rPr lang="ja-JP" altLang="en-US" sz="1400" dirty="0"/>
              <a:t>生成</a:t>
            </a:r>
            <a:r>
              <a:rPr lang="en-US" altLang="ja-JP" sz="1400" dirty="0"/>
              <a:t>AI</a:t>
            </a:r>
            <a:r>
              <a:rPr lang="ja-JP" altLang="en-US" sz="1400" dirty="0"/>
              <a:t>が</a:t>
            </a:r>
            <a:r>
              <a:rPr lang="en-US" altLang="ja-JP" sz="1400" dirty="0"/>
              <a:t>Level1</a:t>
            </a:r>
            <a:r>
              <a:rPr lang="ja-JP" altLang="en-US" sz="1400" dirty="0"/>
              <a:t>（チャットボット）から</a:t>
            </a:r>
            <a:r>
              <a:rPr lang="en-US" altLang="ja-JP" sz="1400" dirty="0"/>
              <a:t>Level3</a:t>
            </a:r>
            <a:r>
              <a:rPr lang="ja-JP" altLang="en-US" sz="1400" dirty="0"/>
              <a:t>（エージェント）へ進化する中で、何が変わるのかを理解する。</a:t>
            </a:r>
          </a:p>
        </p:txBody>
      </p:sp>
      <p:sp>
        <p:nvSpPr>
          <p:cNvPr id="15" name="テキスト ボックス 14">
            <a:extLst>
              <a:ext uri="{FF2B5EF4-FFF2-40B4-BE49-F238E27FC236}">
                <a16:creationId xmlns:a16="http://schemas.microsoft.com/office/drawing/2014/main" id="{D9974966-798B-2446-CCBD-FCFC196182F1}"/>
              </a:ext>
            </a:extLst>
          </p:cNvPr>
          <p:cNvSpPr txBox="1"/>
          <p:nvPr/>
        </p:nvSpPr>
        <p:spPr>
          <a:xfrm>
            <a:off x="6544959" y="2275788"/>
            <a:ext cx="2912843" cy="658385"/>
          </a:xfrm>
          <a:prstGeom prst="rect">
            <a:avLst/>
          </a:prstGeom>
          <a:noFill/>
        </p:spPr>
        <p:txBody>
          <a:bodyPr wrap="square">
            <a:spAutoFit/>
          </a:bodyPr>
          <a:lstStyle/>
          <a:p>
            <a:pPr algn="ctr">
              <a:lnSpc>
                <a:spcPct val="120000"/>
              </a:lnSpc>
            </a:pPr>
            <a:r>
              <a:rPr lang="ja-JP" altLang="en-US" sz="1600" b="1" dirty="0"/>
              <a:t>③ </a:t>
            </a:r>
            <a:r>
              <a:rPr lang="en-US" altLang="ja-JP" sz="1600" b="1" dirty="0"/>
              <a:t>NTT</a:t>
            </a:r>
            <a:r>
              <a:rPr lang="ja-JP" altLang="en-US" sz="1600" b="1" dirty="0"/>
              <a:t>データが描く未来と社員として知っておくべきこと</a:t>
            </a:r>
          </a:p>
        </p:txBody>
      </p:sp>
      <p:sp>
        <p:nvSpPr>
          <p:cNvPr id="17" name="テキスト ボックス 16">
            <a:extLst>
              <a:ext uri="{FF2B5EF4-FFF2-40B4-BE49-F238E27FC236}">
                <a16:creationId xmlns:a16="http://schemas.microsoft.com/office/drawing/2014/main" id="{410D1BDB-B81A-12AE-2D48-37B248F761E5}"/>
              </a:ext>
            </a:extLst>
          </p:cNvPr>
          <p:cNvSpPr txBox="1"/>
          <p:nvPr/>
        </p:nvSpPr>
        <p:spPr>
          <a:xfrm>
            <a:off x="6598024" y="3083891"/>
            <a:ext cx="2799185" cy="1104661"/>
          </a:xfrm>
          <a:prstGeom prst="rect">
            <a:avLst/>
          </a:prstGeom>
          <a:noFill/>
        </p:spPr>
        <p:txBody>
          <a:bodyPr wrap="square">
            <a:spAutoFit/>
          </a:bodyPr>
          <a:lstStyle/>
          <a:p>
            <a:pPr>
              <a:lnSpc>
                <a:spcPct val="120000"/>
              </a:lnSpc>
            </a:pPr>
            <a:r>
              <a:rPr lang="en-US" altLang="ja-JP" sz="1400" dirty="0"/>
              <a:t>NTT</a:t>
            </a:r>
            <a:r>
              <a:rPr lang="ja-JP" altLang="en-US" sz="1400" dirty="0"/>
              <a:t>データが描く</a:t>
            </a:r>
            <a:r>
              <a:rPr lang="en-US" altLang="ja-JP" sz="1400" dirty="0"/>
              <a:t>AI</a:t>
            </a:r>
            <a:r>
              <a:rPr lang="ja-JP" altLang="en-US" sz="1400" dirty="0"/>
              <a:t>活用の未来像を理解したうえで、その実現に向けて社員として知っておくべき考え方や事例を学ぶ。</a:t>
            </a:r>
          </a:p>
        </p:txBody>
      </p:sp>
      <p:cxnSp>
        <p:nvCxnSpPr>
          <p:cNvPr id="27" name="直線コネクタ 26">
            <a:extLst>
              <a:ext uri="{FF2B5EF4-FFF2-40B4-BE49-F238E27FC236}">
                <a16:creationId xmlns:a16="http://schemas.microsoft.com/office/drawing/2014/main" id="{6F67A550-D7E8-E2CA-EB6D-E0E1713A4752}"/>
              </a:ext>
            </a:extLst>
          </p:cNvPr>
          <p:cNvCxnSpPr>
            <a:cxnSpLocks/>
          </p:cNvCxnSpPr>
          <p:nvPr/>
        </p:nvCxnSpPr>
        <p:spPr>
          <a:xfrm>
            <a:off x="3713184" y="2821702"/>
            <a:ext cx="2479632" cy="0"/>
          </a:xfrm>
          <a:prstGeom prst="line">
            <a:avLst/>
          </a:prstGeom>
          <a:ln w="12700">
            <a:solidFill>
              <a:schemeClr val="bg1">
                <a:lumMod val="65000"/>
              </a:schemeClr>
            </a:solidFill>
          </a:ln>
          <a:effectLst/>
        </p:spPr>
        <p:style>
          <a:lnRef idx="2">
            <a:schemeClr val="accent1"/>
          </a:lnRef>
          <a:fillRef idx="0">
            <a:schemeClr val="accent1"/>
          </a:fillRef>
          <a:effectRef idx="1">
            <a:schemeClr val="accent1"/>
          </a:effectRef>
          <a:fontRef idx="minor">
            <a:schemeClr val="tx1"/>
          </a:fontRef>
        </p:style>
      </p:cxnSp>
      <p:cxnSp>
        <p:nvCxnSpPr>
          <p:cNvPr id="41" name="直線コネクタ 40">
            <a:extLst>
              <a:ext uri="{FF2B5EF4-FFF2-40B4-BE49-F238E27FC236}">
                <a16:creationId xmlns:a16="http://schemas.microsoft.com/office/drawing/2014/main" id="{439E855C-8218-0C8D-D1EF-0F6727A6627E}"/>
              </a:ext>
            </a:extLst>
          </p:cNvPr>
          <p:cNvCxnSpPr>
            <a:cxnSpLocks/>
          </p:cNvCxnSpPr>
          <p:nvPr/>
        </p:nvCxnSpPr>
        <p:spPr>
          <a:xfrm>
            <a:off x="7010471" y="2963542"/>
            <a:ext cx="2479632" cy="0"/>
          </a:xfrm>
          <a:prstGeom prst="line">
            <a:avLst/>
          </a:prstGeom>
          <a:ln w="12700">
            <a:solidFill>
              <a:schemeClr val="bg1">
                <a:lumMod val="65000"/>
              </a:schemeClr>
            </a:solidFill>
          </a:ln>
          <a:effectLst/>
        </p:spPr>
        <p:style>
          <a:lnRef idx="2">
            <a:schemeClr val="accent1"/>
          </a:lnRef>
          <a:fillRef idx="0">
            <a:schemeClr val="accent1"/>
          </a:fillRef>
          <a:effectRef idx="1">
            <a:schemeClr val="accent1"/>
          </a:effectRef>
          <a:fontRef idx="minor">
            <a:schemeClr val="tx1"/>
          </a:fontRef>
        </p:style>
      </p:cxnSp>
      <p:pic>
        <p:nvPicPr>
          <p:cNvPr id="43" name="グラフィックス 42">
            <a:extLst>
              <a:ext uri="{FF2B5EF4-FFF2-40B4-BE49-F238E27FC236}">
                <a16:creationId xmlns:a16="http://schemas.microsoft.com/office/drawing/2014/main" id="{3CAA0389-4AD6-B4B1-5757-3DC46B5C98A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85651" y="4550698"/>
            <a:ext cx="2163783" cy="1444776"/>
          </a:xfrm>
          <a:prstGeom prst="rect">
            <a:avLst/>
          </a:prstGeom>
        </p:spPr>
      </p:pic>
      <p:pic>
        <p:nvPicPr>
          <p:cNvPr id="46" name="グラフィックス 45">
            <a:extLst>
              <a:ext uri="{FF2B5EF4-FFF2-40B4-BE49-F238E27FC236}">
                <a16:creationId xmlns:a16="http://schemas.microsoft.com/office/drawing/2014/main" id="{8C100497-EDEB-FEA3-2EC4-1A44448AB42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289234" y="4538032"/>
            <a:ext cx="1327531" cy="1585112"/>
          </a:xfrm>
          <a:prstGeom prst="rect">
            <a:avLst/>
          </a:prstGeom>
        </p:spPr>
      </p:pic>
      <p:pic>
        <p:nvPicPr>
          <p:cNvPr id="50" name="グラフィックス 49">
            <a:extLst>
              <a:ext uri="{FF2B5EF4-FFF2-40B4-BE49-F238E27FC236}">
                <a16:creationId xmlns:a16="http://schemas.microsoft.com/office/drawing/2014/main" id="{E3FDF73B-D8F6-4E55-1E6E-EF7AAAAEE9B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29620" y="4416291"/>
            <a:ext cx="2055063" cy="1541298"/>
          </a:xfrm>
          <a:prstGeom prst="rect">
            <a:avLst/>
          </a:prstGeom>
        </p:spPr>
      </p:pic>
      <p:sp>
        <p:nvSpPr>
          <p:cNvPr id="7" name="正方形/長方形 6">
            <a:extLst>
              <a:ext uri="{FF2B5EF4-FFF2-40B4-BE49-F238E27FC236}">
                <a16:creationId xmlns:a16="http://schemas.microsoft.com/office/drawing/2014/main" id="{DE8B1DDE-51C1-2F30-B1B7-8A799470EED2}"/>
              </a:ext>
            </a:extLst>
          </p:cNvPr>
          <p:cNvSpPr/>
          <p:nvPr/>
        </p:nvSpPr>
        <p:spPr>
          <a:xfrm>
            <a:off x="161603" y="1192613"/>
            <a:ext cx="6264506" cy="5061233"/>
          </a:xfrm>
          <a:prstGeom prst="rect">
            <a:avLst/>
          </a:prstGeom>
          <a:solidFill>
            <a:srgbClr val="000000">
              <a:alpha val="30196"/>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bg1"/>
              </a:solidFill>
              <a:latin typeface="Yu Gothic UI" panose="020B0500000000000000" pitchFamily="50" charset="-128"/>
              <a:ea typeface="Yu Gothic UI" panose="020B0500000000000000" pitchFamily="50" charset="-128"/>
            </a:endParaRPr>
          </a:p>
        </p:txBody>
      </p:sp>
    </p:spTree>
    <p:extLst>
      <p:ext uri="{BB962C8B-B14F-4D97-AF65-F5344CB8AC3E}">
        <p14:creationId xmlns:p14="http://schemas.microsoft.com/office/powerpoint/2010/main" val="25723856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9B4C1-9266-E103-537B-0477E02E19E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AEC2CAF-DA6B-5E7D-A182-7B1C8DB66699}"/>
              </a:ext>
            </a:extLst>
          </p:cNvPr>
          <p:cNvSpPr>
            <a:spLocks noGrp="1"/>
          </p:cNvSpPr>
          <p:nvPr>
            <p:ph type="title"/>
          </p:nvPr>
        </p:nvSpPr>
        <p:spPr/>
        <p:txBody>
          <a:bodyPr>
            <a:normAutofit/>
          </a:bodyPr>
          <a:lstStyle/>
          <a:p>
            <a:r>
              <a:rPr lang="en-US" altLang="ja-JP" dirty="0"/>
              <a:t>3-9. NTT</a:t>
            </a:r>
            <a:r>
              <a:rPr lang="ja-JP" altLang="en-US" dirty="0"/>
              <a:t>データが描く未来：</a:t>
            </a:r>
            <a:r>
              <a:rPr lang="en-US" altLang="ja-JP" dirty="0"/>
              <a:t>Smart AI Agent®</a:t>
            </a:r>
            <a:endParaRPr lang="ja-JP" altLang="en-US" dirty="0"/>
          </a:p>
        </p:txBody>
      </p:sp>
      <p:grpSp>
        <p:nvGrpSpPr>
          <p:cNvPr id="3" name="グループ化 2">
            <a:extLst>
              <a:ext uri="{FF2B5EF4-FFF2-40B4-BE49-F238E27FC236}">
                <a16:creationId xmlns:a16="http://schemas.microsoft.com/office/drawing/2014/main" id="{3B2EDE15-25C4-C7BB-41BA-10A27C184353}"/>
              </a:ext>
            </a:extLst>
          </p:cNvPr>
          <p:cNvGrpSpPr/>
          <p:nvPr/>
        </p:nvGrpSpPr>
        <p:grpSpPr>
          <a:xfrm>
            <a:off x="284253" y="1802393"/>
            <a:ext cx="9301500" cy="4474148"/>
            <a:chOff x="539198" y="1757032"/>
            <a:chExt cx="11083637" cy="5128352"/>
          </a:xfrm>
        </p:grpSpPr>
        <p:grpSp>
          <p:nvGrpSpPr>
            <p:cNvPr id="4" name="グループ化 3">
              <a:extLst>
                <a:ext uri="{FF2B5EF4-FFF2-40B4-BE49-F238E27FC236}">
                  <a16:creationId xmlns:a16="http://schemas.microsoft.com/office/drawing/2014/main" id="{CB6A2E3F-B18F-3950-749A-4766A603CA38}"/>
                </a:ext>
              </a:extLst>
            </p:cNvPr>
            <p:cNvGrpSpPr/>
            <p:nvPr/>
          </p:nvGrpSpPr>
          <p:grpSpPr>
            <a:xfrm>
              <a:off x="539198" y="1757032"/>
              <a:ext cx="11083637" cy="5128352"/>
              <a:chOff x="1501001" y="2095901"/>
              <a:chExt cx="9160031" cy="4238307"/>
            </a:xfrm>
          </p:grpSpPr>
          <p:sp>
            <p:nvSpPr>
              <p:cNvPr id="6" name="正方形/長方形 5">
                <a:extLst>
                  <a:ext uri="{FF2B5EF4-FFF2-40B4-BE49-F238E27FC236}">
                    <a16:creationId xmlns:a16="http://schemas.microsoft.com/office/drawing/2014/main" id="{98FD0A4F-F966-FCF7-6429-99B1C5B70616}"/>
                  </a:ext>
                </a:extLst>
              </p:cNvPr>
              <p:cNvSpPr/>
              <p:nvPr/>
            </p:nvSpPr>
            <p:spPr>
              <a:xfrm>
                <a:off x="1501001" y="3413167"/>
                <a:ext cx="9160031" cy="2536966"/>
              </a:xfrm>
              <a:prstGeom prst="rect">
                <a:avLst/>
              </a:prstGeom>
              <a:solidFill>
                <a:schemeClr val="bg1">
                  <a:lumMod val="95000"/>
                </a:schemeClr>
              </a:solidFill>
              <a:ln w="3175">
                <a:solidFill>
                  <a:schemeClr val="bg1">
                    <a:lumMod val="95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tab pos="627063" algn="l"/>
                  </a:tabLst>
                  <a:defRPr/>
                </a:pPr>
                <a:endParaRPr kumimoji="1" lang="ja-JP" altLang="en-US" sz="1100" b="0" i="0" u="none" strike="noStrike" kern="1200" cap="none" spc="0" normalizeH="0" baseline="0" noProof="0">
                  <a:ln>
                    <a:noFill/>
                  </a:ln>
                  <a:solidFill>
                    <a:srgbClr val="000000"/>
                  </a:solidFill>
                  <a:effectLst/>
                  <a:uLnTx/>
                  <a:uFillTx/>
                  <a:latin typeface="BIZ UDPゴシック" panose="020B0400000000000000" pitchFamily="50" charset="-128"/>
                  <a:ea typeface="BIZ UDPゴシック" panose="020B0400000000000000" pitchFamily="50" charset="-128"/>
                  <a:cs typeface="+mn-cs"/>
                </a:endParaRPr>
              </a:p>
            </p:txBody>
          </p:sp>
          <p:sp>
            <p:nvSpPr>
              <p:cNvPr id="7" name="角丸四角形 7">
                <a:extLst>
                  <a:ext uri="{FF2B5EF4-FFF2-40B4-BE49-F238E27FC236}">
                    <a16:creationId xmlns:a16="http://schemas.microsoft.com/office/drawing/2014/main" id="{6D8E4BEF-4C0A-CE87-8FD2-66F468C50D9F}"/>
                  </a:ext>
                </a:extLst>
              </p:cNvPr>
              <p:cNvSpPr/>
              <p:nvPr/>
            </p:nvSpPr>
            <p:spPr>
              <a:xfrm>
                <a:off x="1501001" y="2095901"/>
                <a:ext cx="9160031" cy="1340627"/>
              </a:xfrm>
              <a:prstGeom prst="roundRect">
                <a:avLst>
                  <a:gd name="adj" fmla="val 0"/>
                </a:avLst>
              </a:prstGeom>
              <a:gradFill>
                <a:gsLst>
                  <a:gs pos="100000">
                    <a:srgbClr val="5DD9DA">
                      <a:alpha val="88000"/>
                      <a:lumMod val="79000"/>
                      <a:lumOff val="21000"/>
                    </a:srgbClr>
                  </a:gs>
                  <a:gs pos="0">
                    <a:schemeClr val="accent1">
                      <a:alpha val="51100"/>
                      <a:lumMod val="55000"/>
                      <a:lumOff val="45000"/>
                    </a:schemeClr>
                  </a:gs>
                </a:gsLst>
                <a:lin ang="0" scaled="0"/>
              </a:gradFill>
              <a:ln w="3175">
                <a:noFill/>
              </a:ln>
              <a:effectLst>
                <a:softEdge rad="0"/>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400" b="0" i="0" u="none" strike="noStrike" kern="1200" cap="none" spc="0" normalizeH="0" baseline="0" noProof="0" err="1">
                  <a:ln>
                    <a:noFill/>
                  </a:ln>
                  <a:solidFill>
                    <a:srgbClr val="000000"/>
                  </a:solidFill>
                  <a:effectLst/>
                  <a:uLnTx/>
                  <a:uFillTx/>
                  <a:latin typeface="Arial"/>
                  <a:ea typeface="Meiryo UI"/>
                  <a:cs typeface="+mn-cs"/>
                </a:endParaRPr>
              </a:p>
            </p:txBody>
          </p:sp>
          <p:grpSp>
            <p:nvGrpSpPr>
              <p:cNvPr id="9" name="グループ化 8">
                <a:extLst>
                  <a:ext uri="{FF2B5EF4-FFF2-40B4-BE49-F238E27FC236}">
                    <a16:creationId xmlns:a16="http://schemas.microsoft.com/office/drawing/2014/main" id="{0E2F94FC-4B13-B378-D454-90BF917075D9}"/>
                  </a:ext>
                </a:extLst>
              </p:cNvPr>
              <p:cNvGrpSpPr/>
              <p:nvPr/>
            </p:nvGrpSpPr>
            <p:grpSpPr>
              <a:xfrm>
                <a:off x="8561858" y="3795344"/>
                <a:ext cx="1127681" cy="1502063"/>
                <a:chOff x="9398000" y="4094970"/>
                <a:chExt cx="1500943" cy="1999246"/>
              </a:xfrm>
            </p:grpSpPr>
            <p:sp>
              <p:nvSpPr>
                <p:cNvPr id="76" name="フリーフォーム 150">
                  <a:extLst>
                    <a:ext uri="{FF2B5EF4-FFF2-40B4-BE49-F238E27FC236}">
                      <a16:creationId xmlns:a16="http://schemas.microsoft.com/office/drawing/2014/main" id="{B0D0E7DE-DA41-64DB-0767-A54502AEE2E9}"/>
                    </a:ext>
                  </a:extLst>
                </p:cNvPr>
                <p:cNvSpPr/>
                <p:nvPr/>
              </p:nvSpPr>
              <p:spPr>
                <a:xfrm>
                  <a:off x="9398000" y="4136477"/>
                  <a:ext cx="1500942" cy="321112"/>
                </a:xfrm>
                <a:custGeom>
                  <a:avLst/>
                  <a:gdLst>
                    <a:gd name="connsiteX0" fmla="*/ 0 w 1689100"/>
                    <a:gd name="connsiteY0" fmla="*/ 355600 h 355600"/>
                    <a:gd name="connsiteX1" fmla="*/ 1689100 w 1689100"/>
                    <a:gd name="connsiteY1" fmla="*/ 355600 h 355600"/>
                    <a:gd name="connsiteX2" fmla="*/ 1689100 w 1689100"/>
                    <a:gd name="connsiteY2" fmla="*/ 0 h 355600"/>
                  </a:gdLst>
                  <a:ahLst/>
                  <a:cxnLst>
                    <a:cxn ang="0">
                      <a:pos x="connsiteX0" y="connsiteY0"/>
                    </a:cxn>
                    <a:cxn ang="0">
                      <a:pos x="connsiteX1" y="connsiteY1"/>
                    </a:cxn>
                    <a:cxn ang="0">
                      <a:pos x="connsiteX2" y="connsiteY2"/>
                    </a:cxn>
                  </a:cxnLst>
                  <a:rect l="l" t="t" r="r" b="b"/>
                  <a:pathLst>
                    <a:path w="1689100" h="355600">
                      <a:moveTo>
                        <a:pt x="0" y="355600"/>
                      </a:moveTo>
                      <a:lnTo>
                        <a:pt x="1689100" y="355600"/>
                      </a:lnTo>
                      <a:lnTo>
                        <a:pt x="1689100" y="0"/>
                      </a:lnTo>
                    </a:path>
                  </a:pathLst>
                </a:custGeom>
                <a:ln w="19050">
                  <a:solidFill>
                    <a:srgbClr val="657898"/>
                  </a:solidFill>
                  <a:prstDash val="sysDot"/>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000000"/>
                    </a:solidFill>
                    <a:effectLst/>
                    <a:uLnTx/>
                    <a:uFillTx/>
                    <a:latin typeface="Arial"/>
                    <a:ea typeface="Meiryo UI"/>
                    <a:cs typeface="+mn-cs"/>
                  </a:endParaRPr>
                </a:p>
              </p:txBody>
            </p:sp>
            <p:sp>
              <p:nvSpPr>
                <p:cNvPr id="77" name="フリーフォーム 151">
                  <a:extLst>
                    <a:ext uri="{FF2B5EF4-FFF2-40B4-BE49-F238E27FC236}">
                      <a16:creationId xmlns:a16="http://schemas.microsoft.com/office/drawing/2014/main" id="{931236ED-7D31-BB68-0EE7-4D05453F25D3}"/>
                    </a:ext>
                  </a:extLst>
                </p:cNvPr>
                <p:cNvSpPr/>
                <p:nvPr/>
              </p:nvSpPr>
              <p:spPr>
                <a:xfrm>
                  <a:off x="10427267" y="4094970"/>
                  <a:ext cx="471676" cy="781830"/>
                </a:xfrm>
                <a:custGeom>
                  <a:avLst/>
                  <a:gdLst>
                    <a:gd name="connsiteX0" fmla="*/ 0 w 1689100"/>
                    <a:gd name="connsiteY0" fmla="*/ 355600 h 355600"/>
                    <a:gd name="connsiteX1" fmla="*/ 1689100 w 1689100"/>
                    <a:gd name="connsiteY1" fmla="*/ 355600 h 355600"/>
                    <a:gd name="connsiteX2" fmla="*/ 1689100 w 1689100"/>
                    <a:gd name="connsiteY2" fmla="*/ 0 h 355600"/>
                  </a:gdLst>
                  <a:ahLst/>
                  <a:cxnLst>
                    <a:cxn ang="0">
                      <a:pos x="connsiteX0" y="connsiteY0"/>
                    </a:cxn>
                    <a:cxn ang="0">
                      <a:pos x="connsiteX1" y="connsiteY1"/>
                    </a:cxn>
                    <a:cxn ang="0">
                      <a:pos x="connsiteX2" y="connsiteY2"/>
                    </a:cxn>
                  </a:cxnLst>
                  <a:rect l="l" t="t" r="r" b="b"/>
                  <a:pathLst>
                    <a:path w="1689100" h="355600">
                      <a:moveTo>
                        <a:pt x="0" y="355600"/>
                      </a:moveTo>
                      <a:lnTo>
                        <a:pt x="1689100" y="355600"/>
                      </a:lnTo>
                      <a:lnTo>
                        <a:pt x="1689100" y="0"/>
                      </a:lnTo>
                    </a:path>
                  </a:pathLst>
                </a:custGeom>
                <a:ln w="19050">
                  <a:solidFill>
                    <a:srgbClr val="657898"/>
                  </a:solidFill>
                  <a:prstDash val="sys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000000"/>
                    </a:solidFill>
                    <a:effectLst/>
                    <a:uLnTx/>
                    <a:uFillTx/>
                    <a:latin typeface="Arial"/>
                    <a:ea typeface="Meiryo UI"/>
                    <a:cs typeface="+mn-cs"/>
                  </a:endParaRPr>
                </a:p>
              </p:txBody>
            </p:sp>
            <p:sp>
              <p:nvSpPr>
                <p:cNvPr id="78" name="フリーフォーム 152">
                  <a:extLst>
                    <a:ext uri="{FF2B5EF4-FFF2-40B4-BE49-F238E27FC236}">
                      <a16:creationId xmlns:a16="http://schemas.microsoft.com/office/drawing/2014/main" id="{A4B5F6E9-2B56-7323-8A83-875D4E9DE473}"/>
                    </a:ext>
                  </a:extLst>
                </p:cNvPr>
                <p:cNvSpPr/>
                <p:nvPr/>
              </p:nvSpPr>
              <p:spPr>
                <a:xfrm>
                  <a:off x="9398000" y="4894160"/>
                  <a:ext cx="1500942" cy="1200056"/>
                </a:xfrm>
                <a:custGeom>
                  <a:avLst/>
                  <a:gdLst>
                    <a:gd name="connsiteX0" fmla="*/ 0 w 1689100"/>
                    <a:gd name="connsiteY0" fmla="*/ 355600 h 355600"/>
                    <a:gd name="connsiteX1" fmla="*/ 1689100 w 1689100"/>
                    <a:gd name="connsiteY1" fmla="*/ 355600 h 355600"/>
                    <a:gd name="connsiteX2" fmla="*/ 1689100 w 1689100"/>
                    <a:gd name="connsiteY2" fmla="*/ 0 h 355600"/>
                  </a:gdLst>
                  <a:ahLst/>
                  <a:cxnLst>
                    <a:cxn ang="0">
                      <a:pos x="connsiteX0" y="connsiteY0"/>
                    </a:cxn>
                    <a:cxn ang="0">
                      <a:pos x="connsiteX1" y="connsiteY1"/>
                    </a:cxn>
                    <a:cxn ang="0">
                      <a:pos x="connsiteX2" y="connsiteY2"/>
                    </a:cxn>
                  </a:cxnLst>
                  <a:rect l="l" t="t" r="r" b="b"/>
                  <a:pathLst>
                    <a:path w="1689100" h="355600">
                      <a:moveTo>
                        <a:pt x="0" y="355600"/>
                      </a:moveTo>
                      <a:lnTo>
                        <a:pt x="1689100" y="355600"/>
                      </a:lnTo>
                      <a:lnTo>
                        <a:pt x="1689100" y="0"/>
                      </a:lnTo>
                    </a:path>
                  </a:pathLst>
                </a:custGeom>
                <a:ln w="19050">
                  <a:solidFill>
                    <a:srgbClr val="657898"/>
                  </a:solidFill>
                  <a:prstDash val="sys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000000"/>
                    </a:solidFill>
                    <a:effectLst/>
                    <a:uLnTx/>
                    <a:uFillTx/>
                    <a:latin typeface="Arial"/>
                    <a:ea typeface="Meiryo UI"/>
                    <a:cs typeface="+mn-cs"/>
                  </a:endParaRPr>
                </a:p>
              </p:txBody>
            </p:sp>
          </p:grpSp>
          <p:sp>
            <p:nvSpPr>
              <p:cNvPr id="10" name="円/楕円 2">
                <a:extLst>
                  <a:ext uri="{FF2B5EF4-FFF2-40B4-BE49-F238E27FC236}">
                    <a16:creationId xmlns:a16="http://schemas.microsoft.com/office/drawing/2014/main" id="{D3EC2BDE-06C0-A998-3044-67600CF2347D}"/>
                  </a:ext>
                </a:extLst>
              </p:cNvPr>
              <p:cNvSpPr/>
              <p:nvPr/>
            </p:nvSpPr>
            <p:spPr>
              <a:xfrm>
                <a:off x="3485149" y="4184256"/>
                <a:ext cx="1223797" cy="1223797"/>
              </a:xfrm>
              <a:prstGeom prst="ellipse">
                <a:avLst/>
              </a:prstGeom>
              <a:solidFill>
                <a:schemeClr val="bg1"/>
              </a:solidFill>
              <a:ln w="3175">
                <a:noFill/>
              </a:ln>
              <a:effectLst>
                <a:outerShdw blurRad="139700" dist="50800" dir="2700000" algn="tl"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400" b="0" i="0" u="none" strike="noStrike" kern="1200" cap="none" spc="0" normalizeH="0" baseline="0" noProof="0" err="1">
                  <a:ln>
                    <a:noFill/>
                  </a:ln>
                  <a:solidFill>
                    <a:srgbClr val="000000"/>
                  </a:solidFill>
                  <a:effectLst/>
                  <a:uLnTx/>
                  <a:uFillTx/>
                  <a:latin typeface="Arial"/>
                  <a:ea typeface="Meiryo UI"/>
                  <a:cs typeface="+mn-cs"/>
                </a:endParaRPr>
              </a:p>
            </p:txBody>
          </p:sp>
          <p:sp>
            <p:nvSpPr>
              <p:cNvPr id="11" name="円/楕円 3">
                <a:extLst>
                  <a:ext uri="{FF2B5EF4-FFF2-40B4-BE49-F238E27FC236}">
                    <a16:creationId xmlns:a16="http://schemas.microsoft.com/office/drawing/2014/main" id="{8715B518-8DFD-8A22-A2D6-A5490EB31650}"/>
                  </a:ext>
                </a:extLst>
              </p:cNvPr>
              <p:cNvSpPr/>
              <p:nvPr/>
            </p:nvSpPr>
            <p:spPr>
              <a:xfrm>
                <a:off x="1916184" y="4184256"/>
                <a:ext cx="1223797" cy="1223797"/>
              </a:xfrm>
              <a:prstGeom prst="ellipse">
                <a:avLst/>
              </a:prstGeom>
              <a:solidFill>
                <a:schemeClr val="bg1"/>
              </a:solidFill>
              <a:ln w="3175">
                <a:noFill/>
              </a:ln>
              <a:effectLst>
                <a:outerShdw blurRad="139700" dist="50800" dir="2700000" algn="tl"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400" b="0" i="0" u="none" strike="noStrike" kern="1200" cap="none" spc="0" normalizeH="0" baseline="0" noProof="0" err="1">
                  <a:ln>
                    <a:noFill/>
                  </a:ln>
                  <a:solidFill>
                    <a:srgbClr val="000000"/>
                  </a:solidFill>
                  <a:effectLst/>
                  <a:uLnTx/>
                  <a:uFillTx/>
                  <a:latin typeface="Arial"/>
                  <a:ea typeface="Meiryo UI"/>
                  <a:cs typeface="+mn-cs"/>
                </a:endParaRPr>
              </a:p>
            </p:txBody>
          </p:sp>
          <p:pic>
            <p:nvPicPr>
              <p:cNvPr id="12" name="図 11" descr="グラフィカル ユーザー インターフェイス&#10;&#10;低い精度で自動的に生成された説明">
                <a:extLst>
                  <a:ext uri="{FF2B5EF4-FFF2-40B4-BE49-F238E27FC236}">
                    <a16:creationId xmlns:a16="http://schemas.microsoft.com/office/drawing/2014/main" id="{F7565D60-4283-4A77-F0BF-8D63D83BE80F}"/>
                  </a:ext>
                </a:extLst>
              </p:cNvPr>
              <p:cNvPicPr>
                <a:picLocks noChangeAspect="1"/>
              </p:cNvPicPr>
              <p:nvPr/>
            </p:nvPicPr>
            <p:blipFill>
              <a:blip r:embed="rId2"/>
              <a:stretch>
                <a:fillRect/>
              </a:stretch>
            </p:blipFill>
            <p:spPr>
              <a:xfrm>
                <a:off x="3644719" y="4158813"/>
                <a:ext cx="888127" cy="955970"/>
              </a:xfrm>
              <a:prstGeom prst="rect">
                <a:avLst/>
              </a:prstGeom>
            </p:spPr>
          </p:pic>
          <p:sp>
            <p:nvSpPr>
              <p:cNvPr id="13" name="テキスト ボックス 12">
                <a:extLst>
                  <a:ext uri="{FF2B5EF4-FFF2-40B4-BE49-F238E27FC236}">
                    <a16:creationId xmlns:a16="http://schemas.microsoft.com/office/drawing/2014/main" id="{75602D75-1E79-976F-90A5-516D0027C97B}"/>
                  </a:ext>
                </a:extLst>
              </p:cNvPr>
              <p:cNvSpPr txBox="1"/>
              <p:nvPr/>
            </p:nvSpPr>
            <p:spPr>
              <a:xfrm>
                <a:off x="3987404" y="5008811"/>
                <a:ext cx="233513" cy="308643"/>
              </a:xfrm>
              <a:prstGeom prst="rect">
                <a:avLst/>
              </a:prstGeom>
              <a:noFill/>
            </p:spPr>
            <p:txBody>
              <a:bodyPr wrap="non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kumimoji="1" lang="ja-JP" altLang="en-US" sz="1600" b="1" i="0" u="none" strike="noStrike" kern="1200" cap="none" spc="0" normalizeH="0" baseline="0" noProof="0">
                    <a:ln>
                      <a:noFill/>
                    </a:ln>
                    <a:solidFill>
                      <a:srgbClr val="000000"/>
                    </a:solidFill>
                    <a:effectLst/>
                    <a:uLnTx/>
                    <a:uFillTx/>
                    <a:latin typeface="BIZ UDPゴシック" panose="020B0400000000000000" pitchFamily="50" charset="-128"/>
                    <a:ea typeface="BIZ UDPゴシック" panose="020B0400000000000000" pitchFamily="50" charset="-128"/>
                    <a:cs typeface="+mn-cs"/>
                  </a:rPr>
                  <a:t>パーソナル</a:t>
                </a:r>
                <a:endParaRPr kumimoji="1" lang="en-US" altLang="ja-JP" sz="1600" b="1" i="0" u="none" strike="noStrike" kern="1200" cap="none" spc="0" normalizeH="0" baseline="0" noProof="0">
                  <a:ln>
                    <a:noFill/>
                  </a:ln>
                  <a:solidFill>
                    <a:srgbClr val="000000"/>
                  </a:solidFill>
                  <a:effectLst/>
                  <a:uLnTx/>
                  <a:uFillTx/>
                  <a:latin typeface="BIZ UDPゴシック" panose="020B0400000000000000" pitchFamily="50" charset="-128"/>
                  <a:ea typeface="BIZ UDPゴシック" panose="020B0400000000000000" pitchFamily="50" charset="-128"/>
                  <a:cs typeface="+mn-cs"/>
                </a:endParaRPr>
              </a:p>
              <a:p>
                <a:pPr marL="0" marR="0" lvl="0" indent="0" algn="ctr" defTabSz="288000" rtl="0" eaLnBrk="1" fontAlgn="auto" latinLnBrk="0" hangingPunct="1">
                  <a:lnSpc>
                    <a:spcPct val="100000"/>
                  </a:lnSpc>
                  <a:spcBef>
                    <a:spcPts val="0"/>
                  </a:spcBef>
                  <a:spcAft>
                    <a:spcPts val="0"/>
                  </a:spcAft>
                  <a:buClrTx/>
                  <a:buSzTx/>
                  <a:buFontTx/>
                  <a:buNone/>
                  <a:tabLst/>
                  <a:defRPr/>
                </a:pPr>
                <a:r>
                  <a:rPr kumimoji="1" lang="ja-JP" altLang="en-US" sz="1600" b="1" i="0" u="none" strike="noStrike" kern="1200" cap="none" spc="0" normalizeH="0" baseline="0" noProof="0">
                    <a:ln>
                      <a:noFill/>
                    </a:ln>
                    <a:solidFill>
                      <a:srgbClr val="000000"/>
                    </a:solidFill>
                    <a:effectLst/>
                    <a:uLnTx/>
                    <a:uFillTx/>
                    <a:latin typeface="BIZ UDPゴシック" panose="020B0400000000000000" pitchFamily="50" charset="-128"/>
                    <a:ea typeface="BIZ UDPゴシック" panose="020B0400000000000000" pitchFamily="50" charset="-128"/>
                    <a:cs typeface="+mn-cs"/>
                  </a:rPr>
                  <a:t>エージェント</a:t>
                </a:r>
                <a:endParaRPr kumimoji="1" lang="ja-JP" altLang="en-US" sz="400" b="1" i="0" u="none" strike="noStrike" kern="1200" cap="none" spc="0" normalizeH="0" baseline="0" noProof="0">
                  <a:ln>
                    <a:noFill/>
                  </a:ln>
                  <a:solidFill>
                    <a:srgbClr val="000000"/>
                  </a:solidFill>
                  <a:effectLst/>
                  <a:uLnTx/>
                  <a:uFillTx/>
                  <a:latin typeface="BIZ UDPゴシック" panose="020B0400000000000000" pitchFamily="50" charset="-128"/>
                  <a:ea typeface="BIZ UDPゴシック" panose="020B0400000000000000" pitchFamily="50" charset="-128"/>
                  <a:cs typeface="+mn-cs"/>
                </a:endParaRPr>
              </a:p>
            </p:txBody>
          </p:sp>
          <p:sp>
            <p:nvSpPr>
              <p:cNvPr id="14" name="テキスト ボックス 13">
                <a:extLst>
                  <a:ext uri="{FF2B5EF4-FFF2-40B4-BE49-F238E27FC236}">
                    <a16:creationId xmlns:a16="http://schemas.microsoft.com/office/drawing/2014/main" id="{9EA09406-59F5-2B48-9C82-FDF3E9B168C6}"/>
                  </a:ext>
                </a:extLst>
              </p:cNvPr>
              <p:cNvSpPr txBox="1"/>
              <p:nvPr/>
            </p:nvSpPr>
            <p:spPr>
              <a:xfrm>
                <a:off x="2436637" y="5097347"/>
                <a:ext cx="233513" cy="308643"/>
              </a:xfrm>
              <a:prstGeom prst="rect">
                <a:avLst/>
              </a:prstGeom>
              <a:noFill/>
            </p:spPr>
            <p:txBody>
              <a:bodyPr wrap="non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kumimoji="1" lang="ja-JP" altLang="en-US" sz="1600" b="1" i="0" u="none" strike="noStrike" kern="1200" cap="none" spc="0" normalizeH="0" baseline="0" noProof="0">
                    <a:ln>
                      <a:noFill/>
                    </a:ln>
                    <a:solidFill>
                      <a:srgbClr val="000000"/>
                    </a:solidFill>
                    <a:effectLst/>
                    <a:uLnTx/>
                    <a:uFillTx/>
                    <a:latin typeface="BIZ UDPゴシック" panose="020B0400000000000000" pitchFamily="50" charset="-128"/>
                    <a:ea typeface="BIZ UDPゴシック" panose="020B0400000000000000" pitchFamily="50" charset="-128"/>
                    <a:cs typeface="+mn-cs"/>
                  </a:rPr>
                  <a:t>個人</a:t>
                </a:r>
                <a:endParaRPr kumimoji="1" lang="ja-JP" altLang="en-US" sz="400" b="1" i="0" u="none" strike="noStrike" kern="1200" cap="none" spc="0" normalizeH="0" baseline="0" noProof="0">
                  <a:ln>
                    <a:noFill/>
                  </a:ln>
                  <a:solidFill>
                    <a:srgbClr val="000000"/>
                  </a:solidFill>
                  <a:effectLst/>
                  <a:uLnTx/>
                  <a:uFillTx/>
                  <a:latin typeface="BIZ UDPゴシック" panose="020B0400000000000000" pitchFamily="50" charset="-128"/>
                  <a:ea typeface="BIZ UDPゴシック" panose="020B0400000000000000" pitchFamily="50" charset="-128"/>
                  <a:cs typeface="+mn-cs"/>
                </a:endParaRPr>
              </a:p>
            </p:txBody>
          </p:sp>
          <p:sp>
            <p:nvSpPr>
              <p:cNvPr id="15" name="テキスト ボックス 14">
                <a:extLst>
                  <a:ext uri="{FF2B5EF4-FFF2-40B4-BE49-F238E27FC236}">
                    <a16:creationId xmlns:a16="http://schemas.microsoft.com/office/drawing/2014/main" id="{AB32D9FC-8A3F-196E-F1ED-F7B7048A0F93}"/>
                  </a:ext>
                </a:extLst>
              </p:cNvPr>
              <p:cNvSpPr txBox="1"/>
              <p:nvPr/>
            </p:nvSpPr>
            <p:spPr>
              <a:xfrm>
                <a:off x="3297512" y="4367729"/>
                <a:ext cx="0" cy="0"/>
              </a:xfrm>
              <a:prstGeom prst="rect">
                <a:avLst/>
              </a:prstGeom>
              <a:noFill/>
            </p:spPr>
            <p:txBody>
              <a:bodyPr wrap="none" lIns="0" rIns="0" rtlCol="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000000"/>
                  </a:solidFill>
                  <a:effectLst/>
                  <a:uLnTx/>
                  <a:uFillTx/>
                  <a:latin typeface="Meiryo UI"/>
                  <a:ea typeface="Meiryo UI"/>
                  <a:cs typeface="+mn-cs"/>
                </a:endParaRPr>
              </a:p>
            </p:txBody>
          </p:sp>
          <p:pic>
            <p:nvPicPr>
              <p:cNvPr id="16" name="図 15">
                <a:extLst>
                  <a:ext uri="{FF2B5EF4-FFF2-40B4-BE49-F238E27FC236}">
                    <a16:creationId xmlns:a16="http://schemas.microsoft.com/office/drawing/2014/main" id="{7D57DACC-F796-45CF-9AC4-8835AD680785}"/>
                  </a:ext>
                </a:extLst>
              </p:cNvPr>
              <p:cNvPicPr>
                <a:picLocks noChangeAspect="1"/>
              </p:cNvPicPr>
              <p:nvPr/>
            </p:nvPicPr>
            <p:blipFill>
              <a:blip r:embed="rId3"/>
              <a:stretch>
                <a:fillRect/>
              </a:stretch>
            </p:blipFill>
            <p:spPr>
              <a:xfrm>
                <a:off x="1991544" y="2376142"/>
                <a:ext cx="1238032" cy="767298"/>
              </a:xfrm>
              <a:prstGeom prst="rect">
                <a:avLst/>
              </a:prstGeom>
            </p:spPr>
          </p:pic>
          <p:pic>
            <p:nvPicPr>
              <p:cNvPr id="17" name="図 16">
                <a:extLst>
                  <a:ext uri="{FF2B5EF4-FFF2-40B4-BE49-F238E27FC236}">
                    <a16:creationId xmlns:a16="http://schemas.microsoft.com/office/drawing/2014/main" id="{E5AC70B0-9B79-31E7-8FC9-B5E975CF62B9}"/>
                  </a:ext>
                </a:extLst>
              </p:cNvPr>
              <p:cNvPicPr>
                <a:picLocks noChangeAspect="1"/>
              </p:cNvPicPr>
              <p:nvPr/>
            </p:nvPicPr>
            <p:blipFill>
              <a:blip r:embed="rId4"/>
              <a:stretch>
                <a:fillRect/>
              </a:stretch>
            </p:blipFill>
            <p:spPr>
              <a:xfrm>
                <a:off x="3431704" y="2386671"/>
                <a:ext cx="1242741" cy="772005"/>
              </a:xfrm>
              <a:prstGeom prst="rect">
                <a:avLst/>
              </a:prstGeom>
            </p:spPr>
          </p:pic>
          <p:pic>
            <p:nvPicPr>
              <p:cNvPr id="18" name="図 17">
                <a:extLst>
                  <a:ext uri="{FF2B5EF4-FFF2-40B4-BE49-F238E27FC236}">
                    <a16:creationId xmlns:a16="http://schemas.microsoft.com/office/drawing/2014/main" id="{39541BCD-EBB9-7151-36B1-47ACC8681F26}"/>
                  </a:ext>
                </a:extLst>
              </p:cNvPr>
              <p:cNvPicPr>
                <a:picLocks noChangeAspect="1"/>
              </p:cNvPicPr>
              <p:nvPr/>
            </p:nvPicPr>
            <p:blipFill>
              <a:blip r:embed="rId5"/>
              <a:stretch>
                <a:fillRect/>
              </a:stretch>
            </p:blipFill>
            <p:spPr>
              <a:xfrm>
                <a:off x="4766190" y="2373266"/>
                <a:ext cx="1242741" cy="772005"/>
              </a:xfrm>
              <a:prstGeom prst="rect">
                <a:avLst/>
              </a:prstGeom>
            </p:spPr>
          </p:pic>
          <p:pic>
            <p:nvPicPr>
              <p:cNvPr id="19" name="図 18">
                <a:extLst>
                  <a:ext uri="{FF2B5EF4-FFF2-40B4-BE49-F238E27FC236}">
                    <a16:creationId xmlns:a16="http://schemas.microsoft.com/office/drawing/2014/main" id="{98A77556-DDA1-F6D4-F401-F451359BF1A7}"/>
                  </a:ext>
                </a:extLst>
              </p:cNvPr>
              <p:cNvPicPr>
                <a:picLocks noChangeAspect="1"/>
              </p:cNvPicPr>
              <p:nvPr/>
            </p:nvPicPr>
            <p:blipFill>
              <a:blip r:embed="rId6"/>
              <a:stretch>
                <a:fillRect/>
              </a:stretch>
            </p:blipFill>
            <p:spPr>
              <a:xfrm>
                <a:off x="6149403" y="2373544"/>
                <a:ext cx="1242741" cy="772005"/>
              </a:xfrm>
              <a:prstGeom prst="rect">
                <a:avLst/>
              </a:prstGeom>
            </p:spPr>
          </p:pic>
          <p:pic>
            <p:nvPicPr>
              <p:cNvPr id="20" name="図 19" descr="グラフィカル ユーザー インターフェイス&#10;&#10;低い精度で自動的に生成された説明">
                <a:extLst>
                  <a:ext uri="{FF2B5EF4-FFF2-40B4-BE49-F238E27FC236}">
                    <a16:creationId xmlns:a16="http://schemas.microsoft.com/office/drawing/2014/main" id="{4CCF3524-9CDF-7CF6-EC1E-AF2AB25CCD34}"/>
                  </a:ext>
                </a:extLst>
              </p:cNvPr>
              <p:cNvPicPr>
                <a:picLocks noChangeAspect="1"/>
              </p:cNvPicPr>
              <p:nvPr/>
            </p:nvPicPr>
            <p:blipFill>
              <a:blip r:embed="rId2"/>
              <a:stretch>
                <a:fillRect/>
              </a:stretch>
            </p:blipFill>
            <p:spPr>
              <a:xfrm>
                <a:off x="2563707" y="2254199"/>
                <a:ext cx="580841" cy="625210"/>
              </a:xfrm>
              <a:prstGeom prst="rect">
                <a:avLst/>
              </a:prstGeom>
            </p:spPr>
          </p:pic>
          <p:sp>
            <p:nvSpPr>
              <p:cNvPr id="21" name="テキスト ボックス 20">
                <a:extLst>
                  <a:ext uri="{FF2B5EF4-FFF2-40B4-BE49-F238E27FC236}">
                    <a16:creationId xmlns:a16="http://schemas.microsoft.com/office/drawing/2014/main" id="{60F38C28-C6C3-B98D-7ED0-BEC29F4A5CB2}"/>
                  </a:ext>
                </a:extLst>
              </p:cNvPr>
              <p:cNvSpPr txBox="1"/>
              <p:nvPr/>
            </p:nvSpPr>
            <p:spPr>
              <a:xfrm>
                <a:off x="2652216" y="2328735"/>
                <a:ext cx="403823" cy="121174"/>
              </a:xfrm>
              <a:prstGeom prst="rect">
                <a:avLst/>
              </a:prstGeom>
              <a:noFill/>
              <a:effectLst>
                <a:glow rad="63500">
                  <a:schemeClr val="accent4">
                    <a:satMod val="175000"/>
                    <a:alpha val="40000"/>
                  </a:schemeClr>
                </a:glow>
              </a:effectLst>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endParaRPr kumimoji="1" lang="ja-JP" altLang="en-US" sz="1600" b="1" i="0" u="none" strike="noStrike" kern="1200" cap="none" spc="0" normalizeH="0" baseline="0" noProof="0">
                  <a:ln>
                    <a:noFill/>
                  </a:ln>
                  <a:gradFill>
                    <a:gsLst>
                      <a:gs pos="100000">
                        <a:srgbClr val="5DD9DA"/>
                      </a:gs>
                      <a:gs pos="74000">
                        <a:srgbClr val="6785C1">
                          <a:lumMod val="45000"/>
                          <a:lumOff val="55000"/>
                        </a:srgbClr>
                      </a:gs>
                    </a:gsLst>
                    <a:lin ang="5400000" scaled="1"/>
                  </a:gradFill>
                  <a:effectLst>
                    <a:glow rad="109119">
                      <a:srgbClr val="FFFFFF"/>
                    </a:glow>
                  </a:effectLst>
                  <a:uLnTx/>
                  <a:uFillTx/>
                  <a:latin typeface="Meiryo UI"/>
                  <a:ea typeface="Meiryo UI"/>
                  <a:cs typeface="+mn-cs"/>
                </a:endParaRPr>
              </a:p>
            </p:txBody>
          </p:sp>
          <p:pic>
            <p:nvPicPr>
              <p:cNvPr id="22" name="図 21" descr="グラフィカル ユーザー インターフェイス&#10;&#10;低い精度で自動的に生成された説明">
                <a:extLst>
                  <a:ext uri="{FF2B5EF4-FFF2-40B4-BE49-F238E27FC236}">
                    <a16:creationId xmlns:a16="http://schemas.microsoft.com/office/drawing/2014/main" id="{2C66E225-CB43-0B6A-8837-FC2A13587A91}"/>
                  </a:ext>
                </a:extLst>
              </p:cNvPr>
              <p:cNvPicPr>
                <a:picLocks noChangeAspect="1"/>
              </p:cNvPicPr>
              <p:nvPr/>
            </p:nvPicPr>
            <p:blipFill>
              <a:blip r:embed="rId2"/>
              <a:stretch>
                <a:fillRect/>
              </a:stretch>
            </p:blipFill>
            <p:spPr>
              <a:xfrm>
                <a:off x="4014547" y="2254199"/>
                <a:ext cx="580841" cy="625210"/>
              </a:xfrm>
              <a:prstGeom prst="rect">
                <a:avLst/>
              </a:prstGeom>
            </p:spPr>
          </p:pic>
          <p:sp>
            <p:nvSpPr>
              <p:cNvPr id="23" name="テキスト ボックス 22">
                <a:extLst>
                  <a:ext uri="{FF2B5EF4-FFF2-40B4-BE49-F238E27FC236}">
                    <a16:creationId xmlns:a16="http://schemas.microsoft.com/office/drawing/2014/main" id="{F8194906-C891-F935-DE97-E0F11D46C917}"/>
                  </a:ext>
                </a:extLst>
              </p:cNvPr>
              <p:cNvSpPr txBox="1"/>
              <p:nvPr/>
            </p:nvSpPr>
            <p:spPr>
              <a:xfrm>
                <a:off x="4103055" y="2328735"/>
                <a:ext cx="403823" cy="121174"/>
              </a:xfrm>
              <a:prstGeom prst="rect">
                <a:avLst/>
              </a:prstGeom>
              <a:noFill/>
              <a:effectLst>
                <a:glow rad="63500">
                  <a:schemeClr val="accent4">
                    <a:satMod val="175000"/>
                    <a:alpha val="40000"/>
                  </a:schemeClr>
                </a:glow>
              </a:effectLst>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endParaRPr kumimoji="1" lang="ja-JP" altLang="en-US" sz="1600" b="1" i="0" u="none" strike="noStrike" kern="1200" cap="none" spc="0" normalizeH="0" baseline="0" noProof="0">
                  <a:ln>
                    <a:noFill/>
                  </a:ln>
                  <a:gradFill>
                    <a:gsLst>
                      <a:gs pos="100000">
                        <a:srgbClr val="5DD9DA"/>
                      </a:gs>
                      <a:gs pos="74000">
                        <a:srgbClr val="6785C1">
                          <a:lumMod val="45000"/>
                          <a:lumOff val="55000"/>
                        </a:srgbClr>
                      </a:gs>
                    </a:gsLst>
                    <a:lin ang="5400000" scaled="1"/>
                  </a:gradFill>
                  <a:effectLst>
                    <a:glow rad="109119">
                      <a:srgbClr val="FFFFFF"/>
                    </a:glow>
                  </a:effectLst>
                  <a:uLnTx/>
                  <a:uFillTx/>
                  <a:latin typeface="Meiryo UI"/>
                  <a:ea typeface="Meiryo UI"/>
                  <a:cs typeface="+mn-cs"/>
                </a:endParaRPr>
              </a:p>
            </p:txBody>
          </p:sp>
          <p:pic>
            <p:nvPicPr>
              <p:cNvPr id="24" name="図 23" descr="グラフィカル ユーザー インターフェイス&#10;&#10;低い精度で自動的に生成された説明">
                <a:extLst>
                  <a:ext uri="{FF2B5EF4-FFF2-40B4-BE49-F238E27FC236}">
                    <a16:creationId xmlns:a16="http://schemas.microsoft.com/office/drawing/2014/main" id="{3A0CC7C4-B758-C97D-5E04-4012D3F5B387}"/>
                  </a:ext>
                </a:extLst>
              </p:cNvPr>
              <p:cNvPicPr>
                <a:picLocks noChangeAspect="1"/>
              </p:cNvPicPr>
              <p:nvPr/>
            </p:nvPicPr>
            <p:blipFill>
              <a:blip r:embed="rId2"/>
              <a:stretch>
                <a:fillRect/>
              </a:stretch>
            </p:blipFill>
            <p:spPr>
              <a:xfrm>
                <a:off x="5368527" y="2254199"/>
                <a:ext cx="580841" cy="625210"/>
              </a:xfrm>
              <a:prstGeom prst="rect">
                <a:avLst/>
              </a:prstGeom>
            </p:spPr>
          </p:pic>
          <p:sp>
            <p:nvSpPr>
              <p:cNvPr id="25" name="テキスト ボックス 24">
                <a:extLst>
                  <a:ext uri="{FF2B5EF4-FFF2-40B4-BE49-F238E27FC236}">
                    <a16:creationId xmlns:a16="http://schemas.microsoft.com/office/drawing/2014/main" id="{06FD29AB-284D-D2F9-E9C5-D17ACEF0E3CB}"/>
                  </a:ext>
                </a:extLst>
              </p:cNvPr>
              <p:cNvSpPr txBox="1"/>
              <p:nvPr/>
            </p:nvSpPr>
            <p:spPr>
              <a:xfrm>
                <a:off x="5457036" y="2328735"/>
                <a:ext cx="403823" cy="121174"/>
              </a:xfrm>
              <a:prstGeom prst="rect">
                <a:avLst/>
              </a:prstGeom>
              <a:noFill/>
              <a:effectLst>
                <a:glow rad="63500">
                  <a:schemeClr val="accent4">
                    <a:satMod val="175000"/>
                    <a:alpha val="40000"/>
                  </a:schemeClr>
                </a:glow>
              </a:effectLst>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endParaRPr kumimoji="1" lang="ja-JP" altLang="en-US" sz="1600" b="1" i="0" u="none" strike="noStrike" kern="1200" cap="none" spc="0" normalizeH="0" baseline="0" noProof="0">
                  <a:ln>
                    <a:noFill/>
                  </a:ln>
                  <a:gradFill>
                    <a:gsLst>
                      <a:gs pos="100000">
                        <a:srgbClr val="5DD9DA"/>
                      </a:gs>
                      <a:gs pos="74000">
                        <a:srgbClr val="6785C1">
                          <a:lumMod val="45000"/>
                          <a:lumOff val="55000"/>
                        </a:srgbClr>
                      </a:gs>
                    </a:gsLst>
                    <a:lin ang="5400000" scaled="1"/>
                  </a:gradFill>
                  <a:effectLst>
                    <a:glow rad="109119">
                      <a:srgbClr val="FFFFFF"/>
                    </a:glow>
                  </a:effectLst>
                  <a:uLnTx/>
                  <a:uFillTx/>
                  <a:latin typeface="Meiryo UI"/>
                  <a:ea typeface="Meiryo UI"/>
                  <a:cs typeface="+mn-cs"/>
                </a:endParaRPr>
              </a:p>
            </p:txBody>
          </p:sp>
          <p:pic>
            <p:nvPicPr>
              <p:cNvPr id="26" name="図 25" descr="グラフィカル ユーザー インターフェイス&#10;&#10;低い精度で自動的に生成された説明">
                <a:extLst>
                  <a:ext uri="{FF2B5EF4-FFF2-40B4-BE49-F238E27FC236}">
                    <a16:creationId xmlns:a16="http://schemas.microsoft.com/office/drawing/2014/main" id="{61849C8B-CC93-C016-F684-91DE5FCCAFFA}"/>
                  </a:ext>
                </a:extLst>
              </p:cNvPr>
              <p:cNvPicPr>
                <a:picLocks noChangeAspect="1"/>
              </p:cNvPicPr>
              <p:nvPr/>
            </p:nvPicPr>
            <p:blipFill>
              <a:blip r:embed="rId2"/>
              <a:stretch>
                <a:fillRect/>
              </a:stretch>
            </p:blipFill>
            <p:spPr>
              <a:xfrm>
                <a:off x="6725043" y="2254199"/>
                <a:ext cx="580841" cy="625210"/>
              </a:xfrm>
              <a:prstGeom prst="rect">
                <a:avLst/>
              </a:prstGeom>
            </p:spPr>
          </p:pic>
          <p:sp>
            <p:nvSpPr>
              <p:cNvPr id="27" name="テキスト ボックス 26">
                <a:extLst>
                  <a:ext uri="{FF2B5EF4-FFF2-40B4-BE49-F238E27FC236}">
                    <a16:creationId xmlns:a16="http://schemas.microsoft.com/office/drawing/2014/main" id="{D71C1DAE-A83C-7CF1-29E5-009143B1761D}"/>
                  </a:ext>
                </a:extLst>
              </p:cNvPr>
              <p:cNvSpPr txBox="1"/>
              <p:nvPr/>
            </p:nvSpPr>
            <p:spPr>
              <a:xfrm>
                <a:off x="6813551" y="2328735"/>
                <a:ext cx="403823" cy="121174"/>
              </a:xfrm>
              <a:prstGeom prst="rect">
                <a:avLst/>
              </a:prstGeom>
              <a:noFill/>
              <a:effectLst>
                <a:glow rad="63500">
                  <a:schemeClr val="accent4">
                    <a:satMod val="175000"/>
                    <a:alpha val="40000"/>
                  </a:schemeClr>
                </a:glow>
              </a:effectLst>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endParaRPr kumimoji="1" lang="ja-JP" altLang="en-US" sz="1600" b="1" i="0" u="none" strike="noStrike" kern="1200" cap="none" spc="0" normalizeH="0" baseline="0" noProof="0">
                  <a:ln>
                    <a:noFill/>
                  </a:ln>
                  <a:gradFill>
                    <a:gsLst>
                      <a:gs pos="100000">
                        <a:srgbClr val="5DD9DA"/>
                      </a:gs>
                      <a:gs pos="74000">
                        <a:srgbClr val="6785C1">
                          <a:lumMod val="45000"/>
                          <a:lumOff val="55000"/>
                        </a:srgbClr>
                      </a:gs>
                    </a:gsLst>
                    <a:lin ang="5400000" scaled="1"/>
                  </a:gradFill>
                  <a:effectLst>
                    <a:glow rad="109119">
                      <a:srgbClr val="FFFFFF"/>
                    </a:glow>
                  </a:effectLst>
                  <a:uLnTx/>
                  <a:uFillTx/>
                  <a:latin typeface="Meiryo UI"/>
                  <a:ea typeface="Meiryo UI"/>
                  <a:cs typeface="+mn-cs"/>
                </a:endParaRPr>
              </a:p>
            </p:txBody>
          </p:sp>
          <p:sp>
            <p:nvSpPr>
              <p:cNvPr id="28" name="左右矢印 22">
                <a:extLst>
                  <a:ext uri="{FF2B5EF4-FFF2-40B4-BE49-F238E27FC236}">
                    <a16:creationId xmlns:a16="http://schemas.microsoft.com/office/drawing/2014/main" id="{8B824589-220F-760E-41FF-2638E794A6C1}"/>
                  </a:ext>
                </a:extLst>
              </p:cNvPr>
              <p:cNvSpPr/>
              <p:nvPr/>
            </p:nvSpPr>
            <p:spPr>
              <a:xfrm>
                <a:off x="3163683" y="4748327"/>
                <a:ext cx="293869" cy="186725"/>
              </a:xfrm>
              <a:prstGeom prst="leftRightArrow">
                <a:avLst/>
              </a:prstGeom>
              <a:gradFill>
                <a:gsLst>
                  <a:gs pos="100000">
                    <a:srgbClr val="5DD9DA"/>
                  </a:gs>
                  <a:gs pos="0">
                    <a:schemeClr val="accent1">
                      <a:lumMod val="45000"/>
                      <a:lumOff val="55000"/>
                    </a:schemeClr>
                  </a:gs>
                </a:gsLst>
                <a:lin ang="0" scaled="0"/>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400" b="0" i="0" u="none" strike="noStrike" kern="1200" cap="none" spc="0" normalizeH="0" baseline="0" noProof="0" err="1">
                  <a:ln>
                    <a:noFill/>
                  </a:ln>
                  <a:solidFill>
                    <a:srgbClr val="000000"/>
                  </a:solidFill>
                  <a:effectLst/>
                  <a:uLnTx/>
                  <a:uFillTx/>
                  <a:latin typeface="Arial"/>
                  <a:ea typeface="Meiryo UI"/>
                  <a:cs typeface="+mn-cs"/>
                </a:endParaRPr>
              </a:p>
            </p:txBody>
          </p:sp>
          <p:pic>
            <p:nvPicPr>
              <p:cNvPr id="29" name="図 28" descr="アイコン&#10;&#10;自動的に生成された説明">
                <a:extLst>
                  <a:ext uri="{FF2B5EF4-FFF2-40B4-BE49-F238E27FC236}">
                    <a16:creationId xmlns:a16="http://schemas.microsoft.com/office/drawing/2014/main" id="{FF5EAE12-5629-451A-CA89-4AF2F5DE282E}"/>
                  </a:ext>
                </a:extLst>
              </p:cNvPr>
              <p:cNvPicPr>
                <a:picLocks noChangeAspect="1"/>
              </p:cNvPicPr>
              <p:nvPr/>
            </p:nvPicPr>
            <p:blipFill rotWithShape="1">
              <a:blip r:embed="rId7"/>
              <a:srcRect l="9972" t="16904" r="12256" b="18238"/>
              <a:stretch/>
            </p:blipFill>
            <p:spPr>
              <a:xfrm flipH="1">
                <a:off x="2113335" y="4291776"/>
                <a:ext cx="908126" cy="837023"/>
              </a:xfrm>
              <a:prstGeom prst="rect">
                <a:avLst/>
              </a:prstGeom>
            </p:spPr>
          </p:pic>
          <p:pic>
            <p:nvPicPr>
              <p:cNvPr id="30" name="図 29" descr="アイコン&#10;&#10;自動的に生成された説明">
                <a:extLst>
                  <a:ext uri="{FF2B5EF4-FFF2-40B4-BE49-F238E27FC236}">
                    <a16:creationId xmlns:a16="http://schemas.microsoft.com/office/drawing/2014/main" id="{D151409A-91D2-70E7-FEEF-4125E181EB96}"/>
                  </a:ext>
                </a:extLst>
              </p:cNvPr>
              <p:cNvPicPr>
                <a:picLocks noChangeAspect="1"/>
              </p:cNvPicPr>
              <p:nvPr/>
            </p:nvPicPr>
            <p:blipFill rotWithShape="1">
              <a:blip r:embed="rId7"/>
              <a:srcRect l="9972" t="16904" r="12256" b="18238"/>
              <a:stretch/>
            </p:blipFill>
            <p:spPr>
              <a:xfrm flipH="1">
                <a:off x="2105547" y="2380034"/>
                <a:ext cx="560405" cy="516527"/>
              </a:xfrm>
              <a:prstGeom prst="rect">
                <a:avLst/>
              </a:prstGeom>
            </p:spPr>
          </p:pic>
          <p:sp>
            <p:nvSpPr>
              <p:cNvPr id="31" name="左右矢印 25">
                <a:extLst>
                  <a:ext uri="{FF2B5EF4-FFF2-40B4-BE49-F238E27FC236}">
                    <a16:creationId xmlns:a16="http://schemas.microsoft.com/office/drawing/2014/main" id="{B3A26BAB-9E44-5586-5D8B-01ACF80CE8F3}"/>
                  </a:ext>
                </a:extLst>
              </p:cNvPr>
              <p:cNvSpPr/>
              <p:nvPr/>
            </p:nvSpPr>
            <p:spPr>
              <a:xfrm>
                <a:off x="2394247" y="2578929"/>
                <a:ext cx="256723" cy="164606"/>
              </a:xfrm>
              <a:prstGeom prst="leftRightArrow">
                <a:avLst/>
              </a:prstGeom>
              <a:gradFill>
                <a:gsLst>
                  <a:gs pos="100000">
                    <a:srgbClr val="5DD9DA"/>
                  </a:gs>
                  <a:gs pos="0">
                    <a:schemeClr val="accent1">
                      <a:lumMod val="45000"/>
                      <a:lumOff val="55000"/>
                    </a:schemeClr>
                  </a:gs>
                </a:gsLst>
                <a:lin ang="0" scaled="0"/>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400" b="0" i="0" u="none" strike="noStrike" kern="1200" cap="none" spc="0" normalizeH="0" baseline="0" noProof="0" err="1">
                  <a:ln>
                    <a:noFill/>
                  </a:ln>
                  <a:solidFill>
                    <a:srgbClr val="000000"/>
                  </a:solidFill>
                  <a:effectLst/>
                  <a:uLnTx/>
                  <a:uFillTx/>
                  <a:latin typeface="Arial"/>
                  <a:ea typeface="Meiryo UI"/>
                  <a:cs typeface="+mn-cs"/>
                </a:endParaRPr>
              </a:p>
            </p:txBody>
          </p:sp>
          <p:pic>
            <p:nvPicPr>
              <p:cNvPr id="32" name="図 31" descr="アイコン&#10;&#10;自動的に生成された説明">
                <a:extLst>
                  <a:ext uri="{FF2B5EF4-FFF2-40B4-BE49-F238E27FC236}">
                    <a16:creationId xmlns:a16="http://schemas.microsoft.com/office/drawing/2014/main" id="{6D3455A3-58F1-F9A8-3760-01C95D13308A}"/>
                  </a:ext>
                </a:extLst>
              </p:cNvPr>
              <p:cNvPicPr>
                <a:picLocks noChangeAspect="1"/>
              </p:cNvPicPr>
              <p:nvPr/>
            </p:nvPicPr>
            <p:blipFill rotWithShape="1">
              <a:blip r:embed="rId7"/>
              <a:srcRect l="9972" t="16904" r="12256" b="18238"/>
              <a:stretch/>
            </p:blipFill>
            <p:spPr>
              <a:xfrm flipH="1">
                <a:off x="3545906" y="2380034"/>
                <a:ext cx="560405" cy="516527"/>
              </a:xfrm>
              <a:prstGeom prst="rect">
                <a:avLst/>
              </a:prstGeom>
            </p:spPr>
          </p:pic>
          <p:sp>
            <p:nvSpPr>
              <p:cNvPr id="33" name="左右矢印 27">
                <a:extLst>
                  <a:ext uri="{FF2B5EF4-FFF2-40B4-BE49-F238E27FC236}">
                    <a16:creationId xmlns:a16="http://schemas.microsoft.com/office/drawing/2014/main" id="{896A519F-AFD8-4C0A-88DF-F5046428FB22}"/>
                  </a:ext>
                </a:extLst>
              </p:cNvPr>
              <p:cNvSpPr/>
              <p:nvPr/>
            </p:nvSpPr>
            <p:spPr>
              <a:xfrm>
                <a:off x="3845087" y="2578929"/>
                <a:ext cx="256723" cy="164606"/>
              </a:xfrm>
              <a:prstGeom prst="leftRightArrow">
                <a:avLst/>
              </a:prstGeom>
              <a:gradFill>
                <a:gsLst>
                  <a:gs pos="100000">
                    <a:srgbClr val="5DD9DA"/>
                  </a:gs>
                  <a:gs pos="0">
                    <a:schemeClr val="accent1">
                      <a:lumMod val="45000"/>
                      <a:lumOff val="55000"/>
                    </a:schemeClr>
                  </a:gs>
                </a:gsLst>
                <a:lin ang="0" scaled="0"/>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400" b="0" i="0" u="none" strike="noStrike" kern="1200" cap="none" spc="0" normalizeH="0" baseline="0" noProof="0" err="1">
                  <a:ln>
                    <a:noFill/>
                  </a:ln>
                  <a:solidFill>
                    <a:srgbClr val="000000"/>
                  </a:solidFill>
                  <a:effectLst/>
                  <a:uLnTx/>
                  <a:uFillTx/>
                  <a:latin typeface="Arial"/>
                  <a:ea typeface="Meiryo UI"/>
                  <a:cs typeface="+mn-cs"/>
                </a:endParaRPr>
              </a:p>
            </p:txBody>
          </p:sp>
          <p:pic>
            <p:nvPicPr>
              <p:cNvPr id="34" name="図 33" descr="アイコン&#10;&#10;自動的に生成された説明">
                <a:extLst>
                  <a:ext uri="{FF2B5EF4-FFF2-40B4-BE49-F238E27FC236}">
                    <a16:creationId xmlns:a16="http://schemas.microsoft.com/office/drawing/2014/main" id="{BEFB904E-9B58-D340-FAA5-E5D959C2FF22}"/>
                  </a:ext>
                </a:extLst>
              </p:cNvPr>
              <p:cNvPicPr>
                <a:picLocks noChangeAspect="1"/>
              </p:cNvPicPr>
              <p:nvPr/>
            </p:nvPicPr>
            <p:blipFill rotWithShape="1">
              <a:blip r:embed="rId7"/>
              <a:srcRect l="9972" t="16904" r="12256" b="18238"/>
              <a:stretch/>
            </p:blipFill>
            <p:spPr>
              <a:xfrm flipH="1">
                <a:off x="4907174" y="2380034"/>
                <a:ext cx="560405" cy="516527"/>
              </a:xfrm>
              <a:prstGeom prst="rect">
                <a:avLst/>
              </a:prstGeom>
            </p:spPr>
          </p:pic>
          <p:sp>
            <p:nvSpPr>
              <p:cNvPr id="35" name="左右矢印 29">
                <a:extLst>
                  <a:ext uri="{FF2B5EF4-FFF2-40B4-BE49-F238E27FC236}">
                    <a16:creationId xmlns:a16="http://schemas.microsoft.com/office/drawing/2014/main" id="{064CC678-7EB3-6B58-05EF-CD2E79080C1B}"/>
                  </a:ext>
                </a:extLst>
              </p:cNvPr>
              <p:cNvSpPr/>
              <p:nvPr/>
            </p:nvSpPr>
            <p:spPr>
              <a:xfrm>
                <a:off x="5199067" y="2578929"/>
                <a:ext cx="256723" cy="164606"/>
              </a:xfrm>
              <a:prstGeom prst="leftRightArrow">
                <a:avLst/>
              </a:prstGeom>
              <a:gradFill>
                <a:gsLst>
                  <a:gs pos="100000">
                    <a:srgbClr val="5DD9DA"/>
                  </a:gs>
                  <a:gs pos="0">
                    <a:schemeClr val="accent1">
                      <a:lumMod val="45000"/>
                      <a:lumOff val="55000"/>
                    </a:schemeClr>
                  </a:gs>
                </a:gsLst>
                <a:lin ang="0" scaled="0"/>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400" b="0" i="0" u="none" strike="noStrike" kern="1200" cap="none" spc="0" normalizeH="0" baseline="0" noProof="0" err="1">
                  <a:ln>
                    <a:noFill/>
                  </a:ln>
                  <a:solidFill>
                    <a:srgbClr val="000000"/>
                  </a:solidFill>
                  <a:effectLst/>
                  <a:uLnTx/>
                  <a:uFillTx/>
                  <a:latin typeface="Arial"/>
                  <a:ea typeface="Meiryo UI"/>
                  <a:cs typeface="+mn-cs"/>
                </a:endParaRPr>
              </a:p>
            </p:txBody>
          </p:sp>
          <p:pic>
            <p:nvPicPr>
              <p:cNvPr id="36" name="図 35" descr="アイコン&#10;&#10;自動的に生成された説明">
                <a:extLst>
                  <a:ext uri="{FF2B5EF4-FFF2-40B4-BE49-F238E27FC236}">
                    <a16:creationId xmlns:a16="http://schemas.microsoft.com/office/drawing/2014/main" id="{312A1FC4-91D7-9222-9B07-DB38A1A602B2}"/>
                  </a:ext>
                </a:extLst>
              </p:cNvPr>
              <p:cNvPicPr>
                <a:picLocks noChangeAspect="1"/>
              </p:cNvPicPr>
              <p:nvPr/>
            </p:nvPicPr>
            <p:blipFill rotWithShape="1">
              <a:blip r:embed="rId7"/>
              <a:srcRect l="9972" t="16904" r="12256" b="18238"/>
              <a:stretch/>
            </p:blipFill>
            <p:spPr>
              <a:xfrm flipH="1">
                <a:off x="6263013" y="2380034"/>
                <a:ext cx="560405" cy="516527"/>
              </a:xfrm>
              <a:prstGeom prst="rect">
                <a:avLst/>
              </a:prstGeom>
            </p:spPr>
          </p:pic>
          <p:sp>
            <p:nvSpPr>
              <p:cNvPr id="37" name="左右矢印 31">
                <a:extLst>
                  <a:ext uri="{FF2B5EF4-FFF2-40B4-BE49-F238E27FC236}">
                    <a16:creationId xmlns:a16="http://schemas.microsoft.com/office/drawing/2014/main" id="{692F03F3-56A9-36E1-C4BC-13E121C33F8A}"/>
                  </a:ext>
                </a:extLst>
              </p:cNvPr>
              <p:cNvSpPr/>
              <p:nvPr/>
            </p:nvSpPr>
            <p:spPr>
              <a:xfrm>
                <a:off x="6555583" y="2578929"/>
                <a:ext cx="256723" cy="164606"/>
              </a:xfrm>
              <a:prstGeom prst="leftRightArrow">
                <a:avLst/>
              </a:prstGeom>
              <a:gradFill>
                <a:gsLst>
                  <a:gs pos="100000">
                    <a:srgbClr val="5DD9DA"/>
                  </a:gs>
                  <a:gs pos="0">
                    <a:schemeClr val="accent1">
                      <a:lumMod val="45000"/>
                      <a:lumOff val="55000"/>
                    </a:schemeClr>
                  </a:gs>
                </a:gsLst>
                <a:lin ang="0" scaled="0"/>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400" b="0" i="0" u="none" strike="noStrike" kern="1200" cap="none" spc="0" normalizeH="0" baseline="0" noProof="0" err="1">
                  <a:ln>
                    <a:noFill/>
                  </a:ln>
                  <a:solidFill>
                    <a:srgbClr val="000000"/>
                  </a:solidFill>
                  <a:effectLst/>
                  <a:uLnTx/>
                  <a:uFillTx/>
                  <a:latin typeface="Arial"/>
                  <a:ea typeface="Meiryo UI"/>
                  <a:cs typeface="+mn-cs"/>
                </a:endParaRPr>
              </a:p>
            </p:txBody>
          </p:sp>
          <p:grpSp>
            <p:nvGrpSpPr>
              <p:cNvPr id="38" name="グループ化 37">
                <a:extLst>
                  <a:ext uri="{FF2B5EF4-FFF2-40B4-BE49-F238E27FC236}">
                    <a16:creationId xmlns:a16="http://schemas.microsoft.com/office/drawing/2014/main" id="{64AFF3CA-10C5-0347-8AB9-E06C7522DBE4}"/>
                  </a:ext>
                </a:extLst>
              </p:cNvPr>
              <p:cNvGrpSpPr/>
              <p:nvPr/>
            </p:nvGrpSpPr>
            <p:grpSpPr>
              <a:xfrm>
                <a:off x="5956974" y="3846037"/>
                <a:ext cx="4510082" cy="2488171"/>
                <a:chOff x="5930900" y="3730395"/>
                <a:chExt cx="6002918" cy="3311755"/>
              </a:xfrm>
            </p:grpSpPr>
            <p:pic>
              <p:nvPicPr>
                <p:cNvPr id="62" name="図 61">
                  <a:extLst>
                    <a:ext uri="{FF2B5EF4-FFF2-40B4-BE49-F238E27FC236}">
                      <a16:creationId xmlns:a16="http://schemas.microsoft.com/office/drawing/2014/main" id="{CBE7631C-7896-30ED-CC69-AB2C8EF7E4E8}"/>
                    </a:ext>
                  </a:extLst>
                </p:cNvPr>
                <p:cNvPicPr>
                  <a:picLocks noChangeAspect="1"/>
                </p:cNvPicPr>
                <p:nvPr/>
              </p:nvPicPr>
              <p:blipFill>
                <a:blip r:embed="rId8"/>
                <a:stretch>
                  <a:fillRect/>
                </a:stretch>
              </p:blipFill>
              <p:spPr>
                <a:xfrm>
                  <a:off x="8775290" y="4589415"/>
                  <a:ext cx="1974025" cy="1200056"/>
                </a:xfrm>
                <a:prstGeom prst="rect">
                  <a:avLst/>
                </a:prstGeom>
              </p:spPr>
            </p:pic>
            <p:pic>
              <p:nvPicPr>
                <p:cNvPr id="63" name="図 62" descr="レゴ, おもちゃ が含まれている画像&#10;&#10;自動的に生成された説明">
                  <a:extLst>
                    <a:ext uri="{FF2B5EF4-FFF2-40B4-BE49-F238E27FC236}">
                      <a16:creationId xmlns:a16="http://schemas.microsoft.com/office/drawing/2014/main" id="{52A92292-67C1-3CF1-EE54-CADC6A0CE2B7}"/>
                    </a:ext>
                  </a:extLst>
                </p:cNvPr>
                <p:cNvPicPr>
                  <a:picLocks noChangeAspect="1"/>
                </p:cNvPicPr>
                <p:nvPr/>
              </p:nvPicPr>
              <p:blipFill>
                <a:blip r:embed="rId9"/>
                <a:stretch>
                  <a:fillRect/>
                </a:stretch>
              </p:blipFill>
              <p:spPr>
                <a:xfrm>
                  <a:off x="8955979" y="3881441"/>
                  <a:ext cx="1467196" cy="1621546"/>
                </a:xfrm>
                <a:prstGeom prst="rect">
                  <a:avLst/>
                </a:prstGeom>
              </p:spPr>
            </p:pic>
            <p:pic>
              <p:nvPicPr>
                <p:cNvPr id="64" name="図 63">
                  <a:extLst>
                    <a:ext uri="{FF2B5EF4-FFF2-40B4-BE49-F238E27FC236}">
                      <a16:creationId xmlns:a16="http://schemas.microsoft.com/office/drawing/2014/main" id="{B123CFFA-B3DF-950B-2224-11AE39ACF7F3}"/>
                    </a:ext>
                  </a:extLst>
                </p:cNvPr>
                <p:cNvPicPr>
                  <a:picLocks noChangeAspect="1"/>
                </p:cNvPicPr>
                <p:nvPr/>
              </p:nvPicPr>
              <p:blipFill>
                <a:blip r:embed="rId8"/>
                <a:stretch>
                  <a:fillRect/>
                </a:stretch>
              </p:blipFill>
              <p:spPr>
                <a:xfrm>
                  <a:off x="7556090" y="5286193"/>
                  <a:ext cx="1974025" cy="1200056"/>
                </a:xfrm>
                <a:prstGeom prst="rect">
                  <a:avLst/>
                </a:prstGeom>
              </p:spPr>
            </p:pic>
            <p:pic>
              <p:nvPicPr>
                <p:cNvPr id="65" name="図 64">
                  <a:extLst>
                    <a:ext uri="{FF2B5EF4-FFF2-40B4-BE49-F238E27FC236}">
                      <a16:creationId xmlns:a16="http://schemas.microsoft.com/office/drawing/2014/main" id="{08833514-FD96-15B1-3891-7FB18655A2F6}"/>
                    </a:ext>
                  </a:extLst>
                </p:cNvPr>
                <p:cNvPicPr>
                  <a:picLocks noChangeAspect="1"/>
                </p:cNvPicPr>
                <p:nvPr/>
              </p:nvPicPr>
              <p:blipFill>
                <a:blip r:embed="rId8"/>
                <a:stretch>
                  <a:fillRect/>
                </a:stretch>
              </p:blipFill>
              <p:spPr>
                <a:xfrm>
                  <a:off x="7619553" y="3812332"/>
                  <a:ext cx="1974025" cy="1200056"/>
                </a:xfrm>
                <a:prstGeom prst="rect">
                  <a:avLst/>
                </a:prstGeom>
              </p:spPr>
            </p:pic>
            <p:sp>
              <p:nvSpPr>
                <p:cNvPr id="66" name="テキスト ボックス 65">
                  <a:extLst>
                    <a:ext uri="{FF2B5EF4-FFF2-40B4-BE49-F238E27FC236}">
                      <a16:creationId xmlns:a16="http://schemas.microsoft.com/office/drawing/2014/main" id="{E4F4DA0E-C783-0C07-18CA-5ABC7CF00E3E}"/>
                    </a:ext>
                  </a:extLst>
                </p:cNvPr>
                <p:cNvSpPr txBox="1"/>
                <p:nvPr/>
              </p:nvSpPr>
              <p:spPr>
                <a:xfrm>
                  <a:off x="8424517" y="6075445"/>
                  <a:ext cx="288226" cy="410804"/>
                </a:xfrm>
                <a:prstGeom prst="rect">
                  <a:avLst/>
                </a:prstGeom>
                <a:noFill/>
              </p:spPr>
              <p:txBody>
                <a:bodyPr wrap="non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kumimoji="1" lang="ja-JP" altLang="en-US" sz="1600" b="1" i="0" u="none" strike="noStrike" kern="1200" cap="none" spc="0" normalizeH="0" baseline="0" noProof="0">
                      <a:ln>
                        <a:noFill/>
                      </a:ln>
                      <a:solidFill>
                        <a:srgbClr val="000000"/>
                      </a:solidFill>
                      <a:effectLst/>
                      <a:uLnTx/>
                      <a:uFillTx/>
                      <a:latin typeface="BIZ UDPGothic" panose="020B0400000000000000" pitchFamily="34" charset="-128"/>
                      <a:ea typeface="BIZ UDPGothic" panose="020B0400000000000000" pitchFamily="34" charset="-128"/>
                      <a:cs typeface="+mn-cs"/>
                    </a:rPr>
                    <a:t>仮想世界</a:t>
                  </a:r>
                </a:p>
              </p:txBody>
            </p:sp>
            <p:sp>
              <p:nvSpPr>
                <p:cNvPr id="67" name="テキスト ボックス 66">
                  <a:extLst>
                    <a:ext uri="{FF2B5EF4-FFF2-40B4-BE49-F238E27FC236}">
                      <a16:creationId xmlns:a16="http://schemas.microsoft.com/office/drawing/2014/main" id="{FEAC794D-6F0B-BC17-075A-5C578E0531C8}"/>
                    </a:ext>
                  </a:extLst>
                </p:cNvPr>
                <p:cNvSpPr txBox="1"/>
                <p:nvPr/>
              </p:nvSpPr>
              <p:spPr>
                <a:xfrm>
                  <a:off x="8547151" y="7042150"/>
                  <a:ext cx="0" cy="0"/>
                </a:xfrm>
                <a:prstGeom prst="rect">
                  <a:avLst/>
                </a:prstGeom>
                <a:noFill/>
              </p:spPr>
              <p:txBody>
                <a:bodyPr wrap="none" lIns="0" rIns="0" rtlCol="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endParaRPr kumimoji="1" lang="ja-JP" altLang="en-US" sz="1800" b="1" i="0" u="none" strike="noStrike" kern="1200" cap="none" spc="0" normalizeH="0" baseline="0" noProof="0">
                    <a:ln>
                      <a:noFill/>
                    </a:ln>
                    <a:solidFill>
                      <a:srgbClr val="000000"/>
                    </a:solidFill>
                    <a:effectLst/>
                    <a:uLnTx/>
                    <a:uFillTx/>
                    <a:latin typeface="BIZ UDPGothic" panose="020B0400000000000000" pitchFamily="34" charset="-128"/>
                    <a:ea typeface="BIZ UDPGothic" panose="020B0400000000000000" pitchFamily="34" charset="-128"/>
                    <a:cs typeface="+mn-cs"/>
                  </a:endParaRPr>
                </a:p>
              </p:txBody>
            </p:sp>
            <p:sp>
              <p:nvSpPr>
                <p:cNvPr id="68" name="フリーフォーム 39">
                  <a:extLst>
                    <a:ext uri="{FF2B5EF4-FFF2-40B4-BE49-F238E27FC236}">
                      <a16:creationId xmlns:a16="http://schemas.microsoft.com/office/drawing/2014/main" id="{72AE513F-27E5-F313-F1D9-612999C88D34}"/>
                    </a:ext>
                  </a:extLst>
                </p:cNvPr>
                <p:cNvSpPr/>
                <p:nvPr/>
              </p:nvSpPr>
              <p:spPr>
                <a:xfrm>
                  <a:off x="5930900" y="4102100"/>
                  <a:ext cx="2057400" cy="0"/>
                </a:xfrm>
                <a:custGeom>
                  <a:avLst/>
                  <a:gdLst>
                    <a:gd name="connsiteX0" fmla="*/ 0 w 2057400"/>
                    <a:gd name="connsiteY0" fmla="*/ 0 h 0"/>
                    <a:gd name="connsiteX1" fmla="*/ 2057400 w 2057400"/>
                    <a:gd name="connsiteY1" fmla="*/ 0 h 0"/>
                  </a:gdLst>
                  <a:ahLst/>
                  <a:cxnLst>
                    <a:cxn ang="0">
                      <a:pos x="connsiteX0" y="connsiteY0"/>
                    </a:cxn>
                    <a:cxn ang="0">
                      <a:pos x="connsiteX1" y="connsiteY1"/>
                    </a:cxn>
                  </a:cxnLst>
                  <a:rect l="l" t="t" r="r" b="b"/>
                  <a:pathLst>
                    <a:path w="2057400">
                      <a:moveTo>
                        <a:pt x="0" y="0"/>
                      </a:moveTo>
                      <a:lnTo>
                        <a:pt x="2057400" y="0"/>
                      </a:lnTo>
                    </a:path>
                  </a:pathLst>
                </a:custGeom>
                <a:ln w="19050">
                  <a:solidFill>
                    <a:srgbClr val="657898"/>
                  </a:solidFill>
                  <a:prstDash val="sysDot"/>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000000"/>
                    </a:solidFill>
                    <a:effectLst/>
                    <a:uLnTx/>
                    <a:uFillTx/>
                    <a:latin typeface="Arial"/>
                    <a:ea typeface="Meiryo UI"/>
                    <a:cs typeface="+mn-cs"/>
                  </a:endParaRPr>
                </a:p>
              </p:txBody>
            </p:sp>
            <p:sp>
              <p:nvSpPr>
                <p:cNvPr id="69" name="フリーフォーム 40">
                  <a:extLst>
                    <a:ext uri="{FF2B5EF4-FFF2-40B4-BE49-F238E27FC236}">
                      <a16:creationId xmlns:a16="http://schemas.microsoft.com/office/drawing/2014/main" id="{089C903A-E6F0-58F0-B682-D2FF7960EFC6}"/>
                    </a:ext>
                  </a:extLst>
                </p:cNvPr>
                <p:cNvSpPr/>
                <p:nvPr/>
              </p:nvSpPr>
              <p:spPr>
                <a:xfrm flipV="1">
                  <a:off x="7128074" y="4831378"/>
                  <a:ext cx="1960751" cy="45719"/>
                </a:xfrm>
                <a:custGeom>
                  <a:avLst/>
                  <a:gdLst>
                    <a:gd name="connsiteX0" fmla="*/ 0 w 2057400"/>
                    <a:gd name="connsiteY0" fmla="*/ 0 h 0"/>
                    <a:gd name="connsiteX1" fmla="*/ 2057400 w 2057400"/>
                    <a:gd name="connsiteY1" fmla="*/ 0 h 0"/>
                  </a:gdLst>
                  <a:ahLst/>
                  <a:cxnLst>
                    <a:cxn ang="0">
                      <a:pos x="connsiteX0" y="connsiteY0"/>
                    </a:cxn>
                    <a:cxn ang="0">
                      <a:pos x="connsiteX1" y="connsiteY1"/>
                    </a:cxn>
                  </a:cxnLst>
                  <a:rect l="l" t="t" r="r" b="b"/>
                  <a:pathLst>
                    <a:path w="2057400">
                      <a:moveTo>
                        <a:pt x="0" y="0"/>
                      </a:moveTo>
                      <a:lnTo>
                        <a:pt x="2057400" y="0"/>
                      </a:lnTo>
                    </a:path>
                  </a:pathLst>
                </a:custGeom>
                <a:ln w="19050">
                  <a:solidFill>
                    <a:srgbClr val="657898"/>
                  </a:solidFill>
                  <a:prstDash val="sysDot"/>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000000"/>
                    </a:solidFill>
                    <a:effectLst/>
                    <a:uLnTx/>
                    <a:uFillTx/>
                    <a:latin typeface="Arial"/>
                    <a:ea typeface="Meiryo UI"/>
                    <a:cs typeface="+mn-cs"/>
                  </a:endParaRPr>
                </a:p>
              </p:txBody>
            </p:sp>
            <p:sp>
              <p:nvSpPr>
                <p:cNvPr id="70" name="フリーフォーム 41">
                  <a:extLst>
                    <a:ext uri="{FF2B5EF4-FFF2-40B4-BE49-F238E27FC236}">
                      <a16:creationId xmlns:a16="http://schemas.microsoft.com/office/drawing/2014/main" id="{B0C49392-5B72-2D76-F2C7-07C2E90B798E}"/>
                    </a:ext>
                  </a:extLst>
                </p:cNvPr>
                <p:cNvSpPr/>
                <p:nvPr/>
              </p:nvSpPr>
              <p:spPr>
                <a:xfrm flipV="1">
                  <a:off x="5999105" y="6025178"/>
                  <a:ext cx="1960751" cy="45719"/>
                </a:xfrm>
                <a:custGeom>
                  <a:avLst/>
                  <a:gdLst>
                    <a:gd name="connsiteX0" fmla="*/ 0 w 2057400"/>
                    <a:gd name="connsiteY0" fmla="*/ 0 h 0"/>
                    <a:gd name="connsiteX1" fmla="*/ 2057400 w 2057400"/>
                    <a:gd name="connsiteY1" fmla="*/ 0 h 0"/>
                  </a:gdLst>
                  <a:ahLst/>
                  <a:cxnLst>
                    <a:cxn ang="0">
                      <a:pos x="connsiteX0" y="connsiteY0"/>
                    </a:cxn>
                    <a:cxn ang="0">
                      <a:pos x="connsiteX1" y="connsiteY1"/>
                    </a:cxn>
                  </a:cxnLst>
                  <a:rect l="l" t="t" r="r" b="b"/>
                  <a:pathLst>
                    <a:path w="2057400">
                      <a:moveTo>
                        <a:pt x="0" y="0"/>
                      </a:moveTo>
                      <a:lnTo>
                        <a:pt x="2057400" y="0"/>
                      </a:lnTo>
                    </a:path>
                  </a:pathLst>
                </a:custGeom>
                <a:ln w="19050">
                  <a:solidFill>
                    <a:srgbClr val="657898"/>
                  </a:solidFill>
                  <a:prstDash val="sysDot"/>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000000"/>
                    </a:solidFill>
                    <a:effectLst/>
                    <a:uLnTx/>
                    <a:uFillTx/>
                    <a:latin typeface="Arial"/>
                    <a:ea typeface="Meiryo UI"/>
                    <a:cs typeface="+mn-cs"/>
                  </a:endParaRPr>
                </a:p>
              </p:txBody>
            </p:sp>
            <p:pic>
              <p:nvPicPr>
                <p:cNvPr id="71" name="図 70" descr="コンピュータ, 光 が含まれている画像&#10;&#10;自動的に生成された説明">
                  <a:extLst>
                    <a:ext uri="{FF2B5EF4-FFF2-40B4-BE49-F238E27FC236}">
                      <a16:creationId xmlns:a16="http://schemas.microsoft.com/office/drawing/2014/main" id="{344CB3C2-7DD2-D9D9-6686-1EC87532B9D0}"/>
                    </a:ext>
                  </a:extLst>
                </p:cNvPr>
                <p:cNvPicPr>
                  <a:picLocks noChangeAspect="1"/>
                </p:cNvPicPr>
                <p:nvPr/>
              </p:nvPicPr>
              <p:blipFill>
                <a:blip r:embed="rId10"/>
                <a:stretch>
                  <a:fillRect/>
                </a:stretch>
              </p:blipFill>
              <p:spPr>
                <a:xfrm flipH="1">
                  <a:off x="8434108" y="5026847"/>
                  <a:ext cx="644061" cy="974492"/>
                </a:xfrm>
                <a:prstGeom prst="rect">
                  <a:avLst/>
                </a:prstGeom>
              </p:spPr>
            </p:pic>
            <p:pic>
              <p:nvPicPr>
                <p:cNvPr id="72" name="図 71" descr="アイコン&#10;&#10;自動的に生成された説明">
                  <a:extLst>
                    <a:ext uri="{FF2B5EF4-FFF2-40B4-BE49-F238E27FC236}">
                      <a16:creationId xmlns:a16="http://schemas.microsoft.com/office/drawing/2014/main" id="{E1B5F1B5-AA2E-D787-C07F-B63ED5E33E3D}"/>
                    </a:ext>
                  </a:extLst>
                </p:cNvPr>
                <p:cNvPicPr>
                  <a:picLocks noChangeAspect="1"/>
                </p:cNvPicPr>
                <p:nvPr/>
              </p:nvPicPr>
              <p:blipFill>
                <a:blip r:embed="rId11"/>
                <a:stretch>
                  <a:fillRect/>
                </a:stretch>
              </p:blipFill>
              <p:spPr>
                <a:xfrm>
                  <a:off x="7840153" y="5029748"/>
                  <a:ext cx="501187" cy="932979"/>
                </a:xfrm>
                <a:prstGeom prst="rect">
                  <a:avLst/>
                </a:prstGeom>
              </p:spPr>
            </p:pic>
            <p:sp>
              <p:nvSpPr>
                <p:cNvPr id="73" name="テキスト ボックス 72">
                  <a:extLst>
                    <a:ext uri="{FF2B5EF4-FFF2-40B4-BE49-F238E27FC236}">
                      <a16:creationId xmlns:a16="http://schemas.microsoft.com/office/drawing/2014/main" id="{77AB9FCC-B27E-C107-BF6F-DEBE6F858556}"/>
                    </a:ext>
                  </a:extLst>
                </p:cNvPr>
                <p:cNvSpPr txBox="1"/>
                <p:nvPr/>
              </p:nvSpPr>
              <p:spPr>
                <a:xfrm>
                  <a:off x="8424517" y="4452163"/>
                  <a:ext cx="288226" cy="410804"/>
                </a:xfrm>
                <a:prstGeom prst="rect">
                  <a:avLst/>
                </a:prstGeom>
                <a:noFill/>
              </p:spPr>
              <p:txBody>
                <a:bodyPr wrap="non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kumimoji="1" lang="en-US" altLang="ja-JP" sz="1600" b="1" i="0" u="none" strike="noStrike" kern="1200" cap="none" spc="0" normalizeH="0" baseline="0" noProof="0">
                      <a:ln>
                        <a:noFill/>
                      </a:ln>
                      <a:solidFill>
                        <a:srgbClr val="000000"/>
                      </a:solidFill>
                      <a:effectLst/>
                      <a:uLnTx/>
                      <a:uFillTx/>
                      <a:latin typeface="BIZ UDPGothic" panose="020B0400000000000000" pitchFamily="34" charset="-128"/>
                      <a:ea typeface="BIZ UDPGothic" panose="020B0400000000000000" pitchFamily="34" charset="-128"/>
                      <a:cs typeface="+mn-cs"/>
                    </a:rPr>
                    <a:t>OA</a:t>
                  </a:r>
                  <a:r>
                    <a:rPr kumimoji="1" lang="ja-JP" altLang="en-US" sz="1600" b="1" i="0" u="none" strike="noStrike" kern="1200" cap="none" spc="0" normalizeH="0" baseline="0" noProof="0">
                      <a:ln>
                        <a:noFill/>
                      </a:ln>
                      <a:solidFill>
                        <a:srgbClr val="000000"/>
                      </a:solidFill>
                      <a:effectLst/>
                      <a:uLnTx/>
                      <a:uFillTx/>
                      <a:latin typeface="BIZ UDPGothic" panose="020B0400000000000000" pitchFamily="34" charset="-128"/>
                      <a:ea typeface="BIZ UDPGothic" panose="020B0400000000000000" pitchFamily="34" charset="-128"/>
                      <a:cs typeface="+mn-cs"/>
                    </a:rPr>
                    <a:t>システム</a:t>
                  </a:r>
                </a:p>
              </p:txBody>
            </p:sp>
            <p:sp>
              <p:nvSpPr>
                <p:cNvPr id="74" name="テキスト ボックス 73">
                  <a:extLst>
                    <a:ext uri="{FF2B5EF4-FFF2-40B4-BE49-F238E27FC236}">
                      <a16:creationId xmlns:a16="http://schemas.microsoft.com/office/drawing/2014/main" id="{D4E40A8B-3CDB-0A3C-02B7-7B49511C5A50}"/>
                    </a:ext>
                  </a:extLst>
                </p:cNvPr>
                <p:cNvSpPr txBox="1"/>
                <p:nvPr/>
              </p:nvSpPr>
              <p:spPr>
                <a:xfrm>
                  <a:off x="9619136" y="5279032"/>
                  <a:ext cx="288226" cy="410804"/>
                </a:xfrm>
                <a:prstGeom prst="rect">
                  <a:avLst/>
                </a:prstGeom>
                <a:noFill/>
              </p:spPr>
              <p:txBody>
                <a:bodyPr wrap="non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kumimoji="1" lang="ja-JP" altLang="en-US" sz="1600" b="1" i="0" u="none" strike="noStrike" kern="1200" cap="none" spc="0" normalizeH="0" baseline="0" noProof="0">
                      <a:ln>
                        <a:noFill/>
                      </a:ln>
                      <a:solidFill>
                        <a:srgbClr val="000000"/>
                      </a:solidFill>
                      <a:effectLst/>
                      <a:uLnTx/>
                      <a:uFillTx/>
                      <a:latin typeface="BIZ UDPGothic" panose="020B0400000000000000" pitchFamily="34" charset="-128"/>
                      <a:ea typeface="BIZ UDPGothic" panose="020B0400000000000000" pitchFamily="34" charset="-128"/>
                      <a:cs typeface="+mn-cs"/>
                    </a:rPr>
                    <a:t>業務システム</a:t>
                  </a:r>
                </a:p>
              </p:txBody>
            </p:sp>
            <p:sp>
              <p:nvSpPr>
                <p:cNvPr id="75" name="テキスト ボックス 74">
                  <a:extLst>
                    <a:ext uri="{FF2B5EF4-FFF2-40B4-BE49-F238E27FC236}">
                      <a16:creationId xmlns:a16="http://schemas.microsoft.com/office/drawing/2014/main" id="{33C2581D-8CAC-F933-0ADE-476A06B04063}"/>
                    </a:ext>
                  </a:extLst>
                </p:cNvPr>
                <p:cNvSpPr txBox="1"/>
                <p:nvPr/>
              </p:nvSpPr>
              <p:spPr>
                <a:xfrm>
                  <a:off x="11233999" y="3730395"/>
                  <a:ext cx="699819" cy="410804"/>
                </a:xfrm>
                <a:prstGeom prst="rect">
                  <a:avLst/>
                </a:prstGeom>
                <a:noFill/>
              </p:spPr>
              <p:txBody>
                <a:bodyPr wrap="non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kumimoji="1" lang="ja-JP" altLang="en-US" b="1" i="0" u="none" strike="noStrike" kern="1200" cap="none" spc="0" normalizeH="0" baseline="0" noProof="0">
                      <a:ln>
                        <a:noFill/>
                      </a:ln>
                      <a:solidFill>
                        <a:srgbClr val="000000"/>
                      </a:solidFill>
                      <a:effectLst/>
                      <a:uLnTx/>
                      <a:uFillTx/>
                      <a:latin typeface="BIZ UDPGothic" panose="020B0400000000000000" pitchFamily="34" charset="-128"/>
                      <a:ea typeface="BIZ UDPGothic" panose="020B0400000000000000" pitchFamily="34" charset="-128"/>
                      <a:cs typeface="+mn-cs"/>
                    </a:rPr>
                    <a:t>実社会</a:t>
                  </a:r>
                </a:p>
              </p:txBody>
            </p:sp>
          </p:grpSp>
          <p:pic>
            <p:nvPicPr>
              <p:cNvPr id="39" name="図 38">
                <a:extLst>
                  <a:ext uri="{FF2B5EF4-FFF2-40B4-BE49-F238E27FC236}">
                    <a16:creationId xmlns:a16="http://schemas.microsoft.com/office/drawing/2014/main" id="{69569A0A-3A24-17ED-046A-35778784A801}"/>
                  </a:ext>
                </a:extLst>
              </p:cNvPr>
              <p:cNvPicPr>
                <a:picLocks noChangeAspect="1"/>
              </p:cNvPicPr>
              <p:nvPr/>
            </p:nvPicPr>
            <p:blipFill>
              <a:blip r:embed="rId8"/>
              <a:stretch>
                <a:fillRect/>
              </a:stretch>
            </p:blipFill>
            <p:spPr>
              <a:xfrm>
                <a:off x="5032569" y="5048512"/>
                <a:ext cx="1483114" cy="901620"/>
              </a:xfrm>
              <a:prstGeom prst="rect">
                <a:avLst/>
              </a:prstGeom>
            </p:spPr>
          </p:pic>
          <p:sp>
            <p:nvSpPr>
              <p:cNvPr id="40" name="テキスト ボックス 39">
                <a:extLst>
                  <a:ext uri="{FF2B5EF4-FFF2-40B4-BE49-F238E27FC236}">
                    <a16:creationId xmlns:a16="http://schemas.microsoft.com/office/drawing/2014/main" id="{961801BF-6999-997C-34BD-FE3EA1522A81}"/>
                  </a:ext>
                </a:extLst>
              </p:cNvPr>
              <p:cNvSpPr txBox="1"/>
              <p:nvPr/>
            </p:nvSpPr>
            <p:spPr>
              <a:xfrm>
                <a:off x="5247678" y="5603036"/>
                <a:ext cx="993764" cy="308643"/>
              </a:xfrm>
              <a:prstGeom prst="rect">
                <a:avLst/>
              </a:prstGeom>
              <a:noFill/>
            </p:spPr>
            <p:txBody>
              <a:bodyPr wrap="non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kumimoji="1" lang="ja-JP" altLang="en-US" sz="1600" b="1" i="0" u="none" strike="noStrike" kern="1200" cap="none" spc="0" normalizeH="0" baseline="0" noProof="0">
                    <a:ln>
                      <a:noFill/>
                    </a:ln>
                    <a:solidFill>
                      <a:srgbClr val="000000"/>
                    </a:solidFill>
                    <a:effectLst/>
                    <a:uLnTx/>
                    <a:uFillTx/>
                    <a:latin typeface="BIZ UDPGothic" panose="020B0400000000000000" pitchFamily="34" charset="-128"/>
                    <a:ea typeface="BIZ UDPGothic" panose="020B0400000000000000" pitchFamily="34" charset="-128"/>
                    <a:cs typeface="+mn-cs"/>
                  </a:rPr>
                  <a:t>デジタルヒューマン</a:t>
                </a:r>
                <a:endParaRPr kumimoji="1" lang="ja-JP" altLang="en-US" sz="400" b="1" i="0" u="none" strike="noStrike" kern="1200" cap="none" spc="0" normalizeH="0" baseline="0" noProof="0">
                  <a:ln>
                    <a:noFill/>
                  </a:ln>
                  <a:solidFill>
                    <a:srgbClr val="000000"/>
                  </a:solidFill>
                  <a:effectLst/>
                  <a:uLnTx/>
                  <a:uFillTx/>
                  <a:latin typeface="BIZ UDPGothic" panose="020B0400000000000000" pitchFamily="34" charset="-128"/>
                  <a:ea typeface="BIZ UDPGothic" panose="020B0400000000000000" pitchFamily="34" charset="-128"/>
                  <a:cs typeface="+mn-cs"/>
                </a:endParaRPr>
              </a:p>
            </p:txBody>
          </p:sp>
          <p:pic>
            <p:nvPicPr>
              <p:cNvPr id="41" name="図 40">
                <a:extLst>
                  <a:ext uri="{FF2B5EF4-FFF2-40B4-BE49-F238E27FC236}">
                    <a16:creationId xmlns:a16="http://schemas.microsoft.com/office/drawing/2014/main" id="{83196A31-9D40-5D97-2637-002A4E8571E3}"/>
                  </a:ext>
                </a:extLst>
              </p:cNvPr>
              <p:cNvPicPr>
                <a:picLocks noChangeAspect="1"/>
              </p:cNvPicPr>
              <p:nvPr/>
            </p:nvPicPr>
            <p:blipFill>
              <a:blip r:embed="rId8"/>
              <a:stretch>
                <a:fillRect/>
              </a:stretch>
            </p:blipFill>
            <p:spPr>
              <a:xfrm>
                <a:off x="5890398" y="4444303"/>
                <a:ext cx="1483114" cy="901620"/>
              </a:xfrm>
              <a:prstGeom prst="rect">
                <a:avLst/>
              </a:prstGeom>
            </p:spPr>
          </p:pic>
          <p:pic>
            <p:nvPicPr>
              <p:cNvPr id="42" name="図 41">
                <a:extLst>
                  <a:ext uri="{FF2B5EF4-FFF2-40B4-BE49-F238E27FC236}">
                    <a16:creationId xmlns:a16="http://schemas.microsoft.com/office/drawing/2014/main" id="{3DCAC21B-DD15-014F-6C46-22A3705F0DC1}"/>
                  </a:ext>
                </a:extLst>
              </p:cNvPr>
              <p:cNvPicPr>
                <a:picLocks noChangeAspect="1"/>
              </p:cNvPicPr>
              <p:nvPr/>
            </p:nvPicPr>
            <p:blipFill>
              <a:blip r:embed="rId8"/>
              <a:stretch>
                <a:fillRect/>
              </a:stretch>
            </p:blipFill>
            <p:spPr>
              <a:xfrm>
                <a:off x="5005814" y="3907598"/>
                <a:ext cx="1483114" cy="901620"/>
              </a:xfrm>
              <a:prstGeom prst="rect">
                <a:avLst/>
              </a:prstGeom>
            </p:spPr>
          </p:pic>
          <p:sp>
            <p:nvSpPr>
              <p:cNvPr id="43" name="フリーフォーム 49">
                <a:extLst>
                  <a:ext uri="{FF2B5EF4-FFF2-40B4-BE49-F238E27FC236}">
                    <a16:creationId xmlns:a16="http://schemas.microsoft.com/office/drawing/2014/main" id="{CFB91328-8728-4A57-E172-3FF21AC8B26A}"/>
                  </a:ext>
                </a:extLst>
              </p:cNvPr>
              <p:cNvSpPr/>
              <p:nvPr/>
            </p:nvSpPr>
            <p:spPr>
              <a:xfrm flipV="1">
                <a:off x="4478011" y="4775762"/>
                <a:ext cx="906461" cy="828728"/>
              </a:xfrm>
              <a:custGeom>
                <a:avLst/>
                <a:gdLst>
                  <a:gd name="connsiteX0" fmla="*/ 0 w 1206500"/>
                  <a:gd name="connsiteY0" fmla="*/ 457200 h 457200"/>
                  <a:gd name="connsiteX1" fmla="*/ 431800 w 1206500"/>
                  <a:gd name="connsiteY1" fmla="*/ 457200 h 457200"/>
                  <a:gd name="connsiteX2" fmla="*/ 431800 w 1206500"/>
                  <a:gd name="connsiteY2" fmla="*/ 0 h 457200"/>
                  <a:gd name="connsiteX3" fmla="*/ 1206500 w 1206500"/>
                  <a:gd name="connsiteY3" fmla="*/ 0 h 457200"/>
                </a:gdLst>
                <a:ahLst/>
                <a:cxnLst>
                  <a:cxn ang="0">
                    <a:pos x="connsiteX0" y="connsiteY0"/>
                  </a:cxn>
                  <a:cxn ang="0">
                    <a:pos x="connsiteX1" y="connsiteY1"/>
                  </a:cxn>
                  <a:cxn ang="0">
                    <a:pos x="connsiteX2" y="connsiteY2"/>
                  </a:cxn>
                  <a:cxn ang="0">
                    <a:pos x="connsiteX3" y="connsiteY3"/>
                  </a:cxn>
                </a:cxnLst>
                <a:rect l="l" t="t" r="r" b="b"/>
                <a:pathLst>
                  <a:path w="1206500" h="457200">
                    <a:moveTo>
                      <a:pt x="0" y="457200"/>
                    </a:moveTo>
                    <a:lnTo>
                      <a:pt x="431800" y="457200"/>
                    </a:lnTo>
                    <a:lnTo>
                      <a:pt x="431800" y="0"/>
                    </a:lnTo>
                    <a:lnTo>
                      <a:pt x="1206500" y="0"/>
                    </a:lnTo>
                  </a:path>
                </a:pathLst>
              </a:custGeom>
              <a:ln w="19050">
                <a:solidFill>
                  <a:srgbClr val="657898"/>
                </a:solidFill>
                <a:prstDash val="sysDot"/>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000000"/>
                  </a:solidFill>
                  <a:effectLst/>
                  <a:uLnTx/>
                  <a:uFillTx/>
                  <a:latin typeface="Arial"/>
                  <a:ea typeface="Meiryo UI"/>
                  <a:cs typeface="+mn-cs"/>
                </a:endParaRPr>
              </a:p>
            </p:txBody>
          </p:sp>
          <p:pic>
            <p:nvPicPr>
              <p:cNvPr id="44" name="図 43" descr="グラフィカル ユーザー インターフェイス&#10;&#10;中程度の精度で自動的に生成された説明">
                <a:extLst>
                  <a:ext uri="{FF2B5EF4-FFF2-40B4-BE49-F238E27FC236}">
                    <a16:creationId xmlns:a16="http://schemas.microsoft.com/office/drawing/2014/main" id="{69C1BCB9-2B2D-CFA9-83DC-6D09D6523F54}"/>
                  </a:ext>
                </a:extLst>
              </p:cNvPr>
              <p:cNvPicPr>
                <a:picLocks noChangeAspect="1"/>
              </p:cNvPicPr>
              <p:nvPr/>
            </p:nvPicPr>
            <p:blipFill>
              <a:blip r:embed="rId12"/>
              <a:stretch>
                <a:fillRect/>
              </a:stretch>
            </p:blipFill>
            <p:spPr>
              <a:xfrm>
                <a:off x="5520227" y="4708468"/>
                <a:ext cx="537038" cy="981255"/>
              </a:xfrm>
              <a:prstGeom prst="rect">
                <a:avLst/>
              </a:prstGeom>
            </p:spPr>
          </p:pic>
          <p:pic>
            <p:nvPicPr>
              <p:cNvPr id="45" name="図 44" descr="レゴのキャラクター&#10;&#10;低い精度で自動的に生成された説明">
                <a:extLst>
                  <a:ext uri="{FF2B5EF4-FFF2-40B4-BE49-F238E27FC236}">
                    <a16:creationId xmlns:a16="http://schemas.microsoft.com/office/drawing/2014/main" id="{893904CB-BEF4-236E-5500-57710F76AE16}"/>
                  </a:ext>
                </a:extLst>
              </p:cNvPr>
              <p:cNvPicPr>
                <a:picLocks noChangeAspect="1"/>
              </p:cNvPicPr>
              <p:nvPr/>
            </p:nvPicPr>
            <p:blipFill>
              <a:blip r:embed="rId13"/>
              <a:stretch>
                <a:fillRect/>
              </a:stretch>
            </p:blipFill>
            <p:spPr>
              <a:xfrm>
                <a:off x="5479129" y="3604969"/>
                <a:ext cx="544647" cy="891240"/>
              </a:xfrm>
              <a:prstGeom prst="rect">
                <a:avLst/>
              </a:prstGeom>
            </p:spPr>
          </p:pic>
          <p:pic>
            <p:nvPicPr>
              <p:cNvPr id="46" name="図 45" descr="レゴのキャラクター&#10;&#10;低い精度で自動的に生成された説明">
                <a:extLst>
                  <a:ext uri="{FF2B5EF4-FFF2-40B4-BE49-F238E27FC236}">
                    <a16:creationId xmlns:a16="http://schemas.microsoft.com/office/drawing/2014/main" id="{D05A0EB4-8FA3-EBF6-B434-D21F2A792410}"/>
                  </a:ext>
                </a:extLst>
              </p:cNvPr>
              <p:cNvPicPr>
                <a:picLocks noChangeAspect="1"/>
              </p:cNvPicPr>
              <p:nvPr/>
            </p:nvPicPr>
            <p:blipFill>
              <a:blip r:embed="rId13"/>
              <a:stretch>
                <a:fillRect/>
              </a:stretch>
            </p:blipFill>
            <p:spPr>
              <a:xfrm>
                <a:off x="6351204" y="4191177"/>
                <a:ext cx="544647" cy="891240"/>
              </a:xfrm>
              <a:prstGeom prst="rect">
                <a:avLst/>
              </a:prstGeom>
            </p:spPr>
          </p:pic>
          <p:sp>
            <p:nvSpPr>
              <p:cNvPr id="47" name="テキスト ボックス 46">
                <a:extLst>
                  <a:ext uri="{FF2B5EF4-FFF2-40B4-BE49-F238E27FC236}">
                    <a16:creationId xmlns:a16="http://schemas.microsoft.com/office/drawing/2014/main" id="{9FA651B9-BFC7-2361-7782-386A62155C22}"/>
                  </a:ext>
                </a:extLst>
              </p:cNvPr>
              <p:cNvSpPr txBox="1"/>
              <p:nvPr/>
            </p:nvSpPr>
            <p:spPr>
              <a:xfrm>
                <a:off x="4744143" y="4390624"/>
                <a:ext cx="2099570" cy="200262"/>
              </a:xfrm>
              <a:prstGeom prst="rect">
                <a:avLst/>
              </a:prstGeom>
              <a:noFill/>
            </p:spPr>
            <p:txBody>
              <a:bodyPr wrap="non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kumimoji="1" lang="ja-JP" altLang="en-US" sz="1600" b="1" i="0" u="none" strike="noStrike" kern="1200" cap="none" spc="0" normalizeH="0" baseline="0" noProof="0">
                    <a:ln>
                      <a:noFill/>
                    </a:ln>
                    <a:solidFill>
                      <a:srgbClr val="000000"/>
                    </a:solidFill>
                    <a:effectLst/>
                    <a:uLnTx/>
                    <a:uFillTx/>
                    <a:latin typeface="BIZ UDPGothic" panose="020B0400000000000000" pitchFamily="34" charset="-128"/>
                    <a:ea typeface="BIZ UDPGothic" panose="020B0400000000000000" pitchFamily="34" charset="-128"/>
                    <a:cs typeface="+mn-cs"/>
                  </a:rPr>
                  <a:t>デジタルワーカー</a:t>
                </a:r>
                <a:endParaRPr kumimoji="1" lang="ja-JP" altLang="en-US" sz="400" b="1" i="0" u="none" strike="noStrike" kern="1200" cap="none" spc="0" normalizeH="0" baseline="0" noProof="0">
                  <a:ln>
                    <a:noFill/>
                  </a:ln>
                  <a:solidFill>
                    <a:srgbClr val="000000"/>
                  </a:solidFill>
                  <a:effectLst/>
                  <a:uLnTx/>
                  <a:uFillTx/>
                  <a:latin typeface="BIZ UDPGothic" panose="020B0400000000000000" pitchFamily="34" charset="-128"/>
                  <a:ea typeface="BIZ UDPGothic" panose="020B0400000000000000" pitchFamily="34" charset="-128"/>
                  <a:cs typeface="+mn-cs"/>
                </a:endParaRPr>
              </a:p>
            </p:txBody>
          </p:sp>
          <mc:AlternateContent xmlns:mc="http://schemas.openxmlformats.org/markup-compatibility/2006" xmlns:p14="http://schemas.microsoft.com/office/powerpoint/2010/main">
            <mc:Choice Requires="p14">
              <p:contentPart p14:bwMode="auto" r:id="rId14">
                <p14:nvContentPartPr>
                  <p14:cNvPr id="48" name="インク 47">
                    <a:extLst>
                      <a:ext uri="{FF2B5EF4-FFF2-40B4-BE49-F238E27FC236}">
                        <a16:creationId xmlns:a16="http://schemas.microsoft.com/office/drawing/2014/main" id="{31A3E5A5-5444-FD01-29A0-C16398571486}"/>
                      </a:ext>
                    </a:extLst>
                  </p14:cNvPr>
                  <p14:cNvContentPartPr/>
                  <p14:nvPr/>
                </p14:nvContentPartPr>
                <p14:xfrm>
                  <a:off x="5788984" y="4700985"/>
                  <a:ext cx="270" cy="270"/>
                </p14:xfrm>
              </p:contentPart>
            </mc:Choice>
            <mc:Fallback xmlns="">
              <p:pic>
                <p:nvPicPr>
                  <p:cNvPr id="47" name="インク 46">
                    <a:extLst>
                      <a:ext uri="{FF2B5EF4-FFF2-40B4-BE49-F238E27FC236}">
                        <a16:creationId xmlns:a16="http://schemas.microsoft.com/office/drawing/2014/main" id="{B17EEE50-0819-40EE-AA53-816769552FAD}"/>
                      </a:ext>
                    </a:extLst>
                  </p:cNvPr>
                  <p:cNvPicPr/>
                  <p:nvPr/>
                </p:nvPicPr>
                <p:blipFill>
                  <a:blip r:embed="rId16"/>
                  <a:stretch>
                    <a:fillRect/>
                  </a:stretch>
                </p:blipFill>
                <p:spPr>
                  <a:xfrm>
                    <a:off x="5785744" y="4697745"/>
                    <a:ext cx="6750" cy="675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49" name="インク 48">
                    <a:extLst>
                      <a:ext uri="{FF2B5EF4-FFF2-40B4-BE49-F238E27FC236}">
                        <a16:creationId xmlns:a16="http://schemas.microsoft.com/office/drawing/2014/main" id="{3691CD30-7006-1C7C-EDC2-3CA9663ABB7F}"/>
                      </a:ext>
                    </a:extLst>
                  </p14:cNvPr>
                  <p14:cNvContentPartPr/>
                  <p14:nvPr/>
                </p14:nvContentPartPr>
                <p14:xfrm>
                  <a:off x="5779518" y="4727491"/>
                  <a:ext cx="11360" cy="3516"/>
                </p14:xfrm>
              </p:contentPart>
            </mc:Choice>
            <mc:Fallback xmlns="">
              <p:pic>
                <p:nvPicPr>
                  <p:cNvPr id="48" name="インク 47">
                    <a:extLst>
                      <a:ext uri="{FF2B5EF4-FFF2-40B4-BE49-F238E27FC236}">
                        <a16:creationId xmlns:a16="http://schemas.microsoft.com/office/drawing/2014/main" id="{4B6F5BE3-06DA-43FC-BB18-7FE245565D20}"/>
                      </a:ext>
                    </a:extLst>
                  </p:cNvPr>
                  <p:cNvPicPr/>
                  <p:nvPr/>
                </p:nvPicPr>
                <p:blipFill>
                  <a:blip r:embed="rId18"/>
                  <a:stretch>
                    <a:fillRect/>
                  </a:stretch>
                </p:blipFill>
                <p:spPr>
                  <a:xfrm>
                    <a:off x="5776023" y="4723975"/>
                    <a:ext cx="18351" cy="10548"/>
                  </a:xfrm>
                  <a:prstGeom prst="rect">
                    <a:avLst/>
                  </a:prstGeom>
                </p:spPr>
              </p:pic>
            </mc:Fallback>
          </mc:AlternateContent>
          <p:sp>
            <p:nvSpPr>
              <p:cNvPr id="50" name="フリーフォーム 62">
                <a:extLst>
                  <a:ext uri="{FF2B5EF4-FFF2-40B4-BE49-F238E27FC236}">
                    <a16:creationId xmlns:a16="http://schemas.microsoft.com/office/drawing/2014/main" id="{6BB0683D-A302-3DF7-D75D-7B6FDBDA2AAD}"/>
                  </a:ext>
                </a:extLst>
              </p:cNvPr>
              <p:cNvSpPr/>
              <p:nvPr/>
            </p:nvSpPr>
            <p:spPr>
              <a:xfrm>
                <a:off x="4478011" y="4125305"/>
                <a:ext cx="906461" cy="442265"/>
              </a:xfrm>
              <a:custGeom>
                <a:avLst/>
                <a:gdLst>
                  <a:gd name="connsiteX0" fmla="*/ 0 w 1206500"/>
                  <a:gd name="connsiteY0" fmla="*/ 457200 h 457200"/>
                  <a:gd name="connsiteX1" fmla="*/ 431800 w 1206500"/>
                  <a:gd name="connsiteY1" fmla="*/ 457200 h 457200"/>
                  <a:gd name="connsiteX2" fmla="*/ 431800 w 1206500"/>
                  <a:gd name="connsiteY2" fmla="*/ 0 h 457200"/>
                  <a:gd name="connsiteX3" fmla="*/ 1206500 w 1206500"/>
                  <a:gd name="connsiteY3" fmla="*/ 0 h 457200"/>
                </a:gdLst>
                <a:ahLst/>
                <a:cxnLst>
                  <a:cxn ang="0">
                    <a:pos x="connsiteX0" y="connsiteY0"/>
                  </a:cxn>
                  <a:cxn ang="0">
                    <a:pos x="connsiteX1" y="connsiteY1"/>
                  </a:cxn>
                  <a:cxn ang="0">
                    <a:pos x="connsiteX2" y="connsiteY2"/>
                  </a:cxn>
                  <a:cxn ang="0">
                    <a:pos x="connsiteX3" y="connsiteY3"/>
                  </a:cxn>
                </a:cxnLst>
                <a:rect l="l" t="t" r="r" b="b"/>
                <a:pathLst>
                  <a:path w="1206500" h="457200">
                    <a:moveTo>
                      <a:pt x="0" y="457200"/>
                    </a:moveTo>
                    <a:lnTo>
                      <a:pt x="431800" y="457200"/>
                    </a:lnTo>
                    <a:lnTo>
                      <a:pt x="431800" y="0"/>
                    </a:lnTo>
                    <a:lnTo>
                      <a:pt x="1206500" y="0"/>
                    </a:lnTo>
                  </a:path>
                </a:pathLst>
              </a:custGeom>
              <a:ln w="19050">
                <a:solidFill>
                  <a:srgbClr val="657898"/>
                </a:solidFill>
                <a:prstDash val="sysDot"/>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000000"/>
                  </a:solidFill>
                  <a:effectLst/>
                  <a:uLnTx/>
                  <a:uFillTx/>
                  <a:latin typeface="Arial"/>
                  <a:ea typeface="Meiryo UI"/>
                  <a:cs typeface="+mn-cs"/>
                </a:endParaRPr>
              </a:p>
            </p:txBody>
          </p:sp>
          <p:sp>
            <p:nvSpPr>
              <p:cNvPr id="51" name="フリーフォーム 127">
                <a:extLst>
                  <a:ext uri="{FF2B5EF4-FFF2-40B4-BE49-F238E27FC236}">
                    <a16:creationId xmlns:a16="http://schemas.microsoft.com/office/drawing/2014/main" id="{E018A954-2CBD-752F-22E9-F93470BA9428}"/>
                  </a:ext>
                </a:extLst>
              </p:cNvPr>
              <p:cNvSpPr/>
              <p:nvPr/>
            </p:nvSpPr>
            <p:spPr>
              <a:xfrm flipV="1">
                <a:off x="4461463" y="4673221"/>
                <a:ext cx="1607749" cy="34349"/>
              </a:xfrm>
              <a:custGeom>
                <a:avLst/>
                <a:gdLst>
                  <a:gd name="connsiteX0" fmla="*/ 0 w 2057400"/>
                  <a:gd name="connsiteY0" fmla="*/ 0 h 0"/>
                  <a:gd name="connsiteX1" fmla="*/ 2057400 w 2057400"/>
                  <a:gd name="connsiteY1" fmla="*/ 0 h 0"/>
                </a:gdLst>
                <a:ahLst/>
                <a:cxnLst>
                  <a:cxn ang="0">
                    <a:pos x="connsiteX0" y="connsiteY0"/>
                  </a:cxn>
                  <a:cxn ang="0">
                    <a:pos x="connsiteX1" y="connsiteY1"/>
                  </a:cxn>
                </a:cxnLst>
                <a:rect l="l" t="t" r="r" b="b"/>
                <a:pathLst>
                  <a:path w="2057400">
                    <a:moveTo>
                      <a:pt x="0" y="0"/>
                    </a:moveTo>
                    <a:lnTo>
                      <a:pt x="2057400" y="0"/>
                    </a:lnTo>
                  </a:path>
                </a:pathLst>
              </a:custGeom>
              <a:ln w="19050">
                <a:solidFill>
                  <a:srgbClr val="657898"/>
                </a:solidFill>
                <a:prstDash val="sysDot"/>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000000"/>
                  </a:solidFill>
                  <a:effectLst/>
                  <a:uLnTx/>
                  <a:uFillTx/>
                  <a:latin typeface="Arial"/>
                  <a:ea typeface="Meiryo UI"/>
                  <a:cs typeface="+mn-cs"/>
                </a:endParaRPr>
              </a:p>
            </p:txBody>
          </p:sp>
          <p:sp>
            <p:nvSpPr>
              <p:cNvPr id="52" name="テキスト ボックス 51">
                <a:extLst>
                  <a:ext uri="{FF2B5EF4-FFF2-40B4-BE49-F238E27FC236}">
                    <a16:creationId xmlns:a16="http://schemas.microsoft.com/office/drawing/2014/main" id="{72D48873-E4F5-5DDF-2E85-CCA1A3307B90}"/>
                  </a:ext>
                </a:extLst>
              </p:cNvPr>
              <p:cNvSpPr txBox="1"/>
              <p:nvPr/>
            </p:nvSpPr>
            <p:spPr>
              <a:xfrm>
                <a:off x="2837927" y="2788722"/>
                <a:ext cx="233513" cy="308643"/>
              </a:xfrm>
              <a:prstGeom prst="rect">
                <a:avLst/>
              </a:prstGeom>
              <a:noFill/>
              <a:effectLst/>
            </p:spPr>
            <p:txBody>
              <a:bodyPr wrap="none" lIns="0" rIns="0" rtlCol="0">
                <a:noAutofit/>
              </a:bodyPr>
              <a:lstStyle/>
              <a:p>
                <a:pPr marL="0" marR="0" lvl="0" indent="0" algn="ctr" defTabSz="288000" rtl="0" eaLnBrk="1" fontAlgn="auto" latinLnBrk="0" hangingPunct="1">
                  <a:lnSpc>
                    <a:spcPct val="110000"/>
                  </a:lnSpc>
                  <a:spcBef>
                    <a:spcPts val="0"/>
                  </a:spcBef>
                  <a:spcAft>
                    <a:spcPts val="0"/>
                  </a:spcAft>
                  <a:buClrTx/>
                  <a:buSzTx/>
                  <a:buFontTx/>
                  <a:buNone/>
                  <a:tabLst/>
                  <a:defRPr/>
                </a:pPr>
                <a:r>
                  <a:rPr kumimoji="1" lang="ja-JP" altLang="en-US" sz="1600" b="1" i="0" u="none" strike="noStrike" kern="1200" cap="none" spc="0" normalizeH="0" baseline="0" noProof="0">
                    <a:ln>
                      <a:noFill/>
                    </a:ln>
                    <a:solidFill>
                      <a:srgbClr val="000000"/>
                    </a:solidFill>
                    <a:effectLst>
                      <a:glow rad="101600">
                        <a:srgbClr val="FFFFFF">
                          <a:alpha val="41000"/>
                        </a:srgbClr>
                      </a:glow>
                    </a:effectLst>
                    <a:uLnTx/>
                    <a:uFillTx/>
                    <a:latin typeface="BIZ UDPGothic" panose="020B0400000000000000" pitchFamily="34" charset="-128"/>
                    <a:ea typeface="BIZ UDPGothic" panose="020B0400000000000000" pitchFamily="34" charset="-128"/>
                    <a:cs typeface="+mn-cs"/>
                  </a:rPr>
                  <a:t>経理特化</a:t>
                </a:r>
                <a:br>
                  <a:rPr kumimoji="1" lang="en-US" altLang="ja-JP" sz="1600" b="1" i="0" u="none" strike="noStrike" kern="1200" cap="none" spc="0" normalizeH="0" baseline="0" noProof="0">
                    <a:ln>
                      <a:noFill/>
                    </a:ln>
                    <a:solidFill>
                      <a:srgbClr val="000000"/>
                    </a:solidFill>
                    <a:effectLst>
                      <a:glow rad="101600">
                        <a:srgbClr val="FFFFFF">
                          <a:alpha val="41000"/>
                        </a:srgbClr>
                      </a:glow>
                    </a:effectLst>
                    <a:uLnTx/>
                    <a:uFillTx/>
                    <a:latin typeface="BIZ UDPGothic" panose="020B0400000000000000" pitchFamily="34" charset="-128"/>
                    <a:ea typeface="BIZ UDPGothic" panose="020B0400000000000000" pitchFamily="34" charset="-128"/>
                    <a:cs typeface="+mn-cs"/>
                  </a:rPr>
                </a:br>
                <a:r>
                  <a:rPr kumimoji="1" lang="ja-JP" altLang="en-US" sz="1600" b="1" i="0" u="none" strike="noStrike" kern="1200" cap="none" spc="0" normalizeH="0" baseline="0" noProof="0">
                    <a:ln>
                      <a:noFill/>
                    </a:ln>
                    <a:solidFill>
                      <a:srgbClr val="000000"/>
                    </a:solidFill>
                    <a:effectLst>
                      <a:glow rad="101600">
                        <a:srgbClr val="FFFFFF">
                          <a:alpha val="41000"/>
                        </a:srgbClr>
                      </a:glow>
                    </a:effectLst>
                    <a:uLnTx/>
                    <a:uFillTx/>
                    <a:latin typeface="BIZ UDPGothic" panose="020B0400000000000000" pitchFamily="34" charset="-128"/>
                    <a:ea typeface="BIZ UDPGothic" panose="020B0400000000000000" pitchFamily="34" charset="-128"/>
                    <a:cs typeface="+mn-cs"/>
                  </a:rPr>
                  <a:t>エージェント</a:t>
                </a:r>
                <a:endParaRPr kumimoji="1" lang="en-US" altLang="ja-JP" sz="1600" b="1" i="0" u="none" strike="noStrike" kern="1200" cap="none" spc="0" normalizeH="0" baseline="0" noProof="0">
                  <a:ln>
                    <a:noFill/>
                  </a:ln>
                  <a:solidFill>
                    <a:srgbClr val="000000"/>
                  </a:solidFill>
                  <a:effectLst>
                    <a:glow rad="101600">
                      <a:srgbClr val="FFFFFF">
                        <a:alpha val="41000"/>
                      </a:srgbClr>
                    </a:glow>
                  </a:effectLst>
                  <a:uLnTx/>
                  <a:uFillTx/>
                  <a:latin typeface="BIZ UDPGothic" panose="020B0400000000000000" pitchFamily="34" charset="-128"/>
                  <a:ea typeface="BIZ UDPGothic" panose="020B0400000000000000" pitchFamily="34" charset="-128"/>
                  <a:cs typeface="+mn-cs"/>
                </a:endParaRPr>
              </a:p>
              <a:p>
                <a:pPr marL="0" marR="0" lvl="0" indent="0" algn="ctr" defTabSz="288000" rtl="0" eaLnBrk="1" fontAlgn="auto" latinLnBrk="0" hangingPunct="1">
                  <a:lnSpc>
                    <a:spcPct val="110000"/>
                  </a:lnSpc>
                  <a:spcBef>
                    <a:spcPts val="0"/>
                  </a:spcBef>
                  <a:spcAft>
                    <a:spcPts val="0"/>
                  </a:spcAft>
                  <a:buClrTx/>
                  <a:buSzTx/>
                  <a:buFontTx/>
                  <a:buNone/>
                  <a:tabLst/>
                  <a:defRPr/>
                </a:pPr>
                <a:r>
                  <a:rPr kumimoji="1" lang="en" altLang="ja-JP" sz="900" b="1" i="0" u="none" strike="noStrike" kern="1200" cap="none" spc="0" normalizeH="0" baseline="0" noProof="0">
                    <a:ln>
                      <a:noFill/>
                    </a:ln>
                    <a:solidFill>
                      <a:srgbClr val="000000"/>
                    </a:solidFill>
                    <a:effectLst>
                      <a:glow rad="101600">
                        <a:srgbClr val="FFFFFF">
                          <a:alpha val="41000"/>
                        </a:srgbClr>
                      </a:glow>
                    </a:effectLst>
                    <a:uLnTx/>
                    <a:uFillTx/>
                    <a:latin typeface="BIZ UDPGothic" panose="020B0400000000000000" pitchFamily="34" charset="-128"/>
                    <a:ea typeface="BIZ UDPGothic" panose="020B0400000000000000" pitchFamily="34" charset="-128"/>
                    <a:cs typeface="+mn-cs"/>
                  </a:rPr>
                  <a:t>accounting</a:t>
                </a:r>
                <a:endParaRPr kumimoji="1" lang="ja-JP" altLang="en-US" sz="900" b="1" i="0" u="none" strike="noStrike" kern="1200" cap="none" spc="0" normalizeH="0" baseline="0" noProof="0">
                  <a:ln>
                    <a:noFill/>
                  </a:ln>
                  <a:solidFill>
                    <a:srgbClr val="000000"/>
                  </a:solidFill>
                  <a:effectLst>
                    <a:glow rad="101600">
                      <a:srgbClr val="FFFFFF">
                        <a:alpha val="41000"/>
                      </a:srgbClr>
                    </a:glow>
                  </a:effectLst>
                  <a:uLnTx/>
                  <a:uFillTx/>
                  <a:latin typeface="BIZ UDPGothic" panose="020B0400000000000000" pitchFamily="34" charset="-128"/>
                  <a:ea typeface="BIZ UDPGothic" panose="020B0400000000000000" pitchFamily="34" charset="-128"/>
                  <a:cs typeface="+mn-cs"/>
                </a:endParaRPr>
              </a:p>
            </p:txBody>
          </p:sp>
          <p:sp>
            <p:nvSpPr>
              <p:cNvPr id="53" name="テキスト ボックス 52">
                <a:extLst>
                  <a:ext uri="{FF2B5EF4-FFF2-40B4-BE49-F238E27FC236}">
                    <a16:creationId xmlns:a16="http://schemas.microsoft.com/office/drawing/2014/main" id="{18CF2C70-AC15-FB39-4CAE-A237F33862A7}"/>
                  </a:ext>
                </a:extLst>
              </p:cNvPr>
              <p:cNvSpPr txBox="1"/>
              <p:nvPr/>
            </p:nvSpPr>
            <p:spPr>
              <a:xfrm>
                <a:off x="4283152" y="2788722"/>
                <a:ext cx="233513" cy="308643"/>
              </a:xfrm>
              <a:prstGeom prst="rect">
                <a:avLst/>
              </a:prstGeom>
              <a:noFill/>
              <a:effectLst/>
            </p:spPr>
            <p:txBody>
              <a:bodyPr wrap="none" lIns="0" rIns="0" rtlCol="0">
                <a:noAutofit/>
              </a:bodyPr>
              <a:lstStyle/>
              <a:p>
                <a:pPr marL="0" marR="0" lvl="0" indent="0" algn="ctr" defTabSz="288000" rtl="0" eaLnBrk="1" fontAlgn="auto" latinLnBrk="0" hangingPunct="1">
                  <a:lnSpc>
                    <a:spcPct val="110000"/>
                  </a:lnSpc>
                  <a:spcBef>
                    <a:spcPts val="0"/>
                  </a:spcBef>
                  <a:spcAft>
                    <a:spcPts val="0"/>
                  </a:spcAft>
                  <a:buClrTx/>
                  <a:buSzTx/>
                  <a:buFontTx/>
                  <a:buNone/>
                  <a:tabLst/>
                  <a:defRPr/>
                </a:pPr>
                <a:r>
                  <a:rPr kumimoji="1" lang="ja-JP" altLang="en-US" sz="1600" b="1" i="0" u="none" strike="noStrike" kern="1200" cap="none" spc="0" normalizeH="0" baseline="0" noProof="0">
                    <a:ln>
                      <a:noFill/>
                    </a:ln>
                    <a:solidFill>
                      <a:srgbClr val="000000"/>
                    </a:solidFill>
                    <a:effectLst>
                      <a:glow rad="101600">
                        <a:srgbClr val="FFFFFF">
                          <a:alpha val="41000"/>
                        </a:srgbClr>
                      </a:glow>
                    </a:effectLst>
                    <a:uLnTx/>
                    <a:uFillTx/>
                    <a:latin typeface="BIZ UDPGothic" panose="020B0400000000000000" pitchFamily="34" charset="-128"/>
                    <a:ea typeface="BIZ UDPGothic" panose="020B0400000000000000" pitchFamily="34" charset="-128"/>
                    <a:cs typeface="+mn-cs"/>
                  </a:rPr>
                  <a:t>法務特化</a:t>
                </a:r>
                <a:br>
                  <a:rPr kumimoji="1" lang="en-US" altLang="ja-JP" sz="1600" b="1" i="0" u="none" strike="noStrike" kern="1200" cap="none" spc="0" normalizeH="0" baseline="0" noProof="0">
                    <a:ln>
                      <a:noFill/>
                    </a:ln>
                    <a:solidFill>
                      <a:srgbClr val="000000"/>
                    </a:solidFill>
                    <a:effectLst>
                      <a:glow rad="101600">
                        <a:srgbClr val="FFFFFF">
                          <a:alpha val="41000"/>
                        </a:srgbClr>
                      </a:glow>
                    </a:effectLst>
                    <a:uLnTx/>
                    <a:uFillTx/>
                    <a:latin typeface="BIZ UDPGothic" panose="020B0400000000000000" pitchFamily="34" charset="-128"/>
                    <a:ea typeface="BIZ UDPGothic" panose="020B0400000000000000" pitchFamily="34" charset="-128"/>
                    <a:cs typeface="+mn-cs"/>
                  </a:rPr>
                </a:br>
                <a:r>
                  <a:rPr kumimoji="1" lang="ja-JP" altLang="en-US" sz="1600" b="1" i="0" u="none" strike="noStrike" kern="1200" cap="none" spc="0" normalizeH="0" baseline="0" noProof="0">
                    <a:ln>
                      <a:noFill/>
                    </a:ln>
                    <a:solidFill>
                      <a:srgbClr val="000000"/>
                    </a:solidFill>
                    <a:effectLst>
                      <a:glow rad="101600">
                        <a:srgbClr val="FFFFFF">
                          <a:alpha val="41000"/>
                        </a:srgbClr>
                      </a:glow>
                    </a:effectLst>
                    <a:uLnTx/>
                    <a:uFillTx/>
                    <a:latin typeface="BIZ UDPGothic" panose="020B0400000000000000" pitchFamily="34" charset="-128"/>
                    <a:ea typeface="BIZ UDPGothic" panose="020B0400000000000000" pitchFamily="34" charset="-128"/>
                    <a:cs typeface="+mn-cs"/>
                  </a:rPr>
                  <a:t>エージェント</a:t>
                </a:r>
                <a:endParaRPr kumimoji="1" lang="en-US" altLang="ja-JP" sz="1600" b="1" i="0" u="none" strike="noStrike" kern="1200" cap="none" spc="0" normalizeH="0" baseline="0" noProof="0">
                  <a:ln>
                    <a:noFill/>
                  </a:ln>
                  <a:solidFill>
                    <a:srgbClr val="000000"/>
                  </a:solidFill>
                  <a:effectLst>
                    <a:glow rad="101600">
                      <a:srgbClr val="FFFFFF">
                        <a:alpha val="41000"/>
                      </a:srgbClr>
                    </a:glow>
                  </a:effectLst>
                  <a:uLnTx/>
                  <a:uFillTx/>
                  <a:latin typeface="BIZ UDPGothic" panose="020B0400000000000000" pitchFamily="34" charset="-128"/>
                  <a:ea typeface="BIZ UDPGothic" panose="020B0400000000000000" pitchFamily="34" charset="-128"/>
                  <a:cs typeface="+mn-cs"/>
                </a:endParaRPr>
              </a:p>
              <a:p>
                <a:pPr marL="0" marR="0" lvl="0" indent="0" algn="ctr" defTabSz="288000" rtl="0" eaLnBrk="1" fontAlgn="auto" latinLnBrk="0" hangingPunct="1">
                  <a:lnSpc>
                    <a:spcPct val="110000"/>
                  </a:lnSpc>
                  <a:spcBef>
                    <a:spcPts val="0"/>
                  </a:spcBef>
                  <a:spcAft>
                    <a:spcPts val="0"/>
                  </a:spcAft>
                  <a:buClrTx/>
                  <a:buSzTx/>
                  <a:buFontTx/>
                  <a:buNone/>
                  <a:tabLst/>
                  <a:defRPr/>
                </a:pPr>
                <a:r>
                  <a:rPr kumimoji="1" lang="en" altLang="ja-JP" sz="900" b="1" i="0" u="none" strike="noStrike" kern="1200" cap="none" spc="0" normalizeH="0" baseline="0" noProof="0">
                    <a:ln>
                      <a:noFill/>
                    </a:ln>
                    <a:solidFill>
                      <a:srgbClr val="000000"/>
                    </a:solidFill>
                    <a:effectLst>
                      <a:glow rad="101600">
                        <a:srgbClr val="FFFFFF">
                          <a:alpha val="41000"/>
                        </a:srgbClr>
                      </a:glow>
                    </a:effectLst>
                    <a:uLnTx/>
                    <a:uFillTx/>
                    <a:latin typeface="BIZ UDPGothic" panose="020B0400000000000000" pitchFamily="34" charset="-128"/>
                    <a:ea typeface="BIZ UDPGothic" panose="020B0400000000000000" pitchFamily="34" charset="-128"/>
                    <a:cs typeface="+mn-cs"/>
                  </a:rPr>
                  <a:t>legal</a:t>
                </a:r>
                <a:endParaRPr kumimoji="1" lang="ja-JP" altLang="en-US" sz="900" b="1" i="0" u="none" strike="noStrike" kern="1200" cap="none" spc="0" normalizeH="0" baseline="0" noProof="0">
                  <a:ln>
                    <a:noFill/>
                  </a:ln>
                  <a:solidFill>
                    <a:srgbClr val="000000"/>
                  </a:solidFill>
                  <a:effectLst>
                    <a:glow rad="101600">
                      <a:srgbClr val="FFFFFF">
                        <a:alpha val="41000"/>
                      </a:srgbClr>
                    </a:glow>
                  </a:effectLst>
                  <a:uLnTx/>
                  <a:uFillTx/>
                  <a:latin typeface="BIZ UDPGothic" panose="020B0400000000000000" pitchFamily="34" charset="-128"/>
                  <a:ea typeface="BIZ UDPGothic" panose="020B0400000000000000" pitchFamily="34" charset="-128"/>
                  <a:cs typeface="+mn-cs"/>
                </a:endParaRPr>
              </a:p>
            </p:txBody>
          </p:sp>
          <p:sp>
            <p:nvSpPr>
              <p:cNvPr id="54" name="テキスト ボックス 53">
                <a:extLst>
                  <a:ext uri="{FF2B5EF4-FFF2-40B4-BE49-F238E27FC236}">
                    <a16:creationId xmlns:a16="http://schemas.microsoft.com/office/drawing/2014/main" id="{AAFA41C3-D566-6A5F-8B76-96FDB7FF917D}"/>
                  </a:ext>
                </a:extLst>
              </p:cNvPr>
              <p:cNvSpPr txBox="1"/>
              <p:nvPr/>
            </p:nvSpPr>
            <p:spPr>
              <a:xfrm>
                <a:off x="5621222" y="2788722"/>
                <a:ext cx="233513" cy="308643"/>
              </a:xfrm>
              <a:prstGeom prst="rect">
                <a:avLst/>
              </a:prstGeom>
              <a:noFill/>
              <a:effectLst/>
            </p:spPr>
            <p:txBody>
              <a:bodyPr wrap="none" lIns="0" rIns="0" rtlCol="0">
                <a:noAutofit/>
              </a:bodyPr>
              <a:lstStyle/>
              <a:p>
                <a:pPr marL="0" marR="0" lvl="0" indent="0" algn="ctr" defTabSz="288000" rtl="0" eaLnBrk="1" fontAlgn="auto" latinLnBrk="0" hangingPunct="1">
                  <a:lnSpc>
                    <a:spcPct val="110000"/>
                  </a:lnSpc>
                  <a:spcBef>
                    <a:spcPts val="0"/>
                  </a:spcBef>
                  <a:spcAft>
                    <a:spcPts val="0"/>
                  </a:spcAft>
                  <a:buClrTx/>
                  <a:buSzTx/>
                  <a:buFontTx/>
                  <a:buNone/>
                  <a:tabLst/>
                  <a:defRPr/>
                </a:pPr>
                <a:r>
                  <a:rPr kumimoji="1" lang="ja-JP" altLang="en-US" sz="1600" b="1" i="0" u="none" strike="noStrike" kern="1200" cap="none" spc="0" normalizeH="0" baseline="0" noProof="0">
                    <a:ln>
                      <a:noFill/>
                    </a:ln>
                    <a:solidFill>
                      <a:srgbClr val="000000"/>
                    </a:solidFill>
                    <a:effectLst>
                      <a:glow rad="101600">
                        <a:srgbClr val="FFFFFF">
                          <a:alpha val="41000"/>
                        </a:srgbClr>
                      </a:glow>
                    </a:effectLst>
                    <a:uLnTx/>
                    <a:uFillTx/>
                    <a:latin typeface="BIZ UDPGothic" panose="020B0400000000000000" pitchFamily="34" charset="-128"/>
                    <a:ea typeface="BIZ UDPGothic" panose="020B0400000000000000" pitchFamily="34" charset="-128"/>
                    <a:cs typeface="+mn-cs"/>
                  </a:rPr>
                  <a:t>営業特化</a:t>
                </a:r>
                <a:br>
                  <a:rPr kumimoji="1" lang="en-US" altLang="ja-JP" sz="1600" b="1" i="0" u="none" strike="noStrike" kern="1200" cap="none" spc="0" normalizeH="0" baseline="0" noProof="0">
                    <a:ln>
                      <a:noFill/>
                    </a:ln>
                    <a:solidFill>
                      <a:srgbClr val="000000"/>
                    </a:solidFill>
                    <a:effectLst>
                      <a:glow rad="101600">
                        <a:srgbClr val="FFFFFF">
                          <a:alpha val="41000"/>
                        </a:srgbClr>
                      </a:glow>
                    </a:effectLst>
                    <a:uLnTx/>
                    <a:uFillTx/>
                    <a:latin typeface="BIZ UDPGothic" panose="020B0400000000000000" pitchFamily="34" charset="-128"/>
                    <a:ea typeface="BIZ UDPGothic" panose="020B0400000000000000" pitchFamily="34" charset="-128"/>
                    <a:cs typeface="+mn-cs"/>
                  </a:rPr>
                </a:br>
                <a:r>
                  <a:rPr kumimoji="1" lang="ja-JP" altLang="en-US" sz="1600" b="1" i="0" u="none" strike="noStrike" kern="1200" cap="none" spc="0" normalizeH="0" baseline="0" noProof="0">
                    <a:ln>
                      <a:noFill/>
                    </a:ln>
                    <a:solidFill>
                      <a:srgbClr val="000000"/>
                    </a:solidFill>
                    <a:effectLst>
                      <a:glow rad="101600">
                        <a:srgbClr val="FFFFFF">
                          <a:alpha val="41000"/>
                        </a:srgbClr>
                      </a:glow>
                    </a:effectLst>
                    <a:uLnTx/>
                    <a:uFillTx/>
                    <a:latin typeface="BIZ UDPGothic" panose="020B0400000000000000" pitchFamily="34" charset="-128"/>
                    <a:ea typeface="BIZ UDPGothic" panose="020B0400000000000000" pitchFamily="34" charset="-128"/>
                    <a:cs typeface="+mn-cs"/>
                  </a:rPr>
                  <a:t>エージェント</a:t>
                </a:r>
                <a:endParaRPr kumimoji="1" lang="en-US" altLang="ja-JP" sz="1600" b="1" i="0" u="none" strike="noStrike" kern="1200" cap="none" spc="0" normalizeH="0" baseline="0" noProof="0">
                  <a:ln>
                    <a:noFill/>
                  </a:ln>
                  <a:solidFill>
                    <a:srgbClr val="000000"/>
                  </a:solidFill>
                  <a:effectLst>
                    <a:glow rad="101600">
                      <a:srgbClr val="FFFFFF">
                        <a:alpha val="41000"/>
                      </a:srgbClr>
                    </a:glow>
                  </a:effectLst>
                  <a:uLnTx/>
                  <a:uFillTx/>
                  <a:latin typeface="BIZ UDPGothic" panose="020B0400000000000000" pitchFamily="34" charset="-128"/>
                  <a:ea typeface="BIZ UDPGothic" panose="020B0400000000000000" pitchFamily="34" charset="-128"/>
                  <a:cs typeface="+mn-cs"/>
                </a:endParaRPr>
              </a:p>
              <a:p>
                <a:pPr marL="0" marR="0" lvl="0" indent="0" algn="ctr" defTabSz="288000" rtl="0" eaLnBrk="1" fontAlgn="auto" latinLnBrk="0" hangingPunct="1">
                  <a:lnSpc>
                    <a:spcPct val="110000"/>
                  </a:lnSpc>
                  <a:spcBef>
                    <a:spcPts val="0"/>
                  </a:spcBef>
                  <a:spcAft>
                    <a:spcPts val="0"/>
                  </a:spcAft>
                  <a:buClrTx/>
                  <a:buSzTx/>
                  <a:buFontTx/>
                  <a:buNone/>
                  <a:tabLst/>
                  <a:defRPr/>
                </a:pPr>
                <a:r>
                  <a:rPr kumimoji="1" lang="en-US" altLang="ja-JP" sz="900" b="1" i="0" u="none" strike="noStrike" kern="1200" cap="none" spc="0" normalizeH="0" baseline="0" noProof="0">
                    <a:ln>
                      <a:noFill/>
                    </a:ln>
                    <a:solidFill>
                      <a:srgbClr val="000000"/>
                    </a:solidFill>
                    <a:effectLst>
                      <a:glow rad="101600">
                        <a:srgbClr val="FFFFFF">
                          <a:alpha val="41000"/>
                        </a:srgbClr>
                      </a:glow>
                    </a:effectLst>
                    <a:uLnTx/>
                    <a:uFillTx/>
                    <a:latin typeface="BIZ UDPGothic" panose="020B0400000000000000" pitchFamily="34" charset="-128"/>
                    <a:ea typeface="BIZ UDPGothic" panose="020B0400000000000000" pitchFamily="34" charset="-128"/>
                    <a:cs typeface="+mn-cs"/>
                  </a:rPr>
                  <a:t>Sales</a:t>
                </a:r>
                <a:endParaRPr kumimoji="1" lang="ja-JP" altLang="en-US" sz="900" b="1" i="0" u="none" strike="noStrike" kern="1200" cap="none" spc="0" normalizeH="0" baseline="0" noProof="0">
                  <a:ln>
                    <a:noFill/>
                  </a:ln>
                  <a:solidFill>
                    <a:srgbClr val="000000"/>
                  </a:solidFill>
                  <a:effectLst>
                    <a:glow rad="101600">
                      <a:srgbClr val="FFFFFF">
                        <a:alpha val="41000"/>
                      </a:srgbClr>
                    </a:glow>
                  </a:effectLst>
                  <a:uLnTx/>
                  <a:uFillTx/>
                  <a:latin typeface="BIZ UDPGothic" panose="020B0400000000000000" pitchFamily="34" charset="-128"/>
                  <a:ea typeface="BIZ UDPGothic" panose="020B0400000000000000" pitchFamily="34" charset="-128"/>
                  <a:cs typeface="+mn-cs"/>
                </a:endParaRPr>
              </a:p>
            </p:txBody>
          </p:sp>
          <p:sp>
            <p:nvSpPr>
              <p:cNvPr id="55" name="テキスト ボックス 54">
                <a:extLst>
                  <a:ext uri="{FF2B5EF4-FFF2-40B4-BE49-F238E27FC236}">
                    <a16:creationId xmlns:a16="http://schemas.microsoft.com/office/drawing/2014/main" id="{C837DF44-4610-8153-D5E0-4D2DC3780F11}"/>
                  </a:ext>
                </a:extLst>
              </p:cNvPr>
              <p:cNvSpPr txBox="1"/>
              <p:nvPr/>
            </p:nvSpPr>
            <p:spPr>
              <a:xfrm>
                <a:off x="6926070" y="2788722"/>
                <a:ext cx="233513" cy="308643"/>
              </a:xfrm>
              <a:prstGeom prst="rect">
                <a:avLst/>
              </a:prstGeom>
              <a:noFill/>
              <a:effectLst/>
            </p:spPr>
            <p:txBody>
              <a:bodyPr wrap="none" lIns="0" rIns="0" rtlCol="0">
                <a:noAutofit/>
              </a:bodyPr>
              <a:lstStyle/>
              <a:p>
                <a:pPr marL="0" marR="0" lvl="0" indent="0" algn="ctr" defTabSz="288000" rtl="0" eaLnBrk="1" fontAlgn="auto" latinLnBrk="0" hangingPunct="1">
                  <a:lnSpc>
                    <a:spcPct val="110000"/>
                  </a:lnSpc>
                  <a:spcBef>
                    <a:spcPts val="0"/>
                  </a:spcBef>
                  <a:spcAft>
                    <a:spcPts val="0"/>
                  </a:spcAft>
                  <a:buClrTx/>
                  <a:buSzTx/>
                  <a:buFontTx/>
                  <a:buNone/>
                  <a:tabLst/>
                  <a:defRPr/>
                </a:pPr>
                <a:r>
                  <a:rPr kumimoji="1" lang="ja-JP" altLang="en-US" sz="1600" b="1" i="0" u="none" strike="noStrike" kern="1200" cap="none" spc="0" normalizeH="0" baseline="0" noProof="0">
                    <a:ln>
                      <a:noFill/>
                    </a:ln>
                    <a:solidFill>
                      <a:srgbClr val="000000"/>
                    </a:solidFill>
                    <a:effectLst>
                      <a:glow rad="101600">
                        <a:srgbClr val="FFFFFF">
                          <a:alpha val="41000"/>
                        </a:srgbClr>
                      </a:glow>
                    </a:effectLst>
                    <a:uLnTx/>
                    <a:uFillTx/>
                    <a:latin typeface="BIZ UDPGothic" panose="020B0400000000000000" pitchFamily="34" charset="-128"/>
                    <a:ea typeface="BIZ UDPGothic" panose="020B0400000000000000" pitchFamily="34" charset="-128"/>
                    <a:cs typeface="+mn-cs"/>
                  </a:rPr>
                  <a:t>人事特化</a:t>
                </a:r>
                <a:br>
                  <a:rPr kumimoji="1" lang="en-US" altLang="ja-JP" sz="1600" b="1" i="0" u="none" strike="noStrike" kern="1200" cap="none" spc="0" normalizeH="0" baseline="0" noProof="0">
                    <a:ln>
                      <a:noFill/>
                    </a:ln>
                    <a:solidFill>
                      <a:srgbClr val="000000"/>
                    </a:solidFill>
                    <a:effectLst>
                      <a:glow rad="101600">
                        <a:srgbClr val="FFFFFF">
                          <a:alpha val="41000"/>
                        </a:srgbClr>
                      </a:glow>
                    </a:effectLst>
                    <a:uLnTx/>
                    <a:uFillTx/>
                    <a:latin typeface="BIZ UDPGothic" panose="020B0400000000000000" pitchFamily="34" charset="-128"/>
                    <a:ea typeface="BIZ UDPGothic" panose="020B0400000000000000" pitchFamily="34" charset="-128"/>
                    <a:cs typeface="+mn-cs"/>
                  </a:rPr>
                </a:br>
                <a:r>
                  <a:rPr kumimoji="1" lang="ja-JP" altLang="en-US" sz="1600" b="1" i="0" u="none" strike="noStrike" kern="1200" cap="none" spc="0" normalizeH="0" baseline="0" noProof="0">
                    <a:ln>
                      <a:noFill/>
                    </a:ln>
                    <a:solidFill>
                      <a:srgbClr val="000000"/>
                    </a:solidFill>
                    <a:effectLst>
                      <a:glow rad="101600">
                        <a:srgbClr val="FFFFFF">
                          <a:alpha val="41000"/>
                        </a:srgbClr>
                      </a:glow>
                    </a:effectLst>
                    <a:uLnTx/>
                    <a:uFillTx/>
                    <a:latin typeface="BIZ UDPGothic" panose="020B0400000000000000" pitchFamily="34" charset="-128"/>
                    <a:ea typeface="BIZ UDPGothic" panose="020B0400000000000000" pitchFamily="34" charset="-128"/>
                    <a:cs typeface="+mn-cs"/>
                  </a:rPr>
                  <a:t>エージェント</a:t>
                </a:r>
                <a:endParaRPr kumimoji="1" lang="en-US" altLang="ja-JP" sz="1600" b="1" i="0" u="none" strike="noStrike" kern="1200" cap="none" spc="0" normalizeH="0" baseline="0" noProof="0">
                  <a:ln>
                    <a:noFill/>
                  </a:ln>
                  <a:solidFill>
                    <a:srgbClr val="000000"/>
                  </a:solidFill>
                  <a:effectLst>
                    <a:glow rad="101600">
                      <a:srgbClr val="FFFFFF">
                        <a:alpha val="41000"/>
                      </a:srgbClr>
                    </a:glow>
                  </a:effectLst>
                  <a:uLnTx/>
                  <a:uFillTx/>
                  <a:latin typeface="BIZ UDPGothic" panose="020B0400000000000000" pitchFamily="34" charset="-128"/>
                  <a:ea typeface="BIZ UDPGothic" panose="020B0400000000000000" pitchFamily="34" charset="-128"/>
                  <a:cs typeface="+mn-cs"/>
                </a:endParaRPr>
              </a:p>
              <a:p>
                <a:pPr marL="0" marR="0" lvl="0" indent="0" algn="ctr" defTabSz="288000" rtl="0" eaLnBrk="1" fontAlgn="auto" latinLnBrk="0" hangingPunct="1">
                  <a:lnSpc>
                    <a:spcPct val="110000"/>
                  </a:lnSpc>
                  <a:spcBef>
                    <a:spcPts val="0"/>
                  </a:spcBef>
                  <a:spcAft>
                    <a:spcPts val="0"/>
                  </a:spcAft>
                  <a:buClrTx/>
                  <a:buSzTx/>
                  <a:buFontTx/>
                  <a:buNone/>
                  <a:tabLst/>
                  <a:defRPr/>
                </a:pPr>
                <a:r>
                  <a:rPr kumimoji="1" lang="en-US" altLang="ja-JP" sz="900" b="1" i="0" u="none" strike="noStrike" kern="1200" cap="none" spc="0" normalizeH="0" baseline="0" noProof="0">
                    <a:ln>
                      <a:noFill/>
                    </a:ln>
                    <a:solidFill>
                      <a:srgbClr val="000000"/>
                    </a:solidFill>
                    <a:effectLst>
                      <a:glow rad="101600">
                        <a:srgbClr val="FFFFFF">
                          <a:alpha val="41000"/>
                        </a:srgbClr>
                      </a:glow>
                    </a:effectLst>
                    <a:uLnTx/>
                    <a:uFillTx/>
                    <a:latin typeface="BIZ UDPGothic" panose="020B0400000000000000" pitchFamily="34" charset="-128"/>
                    <a:ea typeface="BIZ UDPGothic" panose="020B0400000000000000" pitchFamily="34" charset="-128"/>
                    <a:cs typeface="+mn-cs"/>
                  </a:rPr>
                  <a:t>personnel</a:t>
                </a:r>
                <a:endParaRPr kumimoji="1" lang="ja-JP" altLang="en-US" sz="900" b="1" i="0" u="none" strike="noStrike" kern="1200" cap="none" spc="0" normalizeH="0" baseline="0" noProof="0">
                  <a:ln>
                    <a:noFill/>
                  </a:ln>
                  <a:solidFill>
                    <a:srgbClr val="000000"/>
                  </a:solidFill>
                  <a:effectLst>
                    <a:glow rad="101600">
                      <a:srgbClr val="FFFFFF">
                        <a:alpha val="41000"/>
                      </a:srgbClr>
                    </a:glow>
                  </a:effectLst>
                  <a:uLnTx/>
                  <a:uFillTx/>
                  <a:latin typeface="BIZ UDPGothic" panose="020B0400000000000000" pitchFamily="34" charset="-128"/>
                  <a:ea typeface="BIZ UDPGothic" panose="020B0400000000000000" pitchFamily="34" charset="-128"/>
                  <a:cs typeface="+mn-cs"/>
                </a:endParaRPr>
              </a:p>
            </p:txBody>
          </p:sp>
          <p:grpSp>
            <p:nvGrpSpPr>
              <p:cNvPr id="56" name="グループ化 55">
                <a:extLst>
                  <a:ext uri="{FF2B5EF4-FFF2-40B4-BE49-F238E27FC236}">
                    <a16:creationId xmlns:a16="http://schemas.microsoft.com/office/drawing/2014/main" id="{3D1E1E38-3211-0F3D-82CF-EFE113DFA6BA}"/>
                  </a:ext>
                </a:extLst>
              </p:cNvPr>
              <p:cNvGrpSpPr/>
              <p:nvPr/>
            </p:nvGrpSpPr>
            <p:grpSpPr>
              <a:xfrm>
                <a:off x="2432143" y="3080368"/>
                <a:ext cx="4259036" cy="1135462"/>
                <a:chOff x="1239350" y="2654300"/>
                <a:chExt cx="5668777" cy="1511300"/>
              </a:xfrm>
            </p:grpSpPr>
            <p:sp>
              <p:nvSpPr>
                <p:cNvPr id="57" name="テキスト ボックス 56">
                  <a:extLst>
                    <a:ext uri="{FF2B5EF4-FFF2-40B4-BE49-F238E27FC236}">
                      <a16:creationId xmlns:a16="http://schemas.microsoft.com/office/drawing/2014/main" id="{AB301C85-B58C-9771-896A-2F081BA7E6B8}"/>
                    </a:ext>
                  </a:extLst>
                </p:cNvPr>
                <p:cNvSpPr txBox="1"/>
                <p:nvPr/>
              </p:nvSpPr>
              <p:spPr>
                <a:xfrm>
                  <a:off x="1239350" y="4145126"/>
                  <a:ext cx="0" cy="0"/>
                </a:xfrm>
                <a:prstGeom prst="rect">
                  <a:avLst/>
                </a:prstGeom>
                <a:noFill/>
              </p:spPr>
              <p:txBody>
                <a:bodyPr wrap="none" lIns="0" rIns="0" rtlCol="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endParaRPr kumimoji="1" lang="ja-JP" altLang="en-US" sz="1800" b="1" i="0" u="none" strike="noStrike" kern="1200" cap="none" spc="0" normalizeH="0" baseline="0" noProof="0">
                    <a:ln>
                      <a:noFill/>
                    </a:ln>
                    <a:solidFill>
                      <a:srgbClr val="000000"/>
                    </a:solidFill>
                    <a:effectLst/>
                    <a:uLnTx/>
                    <a:uFillTx/>
                    <a:latin typeface="Meiryo UI"/>
                    <a:ea typeface="Meiryo UI"/>
                    <a:cs typeface="+mn-cs"/>
                  </a:endParaRPr>
                </a:p>
              </p:txBody>
            </p:sp>
            <p:sp>
              <p:nvSpPr>
                <p:cNvPr id="58" name="フリーフォーム 46">
                  <a:extLst>
                    <a:ext uri="{FF2B5EF4-FFF2-40B4-BE49-F238E27FC236}">
                      <a16:creationId xmlns:a16="http://schemas.microsoft.com/office/drawing/2014/main" id="{A67A7EC5-94F1-115E-AD0F-8F45A5CDF007}"/>
                    </a:ext>
                  </a:extLst>
                </p:cNvPr>
                <p:cNvSpPr/>
                <p:nvPr/>
              </p:nvSpPr>
              <p:spPr>
                <a:xfrm>
                  <a:off x="3797299" y="2667000"/>
                  <a:ext cx="3110828" cy="1498600"/>
                </a:xfrm>
                <a:custGeom>
                  <a:avLst/>
                  <a:gdLst>
                    <a:gd name="connsiteX0" fmla="*/ 2857500 w 2857500"/>
                    <a:gd name="connsiteY0" fmla="*/ 0 h 1498600"/>
                    <a:gd name="connsiteX1" fmla="*/ 2857500 w 2857500"/>
                    <a:gd name="connsiteY1" fmla="*/ 266700 h 1498600"/>
                    <a:gd name="connsiteX2" fmla="*/ 0 w 2857500"/>
                    <a:gd name="connsiteY2" fmla="*/ 1168400 h 1498600"/>
                    <a:gd name="connsiteX3" fmla="*/ 0 w 2857500"/>
                    <a:gd name="connsiteY3" fmla="*/ 1498600 h 1498600"/>
                  </a:gdLst>
                  <a:ahLst/>
                  <a:cxnLst>
                    <a:cxn ang="0">
                      <a:pos x="connsiteX0" y="connsiteY0"/>
                    </a:cxn>
                    <a:cxn ang="0">
                      <a:pos x="connsiteX1" y="connsiteY1"/>
                    </a:cxn>
                    <a:cxn ang="0">
                      <a:pos x="connsiteX2" y="connsiteY2"/>
                    </a:cxn>
                    <a:cxn ang="0">
                      <a:pos x="connsiteX3" y="connsiteY3"/>
                    </a:cxn>
                  </a:cxnLst>
                  <a:rect l="l" t="t" r="r" b="b"/>
                  <a:pathLst>
                    <a:path w="2857500" h="1498600">
                      <a:moveTo>
                        <a:pt x="2857500" y="0"/>
                      </a:moveTo>
                      <a:lnTo>
                        <a:pt x="2857500" y="266700"/>
                      </a:lnTo>
                      <a:lnTo>
                        <a:pt x="0" y="1168400"/>
                      </a:lnTo>
                      <a:lnTo>
                        <a:pt x="0" y="1498600"/>
                      </a:lnTo>
                    </a:path>
                  </a:pathLst>
                </a:custGeom>
                <a:ln w="19050">
                  <a:solidFill>
                    <a:srgbClr val="657898"/>
                  </a:solidFill>
                  <a:prstDash val="sysDot"/>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000000"/>
                    </a:solidFill>
                    <a:effectLst/>
                    <a:uLnTx/>
                    <a:uFillTx/>
                    <a:latin typeface="Arial"/>
                    <a:ea typeface="Meiryo UI"/>
                    <a:cs typeface="+mn-cs"/>
                  </a:endParaRPr>
                </a:p>
              </p:txBody>
            </p:sp>
            <p:sp>
              <p:nvSpPr>
                <p:cNvPr id="59" name="フリーフォーム 49">
                  <a:extLst>
                    <a:ext uri="{FF2B5EF4-FFF2-40B4-BE49-F238E27FC236}">
                      <a16:creationId xmlns:a16="http://schemas.microsoft.com/office/drawing/2014/main" id="{5B624C21-90F1-8B2B-0216-546E85D0F2EA}"/>
                    </a:ext>
                  </a:extLst>
                </p:cNvPr>
                <p:cNvSpPr/>
                <p:nvPr/>
              </p:nvSpPr>
              <p:spPr>
                <a:xfrm>
                  <a:off x="3581400" y="2654300"/>
                  <a:ext cx="1346200" cy="1511300"/>
                </a:xfrm>
                <a:custGeom>
                  <a:avLst/>
                  <a:gdLst>
                    <a:gd name="connsiteX0" fmla="*/ 1346200 w 1346200"/>
                    <a:gd name="connsiteY0" fmla="*/ 0 h 1511300"/>
                    <a:gd name="connsiteX1" fmla="*/ 1346200 w 1346200"/>
                    <a:gd name="connsiteY1" fmla="*/ 584200 h 1511300"/>
                    <a:gd name="connsiteX2" fmla="*/ 0 w 1346200"/>
                    <a:gd name="connsiteY2" fmla="*/ 990600 h 1511300"/>
                    <a:gd name="connsiteX3" fmla="*/ 0 w 1346200"/>
                    <a:gd name="connsiteY3" fmla="*/ 1511300 h 1511300"/>
                  </a:gdLst>
                  <a:ahLst/>
                  <a:cxnLst>
                    <a:cxn ang="0">
                      <a:pos x="connsiteX0" y="connsiteY0"/>
                    </a:cxn>
                    <a:cxn ang="0">
                      <a:pos x="connsiteX1" y="connsiteY1"/>
                    </a:cxn>
                    <a:cxn ang="0">
                      <a:pos x="connsiteX2" y="connsiteY2"/>
                    </a:cxn>
                    <a:cxn ang="0">
                      <a:pos x="connsiteX3" y="connsiteY3"/>
                    </a:cxn>
                  </a:cxnLst>
                  <a:rect l="l" t="t" r="r" b="b"/>
                  <a:pathLst>
                    <a:path w="1346200" h="1511300">
                      <a:moveTo>
                        <a:pt x="1346200" y="0"/>
                      </a:moveTo>
                      <a:lnTo>
                        <a:pt x="1346200" y="584200"/>
                      </a:lnTo>
                      <a:lnTo>
                        <a:pt x="0" y="990600"/>
                      </a:lnTo>
                      <a:lnTo>
                        <a:pt x="0" y="1511300"/>
                      </a:lnTo>
                    </a:path>
                  </a:pathLst>
                </a:custGeom>
                <a:ln w="19050">
                  <a:solidFill>
                    <a:srgbClr val="657898"/>
                  </a:solidFill>
                  <a:prstDash val="sysDot"/>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000000"/>
                    </a:solidFill>
                    <a:effectLst/>
                    <a:uLnTx/>
                    <a:uFillTx/>
                    <a:latin typeface="Arial"/>
                    <a:ea typeface="Meiryo UI"/>
                    <a:cs typeface="+mn-cs"/>
                  </a:endParaRPr>
                </a:p>
              </p:txBody>
            </p:sp>
            <p:sp>
              <p:nvSpPr>
                <p:cNvPr id="60" name="フリーフォーム 50">
                  <a:extLst>
                    <a:ext uri="{FF2B5EF4-FFF2-40B4-BE49-F238E27FC236}">
                      <a16:creationId xmlns:a16="http://schemas.microsoft.com/office/drawing/2014/main" id="{BCA37509-132C-CAD4-1E92-274A0962D89F}"/>
                    </a:ext>
                  </a:extLst>
                </p:cNvPr>
                <p:cNvSpPr/>
                <p:nvPr/>
              </p:nvSpPr>
              <p:spPr>
                <a:xfrm>
                  <a:off x="3365500" y="2679700"/>
                  <a:ext cx="0" cy="1473200"/>
                </a:xfrm>
                <a:custGeom>
                  <a:avLst/>
                  <a:gdLst>
                    <a:gd name="connsiteX0" fmla="*/ 0 w 0"/>
                    <a:gd name="connsiteY0" fmla="*/ 0 h 1473200"/>
                    <a:gd name="connsiteX1" fmla="*/ 0 w 0"/>
                    <a:gd name="connsiteY1" fmla="*/ 1473200 h 1473200"/>
                  </a:gdLst>
                  <a:ahLst/>
                  <a:cxnLst>
                    <a:cxn ang="0">
                      <a:pos x="connsiteX0" y="connsiteY0"/>
                    </a:cxn>
                    <a:cxn ang="0">
                      <a:pos x="connsiteX1" y="connsiteY1"/>
                    </a:cxn>
                  </a:cxnLst>
                  <a:rect l="l" t="t" r="r" b="b"/>
                  <a:pathLst>
                    <a:path h="1473200">
                      <a:moveTo>
                        <a:pt x="0" y="0"/>
                      </a:moveTo>
                      <a:lnTo>
                        <a:pt x="0" y="1473200"/>
                      </a:lnTo>
                    </a:path>
                  </a:pathLst>
                </a:custGeom>
                <a:ln w="19050">
                  <a:solidFill>
                    <a:srgbClr val="657898"/>
                  </a:solidFill>
                  <a:prstDash val="sysDot"/>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000000"/>
                    </a:solidFill>
                    <a:effectLst/>
                    <a:uLnTx/>
                    <a:uFillTx/>
                    <a:latin typeface="Arial"/>
                    <a:ea typeface="Meiryo UI"/>
                    <a:cs typeface="+mn-cs"/>
                  </a:endParaRPr>
                </a:p>
              </p:txBody>
            </p:sp>
            <p:sp>
              <p:nvSpPr>
                <p:cNvPr id="61" name="フリーフォーム 51">
                  <a:extLst>
                    <a:ext uri="{FF2B5EF4-FFF2-40B4-BE49-F238E27FC236}">
                      <a16:creationId xmlns:a16="http://schemas.microsoft.com/office/drawing/2014/main" id="{78103F01-3160-9260-DD99-54BA46E3A9B0}"/>
                    </a:ext>
                  </a:extLst>
                </p:cNvPr>
                <p:cNvSpPr/>
                <p:nvPr/>
              </p:nvSpPr>
              <p:spPr>
                <a:xfrm flipH="1">
                  <a:off x="1604377" y="2654300"/>
                  <a:ext cx="1532523" cy="1511300"/>
                </a:xfrm>
                <a:custGeom>
                  <a:avLst/>
                  <a:gdLst>
                    <a:gd name="connsiteX0" fmla="*/ 1346200 w 1346200"/>
                    <a:gd name="connsiteY0" fmla="*/ 0 h 1511300"/>
                    <a:gd name="connsiteX1" fmla="*/ 1346200 w 1346200"/>
                    <a:gd name="connsiteY1" fmla="*/ 584200 h 1511300"/>
                    <a:gd name="connsiteX2" fmla="*/ 0 w 1346200"/>
                    <a:gd name="connsiteY2" fmla="*/ 990600 h 1511300"/>
                    <a:gd name="connsiteX3" fmla="*/ 0 w 1346200"/>
                    <a:gd name="connsiteY3" fmla="*/ 1511300 h 1511300"/>
                  </a:gdLst>
                  <a:ahLst/>
                  <a:cxnLst>
                    <a:cxn ang="0">
                      <a:pos x="connsiteX0" y="connsiteY0"/>
                    </a:cxn>
                    <a:cxn ang="0">
                      <a:pos x="connsiteX1" y="connsiteY1"/>
                    </a:cxn>
                    <a:cxn ang="0">
                      <a:pos x="connsiteX2" y="connsiteY2"/>
                    </a:cxn>
                    <a:cxn ang="0">
                      <a:pos x="connsiteX3" y="connsiteY3"/>
                    </a:cxn>
                  </a:cxnLst>
                  <a:rect l="l" t="t" r="r" b="b"/>
                  <a:pathLst>
                    <a:path w="1346200" h="1511300">
                      <a:moveTo>
                        <a:pt x="1346200" y="0"/>
                      </a:moveTo>
                      <a:lnTo>
                        <a:pt x="1346200" y="584200"/>
                      </a:lnTo>
                      <a:lnTo>
                        <a:pt x="0" y="990600"/>
                      </a:lnTo>
                      <a:lnTo>
                        <a:pt x="0" y="1511300"/>
                      </a:lnTo>
                    </a:path>
                  </a:pathLst>
                </a:custGeom>
                <a:ln w="19050">
                  <a:solidFill>
                    <a:srgbClr val="657898"/>
                  </a:solidFill>
                  <a:prstDash val="sysDot"/>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000000"/>
                    </a:solidFill>
                    <a:effectLst/>
                    <a:uLnTx/>
                    <a:uFillTx/>
                    <a:latin typeface="Arial"/>
                    <a:ea typeface="Meiryo UI"/>
                    <a:cs typeface="+mn-cs"/>
                  </a:endParaRPr>
                </a:p>
              </p:txBody>
            </p:sp>
          </p:grpSp>
        </p:grpSp>
        <p:pic>
          <p:nvPicPr>
            <p:cNvPr id="5" name="図 4">
              <a:extLst>
                <a:ext uri="{FF2B5EF4-FFF2-40B4-BE49-F238E27FC236}">
                  <a16:creationId xmlns:a16="http://schemas.microsoft.com/office/drawing/2014/main" id="{81292F95-5608-D368-8A35-16A447EC34B0}"/>
                </a:ext>
              </a:extLst>
            </p:cNvPr>
            <p:cNvPicPr>
              <a:picLocks noChangeAspect="1"/>
            </p:cNvPicPr>
            <p:nvPr/>
          </p:nvPicPr>
          <p:blipFill>
            <a:blip r:embed="rId19"/>
            <a:stretch>
              <a:fillRect/>
            </a:stretch>
          </p:blipFill>
          <p:spPr>
            <a:xfrm>
              <a:off x="8011941" y="3532662"/>
              <a:ext cx="717332" cy="1137773"/>
            </a:xfrm>
            <a:prstGeom prst="rect">
              <a:avLst/>
            </a:prstGeom>
          </p:spPr>
        </p:pic>
      </p:grpSp>
      <p:sp>
        <p:nvSpPr>
          <p:cNvPr id="79" name="テキスト ボックス 78">
            <a:extLst>
              <a:ext uri="{FF2B5EF4-FFF2-40B4-BE49-F238E27FC236}">
                <a16:creationId xmlns:a16="http://schemas.microsoft.com/office/drawing/2014/main" id="{D8A746A3-D737-1039-626E-6AA862B4C290}"/>
              </a:ext>
            </a:extLst>
          </p:cNvPr>
          <p:cNvSpPr txBox="1"/>
          <p:nvPr/>
        </p:nvSpPr>
        <p:spPr>
          <a:xfrm>
            <a:off x="3881881" y="6019531"/>
            <a:ext cx="5956881" cy="467885"/>
          </a:xfrm>
          <a:prstGeom prst="rect">
            <a:avLst/>
          </a:prstGeom>
          <a:noFill/>
        </p:spPr>
        <p:txBody>
          <a:bodyPr wrap="square">
            <a:spAutoFit/>
          </a:bodyPr>
          <a:lstStyle/>
          <a:p>
            <a:pPr algn="l">
              <a:lnSpc>
                <a:spcPct val="130000"/>
              </a:lnSpc>
            </a:pPr>
            <a:r>
              <a:rPr lang="ja-JP" altLang="en-US" sz="1000" dirty="0">
                <a:solidFill>
                  <a:srgbClr val="404040"/>
                </a:solidFill>
                <a:latin typeface="+mj-ea"/>
                <a:ea typeface="+mj-ea"/>
              </a:rPr>
              <a:t>引用元：</a:t>
            </a:r>
            <a:r>
              <a:rPr lang="en-US" altLang="ja-JP" sz="1000" dirty="0">
                <a:solidFill>
                  <a:srgbClr val="404040"/>
                </a:solidFill>
                <a:latin typeface="+mj-ea"/>
                <a:ea typeface="+mj-ea"/>
              </a:rPr>
              <a:t>03_AI</a:t>
            </a:r>
            <a:r>
              <a:rPr lang="ja-JP" altLang="en-US" sz="1000" dirty="0">
                <a:solidFill>
                  <a:srgbClr val="404040"/>
                </a:solidFill>
                <a:latin typeface="+mj-ea"/>
                <a:ea typeface="+mj-ea"/>
              </a:rPr>
              <a:t>を活用した業務改革をリードするための実践プログラム</a:t>
            </a:r>
            <a:r>
              <a:rPr lang="en-US" altLang="ja-JP" sz="1000" dirty="0">
                <a:solidFill>
                  <a:srgbClr val="404040"/>
                </a:solidFill>
                <a:latin typeface="+mj-ea"/>
                <a:ea typeface="+mj-ea"/>
              </a:rPr>
              <a:t>_</a:t>
            </a:r>
            <a:r>
              <a:rPr lang="ja-JP" altLang="en-US" sz="1000" dirty="0">
                <a:solidFill>
                  <a:srgbClr val="404040"/>
                </a:solidFill>
                <a:latin typeface="+mj-ea"/>
                <a:ea typeface="+mj-ea"/>
              </a:rPr>
              <a:t>営業コンサル編</a:t>
            </a:r>
            <a:r>
              <a:rPr lang="en-US" altLang="ja-JP" sz="1000" dirty="0">
                <a:solidFill>
                  <a:srgbClr val="404040"/>
                </a:solidFill>
                <a:latin typeface="+mj-ea"/>
                <a:ea typeface="+mj-ea"/>
              </a:rPr>
              <a:t>_Rev1209 3.pptx</a:t>
            </a:r>
          </a:p>
          <a:p>
            <a:pPr>
              <a:lnSpc>
                <a:spcPct val="130000"/>
              </a:lnSpc>
            </a:pPr>
            <a:r>
              <a:rPr lang="en-US" altLang="ja-JP" sz="1000" dirty="0">
                <a:solidFill>
                  <a:srgbClr val="404040"/>
                </a:solidFill>
                <a:latin typeface="+mj-ea"/>
                <a:ea typeface="+mj-ea"/>
                <a:hlinkClick r:id="rId20" tooltip="https://dwp.nttdata.com/hashtag/dwp-2025-11-17-001?ref=d3c0f086-903b-4188-b785-f808c143cda5">
                  <a:extLst>
                    <a:ext uri="{A12FA001-AC4F-418D-AE19-62706E023703}">
                      <ahyp:hlinkClr xmlns:ahyp="http://schemas.microsoft.com/office/drawing/2018/hyperlinkcolor" val="tx"/>
                    </a:ext>
                  </a:extLst>
                </a:hlinkClick>
              </a:rPr>
              <a:t>AI</a:t>
            </a:r>
            <a:r>
              <a:rPr lang="ja-JP" altLang="en-US" sz="1000" dirty="0">
                <a:solidFill>
                  <a:srgbClr val="404040"/>
                </a:solidFill>
                <a:latin typeface="+mj-ea"/>
                <a:ea typeface="+mj-ea"/>
                <a:hlinkClick r:id="rId20" tooltip="https://dwp.nttdata.com/hashtag/dwp-2025-11-17-001?ref=d3c0f086-903b-4188-b785-f808c143cda5">
                  <a:extLst>
                    <a:ext uri="{A12FA001-AC4F-418D-AE19-62706E023703}">
                      <ahyp:hlinkClr xmlns:ahyp="http://schemas.microsoft.com/office/drawing/2018/hyperlinkcolor" val="tx"/>
                    </a:ext>
                  </a:extLst>
                </a:hlinkClick>
              </a:rPr>
              <a:t>を活用した業務改革をリードするための実践プログラム </a:t>
            </a:r>
            <a:r>
              <a:rPr lang="en-US" altLang="ja-JP" sz="1000" dirty="0">
                <a:solidFill>
                  <a:srgbClr val="404040"/>
                </a:solidFill>
                <a:latin typeface="+mj-ea"/>
                <a:ea typeface="+mj-ea"/>
                <a:hlinkClick r:id="rId20" tooltip="https://dwp.nttdata.com/hashtag/dwp-2025-11-17-001?ref=d3c0f086-903b-4188-b785-f808c143cda5">
                  <a:extLst>
                    <a:ext uri="{A12FA001-AC4F-418D-AE19-62706E023703}">
                      <ahyp:hlinkClr xmlns:ahyp="http://schemas.microsoft.com/office/drawing/2018/hyperlinkcolor" val="tx"/>
                    </a:ext>
                  </a:extLst>
                </a:hlinkClick>
              </a:rPr>
              <a:t>- NTT DATA Digital Workplace</a:t>
            </a:r>
            <a:endParaRPr lang="ja-JP" altLang="en-US" sz="1000" dirty="0">
              <a:solidFill>
                <a:srgbClr val="404040"/>
              </a:solidFill>
              <a:latin typeface="+mj-ea"/>
              <a:ea typeface="+mj-ea"/>
            </a:endParaRPr>
          </a:p>
        </p:txBody>
      </p:sp>
      <p:sp>
        <p:nvSpPr>
          <p:cNvPr id="81" name="テキスト ボックス 80">
            <a:extLst>
              <a:ext uri="{FF2B5EF4-FFF2-40B4-BE49-F238E27FC236}">
                <a16:creationId xmlns:a16="http://schemas.microsoft.com/office/drawing/2014/main" id="{4B79378F-1C3F-8EE5-55A5-74539DDC57D5}"/>
              </a:ext>
            </a:extLst>
          </p:cNvPr>
          <p:cNvSpPr txBox="1"/>
          <p:nvPr/>
        </p:nvSpPr>
        <p:spPr>
          <a:xfrm>
            <a:off x="268070" y="1047233"/>
            <a:ext cx="9301500" cy="738664"/>
          </a:xfrm>
          <a:prstGeom prst="rect">
            <a:avLst/>
          </a:prstGeom>
          <a:noFill/>
        </p:spPr>
        <p:txBody>
          <a:bodyPr wrap="square">
            <a:spAutoFit/>
          </a:bodyPr>
          <a:lstStyle/>
          <a:p>
            <a:r>
              <a:rPr lang="en-US" altLang="ja-JP" sz="1400" dirty="0">
                <a:solidFill>
                  <a:srgbClr val="404040"/>
                </a:solidFill>
                <a:latin typeface="+mj-ea"/>
                <a:ea typeface="+mj-ea"/>
              </a:rPr>
              <a:t>NTT</a:t>
            </a:r>
            <a:r>
              <a:rPr lang="ja-JP" altLang="en-US" sz="1400" dirty="0">
                <a:solidFill>
                  <a:srgbClr val="404040"/>
                </a:solidFill>
                <a:latin typeface="+mj-ea"/>
                <a:ea typeface="+mj-ea"/>
              </a:rPr>
              <a:t>データでは</a:t>
            </a:r>
            <a:r>
              <a:rPr lang="ja-JP" altLang="en-US" sz="1400" u="sng" dirty="0">
                <a:solidFill>
                  <a:srgbClr val="404040"/>
                </a:solidFill>
                <a:latin typeface="+mj-ea"/>
                <a:ea typeface="+mj-ea"/>
              </a:rPr>
              <a:t>「</a:t>
            </a:r>
            <a:r>
              <a:rPr lang="en-US" altLang="ja-JP" sz="1400" u="sng" dirty="0">
                <a:solidFill>
                  <a:srgbClr val="404040"/>
                </a:solidFill>
                <a:latin typeface="+mj-ea"/>
                <a:ea typeface="+mj-ea"/>
              </a:rPr>
              <a:t>Smart AI Agent®</a:t>
            </a:r>
            <a:r>
              <a:rPr lang="ja-JP" altLang="en-US" sz="1400" u="sng" dirty="0">
                <a:solidFill>
                  <a:srgbClr val="404040"/>
                </a:solidFill>
                <a:latin typeface="+mj-ea"/>
                <a:ea typeface="+mj-ea"/>
              </a:rPr>
              <a:t>」構想を掲げ、複数の</a:t>
            </a:r>
            <a:r>
              <a:rPr lang="en-US" altLang="ja-JP" sz="1400" u="sng" dirty="0">
                <a:solidFill>
                  <a:srgbClr val="404040"/>
                </a:solidFill>
                <a:latin typeface="+mj-ea"/>
                <a:ea typeface="+mj-ea"/>
              </a:rPr>
              <a:t>AI</a:t>
            </a:r>
            <a:r>
              <a:rPr lang="ja-JP" altLang="en-US" sz="1400" u="sng" dirty="0">
                <a:solidFill>
                  <a:srgbClr val="404040"/>
                </a:solidFill>
                <a:latin typeface="+mj-ea"/>
                <a:ea typeface="+mj-ea"/>
              </a:rPr>
              <a:t>エージェントが自律的に協働し、</a:t>
            </a:r>
          </a:p>
          <a:p>
            <a:r>
              <a:rPr lang="ja-JP" altLang="en-US" sz="1400" dirty="0">
                <a:solidFill>
                  <a:schemeClr val="bg2"/>
                </a:solidFill>
                <a:latin typeface="+mj-ea"/>
                <a:ea typeface="+mj-ea"/>
              </a:rPr>
              <a:t>業務の抜本的変革による</a:t>
            </a:r>
            <a:r>
              <a:rPr lang="en-US" altLang="ja-JP" sz="1400" dirty="0">
                <a:solidFill>
                  <a:schemeClr val="bg2"/>
                </a:solidFill>
                <a:latin typeface="+mj-ea"/>
                <a:ea typeface="+mj-ea"/>
              </a:rPr>
              <a:t>P/L</a:t>
            </a:r>
            <a:r>
              <a:rPr lang="ja-JP" altLang="en-US" sz="1400" dirty="0">
                <a:solidFill>
                  <a:schemeClr val="bg2"/>
                </a:solidFill>
                <a:latin typeface="+mj-ea"/>
                <a:ea typeface="+mj-ea"/>
              </a:rPr>
              <a:t>インパクト（売上拡大・コスト削減など、利益への効果）創出・新たなビジネス価値創造の実現を目指しています。</a:t>
            </a:r>
          </a:p>
        </p:txBody>
      </p:sp>
    </p:spTree>
    <p:extLst>
      <p:ext uri="{BB962C8B-B14F-4D97-AF65-F5344CB8AC3E}">
        <p14:creationId xmlns:p14="http://schemas.microsoft.com/office/powerpoint/2010/main" val="30734991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763BA-B740-C0C7-9CC1-5ED978E29C3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A77A7F7-7948-31F7-B5A8-0DF00F91A78B}"/>
              </a:ext>
            </a:extLst>
          </p:cNvPr>
          <p:cNvSpPr>
            <a:spLocks noGrp="1"/>
          </p:cNvSpPr>
          <p:nvPr>
            <p:ph type="title"/>
          </p:nvPr>
        </p:nvSpPr>
        <p:spPr/>
        <p:txBody>
          <a:bodyPr>
            <a:normAutofit/>
          </a:bodyPr>
          <a:lstStyle/>
          <a:p>
            <a:r>
              <a:rPr lang="en-US" altLang="ja-JP" dirty="0"/>
              <a:t>3-10. AI</a:t>
            </a:r>
            <a:r>
              <a:rPr lang="ja-JP" altLang="en-US" dirty="0"/>
              <a:t>の強みを生かした業務変革の進め方</a:t>
            </a:r>
          </a:p>
        </p:txBody>
      </p:sp>
      <p:pic>
        <p:nvPicPr>
          <p:cNvPr id="4" name="図 3">
            <a:extLst>
              <a:ext uri="{FF2B5EF4-FFF2-40B4-BE49-F238E27FC236}">
                <a16:creationId xmlns:a16="http://schemas.microsoft.com/office/drawing/2014/main" id="{CFF98756-2838-4FC1-67BF-4CDCE56374F9}"/>
              </a:ext>
            </a:extLst>
          </p:cNvPr>
          <p:cNvPicPr>
            <a:picLocks noChangeAspect="1"/>
          </p:cNvPicPr>
          <p:nvPr/>
        </p:nvPicPr>
        <p:blipFill>
          <a:blip r:embed="rId2"/>
          <a:stretch>
            <a:fillRect/>
          </a:stretch>
        </p:blipFill>
        <p:spPr>
          <a:xfrm>
            <a:off x="572432" y="2102330"/>
            <a:ext cx="8761136" cy="3235725"/>
          </a:xfrm>
          <a:prstGeom prst="rect">
            <a:avLst/>
          </a:prstGeom>
        </p:spPr>
      </p:pic>
      <p:sp>
        <p:nvSpPr>
          <p:cNvPr id="6" name="テキスト ボックス 5">
            <a:extLst>
              <a:ext uri="{FF2B5EF4-FFF2-40B4-BE49-F238E27FC236}">
                <a16:creationId xmlns:a16="http://schemas.microsoft.com/office/drawing/2014/main" id="{CBC1A770-6F73-FB58-2A3F-54B57032EE3A}"/>
              </a:ext>
            </a:extLst>
          </p:cNvPr>
          <p:cNvSpPr txBox="1"/>
          <p:nvPr/>
        </p:nvSpPr>
        <p:spPr>
          <a:xfrm>
            <a:off x="4136796" y="5802651"/>
            <a:ext cx="5769204" cy="467885"/>
          </a:xfrm>
          <a:prstGeom prst="rect">
            <a:avLst/>
          </a:prstGeom>
          <a:noFill/>
        </p:spPr>
        <p:txBody>
          <a:bodyPr wrap="square">
            <a:spAutoFit/>
          </a:bodyPr>
          <a:lstStyle/>
          <a:p>
            <a:pPr algn="l">
              <a:lnSpc>
                <a:spcPct val="130000"/>
              </a:lnSpc>
            </a:pPr>
            <a:r>
              <a:rPr lang="ja-JP" altLang="en-US" sz="1000" dirty="0">
                <a:solidFill>
                  <a:srgbClr val="404040"/>
                </a:solidFill>
                <a:latin typeface="+mj-ea"/>
                <a:ea typeface="+mj-ea"/>
              </a:rPr>
              <a:t>引用元：</a:t>
            </a:r>
            <a:r>
              <a:rPr lang="en-US" altLang="ja-JP" sz="1000" dirty="0">
                <a:solidFill>
                  <a:srgbClr val="404040"/>
                </a:solidFill>
                <a:latin typeface="+mj-ea"/>
                <a:ea typeface="+mj-ea"/>
              </a:rPr>
              <a:t>03_AI</a:t>
            </a:r>
            <a:r>
              <a:rPr lang="ja-JP" altLang="en-US" sz="1000" dirty="0">
                <a:solidFill>
                  <a:srgbClr val="404040"/>
                </a:solidFill>
                <a:latin typeface="+mj-ea"/>
                <a:ea typeface="+mj-ea"/>
              </a:rPr>
              <a:t>を活用した業務改革をリードするための実践プログラム</a:t>
            </a:r>
            <a:r>
              <a:rPr lang="en-US" altLang="ja-JP" sz="1000" dirty="0">
                <a:solidFill>
                  <a:srgbClr val="404040"/>
                </a:solidFill>
                <a:latin typeface="+mj-ea"/>
                <a:ea typeface="+mj-ea"/>
              </a:rPr>
              <a:t>_</a:t>
            </a:r>
            <a:r>
              <a:rPr lang="ja-JP" altLang="en-US" sz="1000" dirty="0">
                <a:solidFill>
                  <a:srgbClr val="404040"/>
                </a:solidFill>
                <a:latin typeface="+mj-ea"/>
                <a:ea typeface="+mj-ea"/>
              </a:rPr>
              <a:t>営業コンサル編</a:t>
            </a:r>
            <a:r>
              <a:rPr lang="en-US" altLang="ja-JP" sz="1000" dirty="0">
                <a:solidFill>
                  <a:srgbClr val="404040"/>
                </a:solidFill>
                <a:latin typeface="+mj-ea"/>
                <a:ea typeface="+mj-ea"/>
              </a:rPr>
              <a:t>_Rev1209 3.pptx</a:t>
            </a:r>
          </a:p>
          <a:p>
            <a:pPr>
              <a:lnSpc>
                <a:spcPct val="130000"/>
              </a:lnSpc>
            </a:pPr>
            <a:r>
              <a:rPr lang="en-US" altLang="ja-JP" sz="1000" dirty="0">
                <a:solidFill>
                  <a:srgbClr val="404040"/>
                </a:solidFill>
                <a:latin typeface="+mj-ea"/>
                <a:ea typeface="+mj-ea"/>
                <a:hlinkClick r:id="rId3" tooltip="https://dwp.nttdata.com/hashtag/dwp-2025-11-17-001?ref=d3c0f086-903b-4188-b785-f808c143cda5">
                  <a:extLst>
                    <a:ext uri="{A12FA001-AC4F-418D-AE19-62706E023703}">
                      <ahyp:hlinkClr xmlns:ahyp="http://schemas.microsoft.com/office/drawing/2018/hyperlinkcolor" val="tx"/>
                    </a:ext>
                  </a:extLst>
                </a:hlinkClick>
              </a:rPr>
              <a:t>AI</a:t>
            </a:r>
            <a:r>
              <a:rPr lang="ja-JP" altLang="en-US" sz="1000" dirty="0">
                <a:solidFill>
                  <a:srgbClr val="404040"/>
                </a:solidFill>
                <a:latin typeface="+mj-ea"/>
                <a:ea typeface="+mj-ea"/>
                <a:hlinkClick r:id="rId3" tooltip="https://dwp.nttdata.com/hashtag/dwp-2025-11-17-001?ref=d3c0f086-903b-4188-b785-f808c143cda5">
                  <a:extLst>
                    <a:ext uri="{A12FA001-AC4F-418D-AE19-62706E023703}">
                      <ahyp:hlinkClr xmlns:ahyp="http://schemas.microsoft.com/office/drawing/2018/hyperlinkcolor" val="tx"/>
                    </a:ext>
                  </a:extLst>
                </a:hlinkClick>
              </a:rPr>
              <a:t>を活用した業務改革をリードするための実践プログラム </a:t>
            </a:r>
            <a:r>
              <a:rPr lang="en-US" altLang="ja-JP" sz="1000" dirty="0">
                <a:solidFill>
                  <a:srgbClr val="404040"/>
                </a:solidFill>
                <a:latin typeface="+mj-ea"/>
                <a:ea typeface="+mj-ea"/>
                <a:hlinkClick r:id="rId3" tooltip="https://dwp.nttdata.com/hashtag/dwp-2025-11-17-001?ref=d3c0f086-903b-4188-b785-f808c143cda5">
                  <a:extLst>
                    <a:ext uri="{A12FA001-AC4F-418D-AE19-62706E023703}">
                      <ahyp:hlinkClr xmlns:ahyp="http://schemas.microsoft.com/office/drawing/2018/hyperlinkcolor" val="tx"/>
                    </a:ext>
                  </a:extLst>
                </a:hlinkClick>
              </a:rPr>
              <a:t>- NTT DATA Digital Workplace</a:t>
            </a:r>
            <a:endParaRPr lang="ja-JP" altLang="en-US" sz="1000" dirty="0">
              <a:solidFill>
                <a:srgbClr val="404040"/>
              </a:solidFill>
              <a:latin typeface="+mj-ea"/>
              <a:ea typeface="+mj-ea"/>
            </a:endParaRPr>
          </a:p>
        </p:txBody>
      </p:sp>
      <p:sp>
        <p:nvSpPr>
          <p:cNvPr id="8" name="テキスト ボックス 7">
            <a:extLst>
              <a:ext uri="{FF2B5EF4-FFF2-40B4-BE49-F238E27FC236}">
                <a16:creationId xmlns:a16="http://schemas.microsoft.com/office/drawing/2014/main" id="{6D4B111D-3655-15F3-3EE3-F38A95885363}"/>
              </a:ext>
            </a:extLst>
          </p:cNvPr>
          <p:cNvSpPr txBox="1"/>
          <p:nvPr/>
        </p:nvSpPr>
        <p:spPr>
          <a:xfrm>
            <a:off x="268070" y="1047233"/>
            <a:ext cx="9301500" cy="523220"/>
          </a:xfrm>
          <a:prstGeom prst="rect">
            <a:avLst/>
          </a:prstGeom>
          <a:noFill/>
        </p:spPr>
        <p:txBody>
          <a:bodyPr wrap="square">
            <a:spAutoFit/>
          </a:bodyPr>
          <a:lstStyle/>
          <a:p>
            <a:r>
              <a:rPr lang="en-US" altLang="ja-JP" sz="1400" dirty="0">
                <a:solidFill>
                  <a:srgbClr val="404040"/>
                </a:solidFill>
                <a:latin typeface="+mj-ea"/>
                <a:ea typeface="+mj-ea"/>
              </a:rPr>
              <a:t>AI</a:t>
            </a:r>
            <a:r>
              <a:rPr lang="ja-JP" altLang="en-US" sz="1400" dirty="0">
                <a:solidFill>
                  <a:srgbClr val="404040"/>
                </a:solidFill>
                <a:latin typeface="+mj-ea"/>
                <a:ea typeface="+mj-ea"/>
              </a:rPr>
              <a:t>によるお客様の抜本的な業務変革のポイントは</a:t>
            </a:r>
            <a:r>
              <a:rPr lang="en-US" altLang="ja-JP" sz="1400" dirty="0">
                <a:solidFill>
                  <a:srgbClr val="404040"/>
                </a:solidFill>
                <a:latin typeface="+mj-ea"/>
                <a:ea typeface="+mj-ea"/>
              </a:rPr>
              <a:t>AI</a:t>
            </a:r>
            <a:r>
              <a:rPr lang="ja-JP" altLang="en-US" sz="1400" dirty="0">
                <a:solidFill>
                  <a:srgbClr val="404040"/>
                </a:solidFill>
                <a:latin typeface="+mj-ea"/>
                <a:ea typeface="+mj-ea"/>
              </a:rPr>
              <a:t>の強みや業務適用の発想の観点を踏まえ、</a:t>
            </a:r>
          </a:p>
          <a:p>
            <a:r>
              <a:rPr lang="ja-JP" altLang="en-US" sz="1400" dirty="0">
                <a:solidFill>
                  <a:schemeClr val="bg2"/>
                </a:solidFill>
                <a:latin typeface="+mj-ea"/>
                <a:ea typeface="+mj-ea"/>
              </a:rPr>
              <a:t>従来の考え方を転換させ、</a:t>
            </a:r>
            <a:r>
              <a:rPr lang="en-US" altLang="ja-JP" sz="1400" dirty="0">
                <a:solidFill>
                  <a:schemeClr val="bg2"/>
                </a:solidFill>
                <a:latin typeface="+mj-ea"/>
                <a:ea typeface="+mj-ea"/>
              </a:rPr>
              <a:t>AI</a:t>
            </a:r>
            <a:r>
              <a:rPr lang="ja-JP" altLang="en-US" sz="1400" dirty="0">
                <a:solidFill>
                  <a:schemeClr val="bg2"/>
                </a:solidFill>
                <a:latin typeface="+mj-ea"/>
                <a:ea typeface="+mj-ea"/>
              </a:rPr>
              <a:t>を起点とした顧客企業の変革を提言・実現することです。</a:t>
            </a:r>
          </a:p>
        </p:txBody>
      </p:sp>
    </p:spTree>
    <p:extLst>
      <p:ext uri="{BB962C8B-B14F-4D97-AF65-F5344CB8AC3E}">
        <p14:creationId xmlns:p14="http://schemas.microsoft.com/office/powerpoint/2010/main" val="23598156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1A3E6-F1C4-97C2-FB88-6653984AA00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C6A1CC8-30BA-BE47-0A35-A0E65D1AF90B}"/>
              </a:ext>
            </a:extLst>
          </p:cNvPr>
          <p:cNvSpPr>
            <a:spLocks noGrp="1"/>
          </p:cNvSpPr>
          <p:nvPr>
            <p:ph type="title"/>
          </p:nvPr>
        </p:nvSpPr>
        <p:spPr/>
        <p:txBody>
          <a:bodyPr>
            <a:normAutofit/>
          </a:bodyPr>
          <a:lstStyle/>
          <a:p>
            <a:r>
              <a:rPr lang="en-US" altLang="ja-JP" dirty="0"/>
              <a:t>3-11. AI</a:t>
            </a:r>
            <a:r>
              <a:rPr lang="ja-JP" altLang="en-US" dirty="0"/>
              <a:t>の強みを生かすポイント：人と</a:t>
            </a:r>
            <a:r>
              <a:rPr lang="en-US" altLang="ja-JP" dirty="0"/>
              <a:t>AI</a:t>
            </a:r>
            <a:r>
              <a:rPr lang="ja-JP" altLang="en-US" dirty="0"/>
              <a:t>との役割分担</a:t>
            </a:r>
          </a:p>
        </p:txBody>
      </p:sp>
      <p:pic>
        <p:nvPicPr>
          <p:cNvPr id="4" name="図 3">
            <a:extLst>
              <a:ext uri="{FF2B5EF4-FFF2-40B4-BE49-F238E27FC236}">
                <a16:creationId xmlns:a16="http://schemas.microsoft.com/office/drawing/2014/main" id="{A8558825-29B9-6C2B-7943-4D915E0AA910}"/>
              </a:ext>
            </a:extLst>
          </p:cNvPr>
          <p:cNvPicPr>
            <a:picLocks noChangeAspect="1"/>
          </p:cNvPicPr>
          <p:nvPr/>
        </p:nvPicPr>
        <p:blipFill>
          <a:blip r:embed="rId2"/>
          <a:stretch>
            <a:fillRect/>
          </a:stretch>
        </p:blipFill>
        <p:spPr>
          <a:xfrm>
            <a:off x="444926" y="1970202"/>
            <a:ext cx="9157849" cy="3587310"/>
          </a:xfrm>
          <a:prstGeom prst="rect">
            <a:avLst/>
          </a:prstGeom>
        </p:spPr>
      </p:pic>
      <p:sp>
        <p:nvSpPr>
          <p:cNvPr id="6" name="テキスト ボックス 5">
            <a:extLst>
              <a:ext uri="{FF2B5EF4-FFF2-40B4-BE49-F238E27FC236}">
                <a16:creationId xmlns:a16="http://schemas.microsoft.com/office/drawing/2014/main" id="{CFAEB320-EFB5-0113-6219-53501F8613BE}"/>
              </a:ext>
            </a:extLst>
          </p:cNvPr>
          <p:cNvSpPr txBox="1"/>
          <p:nvPr/>
        </p:nvSpPr>
        <p:spPr>
          <a:xfrm>
            <a:off x="3893270" y="6003345"/>
            <a:ext cx="5878539" cy="467885"/>
          </a:xfrm>
          <a:prstGeom prst="rect">
            <a:avLst/>
          </a:prstGeom>
          <a:noFill/>
        </p:spPr>
        <p:txBody>
          <a:bodyPr wrap="square">
            <a:spAutoFit/>
          </a:bodyPr>
          <a:lstStyle/>
          <a:p>
            <a:pPr algn="l">
              <a:lnSpc>
                <a:spcPct val="130000"/>
              </a:lnSpc>
            </a:pPr>
            <a:r>
              <a:rPr lang="ja-JP" altLang="en-US" sz="1000" dirty="0">
                <a:solidFill>
                  <a:srgbClr val="404040"/>
                </a:solidFill>
                <a:latin typeface="+mj-ea"/>
                <a:ea typeface="+mj-ea"/>
              </a:rPr>
              <a:t>引用元：</a:t>
            </a:r>
            <a:r>
              <a:rPr lang="en-US" altLang="ja-JP" sz="1000" dirty="0">
                <a:solidFill>
                  <a:srgbClr val="404040"/>
                </a:solidFill>
                <a:latin typeface="+mj-ea"/>
                <a:ea typeface="+mj-ea"/>
              </a:rPr>
              <a:t>03_AI</a:t>
            </a:r>
            <a:r>
              <a:rPr lang="ja-JP" altLang="en-US" sz="1000" dirty="0">
                <a:solidFill>
                  <a:srgbClr val="404040"/>
                </a:solidFill>
                <a:latin typeface="+mj-ea"/>
                <a:ea typeface="+mj-ea"/>
              </a:rPr>
              <a:t>を活用した業務改革をリードするための実践プログラム</a:t>
            </a:r>
            <a:r>
              <a:rPr lang="en-US" altLang="ja-JP" sz="1000" dirty="0">
                <a:solidFill>
                  <a:srgbClr val="404040"/>
                </a:solidFill>
                <a:latin typeface="+mj-ea"/>
                <a:ea typeface="+mj-ea"/>
              </a:rPr>
              <a:t>_</a:t>
            </a:r>
            <a:r>
              <a:rPr lang="ja-JP" altLang="en-US" sz="1000" dirty="0">
                <a:solidFill>
                  <a:srgbClr val="404040"/>
                </a:solidFill>
                <a:latin typeface="+mj-ea"/>
                <a:ea typeface="+mj-ea"/>
              </a:rPr>
              <a:t>営業コンサル編</a:t>
            </a:r>
            <a:r>
              <a:rPr lang="en-US" altLang="ja-JP" sz="1000" dirty="0">
                <a:solidFill>
                  <a:srgbClr val="404040"/>
                </a:solidFill>
                <a:latin typeface="+mj-ea"/>
                <a:ea typeface="+mj-ea"/>
              </a:rPr>
              <a:t>_Rev1209 3.pptx</a:t>
            </a:r>
          </a:p>
          <a:p>
            <a:pPr>
              <a:lnSpc>
                <a:spcPct val="130000"/>
              </a:lnSpc>
            </a:pPr>
            <a:r>
              <a:rPr lang="en-US" altLang="ja-JP" sz="1000" dirty="0">
                <a:solidFill>
                  <a:srgbClr val="404040"/>
                </a:solidFill>
                <a:latin typeface="+mj-ea"/>
                <a:ea typeface="+mj-ea"/>
                <a:hlinkClick r:id="rId3" tooltip="https://dwp.nttdata.com/hashtag/dwp-2025-11-17-001?ref=d3c0f086-903b-4188-b785-f808c143cda5">
                  <a:extLst>
                    <a:ext uri="{A12FA001-AC4F-418D-AE19-62706E023703}">
                      <ahyp:hlinkClr xmlns:ahyp="http://schemas.microsoft.com/office/drawing/2018/hyperlinkcolor" val="tx"/>
                    </a:ext>
                  </a:extLst>
                </a:hlinkClick>
              </a:rPr>
              <a:t>AI</a:t>
            </a:r>
            <a:r>
              <a:rPr lang="ja-JP" altLang="en-US" sz="1000" dirty="0">
                <a:solidFill>
                  <a:srgbClr val="404040"/>
                </a:solidFill>
                <a:latin typeface="+mj-ea"/>
                <a:ea typeface="+mj-ea"/>
                <a:hlinkClick r:id="rId3" tooltip="https://dwp.nttdata.com/hashtag/dwp-2025-11-17-001?ref=d3c0f086-903b-4188-b785-f808c143cda5">
                  <a:extLst>
                    <a:ext uri="{A12FA001-AC4F-418D-AE19-62706E023703}">
                      <ahyp:hlinkClr xmlns:ahyp="http://schemas.microsoft.com/office/drawing/2018/hyperlinkcolor" val="tx"/>
                    </a:ext>
                  </a:extLst>
                </a:hlinkClick>
              </a:rPr>
              <a:t>を活用した業務改革をリードするための実践プログラム </a:t>
            </a:r>
            <a:r>
              <a:rPr lang="en-US" altLang="ja-JP" sz="1000" dirty="0">
                <a:solidFill>
                  <a:srgbClr val="404040"/>
                </a:solidFill>
                <a:latin typeface="+mj-ea"/>
                <a:ea typeface="+mj-ea"/>
                <a:hlinkClick r:id="rId3" tooltip="https://dwp.nttdata.com/hashtag/dwp-2025-11-17-001?ref=d3c0f086-903b-4188-b785-f808c143cda5">
                  <a:extLst>
                    <a:ext uri="{A12FA001-AC4F-418D-AE19-62706E023703}">
                      <ahyp:hlinkClr xmlns:ahyp="http://schemas.microsoft.com/office/drawing/2018/hyperlinkcolor" val="tx"/>
                    </a:ext>
                  </a:extLst>
                </a:hlinkClick>
              </a:rPr>
              <a:t>- NTT DATA Digital Workplace</a:t>
            </a:r>
            <a:endParaRPr lang="ja-JP" altLang="en-US" sz="1000" dirty="0">
              <a:solidFill>
                <a:srgbClr val="404040"/>
              </a:solidFill>
              <a:latin typeface="+mj-ea"/>
              <a:ea typeface="+mj-ea"/>
            </a:endParaRPr>
          </a:p>
        </p:txBody>
      </p:sp>
      <p:sp>
        <p:nvSpPr>
          <p:cNvPr id="8" name="テキスト ボックス 7">
            <a:extLst>
              <a:ext uri="{FF2B5EF4-FFF2-40B4-BE49-F238E27FC236}">
                <a16:creationId xmlns:a16="http://schemas.microsoft.com/office/drawing/2014/main" id="{799BA4D8-B28D-74E7-ED22-06EC4860FF59}"/>
              </a:ext>
            </a:extLst>
          </p:cNvPr>
          <p:cNvSpPr txBox="1"/>
          <p:nvPr/>
        </p:nvSpPr>
        <p:spPr>
          <a:xfrm>
            <a:off x="268070" y="1047233"/>
            <a:ext cx="9301500" cy="523220"/>
          </a:xfrm>
          <a:prstGeom prst="rect">
            <a:avLst/>
          </a:prstGeom>
          <a:noFill/>
        </p:spPr>
        <p:txBody>
          <a:bodyPr wrap="square">
            <a:spAutoFit/>
          </a:bodyPr>
          <a:lstStyle/>
          <a:p>
            <a:r>
              <a:rPr lang="en-US" altLang="ja-JP" sz="1400" dirty="0">
                <a:solidFill>
                  <a:srgbClr val="404040"/>
                </a:solidFill>
                <a:latin typeface="+mj-ea"/>
                <a:ea typeface="+mj-ea"/>
              </a:rPr>
              <a:t>AI</a:t>
            </a:r>
            <a:r>
              <a:rPr lang="ja-JP" altLang="en-US" sz="1400" dirty="0">
                <a:solidFill>
                  <a:srgbClr val="404040"/>
                </a:solidFill>
                <a:latin typeface="+mj-ea"/>
                <a:ea typeface="+mj-ea"/>
              </a:rPr>
              <a:t>を前提として業務を再設計する際には、</a:t>
            </a:r>
            <a:r>
              <a:rPr lang="ja-JP" altLang="en-US" sz="1400" dirty="0">
                <a:solidFill>
                  <a:schemeClr val="bg2"/>
                </a:solidFill>
                <a:latin typeface="+mj-ea"/>
                <a:ea typeface="+mj-ea"/>
              </a:rPr>
              <a:t>人と</a:t>
            </a:r>
            <a:r>
              <a:rPr lang="en-US" altLang="ja-JP" sz="1400" dirty="0">
                <a:solidFill>
                  <a:schemeClr val="bg2"/>
                </a:solidFill>
                <a:latin typeface="+mj-ea"/>
                <a:ea typeface="+mj-ea"/>
              </a:rPr>
              <a:t>AI</a:t>
            </a:r>
            <a:r>
              <a:rPr lang="ja-JP" altLang="en-US" sz="1400" dirty="0">
                <a:solidFill>
                  <a:schemeClr val="bg2"/>
                </a:solidFill>
                <a:latin typeface="+mj-ea"/>
                <a:ea typeface="+mj-ea"/>
              </a:rPr>
              <a:t>の役割分担の再定義し、</a:t>
            </a:r>
          </a:p>
          <a:p>
            <a:r>
              <a:rPr lang="en-US" altLang="ja-JP" sz="1400" dirty="0">
                <a:solidFill>
                  <a:schemeClr val="bg2"/>
                </a:solidFill>
                <a:latin typeface="+mj-ea"/>
                <a:ea typeface="+mj-ea"/>
              </a:rPr>
              <a:t>AI</a:t>
            </a:r>
            <a:r>
              <a:rPr lang="ja-JP" altLang="en-US" sz="1400" dirty="0">
                <a:solidFill>
                  <a:schemeClr val="bg2"/>
                </a:solidFill>
                <a:latin typeface="+mj-ea"/>
                <a:ea typeface="+mj-ea"/>
              </a:rPr>
              <a:t>の強みを最大限に活用することで</a:t>
            </a:r>
            <a:r>
              <a:rPr lang="ja-JP" altLang="en-US" sz="1400" dirty="0">
                <a:solidFill>
                  <a:srgbClr val="404040"/>
                </a:solidFill>
                <a:latin typeface="+mj-ea"/>
                <a:ea typeface="+mj-ea"/>
              </a:rPr>
              <a:t>、人間だけでは実現できない価値の創出を図ります。</a:t>
            </a:r>
          </a:p>
        </p:txBody>
      </p:sp>
    </p:spTree>
    <p:extLst>
      <p:ext uri="{BB962C8B-B14F-4D97-AF65-F5344CB8AC3E}">
        <p14:creationId xmlns:p14="http://schemas.microsoft.com/office/powerpoint/2010/main" val="9923952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5E4E2-990F-374E-BF47-273E1865002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054D179-867C-789B-4523-305B8E6450AA}"/>
              </a:ext>
            </a:extLst>
          </p:cNvPr>
          <p:cNvSpPr>
            <a:spLocks noGrp="1"/>
          </p:cNvSpPr>
          <p:nvPr>
            <p:ph type="title"/>
          </p:nvPr>
        </p:nvSpPr>
        <p:spPr/>
        <p:txBody>
          <a:bodyPr>
            <a:normAutofit/>
          </a:bodyPr>
          <a:lstStyle/>
          <a:p>
            <a:r>
              <a:rPr lang="en-US" altLang="ja-JP" dirty="0"/>
              <a:t>3-12. AI</a:t>
            </a:r>
            <a:r>
              <a:rPr lang="ja-JP" altLang="en-US" dirty="0"/>
              <a:t>の強みを生かすポイント：プロセス自体を</a:t>
            </a:r>
            <a:r>
              <a:rPr lang="en-US" altLang="ja-JP" dirty="0"/>
              <a:t>AI</a:t>
            </a:r>
            <a:r>
              <a:rPr lang="ja-JP" altLang="en-US" dirty="0"/>
              <a:t>前提で再設計</a:t>
            </a:r>
          </a:p>
        </p:txBody>
      </p:sp>
      <p:pic>
        <p:nvPicPr>
          <p:cNvPr id="70" name="図 69">
            <a:extLst>
              <a:ext uri="{FF2B5EF4-FFF2-40B4-BE49-F238E27FC236}">
                <a16:creationId xmlns:a16="http://schemas.microsoft.com/office/drawing/2014/main" id="{28D7B424-0593-1F16-ABCF-5E12706DAC2C}"/>
              </a:ext>
            </a:extLst>
          </p:cNvPr>
          <p:cNvPicPr>
            <a:picLocks noChangeAspect="1"/>
          </p:cNvPicPr>
          <p:nvPr/>
        </p:nvPicPr>
        <p:blipFill>
          <a:blip r:embed="rId2"/>
          <a:stretch>
            <a:fillRect/>
          </a:stretch>
        </p:blipFill>
        <p:spPr>
          <a:xfrm>
            <a:off x="0" y="1943519"/>
            <a:ext cx="9906000" cy="3574276"/>
          </a:xfrm>
          <a:prstGeom prst="rect">
            <a:avLst/>
          </a:prstGeom>
        </p:spPr>
      </p:pic>
      <p:sp>
        <p:nvSpPr>
          <p:cNvPr id="72" name="テキスト ボックス 71">
            <a:extLst>
              <a:ext uri="{FF2B5EF4-FFF2-40B4-BE49-F238E27FC236}">
                <a16:creationId xmlns:a16="http://schemas.microsoft.com/office/drawing/2014/main" id="{89F104BC-ECF4-B0B8-BB2C-1A6182A98AB7}"/>
              </a:ext>
            </a:extLst>
          </p:cNvPr>
          <p:cNvSpPr txBox="1"/>
          <p:nvPr/>
        </p:nvSpPr>
        <p:spPr>
          <a:xfrm>
            <a:off x="4062953" y="5833889"/>
            <a:ext cx="5737785" cy="467885"/>
          </a:xfrm>
          <a:prstGeom prst="rect">
            <a:avLst/>
          </a:prstGeom>
          <a:noFill/>
        </p:spPr>
        <p:txBody>
          <a:bodyPr wrap="square">
            <a:spAutoFit/>
          </a:bodyPr>
          <a:lstStyle/>
          <a:p>
            <a:pPr algn="l">
              <a:lnSpc>
                <a:spcPct val="130000"/>
              </a:lnSpc>
            </a:pPr>
            <a:r>
              <a:rPr lang="ja-JP" altLang="en-US" sz="1000" dirty="0">
                <a:solidFill>
                  <a:srgbClr val="404040"/>
                </a:solidFill>
                <a:latin typeface="+mj-ea"/>
                <a:ea typeface="+mj-ea"/>
              </a:rPr>
              <a:t>引用元：</a:t>
            </a:r>
            <a:r>
              <a:rPr lang="en-US" altLang="ja-JP" sz="1000" dirty="0">
                <a:solidFill>
                  <a:srgbClr val="404040"/>
                </a:solidFill>
                <a:latin typeface="+mj-ea"/>
                <a:ea typeface="+mj-ea"/>
              </a:rPr>
              <a:t>03_AI</a:t>
            </a:r>
            <a:r>
              <a:rPr lang="ja-JP" altLang="en-US" sz="1000" dirty="0">
                <a:solidFill>
                  <a:srgbClr val="404040"/>
                </a:solidFill>
                <a:latin typeface="+mj-ea"/>
                <a:ea typeface="+mj-ea"/>
              </a:rPr>
              <a:t>を活用した業務改革をリードするための実践プログラム</a:t>
            </a:r>
            <a:r>
              <a:rPr lang="en-US" altLang="ja-JP" sz="1000" dirty="0">
                <a:solidFill>
                  <a:srgbClr val="404040"/>
                </a:solidFill>
                <a:latin typeface="+mj-ea"/>
                <a:ea typeface="+mj-ea"/>
              </a:rPr>
              <a:t>_</a:t>
            </a:r>
            <a:r>
              <a:rPr lang="ja-JP" altLang="en-US" sz="1000" dirty="0">
                <a:solidFill>
                  <a:srgbClr val="404040"/>
                </a:solidFill>
                <a:latin typeface="+mj-ea"/>
                <a:ea typeface="+mj-ea"/>
              </a:rPr>
              <a:t>営業コンサル編</a:t>
            </a:r>
            <a:r>
              <a:rPr lang="en-US" altLang="ja-JP" sz="1000" dirty="0">
                <a:solidFill>
                  <a:srgbClr val="404040"/>
                </a:solidFill>
                <a:latin typeface="+mj-ea"/>
                <a:ea typeface="+mj-ea"/>
              </a:rPr>
              <a:t>_Rev1209 3.pptx</a:t>
            </a:r>
          </a:p>
          <a:p>
            <a:pPr>
              <a:lnSpc>
                <a:spcPct val="130000"/>
              </a:lnSpc>
            </a:pPr>
            <a:r>
              <a:rPr lang="en-US" altLang="ja-JP" sz="1000" dirty="0">
                <a:solidFill>
                  <a:srgbClr val="404040"/>
                </a:solidFill>
                <a:latin typeface="+mj-ea"/>
                <a:ea typeface="+mj-ea"/>
                <a:hlinkClick r:id="rId3" tooltip="https://dwp.nttdata.com/hashtag/dwp-2025-11-17-001?ref=d3c0f086-903b-4188-b785-f808c143cda5">
                  <a:extLst>
                    <a:ext uri="{A12FA001-AC4F-418D-AE19-62706E023703}">
                      <ahyp:hlinkClr xmlns:ahyp="http://schemas.microsoft.com/office/drawing/2018/hyperlinkcolor" val="tx"/>
                    </a:ext>
                  </a:extLst>
                </a:hlinkClick>
              </a:rPr>
              <a:t>AI</a:t>
            </a:r>
            <a:r>
              <a:rPr lang="ja-JP" altLang="en-US" sz="1000" dirty="0">
                <a:solidFill>
                  <a:srgbClr val="404040"/>
                </a:solidFill>
                <a:latin typeface="+mj-ea"/>
                <a:ea typeface="+mj-ea"/>
                <a:hlinkClick r:id="rId3" tooltip="https://dwp.nttdata.com/hashtag/dwp-2025-11-17-001?ref=d3c0f086-903b-4188-b785-f808c143cda5">
                  <a:extLst>
                    <a:ext uri="{A12FA001-AC4F-418D-AE19-62706E023703}">
                      <ahyp:hlinkClr xmlns:ahyp="http://schemas.microsoft.com/office/drawing/2018/hyperlinkcolor" val="tx"/>
                    </a:ext>
                  </a:extLst>
                </a:hlinkClick>
              </a:rPr>
              <a:t>を活用した業務改革をリードするための実践プログラム </a:t>
            </a:r>
            <a:r>
              <a:rPr lang="en-US" altLang="ja-JP" sz="1000" dirty="0">
                <a:solidFill>
                  <a:srgbClr val="404040"/>
                </a:solidFill>
                <a:latin typeface="+mj-ea"/>
                <a:ea typeface="+mj-ea"/>
                <a:hlinkClick r:id="rId3" tooltip="https://dwp.nttdata.com/hashtag/dwp-2025-11-17-001?ref=d3c0f086-903b-4188-b785-f808c143cda5">
                  <a:extLst>
                    <a:ext uri="{A12FA001-AC4F-418D-AE19-62706E023703}">
                      <ahyp:hlinkClr xmlns:ahyp="http://schemas.microsoft.com/office/drawing/2018/hyperlinkcolor" val="tx"/>
                    </a:ext>
                  </a:extLst>
                </a:hlinkClick>
              </a:rPr>
              <a:t>- NTT DATA Digital Workplace</a:t>
            </a:r>
            <a:endParaRPr lang="ja-JP" altLang="en-US" sz="1000" dirty="0">
              <a:solidFill>
                <a:srgbClr val="404040"/>
              </a:solidFill>
              <a:latin typeface="+mj-ea"/>
              <a:ea typeface="+mj-ea"/>
            </a:endParaRPr>
          </a:p>
        </p:txBody>
      </p:sp>
      <p:sp>
        <p:nvSpPr>
          <p:cNvPr id="74" name="テキスト ボックス 73">
            <a:extLst>
              <a:ext uri="{FF2B5EF4-FFF2-40B4-BE49-F238E27FC236}">
                <a16:creationId xmlns:a16="http://schemas.microsoft.com/office/drawing/2014/main" id="{590264BD-854E-C3B1-B272-B825456C074E}"/>
              </a:ext>
            </a:extLst>
          </p:cNvPr>
          <p:cNvSpPr txBox="1"/>
          <p:nvPr/>
        </p:nvSpPr>
        <p:spPr>
          <a:xfrm>
            <a:off x="268070" y="1047233"/>
            <a:ext cx="9301500" cy="523220"/>
          </a:xfrm>
          <a:prstGeom prst="rect">
            <a:avLst/>
          </a:prstGeom>
          <a:noFill/>
        </p:spPr>
        <p:txBody>
          <a:bodyPr wrap="square">
            <a:spAutoFit/>
          </a:bodyPr>
          <a:lstStyle/>
          <a:p>
            <a:r>
              <a:rPr lang="en-US" altLang="ja-JP" sz="1400" b="1" dirty="0">
                <a:solidFill>
                  <a:srgbClr val="404040"/>
                </a:solidFill>
                <a:latin typeface="+mj-ea"/>
                <a:ea typeface="+mj-ea"/>
              </a:rPr>
              <a:t>AI</a:t>
            </a:r>
            <a:r>
              <a:rPr lang="ja-JP" altLang="en-US" sz="1400" b="1" dirty="0">
                <a:solidFill>
                  <a:srgbClr val="404040"/>
                </a:solidFill>
                <a:latin typeface="+mj-ea"/>
                <a:ea typeface="+mj-ea"/>
              </a:rPr>
              <a:t>によるお客様の抜本的な業務変革のポイント</a:t>
            </a:r>
            <a:r>
              <a:rPr lang="ja-JP" altLang="en-US" sz="1400" dirty="0">
                <a:solidFill>
                  <a:srgbClr val="404040"/>
                </a:solidFill>
                <a:latin typeface="+mj-ea"/>
                <a:ea typeface="+mj-ea"/>
              </a:rPr>
              <a:t>は</a:t>
            </a:r>
          </a:p>
          <a:p>
            <a:r>
              <a:rPr lang="en-US" altLang="ja-JP" sz="1400" dirty="0">
                <a:solidFill>
                  <a:srgbClr val="404040"/>
                </a:solidFill>
                <a:latin typeface="+mj-ea"/>
                <a:ea typeface="+mj-ea"/>
              </a:rPr>
              <a:t>AI</a:t>
            </a:r>
            <a:r>
              <a:rPr lang="ja-JP" altLang="en-US" sz="1400" dirty="0">
                <a:solidFill>
                  <a:srgbClr val="404040"/>
                </a:solidFill>
                <a:latin typeface="+mj-ea"/>
                <a:ea typeface="+mj-ea"/>
              </a:rPr>
              <a:t>を補助的に使用して既存業務の効率化を図るのではなく、</a:t>
            </a:r>
            <a:r>
              <a:rPr lang="ja-JP" altLang="en-US" sz="1400" u="sng" dirty="0">
                <a:solidFill>
                  <a:schemeClr val="bg2"/>
                </a:solidFill>
                <a:latin typeface="+mj-ea"/>
                <a:ea typeface="+mj-ea"/>
              </a:rPr>
              <a:t>プロセス自体を</a:t>
            </a:r>
            <a:r>
              <a:rPr lang="en-US" altLang="ja-JP" sz="1400" u="sng" dirty="0">
                <a:solidFill>
                  <a:schemeClr val="bg2"/>
                </a:solidFill>
                <a:latin typeface="+mj-ea"/>
                <a:ea typeface="+mj-ea"/>
              </a:rPr>
              <a:t>AI</a:t>
            </a:r>
            <a:r>
              <a:rPr lang="ja-JP" altLang="en-US" sz="1400" u="sng" dirty="0">
                <a:solidFill>
                  <a:schemeClr val="bg2"/>
                </a:solidFill>
                <a:latin typeface="+mj-ea"/>
                <a:ea typeface="+mj-ea"/>
              </a:rPr>
              <a:t>前提で再設計</a:t>
            </a:r>
            <a:r>
              <a:rPr lang="ja-JP" altLang="en-US" sz="1400" dirty="0">
                <a:solidFill>
                  <a:srgbClr val="404040"/>
                </a:solidFill>
                <a:latin typeface="+mj-ea"/>
                <a:ea typeface="+mj-ea"/>
              </a:rPr>
              <a:t>することです。</a:t>
            </a:r>
          </a:p>
        </p:txBody>
      </p:sp>
    </p:spTree>
    <p:extLst>
      <p:ext uri="{BB962C8B-B14F-4D97-AF65-F5344CB8AC3E}">
        <p14:creationId xmlns:p14="http://schemas.microsoft.com/office/powerpoint/2010/main" val="38472207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CA4E7-D4BA-A606-EE5C-D732EC10B67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68340FD-A224-DF6F-1C25-867DA822967C}"/>
              </a:ext>
            </a:extLst>
          </p:cNvPr>
          <p:cNvSpPr>
            <a:spLocks noGrp="1"/>
          </p:cNvSpPr>
          <p:nvPr>
            <p:ph type="title"/>
          </p:nvPr>
        </p:nvSpPr>
        <p:spPr/>
        <p:txBody>
          <a:bodyPr>
            <a:normAutofit/>
          </a:bodyPr>
          <a:lstStyle/>
          <a:p>
            <a:r>
              <a:rPr lang="en-US" altLang="ja-JP" dirty="0"/>
              <a:t>3-13. JAL</a:t>
            </a:r>
            <a:r>
              <a:rPr lang="ja-JP" altLang="en-US" dirty="0"/>
              <a:t>カード様 </a:t>
            </a:r>
            <a:r>
              <a:rPr lang="en-US" altLang="ja-JP" dirty="0"/>
              <a:t>-  AI</a:t>
            </a:r>
            <a:r>
              <a:rPr lang="ja-JP" altLang="en-US" dirty="0"/>
              <a:t>バーチャル顧客を活用したマーケティング高度化</a:t>
            </a:r>
          </a:p>
        </p:txBody>
      </p:sp>
      <p:sp>
        <p:nvSpPr>
          <p:cNvPr id="5" name="テキスト ボックス 4">
            <a:extLst>
              <a:ext uri="{FF2B5EF4-FFF2-40B4-BE49-F238E27FC236}">
                <a16:creationId xmlns:a16="http://schemas.microsoft.com/office/drawing/2014/main" id="{CFEF7DD4-9F70-F482-0264-9AC772EDA505}"/>
              </a:ext>
            </a:extLst>
          </p:cNvPr>
          <p:cNvSpPr txBox="1"/>
          <p:nvPr/>
        </p:nvSpPr>
        <p:spPr>
          <a:xfrm>
            <a:off x="268070" y="1047233"/>
            <a:ext cx="9301500" cy="738664"/>
          </a:xfrm>
          <a:prstGeom prst="rect">
            <a:avLst/>
          </a:prstGeom>
          <a:noFill/>
        </p:spPr>
        <p:txBody>
          <a:bodyPr wrap="square">
            <a:spAutoFit/>
          </a:bodyPr>
          <a:lstStyle/>
          <a:p>
            <a:r>
              <a:rPr lang="ja-JP" altLang="en-US" sz="1400" b="1" dirty="0">
                <a:solidFill>
                  <a:srgbClr val="404040"/>
                </a:solidFill>
                <a:latin typeface="+mj-ea"/>
                <a:ea typeface="+mj-ea"/>
              </a:rPr>
              <a:t>「</a:t>
            </a:r>
            <a:r>
              <a:rPr lang="en-US" altLang="ja-JP" sz="1400" b="1" dirty="0">
                <a:solidFill>
                  <a:srgbClr val="404040"/>
                </a:solidFill>
                <a:latin typeface="+mj-ea"/>
                <a:ea typeface="+mj-ea"/>
              </a:rPr>
              <a:t>AI </a:t>
            </a:r>
            <a:r>
              <a:rPr lang="ja-JP" altLang="en-US" sz="1400" b="1" dirty="0">
                <a:solidFill>
                  <a:srgbClr val="404040"/>
                </a:solidFill>
                <a:latin typeface="+mj-ea"/>
                <a:ea typeface="+mj-ea"/>
              </a:rPr>
              <a:t>バーチャル顧客」 の会話から</a:t>
            </a:r>
            <a:r>
              <a:rPr lang="en-US" altLang="ja-JP" sz="1400" b="1" dirty="0">
                <a:solidFill>
                  <a:srgbClr val="404040"/>
                </a:solidFill>
                <a:latin typeface="+mj-ea"/>
                <a:ea typeface="+mj-ea"/>
              </a:rPr>
              <a:t>JAL</a:t>
            </a:r>
            <a:r>
              <a:rPr lang="ja-JP" altLang="en-US" sz="1400" b="1" dirty="0">
                <a:solidFill>
                  <a:srgbClr val="404040"/>
                </a:solidFill>
                <a:latin typeface="+mj-ea"/>
                <a:ea typeface="+mj-ea"/>
              </a:rPr>
              <a:t>カード会員への効果的なマーケティング施策を導出した事例です。</a:t>
            </a:r>
          </a:p>
          <a:p>
            <a:r>
              <a:rPr lang="en-US" altLang="ja-JP" sz="1400" b="1" dirty="0">
                <a:solidFill>
                  <a:srgbClr val="404040"/>
                </a:solidFill>
                <a:latin typeface="+mj-ea"/>
                <a:ea typeface="+mj-ea"/>
              </a:rPr>
              <a:t>【</a:t>
            </a:r>
            <a:r>
              <a:rPr lang="ja-JP" altLang="en-US" sz="1400" b="1" dirty="0">
                <a:solidFill>
                  <a:srgbClr val="404040"/>
                </a:solidFill>
                <a:latin typeface="+mj-ea"/>
                <a:ea typeface="+mj-ea"/>
              </a:rPr>
              <a:t>成果</a:t>
            </a:r>
            <a:r>
              <a:rPr lang="en-US" altLang="ja-JP" sz="1400" b="1" dirty="0">
                <a:solidFill>
                  <a:srgbClr val="404040"/>
                </a:solidFill>
                <a:latin typeface="+mj-ea"/>
                <a:ea typeface="+mj-ea"/>
              </a:rPr>
              <a:t>】</a:t>
            </a:r>
          </a:p>
          <a:p>
            <a:r>
              <a:rPr lang="en-US" altLang="ja-JP" sz="1400" b="1" dirty="0">
                <a:solidFill>
                  <a:srgbClr val="404040"/>
                </a:solidFill>
                <a:latin typeface="+mj-ea"/>
                <a:ea typeface="+mj-ea"/>
              </a:rPr>
              <a:t> AI</a:t>
            </a:r>
            <a:r>
              <a:rPr lang="ja-JP" altLang="en-US" sz="1400" b="1" dirty="0">
                <a:solidFill>
                  <a:srgbClr val="404040"/>
                </a:solidFill>
                <a:latin typeface="+mj-ea"/>
                <a:ea typeface="+mj-ea"/>
              </a:rPr>
              <a:t>上のグループインタビューにより得られた示唆をもとにターゲット選定することで、販促プロモーションの購買率が</a:t>
            </a:r>
            <a:r>
              <a:rPr lang="en-US" altLang="ja-JP" sz="1400" b="1" dirty="0">
                <a:solidFill>
                  <a:srgbClr val="404040"/>
                </a:solidFill>
                <a:latin typeface="+mj-ea"/>
                <a:ea typeface="+mj-ea"/>
              </a:rPr>
              <a:t>3.0%</a:t>
            </a:r>
            <a:r>
              <a:rPr lang="ja-JP" altLang="en-US" sz="1400" b="1" dirty="0">
                <a:solidFill>
                  <a:srgbClr val="404040"/>
                </a:solidFill>
                <a:latin typeface="+mj-ea"/>
                <a:ea typeface="+mj-ea"/>
              </a:rPr>
              <a:t>向上</a:t>
            </a:r>
          </a:p>
        </p:txBody>
      </p:sp>
      <p:pic>
        <p:nvPicPr>
          <p:cNvPr id="7" name="図 6">
            <a:extLst>
              <a:ext uri="{FF2B5EF4-FFF2-40B4-BE49-F238E27FC236}">
                <a16:creationId xmlns:a16="http://schemas.microsoft.com/office/drawing/2014/main" id="{180224B4-8DB2-6F28-D662-0761F3977539}"/>
              </a:ext>
            </a:extLst>
          </p:cNvPr>
          <p:cNvPicPr>
            <a:picLocks noChangeAspect="1"/>
          </p:cNvPicPr>
          <p:nvPr/>
        </p:nvPicPr>
        <p:blipFill>
          <a:blip r:embed="rId2"/>
          <a:stretch>
            <a:fillRect/>
          </a:stretch>
        </p:blipFill>
        <p:spPr>
          <a:xfrm>
            <a:off x="268070" y="2443589"/>
            <a:ext cx="9517484" cy="2703447"/>
          </a:xfrm>
          <a:prstGeom prst="rect">
            <a:avLst/>
          </a:prstGeom>
        </p:spPr>
      </p:pic>
      <p:sp>
        <p:nvSpPr>
          <p:cNvPr id="35" name="テキスト ボックス 34">
            <a:extLst>
              <a:ext uri="{FF2B5EF4-FFF2-40B4-BE49-F238E27FC236}">
                <a16:creationId xmlns:a16="http://schemas.microsoft.com/office/drawing/2014/main" id="{484AD260-34A7-49B8-B3AB-636F4B418A68}"/>
              </a:ext>
            </a:extLst>
          </p:cNvPr>
          <p:cNvSpPr txBox="1"/>
          <p:nvPr/>
        </p:nvSpPr>
        <p:spPr>
          <a:xfrm>
            <a:off x="5026812" y="5716752"/>
            <a:ext cx="4532684" cy="600164"/>
          </a:xfrm>
          <a:prstGeom prst="rect">
            <a:avLst/>
          </a:prstGeom>
          <a:noFill/>
        </p:spPr>
        <p:txBody>
          <a:bodyPr wrap="square">
            <a:spAutoFit/>
          </a:bodyPr>
          <a:lstStyle/>
          <a:p>
            <a:pPr>
              <a:lnSpc>
                <a:spcPct val="130000"/>
              </a:lnSpc>
            </a:pPr>
            <a:r>
              <a:rPr lang="ja-JP" altLang="en-US" sz="1000" dirty="0">
                <a:solidFill>
                  <a:srgbClr val="404040"/>
                </a:solidFill>
                <a:latin typeface="+mj-ea"/>
                <a:ea typeface="+mj-ea"/>
              </a:rPr>
              <a:t>引用元：</a:t>
            </a:r>
            <a:r>
              <a:rPr lang="en-US" altLang="ja-JP" sz="1000" dirty="0">
                <a:solidFill>
                  <a:srgbClr val="404040"/>
                </a:solidFill>
                <a:latin typeface="+mj-ea"/>
                <a:ea typeface="+mj-ea"/>
              </a:rPr>
              <a:t>09_Japan Analyst Day 2025_</a:t>
            </a:r>
            <a:r>
              <a:rPr lang="ja-JP" altLang="en-US" sz="1000" dirty="0">
                <a:solidFill>
                  <a:srgbClr val="404040"/>
                </a:solidFill>
                <a:latin typeface="+mj-ea"/>
                <a:ea typeface="+mj-ea"/>
              </a:rPr>
              <a:t>配布用</a:t>
            </a:r>
            <a:r>
              <a:rPr lang="en-US" altLang="ja-JP" sz="1000" dirty="0">
                <a:solidFill>
                  <a:srgbClr val="404040"/>
                </a:solidFill>
                <a:latin typeface="+mj-ea"/>
                <a:ea typeface="+mj-ea"/>
              </a:rPr>
              <a:t>.pdf</a:t>
            </a:r>
          </a:p>
          <a:p>
            <a:r>
              <a:rPr lang="en-US" altLang="ja-JP" sz="1000" dirty="0">
                <a:solidFill>
                  <a:srgbClr val="404040"/>
                </a:solidFill>
                <a:latin typeface="+mj-ea"/>
                <a:ea typeface="+mj-ea"/>
                <a:hlinkClick r:id="rId3" tooltip="https://nttdatahr.service-now.com/data_finder?id=df_article_detail_page&amp;sys_id=70ffa6e99302b2d076f43ccdfaba10fd">
                  <a:extLst>
                    <a:ext uri="{A12FA001-AC4F-418D-AE19-62706E023703}">
                      <ahyp:hlinkClr xmlns:ahyp="http://schemas.microsoft.com/office/drawing/2018/hyperlinkcolor" val="tx"/>
                    </a:ext>
                  </a:extLst>
                </a:hlinkClick>
              </a:rPr>
              <a:t>NTT DATA</a:t>
            </a:r>
            <a:r>
              <a:rPr lang="ja-JP" altLang="en-US" sz="1000" dirty="0">
                <a:solidFill>
                  <a:srgbClr val="404040"/>
                </a:solidFill>
                <a:latin typeface="+mj-ea"/>
                <a:ea typeface="+mj-ea"/>
                <a:hlinkClick r:id="rId3" tooltip="https://nttdatahr.service-now.com/data_finder?id=df_article_detail_page&amp;sys_id=70ffa6e99302b2d076f43ccdfaba10fd">
                  <a:extLst>
                    <a:ext uri="{A12FA001-AC4F-418D-AE19-62706E023703}">
                      <ahyp:hlinkClr xmlns:ahyp="http://schemas.microsoft.com/office/drawing/2018/hyperlinkcolor" val="tx"/>
                    </a:ext>
                  </a:extLst>
                </a:hlinkClick>
              </a:rPr>
              <a:t>の</a:t>
            </a:r>
            <a:r>
              <a:rPr lang="en-US" altLang="ja-JP" sz="1000" dirty="0">
                <a:solidFill>
                  <a:srgbClr val="404040"/>
                </a:solidFill>
                <a:latin typeface="+mj-ea"/>
                <a:ea typeface="+mj-ea"/>
                <a:hlinkClick r:id="rId3" tooltip="https://nttdatahr.service-now.com/data_finder?id=df_article_detail_page&amp;sys_id=70ffa6e99302b2d076f43ccdfaba10fd">
                  <a:extLst>
                    <a:ext uri="{A12FA001-AC4F-418D-AE19-62706E023703}">
                      <ahyp:hlinkClr xmlns:ahyp="http://schemas.microsoft.com/office/drawing/2018/hyperlinkcolor" val="tx"/>
                    </a:ext>
                  </a:extLst>
                </a:hlinkClick>
              </a:rPr>
              <a:t>AI</a:t>
            </a:r>
            <a:r>
              <a:rPr lang="ja-JP" altLang="en-US" sz="1000" dirty="0">
                <a:solidFill>
                  <a:srgbClr val="404040"/>
                </a:solidFill>
                <a:latin typeface="+mj-ea"/>
                <a:ea typeface="+mj-ea"/>
                <a:hlinkClick r:id="rId3" tooltip="https://nttdatahr.service-now.com/data_finder?id=df_article_detail_page&amp;sys_id=70ffa6e99302b2d076f43ccdfaba10fd">
                  <a:extLst>
                    <a:ext uri="{A12FA001-AC4F-418D-AE19-62706E023703}">
                      <ahyp:hlinkClr xmlns:ahyp="http://schemas.microsoft.com/office/drawing/2018/hyperlinkcolor" val="tx"/>
                    </a:ext>
                  </a:extLst>
                </a:hlinkClick>
              </a:rPr>
              <a:t>ビジネスのキーパーソンが語る現在地と未来 </a:t>
            </a:r>
            <a:r>
              <a:rPr lang="en-US" altLang="ja-JP" sz="1000" dirty="0">
                <a:solidFill>
                  <a:srgbClr val="404040"/>
                </a:solidFill>
                <a:latin typeface="+mj-ea"/>
                <a:ea typeface="+mj-ea"/>
                <a:hlinkClick r:id="rId3" tooltip="https://nttdatahr.service-now.com/data_finder?id=df_article_detail_page&amp;sys_id=70ffa6e99302b2d076f43ccdfaba10fd">
                  <a:extLst>
                    <a:ext uri="{A12FA001-AC4F-418D-AE19-62706E023703}">
                      <ahyp:hlinkClr xmlns:ahyp="http://schemas.microsoft.com/office/drawing/2018/hyperlinkcolor" val="tx"/>
                    </a:ext>
                  </a:extLst>
                </a:hlinkClick>
              </a:rPr>
              <a:t>- DATA FINDER</a:t>
            </a:r>
            <a:endParaRPr lang="en-US" altLang="ja-JP" sz="1000" dirty="0">
              <a:solidFill>
                <a:srgbClr val="404040"/>
              </a:solidFill>
              <a:latin typeface="+mj-ea"/>
              <a:ea typeface="+mj-ea"/>
            </a:endParaRPr>
          </a:p>
          <a:p>
            <a:r>
              <a:rPr lang="en-US" altLang="ja-JP" sz="1000" dirty="0">
                <a:solidFill>
                  <a:srgbClr val="404040"/>
                </a:solidFill>
                <a:latin typeface="+mj-ea"/>
                <a:ea typeface="+mj-ea"/>
                <a:hlinkClick r:id="rId4" tooltip="https://dwp.nttdata.com/document/document-3706ab3013970fe400088cb5b88cf3a8-01uxzocz6ae3txrlbg7reyb7fefkkj6kle">
                  <a:extLst>
                    <a:ext uri="{A12FA001-AC4F-418D-AE19-62706E023703}">
                      <ahyp:hlinkClr xmlns:ahyp="http://schemas.microsoft.com/office/drawing/2018/hyperlinkcolor" val="tx"/>
                    </a:ext>
                  </a:extLst>
                </a:hlinkClick>
              </a:rPr>
              <a:t>09_Japan Analyst Day 2025_</a:t>
            </a:r>
            <a:r>
              <a:rPr lang="ja-JP" altLang="en-US" sz="1000" dirty="0">
                <a:solidFill>
                  <a:srgbClr val="404040"/>
                </a:solidFill>
                <a:latin typeface="+mj-ea"/>
                <a:ea typeface="+mj-ea"/>
                <a:hlinkClick r:id="rId4" tooltip="https://dwp.nttdata.com/document/document-3706ab3013970fe400088cb5b88cf3a8-01uxzocz6ae3txrlbg7reyb7fefkkj6kle">
                  <a:extLst>
                    <a:ext uri="{A12FA001-AC4F-418D-AE19-62706E023703}">
                      <ahyp:hlinkClr xmlns:ahyp="http://schemas.microsoft.com/office/drawing/2018/hyperlinkcolor" val="tx"/>
                    </a:ext>
                  </a:extLst>
                </a:hlinkClick>
              </a:rPr>
              <a:t>配布用</a:t>
            </a:r>
            <a:r>
              <a:rPr lang="en-US" altLang="ja-JP" sz="1000" dirty="0">
                <a:solidFill>
                  <a:srgbClr val="404040"/>
                </a:solidFill>
                <a:latin typeface="+mj-ea"/>
                <a:ea typeface="+mj-ea"/>
                <a:hlinkClick r:id="rId4" tooltip="https://dwp.nttdata.com/document/document-3706ab3013970fe400088cb5b88cf3a8-01uxzocz6ae3txrlbg7reyb7fefkkj6kle">
                  <a:extLst>
                    <a:ext uri="{A12FA001-AC4F-418D-AE19-62706E023703}">
                      <ahyp:hlinkClr xmlns:ahyp="http://schemas.microsoft.com/office/drawing/2018/hyperlinkcolor" val="tx"/>
                    </a:ext>
                  </a:extLst>
                </a:hlinkClick>
              </a:rPr>
              <a:t>.pdf - NTT DATA Digital Workplace</a:t>
            </a:r>
            <a:endParaRPr lang="ja-JP" altLang="en-US" sz="1000" dirty="0">
              <a:solidFill>
                <a:srgbClr val="404040"/>
              </a:solidFill>
              <a:latin typeface="+mj-ea"/>
              <a:ea typeface="+mj-ea"/>
            </a:endParaRPr>
          </a:p>
        </p:txBody>
      </p:sp>
    </p:spTree>
    <p:extLst>
      <p:ext uri="{BB962C8B-B14F-4D97-AF65-F5344CB8AC3E}">
        <p14:creationId xmlns:p14="http://schemas.microsoft.com/office/powerpoint/2010/main" val="30358836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8FF587-BC51-6B1C-46FC-39D9FE93B1F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76BAF68-813B-D1C6-ABE5-AC1020AC1CD3}"/>
              </a:ext>
            </a:extLst>
          </p:cNvPr>
          <p:cNvSpPr>
            <a:spLocks noGrp="1"/>
          </p:cNvSpPr>
          <p:nvPr>
            <p:ph type="title"/>
          </p:nvPr>
        </p:nvSpPr>
        <p:spPr/>
        <p:txBody>
          <a:bodyPr>
            <a:normAutofit/>
          </a:bodyPr>
          <a:lstStyle/>
          <a:p>
            <a:r>
              <a:rPr lang="en-US" altLang="ja-JP" dirty="0"/>
              <a:t>3-14. </a:t>
            </a:r>
            <a:r>
              <a:rPr lang="ja-JP" altLang="en-US" dirty="0"/>
              <a:t>大手メディアサービス会社</a:t>
            </a:r>
            <a:r>
              <a:rPr lang="en-US" altLang="ja-JP" dirty="0"/>
              <a:t> - AI-BPO</a:t>
            </a:r>
            <a:r>
              <a:rPr lang="ja-JP" altLang="en-US" dirty="0"/>
              <a:t>によるオペレーション変革</a:t>
            </a:r>
          </a:p>
        </p:txBody>
      </p:sp>
      <p:pic>
        <p:nvPicPr>
          <p:cNvPr id="8" name="図 7">
            <a:extLst>
              <a:ext uri="{FF2B5EF4-FFF2-40B4-BE49-F238E27FC236}">
                <a16:creationId xmlns:a16="http://schemas.microsoft.com/office/drawing/2014/main" id="{BDAA9CA2-7C64-5EB9-2334-94EB9FBB90C5}"/>
              </a:ext>
            </a:extLst>
          </p:cNvPr>
          <p:cNvPicPr>
            <a:picLocks noChangeAspect="1"/>
          </p:cNvPicPr>
          <p:nvPr/>
        </p:nvPicPr>
        <p:blipFill>
          <a:blip r:embed="rId2"/>
          <a:stretch>
            <a:fillRect/>
          </a:stretch>
        </p:blipFill>
        <p:spPr>
          <a:xfrm>
            <a:off x="-975" y="2017164"/>
            <a:ext cx="9906000" cy="3860773"/>
          </a:xfrm>
          <a:prstGeom prst="rect">
            <a:avLst/>
          </a:prstGeom>
        </p:spPr>
      </p:pic>
      <p:sp>
        <p:nvSpPr>
          <p:cNvPr id="71" name="テキスト ボックス 70">
            <a:extLst>
              <a:ext uri="{FF2B5EF4-FFF2-40B4-BE49-F238E27FC236}">
                <a16:creationId xmlns:a16="http://schemas.microsoft.com/office/drawing/2014/main" id="{6990C36A-1F41-E7C6-A43F-6741ACBBF9FF}"/>
              </a:ext>
            </a:extLst>
          </p:cNvPr>
          <p:cNvSpPr txBox="1"/>
          <p:nvPr/>
        </p:nvSpPr>
        <p:spPr>
          <a:xfrm>
            <a:off x="5165889" y="5877937"/>
            <a:ext cx="4666268" cy="600164"/>
          </a:xfrm>
          <a:prstGeom prst="rect">
            <a:avLst/>
          </a:prstGeom>
          <a:noFill/>
        </p:spPr>
        <p:txBody>
          <a:bodyPr wrap="square">
            <a:spAutoFit/>
          </a:bodyPr>
          <a:lstStyle/>
          <a:p>
            <a:pPr>
              <a:lnSpc>
                <a:spcPct val="130000"/>
              </a:lnSpc>
            </a:pPr>
            <a:r>
              <a:rPr lang="ja-JP" altLang="en-US" sz="1000" dirty="0">
                <a:solidFill>
                  <a:srgbClr val="404040"/>
                </a:solidFill>
                <a:latin typeface="+mj-ea"/>
                <a:ea typeface="+mj-ea"/>
              </a:rPr>
              <a:t>引用元：</a:t>
            </a:r>
            <a:r>
              <a:rPr lang="en-US" altLang="ja-JP" sz="1000" dirty="0">
                <a:solidFill>
                  <a:srgbClr val="404040"/>
                </a:solidFill>
                <a:latin typeface="+mj-ea"/>
                <a:ea typeface="+mj-ea"/>
              </a:rPr>
              <a:t>09_Japan Analyst Day 2025_</a:t>
            </a:r>
            <a:r>
              <a:rPr lang="ja-JP" altLang="en-US" sz="1000" dirty="0">
                <a:solidFill>
                  <a:srgbClr val="404040"/>
                </a:solidFill>
                <a:latin typeface="+mj-ea"/>
                <a:ea typeface="+mj-ea"/>
              </a:rPr>
              <a:t>配布用</a:t>
            </a:r>
            <a:r>
              <a:rPr lang="en-US" altLang="ja-JP" sz="1000" dirty="0">
                <a:solidFill>
                  <a:srgbClr val="404040"/>
                </a:solidFill>
                <a:latin typeface="+mj-ea"/>
                <a:ea typeface="+mj-ea"/>
              </a:rPr>
              <a:t>.pdf</a:t>
            </a:r>
          </a:p>
          <a:p>
            <a:r>
              <a:rPr lang="en-US" altLang="ja-JP" sz="1000" dirty="0">
                <a:solidFill>
                  <a:srgbClr val="404040"/>
                </a:solidFill>
                <a:latin typeface="+mj-ea"/>
                <a:ea typeface="+mj-ea"/>
                <a:hlinkClick r:id="rId3" tooltip="https://nttdatahr.service-now.com/data_finder?id=df_article_detail_page&amp;sys_id=70ffa6e99302b2d076f43ccdfaba10fd">
                  <a:extLst>
                    <a:ext uri="{A12FA001-AC4F-418D-AE19-62706E023703}">
                      <ahyp:hlinkClr xmlns:ahyp="http://schemas.microsoft.com/office/drawing/2018/hyperlinkcolor" val="tx"/>
                    </a:ext>
                  </a:extLst>
                </a:hlinkClick>
              </a:rPr>
              <a:t>NTT DATA</a:t>
            </a:r>
            <a:r>
              <a:rPr lang="ja-JP" altLang="en-US" sz="1000" dirty="0">
                <a:solidFill>
                  <a:srgbClr val="404040"/>
                </a:solidFill>
                <a:latin typeface="+mj-ea"/>
                <a:ea typeface="+mj-ea"/>
                <a:hlinkClick r:id="rId3" tooltip="https://nttdatahr.service-now.com/data_finder?id=df_article_detail_page&amp;sys_id=70ffa6e99302b2d076f43ccdfaba10fd">
                  <a:extLst>
                    <a:ext uri="{A12FA001-AC4F-418D-AE19-62706E023703}">
                      <ahyp:hlinkClr xmlns:ahyp="http://schemas.microsoft.com/office/drawing/2018/hyperlinkcolor" val="tx"/>
                    </a:ext>
                  </a:extLst>
                </a:hlinkClick>
              </a:rPr>
              <a:t>の</a:t>
            </a:r>
            <a:r>
              <a:rPr lang="en-US" altLang="ja-JP" sz="1000" dirty="0">
                <a:solidFill>
                  <a:srgbClr val="404040"/>
                </a:solidFill>
                <a:latin typeface="+mj-ea"/>
                <a:ea typeface="+mj-ea"/>
                <a:hlinkClick r:id="rId3" tooltip="https://nttdatahr.service-now.com/data_finder?id=df_article_detail_page&amp;sys_id=70ffa6e99302b2d076f43ccdfaba10fd">
                  <a:extLst>
                    <a:ext uri="{A12FA001-AC4F-418D-AE19-62706E023703}">
                      <ahyp:hlinkClr xmlns:ahyp="http://schemas.microsoft.com/office/drawing/2018/hyperlinkcolor" val="tx"/>
                    </a:ext>
                  </a:extLst>
                </a:hlinkClick>
              </a:rPr>
              <a:t>AI</a:t>
            </a:r>
            <a:r>
              <a:rPr lang="ja-JP" altLang="en-US" sz="1000" dirty="0">
                <a:solidFill>
                  <a:srgbClr val="404040"/>
                </a:solidFill>
                <a:latin typeface="+mj-ea"/>
                <a:ea typeface="+mj-ea"/>
                <a:hlinkClick r:id="rId3" tooltip="https://nttdatahr.service-now.com/data_finder?id=df_article_detail_page&amp;sys_id=70ffa6e99302b2d076f43ccdfaba10fd">
                  <a:extLst>
                    <a:ext uri="{A12FA001-AC4F-418D-AE19-62706E023703}">
                      <ahyp:hlinkClr xmlns:ahyp="http://schemas.microsoft.com/office/drawing/2018/hyperlinkcolor" val="tx"/>
                    </a:ext>
                  </a:extLst>
                </a:hlinkClick>
              </a:rPr>
              <a:t>ビジネスのキーパーソンが語る現在地と未来 </a:t>
            </a:r>
            <a:r>
              <a:rPr lang="en-US" altLang="ja-JP" sz="1000" dirty="0">
                <a:solidFill>
                  <a:srgbClr val="404040"/>
                </a:solidFill>
                <a:latin typeface="+mj-ea"/>
                <a:ea typeface="+mj-ea"/>
                <a:hlinkClick r:id="rId3" tooltip="https://nttdatahr.service-now.com/data_finder?id=df_article_detail_page&amp;sys_id=70ffa6e99302b2d076f43ccdfaba10fd">
                  <a:extLst>
                    <a:ext uri="{A12FA001-AC4F-418D-AE19-62706E023703}">
                      <ahyp:hlinkClr xmlns:ahyp="http://schemas.microsoft.com/office/drawing/2018/hyperlinkcolor" val="tx"/>
                    </a:ext>
                  </a:extLst>
                </a:hlinkClick>
              </a:rPr>
              <a:t>- DATA FINDER</a:t>
            </a:r>
            <a:endParaRPr lang="en-US" altLang="ja-JP" sz="1000" dirty="0">
              <a:solidFill>
                <a:srgbClr val="404040"/>
              </a:solidFill>
              <a:latin typeface="+mj-ea"/>
              <a:ea typeface="+mj-ea"/>
            </a:endParaRPr>
          </a:p>
          <a:p>
            <a:r>
              <a:rPr lang="en-US" altLang="ja-JP" sz="1000" dirty="0">
                <a:solidFill>
                  <a:srgbClr val="404040"/>
                </a:solidFill>
                <a:latin typeface="+mj-ea"/>
                <a:ea typeface="+mj-ea"/>
                <a:hlinkClick r:id="rId4" tooltip="https://dwp.nttdata.com/document/document-3706ab3013970fe400088cb5b88cf3a8-01uxzocz6ae3txrlbg7reyb7fefkkj6kle">
                  <a:extLst>
                    <a:ext uri="{A12FA001-AC4F-418D-AE19-62706E023703}">
                      <ahyp:hlinkClr xmlns:ahyp="http://schemas.microsoft.com/office/drawing/2018/hyperlinkcolor" val="tx"/>
                    </a:ext>
                  </a:extLst>
                </a:hlinkClick>
              </a:rPr>
              <a:t>09_Japan Analyst Day 2025_</a:t>
            </a:r>
            <a:r>
              <a:rPr lang="ja-JP" altLang="en-US" sz="1000" dirty="0">
                <a:solidFill>
                  <a:srgbClr val="404040"/>
                </a:solidFill>
                <a:latin typeface="+mj-ea"/>
                <a:ea typeface="+mj-ea"/>
                <a:hlinkClick r:id="rId4" tooltip="https://dwp.nttdata.com/document/document-3706ab3013970fe400088cb5b88cf3a8-01uxzocz6ae3txrlbg7reyb7fefkkj6kle">
                  <a:extLst>
                    <a:ext uri="{A12FA001-AC4F-418D-AE19-62706E023703}">
                      <ahyp:hlinkClr xmlns:ahyp="http://schemas.microsoft.com/office/drawing/2018/hyperlinkcolor" val="tx"/>
                    </a:ext>
                  </a:extLst>
                </a:hlinkClick>
              </a:rPr>
              <a:t>配布用</a:t>
            </a:r>
            <a:r>
              <a:rPr lang="en-US" altLang="ja-JP" sz="1000" dirty="0">
                <a:solidFill>
                  <a:srgbClr val="404040"/>
                </a:solidFill>
                <a:latin typeface="+mj-ea"/>
                <a:ea typeface="+mj-ea"/>
                <a:hlinkClick r:id="rId4" tooltip="https://dwp.nttdata.com/document/document-3706ab3013970fe400088cb5b88cf3a8-01uxzocz6ae3txrlbg7reyb7fefkkj6kle">
                  <a:extLst>
                    <a:ext uri="{A12FA001-AC4F-418D-AE19-62706E023703}">
                      <ahyp:hlinkClr xmlns:ahyp="http://schemas.microsoft.com/office/drawing/2018/hyperlinkcolor" val="tx"/>
                    </a:ext>
                  </a:extLst>
                </a:hlinkClick>
              </a:rPr>
              <a:t>.pdf - NTT DATA Digital Workplace</a:t>
            </a:r>
            <a:endParaRPr lang="ja-JP" altLang="en-US" sz="1000" dirty="0">
              <a:solidFill>
                <a:srgbClr val="404040"/>
              </a:solidFill>
              <a:latin typeface="+mj-ea"/>
              <a:ea typeface="+mj-ea"/>
            </a:endParaRPr>
          </a:p>
        </p:txBody>
      </p:sp>
      <p:sp>
        <p:nvSpPr>
          <p:cNvPr id="73" name="テキスト ボックス 72">
            <a:extLst>
              <a:ext uri="{FF2B5EF4-FFF2-40B4-BE49-F238E27FC236}">
                <a16:creationId xmlns:a16="http://schemas.microsoft.com/office/drawing/2014/main" id="{BE6235C2-2BEE-52F9-3EDD-FB27072765B8}"/>
              </a:ext>
            </a:extLst>
          </p:cNvPr>
          <p:cNvSpPr txBox="1"/>
          <p:nvPr/>
        </p:nvSpPr>
        <p:spPr>
          <a:xfrm>
            <a:off x="268069" y="1047233"/>
            <a:ext cx="9564087" cy="902427"/>
          </a:xfrm>
          <a:prstGeom prst="rect">
            <a:avLst/>
          </a:prstGeom>
          <a:noFill/>
        </p:spPr>
        <p:txBody>
          <a:bodyPr wrap="square">
            <a:spAutoFit/>
          </a:bodyPr>
          <a:lstStyle/>
          <a:p>
            <a:pPr>
              <a:lnSpc>
                <a:spcPct val="130000"/>
              </a:lnSpc>
            </a:pPr>
            <a:r>
              <a:rPr lang="ja-JP" altLang="en-US" sz="1400" b="1" dirty="0">
                <a:solidFill>
                  <a:srgbClr val="333333"/>
                </a:solidFill>
              </a:rPr>
              <a:t>生成</a:t>
            </a:r>
            <a:r>
              <a:rPr lang="en-US" altLang="ja-JP" sz="1400" b="1" dirty="0">
                <a:solidFill>
                  <a:srgbClr val="333333"/>
                </a:solidFill>
              </a:rPr>
              <a:t>AI</a:t>
            </a:r>
            <a:r>
              <a:rPr lang="ja-JP" altLang="en-US" sz="1400" b="1" dirty="0">
                <a:solidFill>
                  <a:srgbClr val="333333"/>
                </a:solidFill>
              </a:rPr>
              <a:t>を活用し、従来は人手で行っていた校閲作業・文化的適合性確認など）を効率化した事例です。</a:t>
            </a:r>
            <a:endParaRPr lang="en-US" altLang="ja-JP" sz="1400" b="1" dirty="0">
              <a:solidFill>
                <a:srgbClr val="333333"/>
              </a:solidFill>
            </a:endParaRPr>
          </a:p>
          <a:p>
            <a:pPr>
              <a:lnSpc>
                <a:spcPct val="130000"/>
              </a:lnSpc>
            </a:pPr>
            <a:r>
              <a:rPr lang="en-US" altLang="ja-JP" sz="1400" b="1" dirty="0">
                <a:solidFill>
                  <a:srgbClr val="333333"/>
                </a:solidFill>
              </a:rPr>
              <a:t>【</a:t>
            </a:r>
            <a:r>
              <a:rPr lang="ja-JP" altLang="en-US" sz="1400" b="1" dirty="0">
                <a:solidFill>
                  <a:srgbClr val="333333"/>
                </a:solidFill>
              </a:rPr>
              <a:t>成果</a:t>
            </a:r>
            <a:r>
              <a:rPr lang="en-US" altLang="ja-JP" sz="1400" b="1" dirty="0">
                <a:solidFill>
                  <a:srgbClr val="333333"/>
                </a:solidFill>
              </a:rPr>
              <a:t>】</a:t>
            </a:r>
          </a:p>
          <a:p>
            <a:pPr>
              <a:lnSpc>
                <a:spcPct val="130000"/>
              </a:lnSpc>
            </a:pPr>
            <a:r>
              <a:rPr lang="ja-JP" altLang="en-US" sz="1400" b="1" dirty="0">
                <a:solidFill>
                  <a:srgbClr val="333333"/>
                </a:solidFill>
              </a:rPr>
              <a:t>校閲ミスを </a:t>
            </a:r>
            <a:r>
              <a:rPr lang="en-US" altLang="ja-JP" sz="1400" b="1" dirty="0">
                <a:solidFill>
                  <a:srgbClr val="333333"/>
                </a:solidFill>
              </a:rPr>
              <a:t>96</a:t>
            </a:r>
            <a:r>
              <a:rPr lang="ja-JP" altLang="en-US" sz="1400" b="1" dirty="0">
                <a:solidFill>
                  <a:srgbClr val="333333"/>
                </a:solidFill>
              </a:rPr>
              <a:t>％削減、作業期間を</a:t>
            </a:r>
            <a:r>
              <a:rPr lang="en-US" altLang="ja-JP" sz="1400" b="1" dirty="0">
                <a:solidFill>
                  <a:srgbClr val="333333"/>
                </a:solidFill>
              </a:rPr>
              <a:t>1/3</a:t>
            </a:r>
            <a:r>
              <a:rPr lang="ja-JP" altLang="en-US" sz="1400" b="1" dirty="0">
                <a:solidFill>
                  <a:srgbClr val="333333"/>
                </a:solidFill>
              </a:rPr>
              <a:t>に短縮</a:t>
            </a:r>
            <a:r>
              <a:rPr lang="ja-JP" altLang="en-US" sz="1200" b="1" dirty="0">
                <a:solidFill>
                  <a:srgbClr val="333333"/>
                </a:solidFill>
              </a:rPr>
              <a:t>（誤字脱字検出、文法チェック、トーン・スタイルの統一、規則、</a:t>
            </a:r>
            <a:r>
              <a:rPr lang="en-US" altLang="ja-JP" sz="1200" b="1" dirty="0">
                <a:solidFill>
                  <a:srgbClr val="333333"/>
                </a:solidFill>
              </a:rPr>
              <a:t>1</a:t>
            </a:r>
            <a:r>
              <a:rPr lang="ja-JP" altLang="en-US" sz="1200" b="1" dirty="0">
                <a:solidFill>
                  <a:srgbClr val="333333"/>
                </a:solidFill>
              </a:rPr>
              <a:t>日あたり処理量は</a:t>
            </a:r>
            <a:r>
              <a:rPr lang="en-US" altLang="ja-JP" sz="1200" b="1" dirty="0">
                <a:solidFill>
                  <a:srgbClr val="333333"/>
                </a:solidFill>
              </a:rPr>
              <a:t>5</a:t>
            </a:r>
            <a:r>
              <a:rPr lang="ja-JP" altLang="en-US" sz="1200" b="1" dirty="0">
                <a:solidFill>
                  <a:srgbClr val="333333"/>
                </a:solidFill>
              </a:rPr>
              <a:t>倍に増加。）</a:t>
            </a:r>
            <a:endParaRPr lang="ja-JP" altLang="en-US" sz="1400" b="1" dirty="0">
              <a:solidFill>
                <a:srgbClr val="333333"/>
              </a:solidFill>
            </a:endParaRPr>
          </a:p>
        </p:txBody>
      </p:sp>
    </p:spTree>
    <p:extLst>
      <p:ext uri="{BB962C8B-B14F-4D97-AF65-F5344CB8AC3E}">
        <p14:creationId xmlns:p14="http://schemas.microsoft.com/office/powerpoint/2010/main" val="5070304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6F483-1C24-EF74-65E1-5E4EEEC5EB7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F49127E-AC93-D203-B016-9ECAD5EE2304}"/>
              </a:ext>
            </a:extLst>
          </p:cNvPr>
          <p:cNvSpPr>
            <a:spLocks noGrp="1"/>
          </p:cNvSpPr>
          <p:nvPr>
            <p:ph type="title"/>
          </p:nvPr>
        </p:nvSpPr>
        <p:spPr/>
        <p:txBody>
          <a:bodyPr>
            <a:normAutofit/>
          </a:bodyPr>
          <a:lstStyle/>
          <a:p>
            <a:r>
              <a:rPr lang="en-US" altLang="ja-JP" dirty="0"/>
              <a:t>Appendix</a:t>
            </a:r>
            <a:r>
              <a:rPr lang="ja-JP" altLang="en-US" dirty="0"/>
              <a:t>：りそな様</a:t>
            </a:r>
            <a:r>
              <a:rPr lang="en-US" altLang="ja-JP" dirty="0"/>
              <a:t> - AI </a:t>
            </a:r>
            <a:r>
              <a:rPr lang="en-US" altLang="ja-JP" dirty="0" err="1"/>
              <a:t>CoE</a:t>
            </a:r>
            <a:r>
              <a:rPr lang="ja-JP" altLang="en-US" dirty="0"/>
              <a:t>と生成</a:t>
            </a:r>
            <a:r>
              <a:rPr lang="en-US" altLang="ja-JP" dirty="0"/>
              <a:t>AI</a:t>
            </a:r>
            <a:r>
              <a:rPr lang="ja-JP" altLang="en-US" dirty="0"/>
              <a:t>人財育成アカデミーの推進</a:t>
            </a:r>
            <a:endParaRPr lang="en-US" altLang="ja-JP" dirty="0"/>
          </a:p>
        </p:txBody>
      </p:sp>
      <p:pic>
        <p:nvPicPr>
          <p:cNvPr id="4" name="Picture 2">
            <a:extLst>
              <a:ext uri="{FF2B5EF4-FFF2-40B4-BE49-F238E27FC236}">
                <a16:creationId xmlns:a16="http://schemas.microsoft.com/office/drawing/2014/main" id="{07014FE5-6C54-6D80-C5F6-768FC8C6E4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659" y="1715677"/>
            <a:ext cx="9663164" cy="3930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テキスト ボックス 5">
            <a:extLst>
              <a:ext uri="{FF2B5EF4-FFF2-40B4-BE49-F238E27FC236}">
                <a16:creationId xmlns:a16="http://schemas.microsoft.com/office/drawing/2014/main" id="{DC8000B9-0AE1-12CF-1276-E8E6E8871352}"/>
              </a:ext>
            </a:extLst>
          </p:cNvPr>
          <p:cNvSpPr txBox="1"/>
          <p:nvPr/>
        </p:nvSpPr>
        <p:spPr>
          <a:xfrm>
            <a:off x="371475" y="5926181"/>
            <a:ext cx="6409074" cy="246221"/>
          </a:xfrm>
          <a:prstGeom prst="rect">
            <a:avLst/>
          </a:prstGeom>
          <a:noFill/>
        </p:spPr>
        <p:txBody>
          <a:bodyPr wrap="square">
            <a:spAutoFit/>
          </a:bodyPr>
          <a:lstStyle/>
          <a:p>
            <a:r>
              <a:rPr lang="ja-JP" altLang="en-US" sz="1000" dirty="0">
                <a:hlinkClick r:id="rId3"/>
              </a:rPr>
              <a:t>参考：金融業界最大規模の生成</a:t>
            </a:r>
            <a:r>
              <a:rPr lang="en-US" altLang="ja-JP" sz="1000" dirty="0">
                <a:hlinkClick r:id="rId3"/>
              </a:rPr>
              <a:t>AI</a:t>
            </a:r>
            <a:r>
              <a:rPr lang="ja-JP" altLang="en-US" sz="1000" dirty="0">
                <a:hlinkClick r:id="rId3"/>
              </a:rPr>
              <a:t>人財育成アカデミーをりそなグループに提供</a:t>
            </a:r>
            <a:endParaRPr lang="ja-JP" altLang="en-US" sz="1000" dirty="0"/>
          </a:p>
        </p:txBody>
      </p:sp>
      <p:sp>
        <p:nvSpPr>
          <p:cNvPr id="8" name="テキスト ボックス 7">
            <a:extLst>
              <a:ext uri="{FF2B5EF4-FFF2-40B4-BE49-F238E27FC236}">
                <a16:creationId xmlns:a16="http://schemas.microsoft.com/office/drawing/2014/main" id="{378E8671-FA74-C2AB-F237-C1D699157AB1}"/>
              </a:ext>
            </a:extLst>
          </p:cNvPr>
          <p:cNvSpPr txBox="1"/>
          <p:nvPr/>
        </p:nvSpPr>
        <p:spPr>
          <a:xfrm>
            <a:off x="5242497" y="5824314"/>
            <a:ext cx="4663503" cy="600164"/>
          </a:xfrm>
          <a:prstGeom prst="rect">
            <a:avLst/>
          </a:prstGeom>
          <a:noFill/>
        </p:spPr>
        <p:txBody>
          <a:bodyPr wrap="square">
            <a:spAutoFit/>
          </a:bodyPr>
          <a:lstStyle/>
          <a:p>
            <a:pPr>
              <a:lnSpc>
                <a:spcPct val="130000"/>
              </a:lnSpc>
            </a:pPr>
            <a:r>
              <a:rPr lang="ja-JP" altLang="en-US" sz="1000" dirty="0">
                <a:solidFill>
                  <a:srgbClr val="404040"/>
                </a:solidFill>
                <a:latin typeface="+mj-ea"/>
                <a:ea typeface="+mj-ea"/>
              </a:rPr>
              <a:t>引用元：</a:t>
            </a:r>
            <a:r>
              <a:rPr lang="en-US" altLang="ja-JP" sz="1000" dirty="0">
                <a:solidFill>
                  <a:srgbClr val="404040"/>
                </a:solidFill>
                <a:latin typeface="+mj-ea"/>
                <a:ea typeface="+mj-ea"/>
              </a:rPr>
              <a:t>09_Japan Analyst Day 2025_</a:t>
            </a:r>
            <a:r>
              <a:rPr lang="ja-JP" altLang="en-US" sz="1000" dirty="0">
                <a:solidFill>
                  <a:srgbClr val="404040"/>
                </a:solidFill>
                <a:latin typeface="+mj-ea"/>
                <a:ea typeface="+mj-ea"/>
              </a:rPr>
              <a:t>配布用</a:t>
            </a:r>
            <a:r>
              <a:rPr lang="en-US" altLang="ja-JP" sz="1000" dirty="0">
                <a:solidFill>
                  <a:srgbClr val="404040"/>
                </a:solidFill>
                <a:latin typeface="+mj-ea"/>
                <a:ea typeface="+mj-ea"/>
              </a:rPr>
              <a:t>.pdf</a:t>
            </a:r>
          </a:p>
          <a:p>
            <a:r>
              <a:rPr lang="en-US" altLang="ja-JP" sz="1000" dirty="0">
                <a:solidFill>
                  <a:srgbClr val="404040"/>
                </a:solidFill>
                <a:latin typeface="+mj-ea"/>
                <a:ea typeface="+mj-ea"/>
                <a:hlinkClick r:id="rId4" tooltip="https://nttdatahr.service-now.com/data_finder?id=df_article_detail_page&amp;sys_id=70ffa6e99302b2d076f43ccdfaba10fd">
                  <a:extLst>
                    <a:ext uri="{A12FA001-AC4F-418D-AE19-62706E023703}">
                      <ahyp:hlinkClr xmlns:ahyp="http://schemas.microsoft.com/office/drawing/2018/hyperlinkcolor" val="tx"/>
                    </a:ext>
                  </a:extLst>
                </a:hlinkClick>
              </a:rPr>
              <a:t>NTT DATA</a:t>
            </a:r>
            <a:r>
              <a:rPr lang="ja-JP" altLang="en-US" sz="1000" dirty="0">
                <a:solidFill>
                  <a:srgbClr val="404040"/>
                </a:solidFill>
                <a:latin typeface="+mj-ea"/>
                <a:ea typeface="+mj-ea"/>
                <a:hlinkClick r:id="rId4" tooltip="https://nttdatahr.service-now.com/data_finder?id=df_article_detail_page&amp;sys_id=70ffa6e99302b2d076f43ccdfaba10fd">
                  <a:extLst>
                    <a:ext uri="{A12FA001-AC4F-418D-AE19-62706E023703}">
                      <ahyp:hlinkClr xmlns:ahyp="http://schemas.microsoft.com/office/drawing/2018/hyperlinkcolor" val="tx"/>
                    </a:ext>
                  </a:extLst>
                </a:hlinkClick>
              </a:rPr>
              <a:t>の</a:t>
            </a:r>
            <a:r>
              <a:rPr lang="en-US" altLang="ja-JP" sz="1000" dirty="0">
                <a:solidFill>
                  <a:srgbClr val="404040"/>
                </a:solidFill>
                <a:latin typeface="+mj-ea"/>
                <a:ea typeface="+mj-ea"/>
                <a:hlinkClick r:id="rId4" tooltip="https://nttdatahr.service-now.com/data_finder?id=df_article_detail_page&amp;sys_id=70ffa6e99302b2d076f43ccdfaba10fd">
                  <a:extLst>
                    <a:ext uri="{A12FA001-AC4F-418D-AE19-62706E023703}">
                      <ahyp:hlinkClr xmlns:ahyp="http://schemas.microsoft.com/office/drawing/2018/hyperlinkcolor" val="tx"/>
                    </a:ext>
                  </a:extLst>
                </a:hlinkClick>
              </a:rPr>
              <a:t>AI</a:t>
            </a:r>
            <a:r>
              <a:rPr lang="ja-JP" altLang="en-US" sz="1000" dirty="0">
                <a:solidFill>
                  <a:srgbClr val="404040"/>
                </a:solidFill>
                <a:latin typeface="+mj-ea"/>
                <a:ea typeface="+mj-ea"/>
                <a:hlinkClick r:id="rId4" tooltip="https://nttdatahr.service-now.com/data_finder?id=df_article_detail_page&amp;sys_id=70ffa6e99302b2d076f43ccdfaba10fd">
                  <a:extLst>
                    <a:ext uri="{A12FA001-AC4F-418D-AE19-62706E023703}">
                      <ahyp:hlinkClr xmlns:ahyp="http://schemas.microsoft.com/office/drawing/2018/hyperlinkcolor" val="tx"/>
                    </a:ext>
                  </a:extLst>
                </a:hlinkClick>
              </a:rPr>
              <a:t>ビジネスのキーパーソンが語る現在地と未来 </a:t>
            </a:r>
            <a:r>
              <a:rPr lang="en-US" altLang="ja-JP" sz="1000" dirty="0">
                <a:solidFill>
                  <a:srgbClr val="404040"/>
                </a:solidFill>
                <a:latin typeface="+mj-ea"/>
                <a:ea typeface="+mj-ea"/>
                <a:hlinkClick r:id="rId4" tooltip="https://nttdatahr.service-now.com/data_finder?id=df_article_detail_page&amp;sys_id=70ffa6e99302b2d076f43ccdfaba10fd">
                  <a:extLst>
                    <a:ext uri="{A12FA001-AC4F-418D-AE19-62706E023703}">
                      <ahyp:hlinkClr xmlns:ahyp="http://schemas.microsoft.com/office/drawing/2018/hyperlinkcolor" val="tx"/>
                    </a:ext>
                  </a:extLst>
                </a:hlinkClick>
              </a:rPr>
              <a:t>- DATA FINDER</a:t>
            </a:r>
            <a:endParaRPr lang="en-US" altLang="ja-JP" sz="1000" dirty="0">
              <a:solidFill>
                <a:srgbClr val="404040"/>
              </a:solidFill>
              <a:latin typeface="+mj-ea"/>
              <a:ea typeface="+mj-ea"/>
            </a:endParaRPr>
          </a:p>
          <a:p>
            <a:r>
              <a:rPr lang="en-US" altLang="ja-JP" sz="1000" dirty="0">
                <a:solidFill>
                  <a:srgbClr val="404040"/>
                </a:solidFill>
                <a:latin typeface="+mj-ea"/>
                <a:ea typeface="+mj-ea"/>
                <a:hlinkClick r:id="rId5" tooltip="https://dwp.nttdata.com/document/document-3706ab3013970fe400088cb5b88cf3a8-01uxzocz6ae3txrlbg7reyb7fefkkj6kle">
                  <a:extLst>
                    <a:ext uri="{A12FA001-AC4F-418D-AE19-62706E023703}">
                      <ahyp:hlinkClr xmlns:ahyp="http://schemas.microsoft.com/office/drawing/2018/hyperlinkcolor" val="tx"/>
                    </a:ext>
                  </a:extLst>
                </a:hlinkClick>
              </a:rPr>
              <a:t>09_Japan Analyst Day 2025_</a:t>
            </a:r>
            <a:r>
              <a:rPr lang="ja-JP" altLang="en-US" sz="1000" dirty="0">
                <a:solidFill>
                  <a:srgbClr val="404040"/>
                </a:solidFill>
                <a:latin typeface="+mj-ea"/>
                <a:ea typeface="+mj-ea"/>
                <a:hlinkClick r:id="rId5" tooltip="https://dwp.nttdata.com/document/document-3706ab3013970fe400088cb5b88cf3a8-01uxzocz6ae3txrlbg7reyb7fefkkj6kle">
                  <a:extLst>
                    <a:ext uri="{A12FA001-AC4F-418D-AE19-62706E023703}">
                      <ahyp:hlinkClr xmlns:ahyp="http://schemas.microsoft.com/office/drawing/2018/hyperlinkcolor" val="tx"/>
                    </a:ext>
                  </a:extLst>
                </a:hlinkClick>
              </a:rPr>
              <a:t>配布用</a:t>
            </a:r>
            <a:r>
              <a:rPr lang="en-US" altLang="ja-JP" sz="1000" dirty="0">
                <a:solidFill>
                  <a:srgbClr val="404040"/>
                </a:solidFill>
                <a:latin typeface="+mj-ea"/>
                <a:ea typeface="+mj-ea"/>
                <a:hlinkClick r:id="rId5" tooltip="https://dwp.nttdata.com/document/document-3706ab3013970fe400088cb5b88cf3a8-01uxzocz6ae3txrlbg7reyb7fefkkj6kle">
                  <a:extLst>
                    <a:ext uri="{A12FA001-AC4F-418D-AE19-62706E023703}">
                      <ahyp:hlinkClr xmlns:ahyp="http://schemas.microsoft.com/office/drawing/2018/hyperlinkcolor" val="tx"/>
                    </a:ext>
                  </a:extLst>
                </a:hlinkClick>
              </a:rPr>
              <a:t>.pdf - NTT DATA Digital Workplace</a:t>
            </a:r>
            <a:endParaRPr lang="ja-JP" altLang="en-US" sz="1000" dirty="0">
              <a:solidFill>
                <a:srgbClr val="404040"/>
              </a:solidFill>
              <a:latin typeface="+mj-ea"/>
              <a:ea typeface="+mj-ea"/>
            </a:endParaRPr>
          </a:p>
        </p:txBody>
      </p:sp>
      <p:sp>
        <p:nvSpPr>
          <p:cNvPr id="10" name="テキスト ボックス 9">
            <a:extLst>
              <a:ext uri="{FF2B5EF4-FFF2-40B4-BE49-F238E27FC236}">
                <a16:creationId xmlns:a16="http://schemas.microsoft.com/office/drawing/2014/main" id="{E652D5FC-1A01-2B37-C84A-0278EBBAEEFC}"/>
              </a:ext>
            </a:extLst>
          </p:cNvPr>
          <p:cNvSpPr txBox="1"/>
          <p:nvPr/>
        </p:nvSpPr>
        <p:spPr>
          <a:xfrm>
            <a:off x="268069" y="1047233"/>
            <a:ext cx="9564087" cy="622350"/>
          </a:xfrm>
          <a:prstGeom prst="rect">
            <a:avLst/>
          </a:prstGeom>
          <a:noFill/>
        </p:spPr>
        <p:txBody>
          <a:bodyPr wrap="square">
            <a:spAutoFit/>
          </a:bodyPr>
          <a:lstStyle/>
          <a:p>
            <a:pPr>
              <a:lnSpc>
                <a:spcPct val="130000"/>
              </a:lnSpc>
            </a:pPr>
            <a:r>
              <a:rPr lang="ja-JP" altLang="en-US" sz="1400" b="1" dirty="0">
                <a:solidFill>
                  <a:srgbClr val="333333"/>
                </a:solidFill>
              </a:rPr>
              <a:t>りそな様は</a:t>
            </a:r>
            <a:r>
              <a:rPr lang="en-US" altLang="ja-JP" sz="1400" b="1" dirty="0">
                <a:solidFill>
                  <a:srgbClr val="333333"/>
                </a:solidFill>
              </a:rPr>
              <a:t>NTT</a:t>
            </a:r>
            <a:r>
              <a:rPr lang="ja-JP" altLang="en-US" sz="1400" b="1" dirty="0">
                <a:solidFill>
                  <a:srgbClr val="333333"/>
                </a:solidFill>
              </a:rPr>
              <a:t>データ支援の元で</a:t>
            </a:r>
            <a:endParaRPr lang="en-US" altLang="ja-JP" sz="1400" b="1" dirty="0">
              <a:solidFill>
                <a:srgbClr val="333333"/>
              </a:solidFill>
            </a:endParaRPr>
          </a:p>
          <a:p>
            <a:pPr>
              <a:lnSpc>
                <a:spcPct val="130000"/>
              </a:lnSpc>
            </a:pPr>
            <a:r>
              <a:rPr lang="en-US" altLang="ja-JP" sz="1400" b="1" dirty="0">
                <a:solidFill>
                  <a:srgbClr val="333333"/>
                </a:solidFill>
              </a:rPr>
              <a:t>AI</a:t>
            </a:r>
            <a:r>
              <a:rPr lang="ja-JP" altLang="en-US" sz="1400" b="1" dirty="0">
                <a:solidFill>
                  <a:srgbClr val="333333"/>
                </a:solidFill>
              </a:rPr>
              <a:t>ドリブンの企画・推進組織「</a:t>
            </a:r>
            <a:r>
              <a:rPr lang="en-US" altLang="ja-JP" sz="1400" b="1" dirty="0">
                <a:solidFill>
                  <a:srgbClr val="333333"/>
                </a:solidFill>
              </a:rPr>
              <a:t>AI </a:t>
            </a:r>
            <a:r>
              <a:rPr lang="en-US" altLang="ja-JP" sz="1400" b="1" dirty="0" err="1">
                <a:solidFill>
                  <a:srgbClr val="333333"/>
                </a:solidFill>
              </a:rPr>
              <a:t>CoE</a:t>
            </a:r>
            <a:r>
              <a:rPr lang="ja-JP" altLang="en-US" sz="1400" b="1" dirty="0">
                <a:solidFill>
                  <a:srgbClr val="333333"/>
                </a:solidFill>
              </a:rPr>
              <a:t>」を設置。生成</a:t>
            </a:r>
            <a:r>
              <a:rPr lang="en-US" altLang="ja-JP" sz="1400" b="1" dirty="0">
                <a:solidFill>
                  <a:srgbClr val="333333"/>
                </a:solidFill>
              </a:rPr>
              <a:t>AI</a:t>
            </a:r>
            <a:r>
              <a:rPr lang="ja-JP" altLang="en-US" sz="1400" b="1" dirty="0">
                <a:solidFill>
                  <a:srgbClr val="333333"/>
                </a:solidFill>
              </a:rPr>
              <a:t>人財育成アカデミーを推進中。</a:t>
            </a:r>
          </a:p>
        </p:txBody>
      </p:sp>
    </p:spTree>
    <p:extLst>
      <p:ext uri="{BB962C8B-B14F-4D97-AF65-F5344CB8AC3E}">
        <p14:creationId xmlns:p14="http://schemas.microsoft.com/office/powerpoint/2010/main" val="21925732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29155-0409-8E67-CDE3-F9A2798CF0A6}"/>
            </a:ext>
          </a:extLst>
        </p:cNvPr>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69F8F05E-9DAD-1D42-63DF-B208B9FB1C98}"/>
              </a:ext>
            </a:extLst>
          </p:cNvPr>
          <p:cNvSpPr>
            <a:spLocks noGrp="1"/>
          </p:cNvSpPr>
          <p:nvPr>
            <p:ph type="body" sz="quarter" idx="11"/>
          </p:nvPr>
        </p:nvSpPr>
        <p:spPr/>
        <p:txBody>
          <a:bodyPr/>
          <a:lstStyle/>
          <a:p>
            <a:r>
              <a:rPr lang="ja-JP" altLang="en-US" dirty="0"/>
              <a:t>モジュール</a:t>
            </a:r>
            <a:r>
              <a:rPr lang="en-US" altLang="ja-JP" dirty="0"/>
              <a:t>4</a:t>
            </a:r>
            <a:r>
              <a:rPr lang="ja-JP" altLang="en-US" dirty="0"/>
              <a:t>：</a:t>
            </a:r>
            <a:endParaRPr lang="en-US" altLang="ja-JP" dirty="0"/>
          </a:p>
          <a:p>
            <a:r>
              <a:rPr lang="ja-JP" altLang="en-US" dirty="0"/>
              <a:t>プロンプトエンジニアリング</a:t>
            </a:r>
          </a:p>
        </p:txBody>
      </p:sp>
      <p:sp>
        <p:nvSpPr>
          <p:cNvPr id="7" name="テキスト プレースホルダー 4">
            <a:extLst>
              <a:ext uri="{FF2B5EF4-FFF2-40B4-BE49-F238E27FC236}">
                <a16:creationId xmlns:a16="http://schemas.microsoft.com/office/drawing/2014/main" id="{D856D7B0-C7E1-4003-B45A-BD2BAAB121EF}"/>
              </a:ext>
            </a:extLst>
          </p:cNvPr>
          <p:cNvSpPr txBox="1">
            <a:spLocks/>
          </p:cNvSpPr>
          <p:nvPr/>
        </p:nvSpPr>
        <p:spPr>
          <a:xfrm>
            <a:off x="7439995" y="339447"/>
            <a:ext cx="2173672" cy="524553"/>
          </a:xfrm>
          <a:prstGeom prst="rect">
            <a:avLst/>
          </a:prstGeom>
          <a:noFill/>
          <a:ln>
            <a:solidFill>
              <a:schemeClr val="bg1"/>
            </a:solidFill>
          </a:ln>
        </p:spPr>
        <p:style>
          <a:lnRef idx="2">
            <a:schemeClr val="accent2"/>
          </a:lnRef>
          <a:fillRef idx="1">
            <a:schemeClr val="lt1"/>
          </a:fillRef>
          <a:effectRef idx="0">
            <a:schemeClr val="accent2"/>
          </a:effectRef>
          <a:fontRef idx="minor">
            <a:schemeClr val="dk1"/>
          </a:fontRef>
        </p:style>
        <p:txBody>
          <a:bodyPr wrap="square" tIns="54000" bIns="54000" anchor="ctr">
            <a:spAutoFit/>
          </a:bodyPr>
          <a:lstStyle>
            <a:lvl1pPr marL="0" indent="0" algn="l" defTabSz="432000" rtl="0" eaLnBrk="0" fontAlgn="base" hangingPunct="0">
              <a:lnSpc>
                <a:spcPct val="100000"/>
              </a:lnSpc>
              <a:spcBef>
                <a:spcPts val="120"/>
              </a:spcBef>
              <a:spcAft>
                <a:spcPct val="0"/>
              </a:spcAft>
              <a:buFont typeface="+mj-lt"/>
              <a:buNone/>
              <a:defRPr kumimoji="1" sz="700" kern="1200">
                <a:solidFill>
                  <a:schemeClr val="bg1"/>
                </a:solidFill>
                <a:latin typeface="MS PGothic" charset="-128"/>
                <a:ea typeface="MS PGothic" charset="-128"/>
                <a:cs typeface="MS PGothic" charset="-128"/>
              </a:defRPr>
            </a:lvl1pPr>
            <a:lvl2pPr marL="910099" indent="-300543" algn="l" defTabSz="609555" rtl="0" eaLnBrk="1" fontAlgn="base" hangingPunct="1">
              <a:spcBef>
                <a:spcPct val="20000"/>
              </a:spcBef>
              <a:spcAft>
                <a:spcPct val="0"/>
              </a:spcAft>
              <a:buFont typeface="Arial" pitchFamily="34" charset="0"/>
              <a:buChar char="–"/>
              <a:defRPr kumimoji="1" sz="2667" kern="1200">
                <a:solidFill>
                  <a:schemeClr val="tx1"/>
                </a:solidFill>
                <a:latin typeface="Arial"/>
                <a:ea typeface="+mn-ea"/>
                <a:cs typeface="Arial"/>
              </a:defRPr>
            </a:lvl2pPr>
            <a:lvl3pPr marL="1454042" indent="-234933" algn="l" defTabSz="609555" rtl="0" eaLnBrk="1" fontAlgn="base" hangingPunct="1">
              <a:spcBef>
                <a:spcPct val="20000"/>
              </a:spcBef>
              <a:spcAft>
                <a:spcPct val="0"/>
              </a:spcAft>
              <a:buFont typeface="Arial" pitchFamily="34" charset="0"/>
              <a:buChar char="•"/>
              <a:defRPr kumimoji="1" sz="2667" kern="1200">
                <a:solidFill>
                  <a:schemeClr val="tx1"/>
                </a:solidFill>
                <a:latin typeface="Arial"/>
                <a:ea typeface="+mn-ea"/>
                <a:cs typeface="Arial"/>
              </a:defRPr>
            </a:lvl3pPr>
            <a:lvl4pPr marL="2059363" indent="-230701" algn="l" defTabSz="609555" rtl="0" eaLnBrk="1" fontAlgn="base" hangingPunct="1">
              <a:spcBef>
                <a:spcPct val="20000"/>
              </a:spcBef>
              <a:spcAft>
                <a:spcPct val="0"/>
              </a:spcAft>
              <a:buFont typeface="Arial" pitchFamily="34" charset="0"/>
              <a:buChar char="–"/>
              <a:defRPr kumimoji="1" sz="2667" kern="1200">
                <a:solidFill>
                  <a:schemeClr val="tx1"/>
                </a:solidFill>
                <a:latin typeface="Arial"/>
                <a:ea typeface="+mn-ea"/>
                <a:cs typeface="Arial"/>
              </a:defRPr>
            </a:lvl4pPr>
            <a:lvl5pPr marL="2666800" indent="-228584" algn="l" defTabSz="609555" rtl="0" eaLnBrk="1" fontAlgn="base" hangingPunct="1">
              <a:spcBef>
                <a:spcPct val="20000"/>
              </a:spcBef>
              <a:spcAft>
                <a:spcPct val="0"/>
              </a:spcAft>
              <a:buFont typeface="Arial" pitchFamily="34" charset="0"/>
              <a:buChar char="»"/>
              <a:defRPr kumimoji="1" sz="2667" kern="1200">
                <a:solidFill>
                  <a:schemeClr val="tx1"/>
                </a:solidFill>
                <a:latin typeface="Arial"/>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sz="900" dirty="0">
                <a:latin typeface="Meiryo UI" panose="020B0604030504040204" pitchFamily="50" charset="-128"/>
                <a:ea typeface="Meiryo UI" panose="020B0604030504040204" pitchFamily="50" charset="-128"/>
                <a:cs typeface="HGPGothicE" charset="-128"/>
              </a:rPr>
              <a:t>情 報 種 別 ： 秘密（関係者限り）</a:t>
            </a:r>
            <a:br>
              <a:rPr lang="en-US" altLang="ja-JP" sz="900" dirty="0">
                <a:latin typeface="Meiryo UI" panose="020B0604030504040204" pitchFamily="50" charset="-128"/>
                <a:ea typeface="Meiryo UI" panose="020B0604030504040204" pitchFamily="50" charset="-128"/>
                <a:cs typeface="HGPGothicE" charset="-128"/>
              </a:rPr>
            </a:br>
            <a:r>
              <a:rPr lang="ja-JP" altLang="en-US" sz="900" dirty="0">
                <a:latin typeface="Meiryo UI" panose="020B0604030504040204" pitchFamily="50" charset="-128"/>
                <a:ea typeface="Meiryo UI" panose="020B0604030504040204" pitchFamily="50" charset="-128"/>
                <a:cs typeface="HGPGothicE" charset="-128"/>
              </a:rPr>
              <a:t>会　 社　 名 ： </a:t>
            </a:r>
            <a:r>
              <a:rPr lang="en-US" altLang="ja-JP" sz="900" dirty="0">
                <a:latin typeface="Meiryo UI" panose="020B0604030504040204" pitchFamily="50" charset="-128"/>
                <a:ea typeface="Meiryo UI" panose="020B0604030504040204" pitchFamily="50" charset="-128"/>
                <a:cs typeface="HGPGothicE" charset="-128"/>
              </a:rPr>
              <a:t>NTT</a:t>
            </a:r>
            <a:r>
              <a:rPr lang="ja-JP" altLang="en-US" sz="900" dirty="0">
                <a:latin typeface="Meiryo UI" panose="020B0604030504040204" pitchFamily="50" charset="-128"/>
                <a:ea typeface="Meiryo UI" panose="020B0604030504040204" pitchFamily="50" charset="-128"/>
                <a:cs typeface="HGPGothicE" charset="-128"/>
              </a:rPr>
              <a:t>データユニバーシティ</a:t>
            </a:r>
            <a:br>
              <a:rPr lang="en-US" altLang="ja-JP" sz="900" dirty="0">
                <a:latin typeface="Meiryo UI" panose="020B0604030504040204" pitchFamily="50" charset="-128"/>
                <a:ea typeface="Meiryo UI" panose="020B0604030504040204" pitchFamily="50" charset="-128"/>
                <a:cs typeface="HGPGothicE" charset="-128"/>
              </a:rPr>
            </a:br>
            <a:r>
              <a:rPr lang="ja-JP" altLang="en-US" sz="900" dirty="0">
                <a:latin typeface="Meiryo UI" panose="020B0604030504040204" pitchFamily="50" charset="-128"/>
                <a:ea typeface="Meiryo UI" panose="020B0604030504040204" pitchFamily="50" charset="-128"/>
                <a:cs typeface="HGPGothicE" charset="-128"/>
              </a:rPr>
              <a:t>情報所有者 ： サービスディベロップメント部</a:t>
            </a:r>
          </a:p>
        </p:txBody>
      </p:sp>
    </p:spTree>
    <p:extLst>
      <p:ext uri="{BB962C8B-B14F-4D97-AF65-F5344CB8AC3E}">
        <p14:creationId xmlns:p14="http://schemas.microsoft.com/office/powerpoint/2010/main" val="3867649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796CB-49D9-5090-BBED-3AD52E84DD6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DA86135-7E5B-C585-7883-BE8BC696BD42}"/>
              </a:ext>
            </a:extLst>
          </p:cNvPr>
          <p:cNvSpPr>
            <a:spLocks noGrp="1"/>
          </p:cNvSpPr>
          <p:nvPr>
            <p:ph type="title"/>
          </p:nvPr>
        </p:nvSpPr>
        <p:spPr/>
        <p:txBody>
          <a:bodyPr>
            <a:normAutofit/>
          </a:bodyPr>
          <a:lstStyle/>
          <a:p>
            <a:r>
              <a:rPr lang="en-US" altLang="ja-JP" dirty="0"/>
              <a:t>4-1. What is a Prompt?</a:t>
            </a:r>
            <a:endParaRPr lang="ja-JP" altLang="en-US" dirty="0"/>
          </a:p>
        </p:txBody>
      </p:sp>
      <p:sp>
        <p:nvSpPr>
          <p:cNvPr id="4" name="Shape 0">
            <a:extLst>
              <a:ext uri="{FF2B5EF4-FFF2-40B4-BE49-F238E27FC236}">
                <a16:creationId xmlns:a16="http://schemas.microsoft.com/office/drawing/2014/main" id="{C754D0CB-6999-789F-D643-894C106C1D78}"/>
              </a:ext>
            </a:extLst>
          </p:cNvPr>
          <p:cNvSpPr/>
          <p:nvPr/>
        </p:nvSpPr>
        <p:spPr>
          <a:xfrm>
            <a:off x="381304" y="1524305"/>
            <a:ext cx="9301499" cy="2095805"/>
          </a:xfrm>
          <a:prstGeom prst="roundRect">
            <a:avLst>
              <a:gd name="adj" fmla="val 3621"/>
            </a:avLst>
          </a:prstGeom>
          <a:solidFill>
            <a:srgbClr val="F9F9F9"/>
          </a:solidFill>
          <a:ln w="12700">
            <a:solidFill>
              <a:srgbClr val="FFFFFF">
                <a:alpha val="0"/>
              </a:srgbClr>
            </a:solidFill>
            <a:prstDash val="solid"/>
          </a:ln>
        </p:spPr>
        <p:txBody>
          <a:bodyPr/>
          <a:lstStyle/>
          <a:p>
            <a:endParaRPr lang="ja-JP" altLang="en-US"/>
          </a:p>
        </p:txBody>
      </p:sp>
      <p:sp>
        <p:nvSpPr>
          <p:cNvPr id="6" name="Shape 1">
            <a:extLst>
              <a:ext uri="{FF2B5EF4-FFF2-40B4-BE49-F238E27FC236}">
                <a16:creationId xmlns:a16="http://schemas.microsoft.com/office/drawing/2014/main" id="{0FAFBC64-CF38-C6AF-2C0E-3BE3698E642D}"/>
              </a:ext>
            </a:extLst>
          </p:cNvPr>
          <p:cNvSpPr/>
          <p:nvPr/>
        </p:nvSpPr>
        <p:spPr>
          <a:xfrm>
            <a:off x="381304" y="3810305"/>
            <a:ext cx="9301499" cy="2476195"/>
          </a:xfrm>
          <a:prstGeom prst="roundRect">
            <a:avLst>
              <a:gd name="adj" fmla="val 3065"/>
            </a:avLst>
          </a:prstGeom>
          <a:solidFill>
            <a:srgbClr val="FFFAF0"/>
          </a:solidFill>
          <a:ln/>
        </p:spPr>
        <p:txBody>
          <a:bodyPr/>
          <a:lstStyle/>
          <a:p>
            <a:endParaRPr lang="ja-JP" altLang="en-US"/>
          </a:p>
        </p:txBody>
      </p:sp>
      <p:sp>
        <p:nvSpPr>
          <p:cNvPr id="9" name="Shape 2">
            <a:extLst>
              <a:ext uri="{FF2B5EF4-FFF2-40B4-BE49-F238E27FC236}">
                <a16:creationId xmlns:a16="http://schemas.microsoft.com/office/drawing/2014/main" id="{F4C8AF34-E005-E83E-61D5-61978F964D89}"/>
              </a:ext>
            </a:extLst>
          </p:cNvPr>
          <p:cNvSpPr/>
          <p:nvPr/>
        </p:nvSpPr>
        <p:spPr>
          <a:xfrm>
            <a:off x="381305" y="3810305"/>
            <a:ext cx="46880" cy="2476195"/>
          </a:xfrm>
          <a:prstGeom prst="roundRect">
            <a:avLst>
              <a:gd name="adj" fmla="val 131746"/>
            </a:avLst>
          </a:prstGeom>
          <a:solidFill>
            <a:srgbClr val="FCD34D"/>
          </a:solidFill>
          <a:ln w="12700">
            <a:solidFill>
              <a:srgbClr val="FCD34D">
                <a:alpha val="0"/>
              </a:srgbClr>
            </a:solidFill>
            <a:prstDash val="solid"/>
          </a:ln>
        </p:spPr>
        <p:txBody>
          <a:bodyPr/>
          <a:lstStyle/>
          <a:p>
            <a:endParaRPr lang="ja-JP" altLang="en-US"/>
          </a:p>
        </p:txBody>
      </p:sp>
      <p:pic>
        <p:nvPicPr>
          <p:cNvPr id="11" name="Image 0" descr="gen-dedup-28a62ff789f532b31f6f4c49f9798648.png">
            <a:extLst>
              <a:ext uri="{FF2B5EF4-FFF2-40B4-BE49-F238E27FC236}">
                <a16:creationId xmlns:a16="http://schemas.microsoft.com/office/drawing/2014/main" id="{DB0791BA-9294-C06E-921A-052D464CE7A5}"/>
              </a:ext>
            </a:extLst>
          </p:cNvPr>
          <p:cNvPicPr>
            <a:picLocks noChangeAspect="1"/>
          </p:cNvPicPr>
          <p:nvPr/>
        </p:nvPicPr>
        <p:blipFill>
          <a:blip r:embed="rId2"/>
          <a:srcRect l="-393" r="-393"/>
          <a:stretch/>
        </p:blipFill>
        <p:spPr>
          <a:xfrm>
            <a:off x="381305" y="1524305"/>
            <a:ext cx="46880" cy="2095805"/>
          </a:xfrm>
          <a:prstGeom prst="rect">
            <a:avLst/>
          </a:prstGeom>
        </p:spPr>
      </p:pic>
      <p:pic>
        <p:nvPicPr>
          <p:cNvPr id="13" name="Image 2" descr="gen-dedup-dd294a42066df35297570c8af299a789.png">
            <a:extLst>
              <a:ext uri="{FF2B5EF4-FFF2-40B4-BE49-F238E27FC236}">
                <a16:creationId xmlns:a16="http://schemas.microsoft.com/office/drawing/2014/main" id="{63D843F7-46D2-E7A6-8F95-6652992CBB6C}"/>
              </a:ext>
            </a:extLst>
          </p:cNvPr>
          <p:cNvPicPr>
            <a:picLocks noChangeAspect="1"/>
          </p:cNvPicPr>
          <p:nvPr/>
        </p:nvPicPr>
        <p:blipFill>
          <a:blip r:embed="rId3"/>
          <a:srcRect l="-385" r="-385"/>
          <a:stretch/>
        </p:blipFill>
        <p:spPr>
          <a:xfrm>
            <a:off x="761696" y="2667305"/>
            <a:ext cx="619852" cy="28346"/>
          </a:xfrm>
          <a:prstGeom prst="rect">
            <a:avLst/>
          </a:prstGeom>
        </p:spPr>
      </p:pic>
      <p:sp>
        <p:nvSpPr>
          <p:cNvPr id="15" name="Text 6">
            <a:extLst>
              <a:ext uri="{FF2B5EF4-FFF2-40B4-BE49-F238E27FC236}">
                <a16:creationId xmlns:a16="http://schemas.microsoft.com/office/drawing/2014/main" id="{C9E0823B-63FC-9D90-05E6-20F696BC23FF}"/>
              </a:ext>
            </a:extLst>
          </p:cNvPr>
          <p:cNvSpPr txBox="1"/>
          <p:nvPr/>
        </p:nvSpPr>
        <p:spPr>
          <a:xfrm>
            <a:off x="457201" y="1047902"/>
            <a:ext cx="9146722" cy="228600"/>
          </a:xfrm>
          <a:prstGeom prst="rect">
            <a:avLst/>
          </a:prstGeom>
          <a:noFill/>
          <a:ln/>
        </p:spPr>
        <p:txBody>
          <a:bodyPr wrap="none" lIns="0" tIns="0" rIns="0" bIns="0" rtlCol="0" anchor="ctr"/>
          <a:lstStyle/>
          <a:p>
            <a:pPr marL="0" indent="0" algn="l">
              <a:buNone/>
            </a:pPr>
            <a:r>
              <a:rPr lang="en-US" sz="1400" dirty="0" err="1">
                <a:solidFill>
                  <a:srgbClr val="404040"/>
                </a:solidFill>
                <a:latin typeface="+mj-ea"/>
                <a:ea typeface="+mj-ea"/>
              </a:rPr>
              <a:t>プロンプトとは「AIへの操縦桿</a:t>
            </a:r>
            <a:r>
              <a:rPr lang="en-US" sz="1400" dirty="0">
                <a:solidFill>
                  <a:srgbClr val="404040"/>
                </a:solidFill>
                <a:latin typeface="+mj-ea"/>
                <a:ea typeface="+mj-ea"/>
              </a:rPr>
              <a:t>」</a:t>
            </a:r>
          </a:p>
        </p:txBody>
      </p:sp>
      <p:sp>
        <p:nvSpPr>
          <p:cNvPr id="17" name="Text 7">
            <a:extLst>
              <a:ext uri="{FF2B5EF4-FFF2-40B4-BE49-F238E27FC236}">
                <a16:creationId xmlns:a16="http://schemas.microsoft.com/office/drawing/2014/main" id="{162075E2-A7DD-EA99-F7E7-7CB6108A71E2}"/>
              </a:ext>
            </a:extLst>
          </p:cNvPr>
          <p:cNvSpPr txBox="1"/>
          <p:nvPr/>
        </p:nvSpPr>
        <p:spPr>
          <a:xfrm>
            <a:off x="761694" y="1904695"/>
            <a:ext cx="8991945" cy="571500"/>
          </a:xfrm>
          <a:prstGeom prst="rect">
            <a:avLst/>
          </a:prstGeom>
          <a:noFill/>
          <a:ln/>
        </p:spPr>
        <p:txBody>
          <a:bodyPr wrap="none" lIns="0" tIns="0" rIns="0" bIns="0" rtlCol="0" anchor="ctr"/>
          <a:lstStyle/>
          <a:p>
            <a:pPr marL="0" indent="0" algn="l">
              <a:buNone/>
            </a:pPr>
            <a:r>
              <a:rPr lang="en-US" sz="3200" b="1" dirty="0">
                <a:solidFill>
                  <a:srgbClr val="2F6980"/>
                </a:solidFill>
                <a:latin typeface="游ゴシック" pitchFamily="34" charset="0"/>
                <a:ea typeface="游ゴシック" pitchFamily="34" charset="-122"/>
                <a:cs typeface="游ゴシック" pitchFamily="34" charset="-120"/>
              </a:rPr>
              <a:t>プロンプトとは「AIへの操縦桿」</a:t>
            </a:r>
            <a:endParaRPr lang="en-US" sz="3200" dirty="0"/>
          </a:p>
        </p:txBody>
      </p:sp>
      <p:sp>
        <p:nvSpPr>
          <p:cNvPr id="19" name="Text 8">
            <a:extLst>
              <a:ext uri="{FF2B5EF4-FFF2-40B4-BE49-F238E27FC236}">
                <a16:creationId xmlns:a16="http://schemas.microsoft.com/office/drawing/2014/main" id="{9575A18E-2DEA-0720-8405-00BB413DC465}"/>
              </a:ext>
            </a:extLst>
          </p:cNvPr>
          <p:cNvSpPr txBox="1"/>
          <p:nvPr/>
        </p:nvSpPr>
        <p:spPr>
          <a:xfrm>
            <a:off x="761695" y="2876702"/>
            <a:ext cx="8836424" cy="571500"/>
          </a:xfrm>
          <a:prstGeom prst="rect">
            <a:avLst/>
          </a:prstGeom>
          <a:noFill/>
          <a:ln/>
        </p:spPr>
        <p:txBody>
          <a:bodyPr wrap="square" lIns="0" tIns="0" rIns="0" bIns="0" rtlCol="0" anchor="ctr"/>
          <a:lstStyle/>
          <a:p>
            <a:pPr marL="0" indent="0" algn="l">
              <a:buNone/>
            </a:pPr>
            <a:r>
              <a:rPr lang="en-US" sz="1400" dirty="0">
                <a:solidFill>
                  <a:srgbClr val="333333"/>
                </a:solidFill>
                <a:latin typeface="游ゴシック" pitchFamily="34" charset="0"/>
                <a:ea typeface="游ゴシック" pitchFamily="34" charset="-122"/>
                <a:cs typeface="游ゴシック" pitchFamily="34" charset="-120"/>
              </a:rPr>
              <a:t>プロンプト（Prompt）とは、生成AIに対して「何をしてほしいか」を伝える指示文のことです。</a:t>
            </a:r>
            <a:endParaRPr lang="en-US" sz="1400" dirty="0"/>
          </a:p>
        </p:txBody>
      </p:sp>
      <p:sp>
        <p:nvSpPr>
          <p:cNvPr id="21" name="Text 9">
            <a:extLst>
              <a:ext uri="{FF2B5EF4-FFF2-40B4-BE49-F238E27FC236}">
                <a16:creationId xmlns:a16="http://schemas.microsoft.com/office/drawing/2014/main" id="{08315C3D-808C-78B9-005D-0A4607E6A114}"/>
              </a:ext>
            </a:extLst>
          </p:cNvPr>
          <p:cNvSpPr txBox="1"/>
          <p:nvPr/>
        </p:nvSpPr>
        <p:spPr>
          <a:xfrm>
            <a:off x="609906" y="4058107"/>
            <a:ext cx="9146722" cy="305410"/>
          </a:xfrm>
          <a:prstGeom prst="rect">
            <a:avLst/>
          </a:prstGeom>
          <a:noFill/>
          <a:ln/>
        </p:spPr>
        <p:txBody>
          <a:bodyPr wrap="none" lIns="0" tIns="0" rIns="0" bIns="0" rtlCol="0" anchor="ctr"/>
          <a:lstStyle/>
          <a:p>
            <a:pPr marL="0" indent="0" algn="l">
              <a:buNone/>
            </a:pPr>
            <a:r>
              <a:rPr lang="en-US" sz="1500" b="1" dirty="0">
                <a:solidFill>
                  <a:srgbClr val="B45309"/>
                </a:solidFill>
                <a:latin typeface="游ゴシック" pitchFamily="34" charset="0"/>
                <a:ea typeface="游ゴシック" pitchFamily="34" charset="-122"/>
                <a:cs typeface="游ゴシック" pitchFamily="34" charset="-120"/>
              </a:rPr>
              <a:t>💡 AIから高品質な回答を引き出す鍵</a:t>
            </a:r>
            <a:endParaRPr lang="en-US" sz="1500" dirty="0"/>
          </a:p>
        </p:txBody>
      </p:sp>
      <p:sp>
        <p:nvSpPr>
          <p:cNvPr id="23" name="Text 10">
            <a:extLst>
              <a:ext uri="{FF2B5EF4-FFF2-40B4-BE49-F238E27FC236}">
                <a16:creationId xmlns:a16="http://schemas.microsoft.com/office/drawing/2014/main" id="{FCD23638-509C-8508-6229-A14909A676AE}"/>
              </a:ext>
            </a:extLst>
          </p:cNvPr>
          <p:cNvSpPr txBox="1"/>
          <p:nvPr/>
        </p:nvSpPr>
        <p:spPr>
          <a:xfrm>
            <a:off x="609904" y="4414723"/>
            <a:ext cx="8991945" cy="1700784"/>
          </a:xfrm>
          <a:prstGeom prst="rect">
            <a:avLst/>
          </a:prstGeom>
          <a:noFill/>
          <a:ln/>
        </p:spPr>
        <p:txBody>
          <a:bodyPr wrap="square" lIns="0" tIns="0" rIns="0" bIns="0" rtlCol="0" anchor="t"/>
          <a:lstStyle/>
          <a:p>
            <a:pPr marL="0" indent="0" algn="l">
              <a:lnSpc>
                <a:spcPts val="3200"/>
              </a:lnSpc>
              <a:buNone/>
            </a:pPr>
            <a:r>
              <a:rPr lang="en-US" sz="1600" dirty="0">
                <a:solidFill>
                  <a:srgbClr val="333333"/>
                </a:solidFill>
                <a:latin typeface="游ゴシック" pitchFamily="34" charset="0"/>
                <a:ea typeface="游ゴシック" pitchFamily="34" charset="-122"/>
                <a:cs typeface="游ゴシック" pitchFamily="34" charset="-120"/>
              </a:rPr>
              <a:t>AIから高品質な回答を引き出せるかどうかは、</a:t>
            </a:r>
            <a:endParaRPr lang="en-US" sz="1500" dirty="0"/>
          </a:p>
          <a:p>
            <a:pPr marL="0" indent="0" algn="l">
              <a:lnSpc>
                <a:spcPts val="3200"/>
              </a:lnSpc>
              <a:buNone/>
            </a:pPr>
            <a:endParaRPr lang="en-US" sz="1500" dirty="0"/>
          </a:p>
          <a:p>
            <a:pPr marL="0" indent="0" algn="l">
              <a:lnSpc>
                <a:spcPts val="3200"/>
              </a:lnSpc>
              <a:buNone/>
            </a:pPr>
            <a:r>
              <a:rPr lang="en-US" sz="2000" b="1" dirty="0">
                <a:solidFill>
                  <a:srgbClr val="E60012"/>
                </a:solidFill>
                <a:latin typeface="游ゴシック" pitchFamily="34" charset="0"/>
                <a:ea typeface="游ゴシック" pitchFamily="34" charset="-122"/>
                <a:cs typeface="游ゴシック" pitchFamily="34" charset="-120"/>
              </a:rPr>
              <a:t>「日本語でいかに論理的かつ具体的に要件を定義できるか（プロンプト力）」</a:t>
            </a:r>
            <a:endParaRPr lang="en-US" sz="1500" dirty="0"/>
          </a:p>
          <a:p>
            <a:pPr marL="0" indent="0" algn="l">
              <a:lnSpc>
                <a:spcPts val="3200"/>
              </a:lnSpc>
              <a:buNone/>
            </a:pPr>
            <a:endParaRPr lang="en-US" sz="1500" dirty="0"/>
          </a:p>
          <a:p>
            <a:pPr marL="0" indent="0" algn="l">
              <a:lnSpc>
                <a:spcPts val="3200"/>
              </a:lnSpc>
              <a:buNone/>
            </a:pPr>
            <a:r>
              <a:rPr lang="en-US" sz="1600" dirty="0">
                <a:solidFill>
                  <a:srgbClr val="333333"/>
                </a:solidFill>
                <a:latin typeface="游ゴシック" pitchFamily="34" charset="0"/>
                <a:ea typeface="游ゴシック" pitchFamily="34" charset="-122"/>
                <a:cs typeface="游ゴシック" pitchFamily="34" charset="-120"/>
              </a:rPr>
              <a:t>にかかっています。</a:t>
            </a:r>
            <a:endParaRPr lang="en-US" sz="1500" dirty="0"/>
          </a:p>
        </p:txBody>
      </p:sp>
    </p:spTree>
    <p:extLst>
      <p:ext uri="{BB962C8B-B14F-4D97-AF65-F5344CB8AC3E}">
        <p14:creationId xmlns:p14="http://schemas.microsoft.com/office/powerpoint/2010/main" val="31166371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0F93B-0614-CD44-1E7B-2138520897C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EE6C7DE-7128-C46A-2A59-B9065E7C46CD}"/>
              </a:ext>
            </a:extLst>
          </p:cNvPr>
          <p:cNvSpPr>
            <a:spLocks noGrp="1"/>
          </p:cNvSpPr>
          <p:nvPr>
            <p:ph type="title"/>
          </p:nvPr>
        </p:nvSpPr>
        <p:spPr/>
        <p:txBody>
          <a:bodyPr>
            <a:normAutofit/>
          </a:bodyPr>
          <a:lstStyle/>
          <a:p>
            <a:r>
              <a:rPr lang="en-US" altLang="ja-JP" dirty="0"/>
              <a:t>4-2. What is a Prompt? </a:t>
            </a:r>
            <a:r>
              <a:rPr lang="ja-JP" altLang="en-US" dirty="0"/>
              <a:t>｜ プロンプトの</a:t>
            </a:r>
            <a:r>
              <a:rPr lang="en-US" altLang="ja-JP" dirty="0"/>
              <a:t>4</a:t>
            </a:r>
            <a:r>
              <a:rPr lang="ja-JP" altLang="en-US" dirty="0"/>
              <a:t>要素</a:t>
            </a:r>
          </a:p>
        </p:txBody>
      </p:sp>
      <p:sp>
        <p:nvSpPr>
          <p:cNvPr id="5" name="Shape 0">
            <a:extLst>
              <a:ext uri="{FF2B5EF4-FFF2-40B4-BE49-F238E27FC236}">
                <a16:creationId xmlns:a16="http://schemas.microsoft.com/office/drawing/2014/main" id="{F115D3D6-9B60-37EA-FEF5-BBCAE9A95141}"/>
              </a:ext>
            </a:extLst>
          </p:cNvPr>
          <p:cNvSpPr/>
          <p:nvPr/>
        </p:nvSpPr>
        <p:spPr>
          <a:xfrm>
            <a:off x="381305" y="1524305"/>
            <a:ext cx="3518206" cy="2333549"/>
          </a:xfrm>
          <a:prstGeom prst="roundRect">
            <a:avLst>
              <a:gd name="adj" fmla="val 3252"/>
            </a:avLst>
          </a:prstGeom>
          <a:solidFill>
            <a:srgbClr val="F9F9F9"/>
          </a:solidFill>
          <a:ln w="12700">
            <a:solidFill>
              <a:srgbClr val="FFFFFF">
                <a:alpha val="0"/>
              </a:srgbClr>
            </a:solidFill>
            <a:prstDash val="solid"/>
          </a:ln>
        </p:spPr>
        <p:txBody>
          <a:bodyPr/>
          <a:lstStyle/>
          <a:p>
            <a:endParaRPr lang="ja-JP" altLang="en-US"/>
          </a:p>
        </p:txBody>
      </p:sp>
      <p:sp>
        <p:nvSpPr>
          <p:cNvPr id="8" name="Shape 1">
            <a:extLst>
              <a:ext uri="{FF2B5EF4-FFF2-40B4-BE49-F238E27FC236}">
                <a16:creationId xmlns:a16="http://schemas.microsoft.com/office/drawing/2014/main" id="{C4C5544B-830D-D080-10B2-820360069F71}"/>
              </a:ext>
            </a:extLst>
          </p:cNvPr>
          <p:cNvSpPr/>
          <p:nvPr/>
        </p:nvSpPr>
        <p:spPr>
          <a:xfrm>
            <a:off x="5163880" y="1524305"/>
            <a:ext cx="3518206" cy="2333549"/>
          </a:xfrm>
          <a:prstGeom prst="roundRect">
            <a:avLst>
              <a:gd name="adj" fmla="val 3252"/>
            </a:avLst>
          </a:prstGeom>
          <a:solidFill>
            <a:srgbClr val="F9F9F9"/>
          </a:solidFill>
          <a:ln w="12700">
            <a:solidFill>
              <a:srgbClr val="FFFFFF">
                <a:alpha val="0"/>
              </a:srgbClr>
            </a:solidFill>
            <a:prstDash val="solid"/>
          </a:ln>
        </p:spPr>
        <p:txBody>
          <a:bodyPr/>
          <a:lstStyle/>
          <a:p>
            <a:endParaRPr lang="ja-JP" altLang="en-US"/>
          </a:p>
        </p:txBody>
      </p:sp>
      <p:sp>
        <p:nvSpPr>
          <p:cNvPr id="12" name="Shape 2">
            <a:extLst>
              <a:ext uri="{FF2B5EF4-FFF2-40B4-BE49-F238E27FC236}">
                <a16:creationId xmlns:a16="http://schemas.microsoft.com/office/drawing/2014/main" id="{BEFCBE63-3DB9-9368-28AF-4138FDB8EF5C}"/>
              </a:ext>
            </a:extLst>
          </p:cNvPr>
          <p:cNvSpPr/>
          <p:nvPr/>
        </p:nvSpPr>
        <p:spPr>
          <a:xfrm>
            <a:off x="381305" y="4000500"/>
            <a:ext cx="3518206" cy="2333549"/>
          </a:xfrm>
          <a:prstGeom prst="roundRect">
            <a:avLst>
              <a:gd name="adj" fmla="val 3252"/>
            </a:avLst>
          </a:prstGeom>
          <a:solidFill>
            <a:srgbClr val="FFFAF0"/>
          </a:solidFill>
          <a:ln w="12700">
            <a:solidFill>
              <a:srgbClr val="FFFFFF">
                <a:alpha val="0"/>
              </a:srgbClr>
            </a:solidFill>
            <a:prstDash val="solid"/>
          </a:ln>
        </p:spPr>
        <p:txBody>
          <a:bodyPr/>
          <a:lstStyle/>
          <a:p>
            <a:endParaRPr lang="ja-JP" altLang="en-US"/>
          </a:p>
        </p:txBody>
      </p:sp>
      <p:sp>
        <p:nvSpPr>
          <p:cNvPr id="16" name="Shape 3">
            <a:extLst>
              <a:ext uri="{FF2B5EF4-FFF2-40B4-BE49-F238E27FC236}">
                <a16:creationId xmlns:a16="http://schemas.microsoft.com/office/drawing/2014/main" id="{B84D54BB-E973-05B9-FE56-1E94F8D22118}"/>
              </a:ext>
            </a:extLst>
          </p:cNvPr>
          <p:cNvSpPr/>
          <p:nvPr/>
        </p:nvSpPr>
        <p:spPr>
          <a:xfrm>
            <a:off x="5163880" y="4000500"/>
            <a:ext cx="3518206" cy="2333549"/>
          </a:xfrm>
          <a:prstGeom prst="roundRect">
            <a:avLst>
              <a:gd name="adj" fmla="val 3252"/>
            </a:avLst>
          </a:prstGeom>
          <a:solidFill>
            <a:srgbClr val="FFFAF0"/>
          </a:solidFill>
          <a:ln w="12700">
            <a:solidFill>
              <a:srgbClr val="FFFFFF">
                <a:alpha val="0"/>
              </a:srgbClr>
            </a:solidFill>
            <a:prstDash val="solid"/>
          </a:ln>
        </p:spPr>
        <p:txBody>
          <a:bodyPr/>
          <a:lstStyle/>
          <a:p>
            <a:endParaRPr lang="ja-JP" altLang="en-US"/>
          </a:p>
        </p:txBody>
      </p:sp>
      <p:pic>
        <p:nvPicPr>
          <p:cNvPr id="20" name="Image 0" descr="gen-dedup-3bb9877b1250c4b35bc584ee5314b09b.png">
            <a:extLst>
              <a:ext uri="{FF2B5EF4-FFF2-40B4-BE49-F238E27FC236}">
                <a16:creationId xmlns:a16="http://schemas.microsoft.com/office/drawing/2014/main" id="{C3C95801-3BA2-E05F-F696-2F86B45F590A}"/>
              </a:ext>
            </a:extLst>
          </p:cNvPr>
          <p:cNvPicPr>
            <a:picLocks noChangeAspect="1"/>
          </p:cNvPicPr>
          <p:nvPr/>
        </p:nvPicPr>
        <p:blipFill>
          <a:blip r:embed="rId2"/>
          <a:srcRect l="-402" r="-402"/>
          <a:stretch/>
        </p:blipFill>
        <p:spPr>
          <a:xfrm>
            <a:off x="381305" y="1524305"/>
            <a:ext cx="45719" cy="2333549"/>
          </a:xfrm>
          <a:prstGeom prst="rect">
            <a:avLst/>
          </a:prstGeom>
        </p:spPr>
      </p:pic>
      <p:pic>
        <p:nvPicPr>
          <p:cNvPr id="24" name="Image 1" descr="gen-dedup-3bb9877b1250c4b35bc584ee5314b09b.png">
            <a:extLst>
              <a:ext uri="{FF2B5EF4-FFF2-40B4-BE49-F238E27FC236}">
                <a16:creationId xmlns:a16="http://schemas.microsoft.com/office/drawing/2014/main" id="{D54BAB42-E93F-4FDD-2D1B-C8CC5042173C}"/>
              </a:ext>
            </a:extLst>
          </p:cNvPr>
          <p:cNvPicPr>
            <a:picLocks noChangeAspect="1"/>
          </p:cNvPicPr>
          <p:nvPr/>
        </p:nvPicPr>
        <p:blipFill>
          <a:blip r:embed="rId2"/>
          <a:srcRect l="-402" r="-402"/>
          <a:stretch/>
        </p:blipFill>
        <p:spPr>
          <a:xfrm>
            <a:off x="5163880" y="1524305"/>
            <a:ext cx="45719" cy="2333549"/>
          </a:xfrm>
          <a:prstGeom prst="rect">
            <a:avLst/>
          </a:prstGeom>
        </p:spPr>
      </p:pic>
      <p:pic>
        <p:nvPicPr>
          <p:cNvPr id="26" name="Image 2" descr="gen-dedup-c4b325d1064f52c43644d9fefd487857.png">
            <a:extLst>
              <a:ext uri="{FF2B5EF4-FFF2-40B4-BE49-F238E27FC236}">
                <a16:creationId xmlns:a16="http://schemas.microsoft.com/office/drawing/2014/main" id="{4248EFA4-7AE5-0353-1F3C-F7FAF0A2301B}"/>
              </a:ext>
            </a:extLst>
          </p:cNvPr>
          <p:cNvPicPr>
            <a:picLocks noChangeAspect="1"/>
          </p:cNvPicPr>
          <p:nvPr/>
        </p:nvPicPr>
        <p:blipFill>
          <a:blip r:embed="rId3"/>
          <a:srcRect l="-402" r="-402"/>
          <a:stretch/>
        </p:blipFill>
        <p:spPr>
          <a:xfrm>
            <a:off x="381305" y="4000500"/>
            <a:ext cx="45719" cy="2333549"/>
          </a:xfrm>
          <a:prstGeom prst="rect">
            <a:avLst/>
          </a:prstGeom>
        </p:spPr>
      </p:pic>
      <p:pic>
        <p:nvPicPr>
          <p:cNvPr id="28" name="Image 3" descr="gen-dedup-c4b325d1064f52c43644d9fefd487857.png">
            <a:extLst>
              <a:ext uri="{FF2B5EF4-FFF2-40B4-BE49-F238E27FC236}">
                <a16:creationId xmlns:a16="http://schemas.microsoft.com/office/drawing/2014/main" id="{C6DCAC87-D345-2952-504D-74D95DFA47A9}"/>
              </a:ext>
            </a:extLst>
          </p:cNvPr>
          <p:cNvPicPr>
            <a:picLocks noChangeAspect="1"/>
          </p:cNvPicPr>
          <p:nvPr/>
        </p:nvPicPr>
        <p:blipFill>
          <a:blip r:embed="rId3"/>
          <a:srcRect l="-402" r="-402"/>
          <a:stretch/>
        </p:blipFill>
        <p:spPr>
          <a:xfrm>
            <a:off x="5163880" y="4000500"/>
            <a:ext cx="45719" cy="2333549"/>
          </a:xfrm>
          <a:prstGeom prst="rect">
            <a:avLst/>
          </a:prstGeom>
        </p:spPr>
      </p:pic>
      <p:sp>
        <p:nvSpPr>
          <p:cNvPr id="30" name="Text 7">
            <a:extLst>
              <a:ext uri="{FF2B5EF4-FFF2-40B4-BE49-F238E27FC236}">
                <a16:creationId xmlns:a16="http://schemas.microsoft.com/office/drawing/2014/main" id="{0574DAB3-1D0C-C6D8-D86B-EC87AA417F87}"/>
              </a:ext>
            </a:extLst>
          </p:cNvPr>
          <p:cNvSpPr txBox="1"/>
          <p:nvPr/>
        </p:nvSpPr>
        <p:spPr>
          <a:xfrm>
            <a:off x="457200" y="1047902"/>
            <a:ext cx="7036413" cy="228600"/>
          </a:xfrm>
          <a:prstGeom prst="rect">
            <a:avLst/>
          </a:prstGeom>
          <a:noFill/>
          <a:ln/>
        </p:spPr>
        <p:txBody>
          <a:bodyPr wrap="none" lIns="0" tIns="0" rIns="0" bIns="0" rtlCol="0" anchor="ctr"/>
          <a:lstStyle/>
          <a:p>
            <a:pPr marL="0" indent="0" algn="l">
              <a:buNone/>
            </a:pPr>
            <a:r>
              <a:rPr lang="en-US" sz="1400" dirty="0">
                <a:solidFill>
                  <a:srgbClr val="404040"/>
                </a:solidFill>
                <a:latin typeface="+mj-ea"/>
                <a:ea typeface="+mj-ea"/>
              </a:rPr>
              <a:t>プロンプトを構成する4つの要素 ── Role / Context / Task / Format</a:t>
            </a:r>
          </a:p>
        </p:txBody>
      </p:sp>
      <p:sp>
        <p:nvSpPr>
          <p:cNvPr id="32" name="Text 8">
            <a:extLst>
              <a:ext uri="{FF2B5EF4-FFF2-40B4-BE49-F238E27FC236}">
                <a16:creationId xmlns:a16="http://schemas.microsoft.com/office/drawing/2014/main" id="{06A609C1-2441-0D9D-75A6-299E3963BAB2}"/>
              </a:ext>
            </a:extLst>
          </p:cNvPr>
          <p:cNvSpPr txBox="1"/>
          <p:nvPr/>
        </p:nvSpPr>
        <p:spPr>
          <a:xfrm>
            <a:off x="609905" y="1695298"/>
            <a:ext cx="357774" cy="342900"/>
          </a:xfrm>
          <a:prstGeom prst="rect">
            <a:avLst/>
          </a:prstGeom>
          <a:noFill/>
          <a:ln/>
        </p:spPr>
        <p:txBody>
          <a:bodyPr wrap="none" lIns="0" tIns="0" rIns="0" bIns="0" rtlCol="0" anchor="ctr"/>
          <a:lstStyle/>
          <a:p>
            <a:pPr marL="0" indent="0" algn="l">
              <a:buNone/>
            </a:pPr>
            <a:r>
              <a:rPr lang="en-US" sz="2100" b="1" dirty="0">
                <a:solidFill>
                  <a:srgbClr val="2F6980"/>
                </a:solidFill>
                <a:latin typeface="Calibri" pitchFamily="34" charset="0"/>
                <a:ea typeface="Calibri" pitchFamily="34" charset="-122"/>
                <a:cs typeface="Calibri" pitchFamily="34" charset="-120"/>
              </a:rPr>
              <a:t>01</a:t>
            </a:r>
            <a:endParaRPr lang="en-US" sz="2100" dirty="0"/>
          </a:p>
        </p:txBody>
      </p:sp>
      <p:sp>
        <p:nvSpPr>
          <p:cNvPr id="34" name="Text 9">
            <a:extLst>
              <a:ext uri="{FF2B5EF4-FFF2-40B4-BE49-F238E27FC236}">
                <a16:creationId xmlns:a16="http://schemas.microsoft.com/office/drawing/2014/main" id="{14D343A6-13CB-DDA4-240B-2F49AA5722D6}"/>
              </a:ext>
            </a:extLst>
          </p:cNvPr>
          <p:cNvSpPr txBox="1"/>
          <p:nvPr/>
        </p:nvSpPr>
        <p:spPr>
          <a:xfrm>
            <a:off x="1333195" y="1733702"/>
            <a:ext cx="2922298" cy="286207"/>
          </a:xfrm>
          <a:prstGeom prst="rect">
            <a:avLst/>
          </a:prstGeom>
          <a:noFill/>
          <a:ln/>
        </p:spPr>
        <p:txBody>
          <a:bodyPr wrap="none" lIns="0" tIns="0" rIns="0" bIns="0" rtlCol="0" anchor="ctr"/>
          <a:lstStyle/>
          <a:p>
            <a:pPr marL="0" indent="0" algn="l">
              <a:buNone/>
            </a:pPr>
            <a:r>
              <a:rPr lang="en-US" sz="1500" b="1" dirty="0">
                <a:solidFill>
                  <a:srgbClr val="333333"/>
                </a:solidFill>
                <a:latin typeface="游ゴシック" pitchFamily="34" charset="0"/>
                <a:ea typeface="游ゴシック" pitchFamily="34" charset="-122"/>
                <a:cs typeface="游ゴシック" pitchFamily="34" charset="-120"/>
              </a:rPr>
              <a:t>Role (役割)</a:t>
            </a:r>
            <a:endParaRPr lang="en-US" sz="1500" dirty="0"/>
          </a:p>
        </p:txBody>
      </p:sp>
      <p:sp>
        <p:nvSpPr>
          <p:cNvPr id="36" name="Text 10">
            <a:extLst>
              <a:ext uri="{FF2B5EF4-FFF2-40B4-BE49-F238E27FC236}">
                <a16:creationId xmlns:a16="http://schemas.microsoft.com/office/drawing/2014/main" id="{C7A1A436-1C41-D0BE-17DC-68E61B25E6C7}"/>
              </a:ext>
            </a:extLst>
          </p:cNvPr>
          <p:cNvSpPr txBox="1"/>
          <p:nvPr/>
        </p:nvSpPr>
        <p:spPr>
          <a:xfrm>
            <a:off x="609905" y="2145182"/>
            <a:ext cx="3339606" cy="1665122"/>
          </a:xfrm>
          <a:prstGeom prst="rect">
            <a:avLst/>
          </a:prstGeom>
          <a:noFill/>
          <a:ln/>
        </p:spPr>
        <p:txBody>
          <a:bodyPr wrap="square" lIns="0" tIns="0" rIns="0" bIns="0" rtlCol="0" anchor="t"/>
          <a:lstStyle/>
          <a:p>
            <a:pPr marL="0" indent="0" algn="l">
              <a:lnSpc>
                <a:spcPts val="2160"/>
              </a:lnSpc>
              <a:buNone/>
            </a:pPr>
            <a:r>
              <a:rPr lang="en-US" sz="1200" dirty="0">
                <a:solidFill>
                  <a:srgbClr val="333333"/>
                </a:solidFill>
                <a:latin typeface="游ゴシック" pitchFamily="34" charset="0"/>
                <a:ea typeface="游ゴシック" pitchFamily="34" charset="-122"/>
                <a:cs typeface="游ゴシック" pitchFamily="34" charset="-120"/>
              </a:rPr>
              <a:t>AIに「あなたは〇〇のプロです」と役割を与え、</a:t>
            </a:r>
            <a:endParaRPr lang="en-US" sz="1200" dirty="0"/>
          </a:p>
          <a:p>
            <a:pPr marL="0" indent="0" algn="l">
              <a:lnSpc>
                <a:spcPts val="2160"/>
              </a:lnSpc>
              <a:buNone/>
            </a:pPr>
            <a:r>
              <a:rPr lang="en-US" sz="1200" b="1" dirty="0">
                <a:solidFill>
                  <a:srgbClr val="2F6980"/>
                </a:solidFill>
                <a:latin typeface="游ゴシック" pitchFamily="34" charset="0"/>
                <a:ea typeface="游ゴシック" pitchFamily="34" charset="-122"/>
                <a:cs typeface="游ゴシック" pitchFamily="34" charset="-120"/>
              </a:rPr>
              <a:t>視点と専門性を固定</a:t>
            </a:r>
            <a:r>
              <a:rPr lang="en-US" sz="1200" dirty="0">
                <a:solidFill>
                  <a:srgbClr val="333333"/>
                </a:solidFill>
                <a:latin typeface="游ゴシック" pitchFamily="34" charset="0"/>
                <a:ea typeface="游ゴシック" pitchFamily="34" charset="-122"/>
                <a:cs typeface="游ゴシック" pitchFamily="34" charset="-120"/>
              </a:rPr>
              <a:t>します。</a:t>
            </a:r>
            <a:endParaRPr lang="en-US" sz="1200" dirty="0"/>
          </a:p>
        </p:txBody>
      </p:sp>
      <p:sp>
        <p:nvSpPr>
          <p:cNvPr id="38" name="Text 11">
            <a:extLst>
              <a:ext uri="{FF2B5EF4-FFF2-40B4-BE49-F238E27FC236}">
                <a16:creationId xmlns:a16="http://schemas.microsoft.com/office/drawing/2014/main" id="{391DF0B9-11D5-8276-97DC-4A3F291EEBE4}"/>
              </a:ext>
            </a:extLst>
          </p:cNvPr>
          <p:cNvSpPr txBox="1"/>
          <p:nvPr/>
        </p:nvSpPr>
        <p:spPr>
          <a:xfrm>
            <a:off x="5392480" y="1695298"/>
            <a:ext cx="357774" cy="342900"/>
          </a:xfrm>
          <a:prstGeom prst="rect">
            <a:avLst/>
          </a:prstGeom>
          <a:noFill/>
          <a:ln/>
        </p:spPr>
        <p:txBody>
          <a:bodyPr wrap="none" lIns="0" tIns="0" rIns="0" bIns="0" rtlCol="0" anchor="ctr"/>
          <a:lstStyle/>
          <a:p>
            <a:pPr marL="0" indent="0" algn="l">
              <a:buNone/>
            </a:pPr>
            <a:r>
              <a:rPr lang="en-US" sz="2100" b="1" dirty="0">
                <a:solidFill>
                  <a:srgbClr val="2F6980"/>
                </a:solidFill>
                <a:latin typeface="Calibri" pitchFamily="34" charset="0"/>
                <a:ea typeface="Calibri" pitchFamily="34" charset="-122"/>
                <a:cs typeface="Calibri" pitchFamily="34" charset="-120"/>
              </a:rPr>
              <a:t>02</a:t>
            </a:r>
            <a:endParaRPr lang="en-US" sz="2100" dirty="0"/>
          </a:p>
        </p:txBody>
      </p:sp>
      <p:sp>
        <p:nvSpPr>
          <p:cNvPr id="40" name="Text 12">
            <a:extLst>
              <a:ext uri="{FF2B5EF4-FFF2-40B4-BE49-F238E27FC236}">
                <a16:creationId xmlns:a16="http://schemas.microsoft.com/office/drawing/2014/main" id="{EC0A3AA7-A738-8697-EA9E-5E49361C6997}"/>
              </a:ext>
            </a:extLst>
          </p:cNvPr>
          <p:cNvSpPr txBox="1"/>
          <p:nvPr/>
        </p:nvSpPr>
        <p:spPr>
          <a:xfrm>
            <a:off x="6116685" y="1733702"/>
            <a:ext cx="2922298" cy="286207"/>
          </a:xfrm>
          <a:prstGeom prst="rect">
            <a:avLst/>
          </a:prstGeom>
          <a:noFill/>
          <a:ln/>
        </p:spPr>
        <p:txBody>
          <a:bodyPr wrap="none" lIns="0" tIns="0" rIns="0" bIns="0" rtlCol="0" anchor="ctr"/>
          <a:lstStyle/>
          <a:p>
            <a:pPr marL="0" indent="0" algn="l">
              <a:buNone/>
            </a:pPr>
            <a:r>
              <a:rPr lang="en-US" sz="1500" b="1" dirty="0">
                <a:solidFill>
                  <a:srgbClr val="333333"/>
                </a:solidFill>
                <a:latin typeface="游ゴシック" pitchFamily="34" charset="0"/>
                <a:ea typeface="游ゴシック" pitchFamily="34" charset="-122"/>
                <a:cs typeface="游ゴシック" pitchFamily="34" charset="-120"/>
              </a:rPr>
              <a:t>Context (背景)</a:t>
            </a:r>
            <a:endParaRPr lang="en-US" sz="1500" dirty="0"/>
          </a:p>
        </p:txBody>
      </p:sp>
      <p:sp>
        <p:nvSpPr>
          <p:cNvPr id="42" name="Text 13">
            <a:extLst>
              <a:ext uri="{FF2B5EF4-FFF2-40B4-BE49-F238E27FC236}">
                <a16:creationId xmlns:a16="http://schemas.microsoft.com/office/drawing/2014/main" id="{F98E0586-CE92-08D0-6EE8-04635B395C55}"/>
              </a:ext>
            </a:extLst>
          </p:cNvPr>
          <p:cNvSpPr txBox="1"/>
          <p:nvPr/>
        </p:nvSpPr>
        <p:spPr>
          <a:xfrm>
            <a:off x="5392480" y="2145182"/>
            <a:ext cx="3339606" cy="1665122"/>
          </a:xfrm>
          <a:prstGeom prst="rect">
            <a:avLst/>
          </a:prstGeom>
          <a:noFill/>
          <a:ln/>
        </p:spPr>
        <p:txBody>
          <a:bodyPr wrap="square" lIns="0" tIns="0" rIns="0" bIns="0" rtlCol="0" anchor="t"/>
          <a:lstStyle/>
          <a:p>
            <a:pPr marL="0" indent="0" algn="l">
              <a:lnSpc>
                <a:spcPts val="2160"/>
              </a:lnSpc>
              <a:buNone/>
            </a:pPr>
            <a:r>
              <a:rPr lang="en-US" sz="1200" dirty="0">
                <a:solidFill>
                  <a:srgbClr val="333333"/>
                </a:solidFill>
                <a:latin typeface="游ゴシック" pitchFamily="34" charset="0"/>
                <a:ea typeface="游ゴシック" pitchFamily="34" charset="-122"/>
                <a:cs typeface="游ゴシック" pitchFamily="34" charset="-120"/>
              </a:rPr>
              <a:t>「なぜ依頼するのか」「誰向けか」という</a:t>
            </a:r>
            <a:endParaRPr lang="en-US" sz="1200" dirty="0"/>
          </a:p>
          <a:p>
            <a:pPr marL="0" indent="0" algn="l">
              <a:lnSpc>
                <a:spcPts val="2160"/>
              </a:lnSpc>
              <a:buNone/>
            </a:pPr>
            <a:r>
              <a:rPr lang="en-US" sz="1200" b="1" dirty="0">
                <a:solidFill>
                  <a:srgbClr val="2F6980"/>
                </a:solidFill>
                <a:latin typeface="游ゴシック" pitchFamily="34" charset="0"/>
                <a:ea typeface="游ゴシック" pitchFamily="34" charset="-122"/>
                <a:cs typeface="游ゴシック" pitchFamily="34" charset="-120"/>
              </a:rPr>
              <a:t>前提条件を共有し、文脈を合わせます</a:t>
            </a:r>
            <a:r>
              <a:rPr lang="en-US" sz="1200" dirty="0">
                <a:solidFill>
                  <a:srgbClr val="333333"/>
                </a:solidFill>
                <a:latin typeface="游ゴシック" pitchFamily="34" charset="0"/>
                <a:ea typeface="游ゴシック" pitchFamily="34" charset="-122"/>
                <a:cs typeface="游ゴシック" pitchFamily="34" charset="-120"/>
              </a:rPr>
              <a:t>。</a:t>
            </a:r>
            <a:endParaRPr lang="en-US" sz="1200" dirty="0"/>
          </a:p>
        </p:txBody>
      </p:sp>
      <p:sp>
        <p:nvSpPr>
          <p:cNvPr id="44" name="Text 14">
            <a:extLst>
              <a:ext uri="{FF2B5EF4-FFF2-40B4-BE49-F238E27FC236}">
                <a16:creationId xmlns:a16="http://schemas.microsoft.com/office/drawing/2014/main" id="{B3627628-063C-1F4E-026B-9254A0257893}"/>
              </a:ext>
            </a:extLst>
          </p:cNvPr>
          <p:cNvSpPr txBox="1"/>
          <p:nvPr/>
        </p:nvSpPr>
        <p:spPr>
          <a:xfrm>
            <a:off x="609905" y="4172407"/>
            <a:ext cx="357774" cy="342900"/>
          </a:xfrm>
          <a:prstGeom prst="rect">
            <a:avLst/>
          </a:prstGeom>
          <a:noFill/>
          <a:ln/>
        </p:spPr>
        <p:txBody>
          <a:bodyPr wrap="none" lIns="0" tIns="0" rIns="0" bIns="0" rtlCol="0" anchor="ctr"/>
          <a:lstStyle/>
          <a:p>
            <a:pPr marL="0" indent="0" algn="l">
              <a:buNone/>
            </a:pPr>
            <a:r>
              <a:rPr lang="en-US" sz="2100" b="1" dirty="0">
                <a:solidFill>
                  <a:srgbClr val="B45309"/>
                </a:solidFill>
                <a:latin typeface="Calibri" pitchFamily="34" charset="0"/>
                <a:ea typeface="Calibri" pitchFamily="34" charset="-122"/>
                <a:cs typeface="Calibri" pitchFamily="34" charset="-120"/>
              </a:rPr>
              <a:t>03</a:t>
            </a:r>
            <a:endParaRPr lang="en-US" sz="2100" dirty="0"/>
          </a:p>
        </p:txBody>
      </p:sp>
      <p:sp>
        <p:nvSpPr>
          <p:cNvPr id="46" name="Text 15">
            <a:extLst>
              <a:ext uri="{FF2B5EF4-FFF2-40B4-BE49-F238E27FC236}">
                <a16:creationId xmlns:a16="http://schemas.microsoft.com/office/drawing/2014/main" id="{5D363781-52E9-A1AA-523E-4FBC7617E92D}"/>
              </a:ext>
            </a:extLst>
          </p:cNvPr>
          <p:cNvSpPr txBox="1"/>
          <p:nvPr/>
        </p:nvSpPr>
        <p:spPr>
          <a:xfrm>
            <a:off x="1333195" y="4209898"/>
            <a:ext cx="2922298" cy="286207"/>
          </a:xfrm>
          <a:prstGeom prst="rect">
            <a:avLst/>
          </a:prstGeom>
          <a:noFill/>
          <a:ln/>
        </p:spPr>
        <p:txBody>
          <a:bodyPr wrap="none" lIns="0" tIns="0" rIns="0" bIns="0" rtlCol="0" anchor="ctr"/>
          <a:lstStyle/>
          <a:p>
            <a:pPr marL="0" indent="0" algn="l">
              <a:buNone/>
            </a:pPr>
            <a:r>
              <a:rPr lang="en-US" sz="1500" b="1" dirty="0">
                <a:solidFill>
                  <a:srgbClr val="333333"/>
                </a:solidFill>
                <a:latin typeface="游ゴシック" pitchFamily="34" charset="0"/>
                <a:ea typeface="游ゴシック" pitchFamily="34" charset="-122"/>
                <a:cs typeface="游ゴシック" pitchFamily="34" charset="-120"/>
              </a:rPr>
              <a:t>Task (指示)</a:t>
            </a:r>
            <a:endParaRPr lang="en-US" sz="1500" dirty="0"/>
          </a:p>
        </p:txBody>
      </p:sp>
      <p:sp>
        <p:nvSpPr>
          <p:cNvPr id="48" name="Text 16">
            <a:extLst>
              <a:ext uri="{FF2B5EF4-FFF2-40B4-BE49-F238E27FC236}">
                <a16:creationId xmlns:a16="http://schemas.microsoft.com/office/drawing/2014/main" id="{4F184D98-D057-DE4A-D754-CAFFFCDD2108}"/>
              </a:ext>
            </a:extLst>
          </p:cNvPr>
          <p:cNvSpPr txBox="1"/>
          <p:nvPr/>
        </p:nvSpPr>
        <p:spPr>
          <a:xfrm>
            <a:off x="609905" y="4621378"/>
            <a:ext cx="3339606" cy="1665122"/>
          </a:xfrm>
          <a:prstGeom prst="rect">
            <a:avLst/>
          </a:prstGeom>
          <a:noFill/>
          <a:ln/>
        </p:spPr>
        <p:txBody>
          <a:bodyPr wrap="square" lIns="0" tIns="0" rIns="0" bIns="0" rtlCol="0" anchor="t"/>
          <a:lstStyle/>
          <a:p>
            <a:pPr marL="0" indent="0" algn="l">
              <a:lnSpc>
                <a:spcPts val="2160"/>
              </a:lnSpc>
              <a:buNone/>
            </a:pPr>
            <a:r>
              <a:rPr lang="en-US" sz="1200" dirty="0">
                <a:solidFill>
                  <a:srgbClr val="333333"/>
                </a:solidFill>
                <a:latin typeface="游ゴシック" pitchFamily="34" charset="0"/>
                <a:ea typeface="游ゴシック" pitchFamily="34" charset="-122"/>
                <a:cs typeface="游ゴシック" pitchFamily="34" charset="-120"/>
              </a:rPr>
              <a:t>「要約して」「比較して」など、</a:t>
            </a:r>
            <a:endParaRPr lang="en-US" sz="1200" dirty="0"/>
          </a:p>
          <a:p>
            <a:pPr marL="0" indent="0" algn="l">
              <a:lnSpc>
                <a:spcPts val="2160"/>
              </a:lnSpc>
              <a:buNone/>
            </a:pPr>
            <a:r>
              <a:rPr lang="en-US" sz="1200" b="1" dirty="0">
                <a:solidFill>
                  <a:srgbClr val="B45309"/>
                </a:solidFill>
                <a:latin typeface="游ゴシック" pitchFamily="34" charset="0"/>
                <a:ea typeface="游ゴシック" pitchFamily="34" charset="-122"/>
                <a:cs typeface="游ゴシック" pitchFamily="34" charset="-120"/>
              </a:rPr>
              <a:t>具体的なアクションを明確に定義</a:t>
            </a:r>
            <a:r>
              <a:rPr lang="en-US" sz="1200" dirty="0">
                <a:solidFill>
                  <a:srgbClr val="333333"/>
                </a:solidFill>
                <a:latin typeface="游ゴシック" pitchFamily="34" charset="0"/>
                <a:ea typeface="游ゴシック" pitchFamily="34" charset="-122"/>
                <a:cs typeface="游ゴシック" pitchFamily="34" charset="-120"/>
              </a:rPr>
              <a:t>します。</a:t>
            </a:r>
            <a:endParaRPr lang="en-US" sz="1200" dirty="0"/>
          </a:p>
        </p:txBody>
      </p:sp>
      <p:sp>
        <p:nvSpPr>
          <p:cNvPr id="50" name="Text 17">
            <a:extLst>
              <a:ext uri="{FF2B5EF4-FFF2-40B4-BE49-F238E27FC236}">
                <a16:creationId xmlns:a16="http://schemas.microsoft.com/office/drawing/2014/main" id="{769638D0-BAC7-4CD6-6ACE-CFBF74D3FD56}"/>
              </a:ext>
            </a:extLst>
          </p:cNvPr>
          <p:cNvSpPr txBox="1"/>
          <p:nvPr/>
        </p:nvSpPr>
        <p:spPr>
          <a:xfrm>
            <a:off x="5392480" y="4172407"/>
            <a:ext cx="357774" cy="342900"/>
          </a:xfrm>
          <a:prstGeom prst="rect">
            <a:avLst/>
          </a:prstGeom>
          <a:noFill/>
          <a:ln/>
        </p:spPr>
        <p:txBody>
          <a:bodyPr wrap="none" lIns="0" tIns="0" rIns="0" bIns="0" rtlCol="0" anchor="ctr"/>
          <a:lstStyle/>
          <a:p>
            <a:pPr marL="0" indent="0" algn="l">
              <a:buNone/>
            </a:pPr>
            <a:r>
              <a:rPr lang="en-US" sz="2100" b="1" dirty="0">
                <a:solidFill>
                  <a:srgbClr val="B45309"/>
                </a:solidFill>
                <a:latin typeface="Calibri" pitchFamily="34" charset="0"/>
                <a:ea typeface="Calibri" pitchFamily="34" charset="-122"/>
                <a:cs typeface="Calibri" pitchFamily="34" charset="-120"/>
              </a:rPr>
              <a:t>04</a:t>
            </a:r>
            <a:endParaRPr lang="en-US" sz="2100" dirty="0"/>
          </a:p>
        </p:txBody>
      </p:sp>
      <p:sp>
        <p:nvSpPr>
          <p:cNvPr id="52" name="Text 18">
            <a:extLst>
              <a:ext uri="{FF2B5EF4-FFF2-40B4-BE49-F238E27FC236}">
                <a16:creationId xmlns:a16="http://schemas.microsoft.com/office/drawing/2014/main" id="{1CDE66C3-6ED0-30F7-04F9-BC9210FA49E7}"/>
              </a:ext>
            </a:extLst>
          </p:cNvPr>
          <p:cNvSpPr txBox="1"/>
          <p:nvPr/>
        </p:nvSpPr>
        <p:spPr>
          <a:xfrm>
            <a:off x="6116685" y="4209898"/>
            <a:ext cx="2922298" cy="286207"/>
          </a:xfrm>
          <a:prstGeom prst="rect">
            <a:avLst/>
          </a:prstGeom>
          <a:noFill/>
          <a:ln/>
        </p:spPr>
        <p:txBody>
          <a:bodyPr wrap="none" lIns="0" tIns="0" rIns="0" bIns="0" rtlCol="0" anchor="ctr"/>
          <a:lstStyle/>
          <a:p>
            <a:pPr marL="0" indent="0" algn="l">
              <a:buNone/>
            </a:pPr>
            <a:r>
              <a:rPr lang="en-US" sz="1500" b="1" dirty="0">
                <a:solidFill>
                  <a:srgbClr val="333333"/>
                </a:solidFill>
                <a:latin typeface="游ゴシック" pitchFamily="34" charset="0"/>
                <a:ea typeface="游ゴシック" pitchFamily="34" charset="-122"/>
                <a:cs typeface="游ゴシック" pitchFamily="34" charset="-120"/>
              </a:rPr>
              <a:t>Format (形式)</a:t>
            </a:r>
            <a:endParaRPr lang="en-US" sz="1500" dirty="0"/>
          </a:p>
        </p:txBody>
      </p:sp>
      <p:sp>
        <p:nvSpPr>
          <p:cNvPr id="54" name="Text 19">
            <a:extLst>
              <a:ext uri="{FF2B5EF4-FFF2-40B4-BE49-F238E27FC236}">
                <a16:creationId xmlns:a16="http://schemas.microsoft.com/office/drawing/2014/main" id="{412560CC-BCFA-F30B-26E1-1D0FB4D9FE6F}"/>
              </a:ext>
            </a:extLst>
          </p:cNvPr>
          <p:cNvSpPr txBox="1"/>
          <p:nvPr/>
        </p:nvSpPr>
        <p:spPr>
          <a:xfrm>
            <a:off x="5392480" y="4621378"/>
            <a:ext cx="3339606" cy="1665122"/>
          </a:xfrm>
          <a:prstGeom prst="rect">
            <a:avLst/>
          </a:prstGeom>
          <a:noFill/>
          <a:ln/>
        </p:spPr>
        <p:txBody>
          <a:bodyPr wrap="square" lIns="0" tIns="0" rIns="0" bIns="0" rtlCol="0" anchor="t"/>
          <a:lstStyle/>
          <a:p>
            <a:pPr marL="0" indent="0" algn="l">
              <a:lnSpc>
                <a:spcPts val="2160"/>
              </a:lnSpc>
              <a:buNone/>
            </a:pPr>
            <a:r>
              <a:rPr lang="en-US" sz="1200" dirty="0">
                <a:solidFill>
                  <a:srgbClr val="333333"/>
                </a:solidFill>
                <a:latin typeface="游ゴシック" pitchFamily="34" charset="0"/>
                <a:ea typeface="游ゴシック" pitchFamily="34" charset="-122"/>
                <a:cs typeface="游ゴシック" pitchFamily="34" charset="-120"/>
              </a:rPr>
              <a:t>表形式、箇条書き、文字数など、</a:t>
            </a:r>
            <a:endParaRPr lang="en-US" sz="1200" dirty="0"/>
          </a:p>
          <a:p>
            <a:pPr marL="0" indent="0" algn="l">
              <a:lnSpc>
                <a:spcPts val="2160"/>
              </a:lnSpc>
              <a:buNone/>
            </a:pPr>
            <a:r>
              <a:rPr lang="en-US" sz="1200" b="1" dirty="0">
                <a:solidFill>
                  <a:srgbClr val="B45309"/>
                </a:solidFill>
                <a:latin typeface="游ゴシック" pitchFamily="34" charset="0"/>
                <a:ea typeface="游ゴシック" pitchFamily="34" charset="-122"/>
                <a:cs typeface="游ゴシック" pitchFamily="34" charset="-120"/>
              </a:rPr>
              <a:t>出力のフォーマットを具体的に指定</a:t>
            </a:r>
            <a:r>
              <a:rPr lang="en-US" sz="1200" dirty="0">
                <a:solidFill>
                  <a:srgbClr val="333333"/>
                </a:solidFill>
                <a:latin typeface="游ゴシック" pitchFamily="34" charset="0"/>
                <a:ea typeface="游ゴシック" pitchFamily="34" charset="-122"/>
                <a:cs typeface="游ゴシック" pitchFamily="34" charset="-120"/>
              </a:rPr>
              <a:t>します。</a:t>
            </a:r>
            <a:endParaRPr lang="en-US" sz="1200" dirty="0"/>
          </a:p>
        </p:txBody>
      </p:sp>
    </p:spTree>
    <p:extLst>
      <p:ext uri="{BB962C8B-B14F-4D97-AF65-F5344CB8AC3E}">
        <p14:creationId xmlns:p14="http://schemas.microsoft.com/office/powerpoint/2010/main" val="38503225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B86F3-178A-265C-7D76-550AAF442E3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42D5DCE-20A3-A3A6-A6D2-EC2A2D8ECC8D}"/>
              </a:ext>
            </a:extLst>
          </p:cNvPr>
          <p:cNvSpPr>
            <a:spLocks noGrp="1"/>
          </p:cNvSpPr>
          <p:nvPr>
            <p:ph type="title"/>
          </p:nvPr>
        </p:nvSpPr>
        <p:spPr/>
        <p:txBody>
          <a:bodyPr>
            <a:normAutofit/>
          </a:bodyPr>
          <a:lstStyle/>
          <a:p>
            <a:r>
              <a:rPr lang="en-US" altLang="ja-JP" dirty="0"/>
              <a:t>4-3.</a:t>
            </a:r>
            <a:r>
              <a:rPr lang="ja-JP" altLang="en-US" dirty="0"/>
              <a:t> 悪いプロンプト </a:t>
            </a:r>
            <a:r>
              <a:rPr lang="en-US" altLang="ja-JP" dirty="0"/>
              <a:t>vs </a:t>
            </a:r>
            <a:r>
              <a:rPr lang="ja-JP" altLang="en-US" dirty="0"/>
              <a:t>良いプロンプト</a:t>
            </a:r>
          </a:p>
        </p:txBody>
      </p:sp>
      <p:sp>
        <p:nvSpPr>
          <p:cNvPr id="4" name="Shape 0">
            <a:extLst>
              <a:ext uri="{FF2B5EF4-FFF2-40B4-BE49-F238E27FC236}">
                <a16:creationId xmlns:a16="http://schemas.microsoft.com/office/drawing/2014/main" id="{EF5491FB-DF0F-592B-D11E-AB94F72FB7A6}"/>
              </a:ext>
            </a:extLst>
          </p:cNvPr>
          <p:cNvSpPr/>
          <p:nvPr/>
        </p:nvSpPr>
        <p:spPr>
          <a:xfrm>
            <a:off x="287035" y="1524305"/>
            <a:ext cx="4649423" cy="4762195"/>
          </a:xfrm>
          <a:prstGeom prst="roundRect">
            <a:avLst>
              <a:gd name="adj" fmla="val 806"/>
            </a:avLst>
          </a:prstGeom>
          <a:solidFill>
            <a:srgbClr val="F9F9F9"/>
          </a:solidFill>
          <a:ln w="12700">
            <a:solidFill>
              <a:srgbClr val="FFFFFF">
                <a:alpha val="0"/>
              </a:srgbClr>
            </a:solidFill>
            <a:prstDash val="solid"/>
          </a:ln>
        </p:spPr>
        <p:txBody>
          <a:bodyPr/>
          <a:lstStyle/>
          <a:p>
            <a:endParaRPr lang="ja-JP" altLang="en-US"/>
          </a:p>
        </p:txBody>
      </p:sp>
      <p:sp>
        <p:nvSpPr>
          <p:cNvPr id="7" name="Shape 1">
            <a:extLst>
              <a:ext uri="{FF2B5EF4-FFF2-40B4-BE49-F238E27FC236}">
                <a16:creationId xmlns:a16="http://schemas.microsoft.com/office/drawing/2014/main" id="{7BF19087-211C-A684-CB09-CD8FC06584DE}"/>
              </a:ext>
            </a:extLst>
          </p:cNvPr>
          <p:cNvSpPr/>
          <p:nvPr/>
        </p:nvSpPr>
        <p:spPr>
          <a:xfrm>
            <a:off x="5069610" y="1524305"/>
            <a:ext cx="4649423" cy="4762195"/>
          </a:xfrm>
          <a:prstGeom prst="roundRect">
            <a:avLst>
              <a:gd name="adj" fmla="val 806"/>
            </a:avLst>
          </a:prstGeom>
          <a:solidFill>
            <a:srgbClr val="FFFAF0"/>
          </a:solidFill>
          <a:ln w="12700">
            <a:solidFill>
              <a:srgbClr val="FFFFFF">
                <a:alpha val="0"/>
              </a:srgbClr>
            </a:solidFill>
            <a:prstDash val="solid"/>
          </a:ln>
        </p:spPr>
        <p:txBody>
          <a:bodyPr/>
          <a:lstStyle/>
          <a:p>
            <a:endParaRPr lang="ja-JP" altLang="en-US"/>
          </a:p>
        </p:txBody>
      </p:sp>
      <p:pic>
        <p:nvPicPr>
          <p:cNvPr id="10" name="Image 0" descr="gen-dedup-37dba5f1689f77e625cf3c51c33c21b3.png">
            <a:extLst>
              <a:ext uri="{FF2B5EF4-FFF2-40B4-BE49-F238E27FC236}">
                <a16:creationId xmlns:a16="http://schemas.microsoft.com/office/drawing/2014/main" id="{764C99DB-8D32-21A2-0F32-5DF6C16E0962}"/>
              </a:ext>
            </a:extLst>
          </p:cNvPr>
          <p:cNvPicPr>
            <a:picLocks noChangeAspect="1"/>
          </p:cNvPicPr>
          <p:nvPr/>
        </p:nvPicPr>
        <p:blipFill>
          <a:blip r:embed="rId2"/>
          <a:srcRect l="-38" r="-38"/>
          <a:stretch/>
        </p:blipFill>
        <p:spPr>
          <a:xfrm>
            <a:off x="287035" y="1524305"/>
            <a:ext cx="4649423" cy="418795"/>
          </a:xfrm>
          <a:prstGeom prst="rect">
            <a:avLst/>
          </a:prstGeom>
        </p:spPr>
      </p:pic>
      <p:sp>
        <p:nvSpPr>
          <p:cNvPr id="13" name="Shape 2">
            <a:extLst>
              <a:ext uri="{FF2B5EF4-FFF2-40B4-BE49-F238E27FC236}">
                <a16:creationId xmlns:a16="http://schemas.microsoft.com/office/drawing/2014/main" id="{07B5F365-2D7E-D8E2-0ADB-CFD500721FE8}"/>
              </a:ext>
            </a:extLst>
          </p:cNvPr>
          <p:cNvSpPr/>
          <p:nvPr/>
        </p:nvSpPr>
        <p:spPr>
          <a:xfrm>
            <a:off x="477230" y="2133295"/>
            <a:ext cx="4333965" cy="952805"/>
          </a:xfrm>
          <a:prstGeom prst="roundRect">
            <a:avLst>
              <a:gd name="adj" fmla="val 7965"/>
            </a:avLst>
          </a:prstGeom>
          <a:solidFill>
            <a:srgbClr val="FFFFFF"/>
          </a:solidFill>
          <a:ln w="12700">
            <a:solidFill>
              <a:srgbClr val="FFFFFF">
                <a:alpha val="0"/>
              </a:srgbClr>
            </a:solidFill>
            <a:prstDash val="solid"/>
          </a:ln>
        </p:spPr>
        <p:txBody>
          <a:bodyPr/>
          <a:lstStyle/>
          <a:p>
            <a:endParaRPr lang="ja-JP" altLang="en-US"/>
          </a:p>
        </p:txBody>
      </p:sp>
      <p:sp>
        <p:nvSpPr>
          <p:cNvPr id="15" name="Shape 3">
            <a:extLst>
              <a:ext uri="{FF2B5EF4-FFF2-40B4-BE49-F238E27FC236}">
                <a16:creationId xmlns:a16="http://schemas.microsoft.com/office/drawing/2014/main" id="{5C90B69F-BB11-C279-DE9C-001830FB9495}"/>
              </a:ext>
            </a:extLst>
          </p:cNvPr>
          <p:cNvSpPr/>
          <p:nvPr/>
        </p:nvSpPr>
        <p:spPr>
          <a:xfrm>
            <a:off x="477230" y="3276295"/>
            <a:ext cx="4333965" cy="2857500"/>
          </a:xfrm>
          <a:prstGeom prst="roundRect">
            <a:avLst>
              <a:gd name="adj" fmla="val 2656"/>
            </a:avLst>
          </a:prstGeom>
          <a:solidFill>
            <a:srgbClr val="FEF2F2"/>
          </a:solidFill>
          <a:ln w="12700">
            <a:solidFill>
              <a:srgbClr val="FFFFFF">
                <a:alpha val="0"/>
              </a:srgbClr>
            </a:solidFill>
            <a:prstDash val="solid"/>
          </a:ln>
        </p:spPr>
        <p:txBody>
          <a:bodyPr/>
          <a:lstStyle/>
          <a:p>
            <a:endParaRPr lang="ja-JP" altLang="en-US"/>
          </a:p>
        </p:txBody>
      </p:sp>
      <p:pic>
        <p:nvPicPr>
          <p:cNvPr id="18" name="Image 1" descr="gen-dedup-c7a6819b913db764fa842acc60576079.png">
            <a:extLst>
              <a:ext uri="{FF2B5EF4-FFF2-40B4-BE49-F238E27FC236}">
                <a16:creationId xmlns:a16="http://schemas.microsoft.com/office/drawing/2014/main" id="{F8116F6F-2C75-9C36-ACA1-70A2C825C056}"/>
              </a:ext>
            </a:extLst>
          </p:cNvPr>
          <p:cNvPicPr>
            <a:picLocks noChangeAspect="1"/>
          </p:cNvPicPr>
          <p:nvPr/>
        </p:nvPicPr>
        <p:blipFill>
          <a:blip r:embed="rId3"/>
          <a:srcRect l="-38" r="-38"/>
          <a:stretch/>
        </p:blipFill>
        <p:spPr>
          <a:xfrm>
            <a:off x="5069610" y="1524305"/>
            <a:ext cx="4649423" cy="418795"/>
          </a:xfrm>
          <a:prstGeom prst="rect">
            <a:avLst/>
          </a:prstGeom>
        </p:spPr>
      </p:pic>
      <p:sp>
        <p:nvSpPr>
          <p:cNvPr id="21" name="Shape 4">
            <a:extLst>
              <a:ext uri="{FF2B5EF4-FFF2-40B4-BE49-F238E27FC236}">
                <a16:creationId xmlns:a16="http://schemas.microsoft.com/office/drawing/2014/main" id="{8072FC30-2108-94B7-0734-57D1D1BFE708}"/>
              </a:ext>
            </a:extLst>
          </p:cNvPr>
          <p:cNvSpPr/>
          <p:nvPr/>
        </p:nvSpPr>
        <p:spPr>
          <a:xfrm>
            <a:off x="5259806" y="2133295"/>
            <a:ext cx="4333965" cy="4000500"/>
          </a:xfrm>
          <a:prstGeom prst="roundRect">
            <a:avLst>
              <a:gd name="adj" fmla="val 1897"/>
            </a:avLst>
          </a:prstGeom>
          <a:solidFill>
            <a:srgbClr val="FFFFFF"/>
          </a:solidFill>
          <a:ln w="12700">
            <a:solidFill>
              <a:srgbClr val="FFFFFF">
                <a:alpha val="0"/>
              </a:srgbClr>
            </a:solidFill>
            <a:prstDash val="solid"/>
          </a:ln>
        </p:spPr>
        <p:txBody>
          <a:bodyPr/>
          <a:lstStyle/>
          <a:p>
            <a:endParaRPr lang="ja-JP" altLang="en-US"/>
          </a:p>
        </p:txBody>
      </p:sp>
      <p:sp>
        <p:nvSpPr>
          <p:cNvPr id="23" name="Text 8">
            <a:extLst>
              <a:ext uri="{FF2B5EF4-FFF2-40B4-BE49-F238E27FC236}">
                <a16:creationId xmlns:a16="http://schemas.microsoft.com/office/drawing/2014/main" id="{4AF51F49-ED20-3DC6-4C6F-21E19E9FE6A8}"/>
              </a:ext>
            </a:extLst>
          </p:cNvPr>
          <p:cNvSpPr txBox="1"/>
          <p:nvPr/>
        </p:nvSpPr>
        <p:spPr>
          <a:xfrm>
            <a:off x="457200" y="1047902"/>
            <a:ext cx="9298847" cy="228600"/>
          </a:xfrm>
          <a:prstGeom prst="rect">
            <a:avLst/>
          </a:prstGeom>
          <a:noFill/>
          <a:ln/>
        </p:spPr>
        <p:txBody>
          <a:bodyPr wrap="none" lIns="0" tIns="0" rIns="0" bIns="0" rtlCol="0" anchor="ctr"/>
          <a:lstStyle/>
          <a:p>
            <a:pPr marL="0" indent="0" algn="l">
              <a:buNone/>
            </a:pPr>
            <a:r>
              <a:rPr lang="en-US" sz="1400" dirty="0" err="1">
                <a:solidFill>
                  <a:srgbClr val="404040"/>
                </a:solidFill>
                <a:latin typeface="+mj-ea"/>
                <a:ea typeface="+mj-ea"/>
              </a:rPr>
              <a:t>同じテーマでも、プロンプトの書き方でAIの回答品質は劇的に変わる</a:t>
            </a:r>
            <a:endParaRPr lang="en-US" sz="1400" dirty="0">
              <a:solidFill>
                <a:srgbClr val="404040"/>
              </a:solidFill>
              <a:latin typeface="+mj-ea"/>
              <a:ea typeface="+mj-ea"/>
            </a:endParaRPr>
          </a:p>
        </p:txBody>
      </p:sp>
      <p:sp>
        <p:nvSpPr>
          <p:cNvPr id="27" name="Text 9">
            <a:extLst>
              <a:ext uri="{FF2B5EF4-FFF2-40B4-BE49-F238E27FC236}">
                <a16:creationId xmlns:a16="http://schemas.microsoft.com/office/drawing/2014/main" id="{AE7C9BD1-CDFD-46C2-E034-ABEADDB43A57}"/>
              </a:ext>
            </a:extLst>
          </p:cNvPr>
          <p:cNvSpPr txBox="1"/>
          <p:nvPr/>
        </p:nvSpPr>
        <p:spPr>
          <a:xfrm>
            <a:off x="477230" y="1524305"/>
            <a:ext cx="4334721" cy="419710"/>
          </a:xfrm>
          <a:prstGeom prst="rect">
            <a:avLst/>
          </a:prstGeom>
          <a:noFill/>
          <a:ln/>
        </p:spPr>
        <p:txBody>
          <a:bodyPr wrap="none" lIns="0" tIns="0" rIns="0" bIns="0" rtlCol="0" anchor="ctr"/>
          <a:lstStyle/>
          <a:p>
            <a:pPr marL="0" indent="0" algn="l">
              <a:buNone/>
            </a:pPr>
            <a:r>
              <a:rPr lang="en-US" sz="1500" b="1" dirty="0">
                <a:solidFill>
                  <a:srgbClr val="FFFFFF"/>
                </a:solidFill>
                <a:latin typeface="游ゴシック" pitchFamily="34" charset="0"/>
                <a:ea typeface="游ゴシック" pitchFamily="34" charset="-122"/>
                <a:cs typeface="游ゴシック" pitchFamily="34" charset="-120"/>
              </a:rPr>
              <a:t>❌ 悪いプロンプト</a:t>
            </a:r>
            <a:endParaRPr lang="en-US" sz="1500" dirty="0"/>
          </a:p>
        </p:txBody>
      </p:sp>
      <p:sp>
        <p:nvSpPr>
          <p:cNvPr id="31" name="Text 10">
            <a:extLst>
              <a:ext uri="{FF2B5EF4-FFF2-40B4-BE49-F238E27FC236}">
                <a16:creationId xmlns:a16="http://schemas.microsoft.com/office/drawing/2014/main" id="{3361F857-8CD3-CFE1-41AA-A41BC70A04BB}"/>
              </a:ext>
            </a:extLst>
          </p:cNvPr>
          <p:cNvSpPr txBox="1"/>
          <p:nvPr/>
        </p:nvSpPr>
        <p:spPr>
          <a:xfrm>
            <a:off x="667426" y="2324405"/>
            <a:ext cx="4019262" cy="571500"/>
          </a:xfrm>
          <a:prstGeom prst="rect">
            <a:avLst/>
          </a:prstGeom>
          <a:noFill/>
          <a:ln/>
        </p:spPr>
        <p:txBody>
          <a:bodyPr wrap="square" lIns="0" tIns="0" rIns="0" bIns="0" rtlCol="0" anchor="ctr"/>
          <a:lstStyle/>
          <a:p>
            <a:pPr marL="0" indent="0" algn="l">
              <a:buNone/>
            </a:pPr>
            <a:r>
              <a:rPr lang="en-US" sz="1500" i="1" dirty="0">
                <a:solidFill>
                  <a:srgbClr val="333333"/>
                </a:solidFill>
                <a:latin typeface="游ゴシック" pitchFamily="34" charset="0"/>
                <a:ea typeface="游ゴシック" pitchFamily="34" charset="-122"/>
                <a:cs typeface="游ゴシック" pitchFamily="34" charset="-120"/>
              </a:rPr>
              <a:t>「AI研修の案内文を書いて」</a:t>
            </a:r>
            <a:endParaRPr lang="en-US" sz="1500" dirty="0"/>
          </a:p>
        </p:txBody>
      </p:sp>
      <p:sp>
        <p:nvSpPr>
          <p:cNvPr id="35" name="Text 11">
            <a:extLst>
              <a:ext uri="{FF2B5EF4-FFF2-40B4-BE49-F238E27FC236}">
                <a16:creationId xmlns:a16="http://schemas.microsoft.com/office/drawing/2014/main" id="{6F7D80C0-A81A-86C3-273A-441D8C0E2F54}"/>
              </a:ext>
            </a:extLst>
          </p:cNvPr>
          <p:cNvSpPr txBox="1"/>
          <p:nvPr/>
        </p:nvSpPr>
        <p:spPr>
          <a:xfrm>
            <a:off x="667426" y="3429000"/>
            <a:ext cx="4019262" cy="228600"/>
          </a:xfrm>
          <a:prstGeom prst="rect">
            <a:avLst/>
          </a:prstGeom>
          <a:noFill/>
          <a:ln/>
        </p:spPr>
        <p:txBody>
          <a:bodyPr wrap="none" lIns="0" tIns="0" rIns="0" bIns="0" rtlCol="0" anchor="ctr"/>
          <a:lstStyle/>
          <a:p>
            <a:pPr marL="0" indent="0" algn="l">
              <a:buNone/>
            </a:pPr>
            <a:r>
              <a:rPr lang="en-US" sz="1200" b="1" dirty="0">
                <a:solidFill>
                  <a:srgbClr val="FF0000"/>
                </a:solidFill>
                <a:latin typeface="游ゴシック" pitchFamily="34" charset="0"/>
                <a:ea typeface="游ゴシック" pitchFamily="34" charset="-122"/>
                <a:cs typeface="游ゴシック" pitchFamily="34" charset="-120"/>
              </a:rPr>
              <a:t>[問題点]</a:t>
            </a:r>
            <a:endParaRPr lang="en-US" sz="1200" dirty="0"/>
          </a:p>
        </p:txBody>
      </p:sp>
      <p:sp>
        <p:nvSpPr>
          <p:cNvPr id="39" name="Text 12">
            <a:extLst>
              <a:ext uri="{FF2B5EF4-FFF2-40B4-BE49-F238E27FC236}">
                <a16:creationId xmlns:a16="http://schemas.microsoft.com/office/drawing/2014/main" id="{6FD04B1D-78BB-E46B-2174-67589843F5B7}"/>
              </a:ext>
            </a:extLst>
          </p:cNvPr>
          <p:cNvSpPr txBox="1"/>
          <p:nvPr/>
        </p:nvSpPr>
        <p:spPr>
          <a:xfrm>
            <a:off x="667426" y="3649370"/>
            <a:ext cx="4019262" cy="2447849"/>
          </a:xfrm>
          <a:prstGeom prst="rect">
            <a:avLst/>
          </a:prstGeom>
          <a:noFill/>
          <a:ln/>
        </p:spPr>
        <p:txBody>
          <a:bodyPr wrap="square" lIns="0" tIns="0" rIns="0" bIns="0" rtlCol="0" anchor="t"/>
          <a:lstStyle/>
          <a:p>
            <a:pPr marL="0" indent="0" algn="l">
              <a:lnSpc>
                <a:spcPts val="2600"/>
              </a:lnSpc>
              <a:buNone/>
            </a:pPr>
            <a:r>
              <a:rPr lang="en-US" sz="1300" dirty="0">
                <a:solidFill>
                  <a:srgbClr val="333333"/>
                </a:solidFill>
                <a:latin typeface="游ゴシック" pitchFamily="34" charset="0"/>
                <a:ea typeface="游ゴシック" pitchFamily="34" charset="-122"/>
                <a:cs typeface="游ゴシック" pitchFamily="34" charset="-120"/>
              </a:rPr>
              <a:t>・対象者が不明</a:t>
            </a:r>
            <a:endParaRPr lang="en-US" sz="1200" dirty="0"/>
          </a:p>
          <a:p>
            <a:pPr marL="0" indent="0" algn="l">
              <a:lnSpc>
                <a:spcPts val="2600"/>
              </a:lnSpc>
              <a:buNone/>
            </a:pPr>
            <a:r>
              <a:rPr lang="en-US" sz="1300" dirty="0">
                <a:solidFill>
                  <a:srgbClr val="333333"/>
                </a:solidFill>
                <a:latin typeface="游ゴシック" pitchFamily="34" charset="0"/>
                <a:ea typeface="游ゴシック" pitchFamily="34" charset="-122"/>
                <a:cs typeface="游ゴシック" pitchFamily="34" charset="-120"/>
              </a:rPr>
              <a:t>・研修の目的や日程がない</a:t>
            </a:r>
            <a:endParaRPr lang="en-US" sz="1200" dirty="0"/>
          </a:p>
          <a:p>
            <a:pPr marL="0" indent="0" algn="l">
              <a:lnSpc>
                <a:spcPts val="2600"/>
              </a:lnSpc>
              <a:buNone/>
            </a:pPr>
            <a:r>
              <a:rPr lang="en-US" sz="1300" dirty="0">
                <a:solidFill>
                  <a:srgbClr val="333333"/>
                </a:solidFill>
                <a:latin typeface="游ゴシック" pitchFamily="34" charset="0"/>
                <a:ea typeface="游ゴシック" pitchFamily="34" charset="-122"/>
                <a:cs typeface="游ゴシック" pitchFamily="34" charset="-120"/>
              </a:rPr>
              <a:t>・出力されるトーンがAI任せ</a:t>
            </a:r>
            <a:endParaRPr lang="en-US" sz="1200" dirty="0"/>
          </a:p>
        </p:txBody>
      </p:sp>
      <p:sp>
        <p:nvSpPr>
          <p:cNvPr id="43" name="Text 13">
            <a:extLst>
              <a:ext uri="{FF2B5EF4-FFF2-40B4-BE49-F238E27FC236}">
                <a16:creationId xmlns:a16="http://schemas.microsoft.com/office/drawing/2014/main" id="{B84E2772-6B83-00BA-18AE-E05650D78CBC}"/>
              </a:ext>
            </a:extLst>
          </p:cNvPr>
          <p:cNvSpPr txBox="1"/>
          <p:nvPr/>
        </p:nvSpPr>
        <p:spPr>
          <a:xfrm>
            <a:off x="5259806" y="1524305"/>
            <a:ext cx="4334721" cy="419710"/>
          </a:xfrm>
          <a:prstGeom prst="rect">
            <a:avLst/>
          </a:prstGeom>
          <a:noFill/>
          <a:ln/>
        </p:spPr>
        <p:txBody>
          <a:bodyPr wrap="none" lIns="0" tIns="0" rIns="0" bIns="0" rtlCol="0" anchor="ctr"/>
          <a:lstStyle/>
          <a:p>
            <a:pPr marL="0" indent="0" algn="l">
              <a:buNone/>
            </a:pPr>
            <a:r>
              <a:rPr lang="en-US" sz="1500" b="1" dirty="0">
                <a:solidFill>
                  <a:srgbClr val="FFFFFF"/>
                </a:solidFill>
                <a:latin typeface="游ゴシック" pitchFamily="34" charset="0"/>
                <a:ea typeface="游ゴシック" pitchFamily="34" charset="-122"/>
                <a:cs typeface="游ゴシック" pitchFamily="34" charset="-120"/>
              </a:rPr>
              <a:t>✅ 良いプロンプト</a:t>
            </a:r>
            <a:endParaRPr lang="en-US" sz="1500" dirty="0"/>
          </a:p>
        </p:txBody>
      </p:sp>
      <p:sp>
        <p:nvSpPr>
          <p:cNvPr id="47" name="Text 14">
            <a:extLst>
              <a:ext uri="{FF2B5EF4-FFF2-40B4-BE49-F238E27FC236}">
                <a16:creationId xmlns:a16="http://schemas.microsoft.com/office/drawing/2014/main" id="{D396182E-ECD3-336A-D9CE-BCBC41ED450B}"/>
              </a:ext>
            </a:extLst>
          </p:cNvPr>
          <p:cNvSpPr txBox="1"/>
          <p:nvPr/>
        </p:nvSpPr>
        <p:spPr>
          <a:xfrm>
            <a:off x="5450916" y="2266798"/>
            <a:ext cx="4019262" cy="3772814"/>
          </a:xfrm>
          <a:prstGeom prst="rect">
            <a:avLst/>
          </a:prstGeom>
          <a:noFill/>
          <a:ln/>
        </p:spPr>
        <p:txBody>
          <a:bodyPr wrap="square" lIns="0" tIns="0" rIns="0" bIns="0" rtlCol="0" anchor="t"/>
          <a:lstStyle/>
          <a:p>
            <a:pPr marL="0" indent="0" algn="l">
              <a:lnSpc>
                <a:spcPts val="2470"/>
              </a:lnSpc>
              <a:buNone/>
            </a:pPr>
            <a:r>
              <a:rPr lang="en-US" sz="1300" dirty="0">
                <a:solidFill>
                  <a:srgbClr val="333333"/>
                </a:solidFill>
                <a:latin typeface="游ゴシック" pitchFamily="34" charset="0"/>
                <a:ea typeface="游ゴシック" pitchFamily="34" charset="-122"/>
                <a:cs typeface="游ゴシック" pitchFamily="34" charset="-120"/>
              </a:rPr>
              <a:t>「</a:t>
            </a:r>
            <a:r>
              <a:rPr lang="en-US" sz="1200" b="1" dirty="0">
                <a:solidFill>
                  <a:srgbClr val="2F6980"/>
                </a:solidFill>
                <a:latin typeface="游ゴシック" pitchFamily="34" charset="0"/>
                <a:ea typeface="游ゴシック" pitchFamily="34" charset="-122"/>
                <a:cs typeface="游ゴシック" pitchFamily="34" charset="-120"/>
              </a:rPr>
              <a:t>あなたは人事部の育成担当です</a:t>
            </a:r>
            <a:r>
              <a:rPr lang="en-US" sz="1300" dirty="0">
                <a:solidFill>
                  <a:srgbClr val="333333"/>
                </a:solidFill>
                <a:latin typeface="游ゴシック" pitchFamily="34" charset="0"/>
                <a:ea typeface="游ゴシック" pitchFamily="34" charset="-122"/>
                <a:cs typeface="游ゴシック" pitchFamily="34" charset="-120"/>
              </a:rPr>
              <a:t>。</a:t>
            </a:r>
            <a:endParaRPr lang="en-US" sz="1200" dirty="0"/>
          </a:p>
          <a:p>
            <a:pPr marL="0" indent="0" algn="l">
              <a:lnSpc>
                <a:spcPts val="2470"/>
              </a:lnSpc>
              <a:buNone/>
            </a:pPr>
            <a:endParaRPr lang="en-US" sz="1200" dirty="0"/>
          </a:p>
          <a:p>
            <a:pPr marL="0" indent="0" algn="l">
              <a:lnSpc>
                <a:spcPts val="2470"/>
              </a:lnSpc>
              <a:buNone/>
            </a:pPr>
            <a:r>
              <a:rPr lang="en-US" sz="1200" b="1" dirty="0">
                <a:solidFill>
                  <a:srgbClr val="B45309"/>
                </a:solidFill>
                <a:latin typeface="游ゴシック" pitchFamily="34" charset="0"/>
                <a:ea typeface="游ゴシック" pitchFamily="34" charset="-122"/>
                <a:cs typeface="游ゴシック" pitchFamily="34" charset="-120"/>
              </a:rPr>
              <a:t>全社員向け</a:t>
            </a:r>
            <a:r>
              <a:rPr lang="en-US" sz="1300" dirty="0">
                <a:solidFill>
                  <a:srgbClr val="333333"/>
                </a:solidFill>
                <a:latin typeface="游ゴシック" pitchFamily="34" charset="0"/>
                <a:ea typeface="游ゴシック" pitchFamily="34" charset="-122"/>
                <a:cs typeface="游ゴシック" pitchFamily="34" charset="-120"/>
              </a:rPr>
              <a:t>に、</a:t>
            </a:r>
            <a:r>
              <a:rPr lang="en-US" sz="1200" b="1" dirty="0">
                <a:solidFill>
                  <a:srgbClr val="B45309"/>
                </a:solidFill>
                <a:latin typeface="游ゴシック" pitchFamily="34" charset="0"/>
                <a:ea typeface="游ゴシック" pitchFamily="34" charset="-122"/>
                <a:cs typeface="游ゴシック" pitchFamily="34" charset="-120"/>
              </a:rPr>
              <a:t>来月開催される『AIリテラシー研修』</a:t>
            </a:r>
            <a:r>
              <a:rPr lang="en-US" sz="1300" dirty="0">
                <a:solidFill>
                  <a:srgbClr val="333333"/>
                </a:solidFill>
                <a:latin typeface="游ゴシック" pitchFamily="34" charset="0"/>
                <a:ea typeface="游ゴシック" pitchFamily="34" charset="-122"/>
                <a:cs typeface="游ゴシック" pitchFamily="34" charset="-120"/>
              </a:rPr>
              <a:t>の参加を促す</a:t>
            </a:r>
            <a:r>
              <a:rPr lang="en-US" sz="1200" b="1" dirty="0">
                <a:solidFill>
                  <a:srgbClr val="00B050"/>
                </a:solidFill>
                <a:latin typeface="游ゴシック" pitchFamily="34" charset="0"/>
                <a:ea typeface="游ゴシック" pitchFamily="34" charset="-122"/>
                <a:cs typeface="游ゴシック" pitchFamily="34" charset="-120"/>
              </a:rPr>
              <a:t>案内メールを作成</a:t>
            </a:r>
            <a:r>
              <a:rPr lang="en-US" sz="1300" dirty="0">
                <a:solidFill>
                  <a:srgbClr val="333333"/>
                </a:solidFill>
                <a:latin typeface="游ゴシック" pitchFamily="34" charset="0"/>
                <a:ea typeface="游ゴシック" pitchFamily="34" charset="-122"/>
                <a:cs typeface="游ゴシック" pitchFamily="34" charset="-120"/>
              </a:rPr>
              <a:t>してください。</a:t>
            </a:r>
            <a:endParaRPr lang="en-US" sz="1200" dirty="0"/>
          </a:p>
          <a:p>
            <a:pPr marL="0" indent="0" algn="l">
              <a:lnSpc>
                <a:spcPts val="2470"/>
              </a:lnSpc>
              <a:buNone/>
            </a:pPr>
            <a:endParaRPr lang="en-US" sz="1200" dirty="0"/>
          </a:p>
          <a:p>
            <a:pPr marL="0" indent="0" algn="l">
              <a:lnSpc>
                <a:spcPts val="2470"/>
              </a:lnSpc>
              <a:buNone/>
            </a:pPr>
            <a:r>
              <a:rPr lang="en-US" sz="1200" b="1" dirty="0">
                <a:solidFill>
                  <a:srgbClr val="E60012"/>
                </a:solidFill>
                <a:latin typeface="游ゴシック" pitchFamily="34" charset="0"/>
                <a:ea typeface="游ゴシック" pitchFamily="34" charset="-122"/>
                <a:cs typeface="游ゴシック" pitchFamily="34" charset="-120"/>
              </a:rPr>
              <a:t>重要性が伝わる丁寧なトーンで、冒頭に箇条書きで日時を記載</a:t>
            </a:r>
            <a:r>
              <a:rPr lang="en-US" sz="1300" dirty="0">
                <a:solidFill>
                  <a:srgbClr val="333333"/>
                </a:solidFill>
                <a:latin typeface="游ゴシック" pitchFamily="34" charset="0"/>
                <a:ea typeface="游ゴシック" pitchFamily="34" charset="-122"/>
                <a:cs typeface="游ゴシック" pitchFamily="34" charset="-120"/>
              </a:rPr>
              <a:t>してください。」</a:t>
            </a:r>
            <a:endParaRPr lang="en-US" sz="1200" dirty="0"/>
          </a:p>
        </p:txBody>
      </p:sp>
    </p:spTree>
    <p:extLst>
      <p:ext uri="{BB962C8B-B14F-4D97-AF65-F5344CB8AC3E}">
        <p14:creationId xmlns:p14="http://schemas.microsoft.com/office/powerpoint/2010/main" val="19779701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C1FDF-0AC0-25E3-F803-42E8A858EC5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AE656C2-7E8C-AD55-6E89-B93C2FE82150}"/>
              </a:ext>
            </a:extLst>
          </p:cNvPr>
          <p:cNvSpPr>
            <a:spLocks noGrp="1"/>
          </p:cNvSpPr>
          <p:nvPr>
            <p:ph type="title"/>
          </p:nvPr>
        </p:nvSpPr>
        <p:spPr/>
        <p:txBody>
          <a:bodyPr>
            <a:normAutofit/>
          </a:bodyPr>
          <a:lstStyle/>
          <a:p>
            <a:r>
              <a:rPr lang="en-US" altLang="ja-JP" dirty="0"/>
              <a:t>4-4.</a:t>
            </a:r>
            <a:r>
              <a:rPr lang="ja-JP" altLang="en-US" dirty="0"/>
              <a:t> テクニック① ｜ </a:t>
            </a:r>
            <a:r>
              <a:rPr lang="en-US" altLang="ja-JP" dirty="0"/>
              <a:t>Role Prompting</a:t>
            </a:r>
            <a:r>
              <a:rPr lang="ja-JP" altLang="en-US" dirty="0"/>
              <a:t>（役割の付与）</a:t>
            </a:r>
          </a:p>
        </p:txBody>
      </p:sp>
      <p:sp>
        <p:nvSpPr>
          <p:cNvPr id="23" name="Text 8">
            <a:extLst>
              <a:ext uri="{FF2B5EF4-FFF2-40B4-BE49-F238E27FC236}">
                <a16:creationId xmlns:a16="http://schemas.microsoft.com/office/drawing/2014/main" id="{679701F0-518A-B7DB-1299-2A31B205FDBC}"/>
              </a:ext>
            </a:extLst>
          </p:cNvPr>
          <p:cNvSpPr txBox="1"/>
          <p:nvPr/>
        </p:nvSpPr>
        <p:spPr>
          <a:xfrm>
            <a:off x="457200" y="1047902"/>
            <a:ext cx="9298847" cy="228600"/>
          </a:xfrm>
          <a:prstGeom prst="rect">
            <a:avLst/>
          </a:prstGeom>
          <a:noFill/>
          <a:ln/>
        </p:spPr>
        <p:txBody>
          <a:bodyPr wrap="none" lIns="0" tIns="0" rIns="0" bIns="0" rtlCol="0" anchor="ctr"/>
          <a:lstStyle/>
          <a:p>
            <a:r>
              <a:rPr lang="en-US" altLang="ja-JP" sz="1400" dirty="0">
                <a:solidFill>
                  <a:srgbClr val="404040"/>
                </a:solidFill>
                <a:latin typeface="+mj-ea"/>
                <a:ea typeface="+mj-ea"/>
              </a:rPr>
              <a:t>AI</a:t>
            </a:r>
            <a:r>
              <a:rPr lang="ja-JP" altLang="en-US" sz="1400" dirty="0">
                <a:solidFill>
                  <a:srgbClr val="404040"/>
                </a:solidFill>
                <a:latin typeface="+mj-ea"/>
                <a:ea typeface="+mj-ea"/>
              </a:rPr>
              <a:t>に「ペルソナ」を憑依させるテクニック</a:t>
            </a:r>
            <a:endParaRPr lang="en-US" sz="1400" dirty="0">
              <a:solidFill>
                <a:srgbClr val="404040"/>
              </a:solidFill>
              <a:latin typeface="+mj-ea"/>
              <a:ea typeface="+mj-ea"/>
            </a:endParaRPr>
          </a:p>
        </p:txBody>
      </p:sp>
      <p:sp>
        <p:nvSpPr>
          <p:cNvPr id="5" name="Shape 0">
            <a:extLst>
              <a:ext uri="{FF2B5EF4-FFF2-40B4-BE49-F238E27FC236}">
                <a16:creationId xmlns:a16="http://schemas.microsoft.com/office/drawing/2014/main" id="{81220C32-5952-A0AF-4D66-357DA7987398}"/>
              </a:ext>
            </a:extLst>
          </p:cNvPr>
          <p:cNvSpPr/>
          <p:nvPr/>
        </p:nvSpPr>
        <p:spPr>
          <a:xfrm>
            <a:off x="381305" y="1524305"/>
            <a:ext cx="9221470" cy="1429207"/>
          </a:xfrm>
          <a:prstGeom prst="roundRect">
            <a:avLst>
              <a:gd name="adj" fmla="val 5310"/>
            </a:avLst>
          </a:prstGeom>
          <a:solidFill>
            <a:srgbClr val="F9F9F9"/>
          </a:solidFill>
          <a:ln w="12700">
            <a:solidFill>
              <a:srgbClr val="FFFFFF">
                <a:alpha val="0"/>
              </a:srgbClr>
            </a:solidFill>
            <a:prstDash val="solid"/>
          </a:ln>
        </p:spPr>
        <p:txBody>
          <a:bodyPr/>
          <a:lstStyle/>
          <a:p>
            <a:endParaRPr lang="ja-JP" altLang="en-US"/>
          </a:p>
        </p:txBody>
      </p:sp>
      <p:sp>
        <p:nvSpPr>
          <p:cNvPr id="8" name="Shape 1">
            <a:extLst>
              <a:ext uri="{FF2B5EF4-FFF2-40B4-BE49-F238E27FC236}">
                <a16:creationId xmlns:a16="http://schemas.microsoft.com/office/drawing/2014/main" id="{FB9A9881-1877-22C2-3550-40D2DF1E1A22}"/>
              </a:ext>
            </a:extLst>
          </p:cNvPr>
          <p:cNvSpPr/>
          <p:nvPr/>
        </p:nvSpPr>
        <p:spPr>
          <a:xfrm>
            <a:off x="381305" y="3095244"/>
            <a:ext cx="9221470" cy="1619402"/>
          </a:xfrm>
          <a:prstGeom prst="roundRect">
            <a:avLst>
              <a:gd name="adj" fmla="val 4687"/>
            </a:avLst>
          </a:prstGeom>
          <a:solidFill>
            <a:srgbClr val="EFF6FF"/>
          </a:solidFill>
          <a:ln/>
        </p:spPr>
        <p:txBody>
          <a:bodyPr/>
          <a:lstStyle/>
          <a:p>
            <a:endParaRPr lang="ja-JP" altLang="en-US"/>
          </a:p>
        </p:txBody>
      </p:sp>
      <p:sp>
        <p:nvSpPr>
          <p:cNvPr id="11" name="Shape 2">
            <a:extLst>
              <a:ext uri="{FF2B5EF4-FFF2-40B4-BE49-F238E27FC236}">
                <a16:creationId xmlns:a16="http://schemas.microsoft.com/office/drawing/2014/main" id="{BF2F2246-CAA9-9AEE-6CD7-080B333A3E98}"/>
              </a:ext>
            </a:extLst>
          </p:cNvPr>
          <p:cNvSpPr/>
          <p:nvPr/>
        </p:nvSpPr>
        <p:spPr>
          <a:xfrm>
            <a:off x="381306" y="3095244"/>
            <a:ext cx="46476" cy="1619402"/>
          </a:xfrm>
          <a:prstGeom prst="roundRect">
            <a:avLst>
              <a:gd name="adj" fmla="val 131746"/>
            </a:avLst>
          </a:prstGeom>
          <a:solidFill>
            <a:srgbClr val="3B82F6"/>
          </a:solidFill>
          <a:ln w="12700">
            <a:solidFill>
              <a:srgbClr val="3B82F6">
                <a:alpha val="0"/>
              </a:srgbClr>
            </a:solidFill>
            <a:prstDash val="solid"/>
          </a:ln>
        </p:spPr>
        <p:txBody>
          <a:bodyPr/>
          <a:lstStyle/>
          <a:p>
            <a:endParaRPr lang="ja-JP" altLang="en-US"/>
          </a:p>
        </p:txBody>
      </p:sp>
      <p:pic>
        <p:nvPicPr>
          <p:cNvPr id="14" name="Image 0" descr="gen-dedup-90f884924de54ac812ad76606f67c408.png">
            <a:extLst>
              <a:ext uri="{FF2B5EF4-FFF2-40B4-BE49-F238E27FC236}">
                <a16:creationId xmlns:a16="http://schemas.microsoft.com/office/drawing/2014/main" id="{0817C54E-D21A-9D1A-4335-D7433A77FA70}"/>
              </a:ext>
            </a:extLst>
          </p:cNvPr>
          <p:cNvPicPr>
            <a:picLocks noChangeAspect="1"/>
          </p:cNvPicPr>
          <p:nvPr/>
        </p:nvPicPr>
        <p:blipFill>
          <a:blip r:embed="rId2"/>
          <a:srcRect l="-384" r="-384"/>
          <a:stretch/>
        </p:blipFill>
        <p:spPr>
          <a:xfrm>
            <a:off x="381306" y="1524305"/>
            <a:ext cx="46476" cy="1429207"/>
          </a:xfrm>
          <a:prstGeom prst="rect">
            <a:avLst/>
          </a:prstGeom>
        </p:spPr>
      </p:pic>
      <p:sp>
        <p:nvSpPr>
          <p:cNvPr id="17" name="Shape 4">
            <a:extLst>
              <a:ext uri="{FF2B5EF4-FFF2-40B4-BE49-F238E27FC236}">
                <a16:creationId xmlns:a16="http://schemas.microsoft.com/office/drawing/2014/main" id="{604979D1-2386-C5D6-B20E-90D091126E2C}"/>
              </a:ext>
            </a:extLst>
          </p:cNvPr>
          <p:cNvSpPr/>
          <p:nvPr/>
        </p:nvSpPr>
        <p:spPr>
          <a:xfrm>
            <a:off x="609905" y="5352898"/>
            <a:ext cx="8852611" cy="809244"/>
          </a:xfrm>
          <a:prstGeom prst="roundRect">
            <a:avLst>
              <a:gd name="adj" fmla="val 7119"/>
            </a:avLst>
          </a:prstGeom>
          <a:solidFill>
            <a:srgbClr val="FFFFFF"/>
          </a:solidFill>
          <a:ln w="12700">
            <a:solidFill>
              <a:srgbClr val="FFFFFF">
                <a:alpha val="0"/>
              </a:srgbClr>
            </a:solidFill>
            <a:prstDash val="solid"/>
          </a:ln>
        </p:spPr>
        <p:txBody>
          <a:bodyPr/>
          <a:lstStyle/>
          <a:p>
            <a:endParaRPr lang="ja-JP" altLang="en-US"/>
          </a:p>
        </p:txBody>
      </p:sp>
      <p:sp>
        <p:nvSpPr>
          <p:cNvPr id="20" name="Text 9">
            <a:extLst>
              <a:ext uri="{FF2B5EF4-FFF2-40B4-BE49-F238E27FC236}">
                <a16:creationId xmlns:a16="http://schemas.microsoft.com/office/drawing/2014/main" id="{FAD1BBEF-B67E-49CE-18A6-B432A0189BE1}"/>
              </a:ext>
            </a:extLst>
          </p:cNvPr>
          <p:cNvSpPr txBox="1"/>
          <p:nvPr/>
        </p:nvSpPr>
        <p:spPr>
          <a:xfrm>
            <a:off x="609905" y="1714500"/>
            <a:ext cx="9068025" cy="286207"/>
          </a:xfrm>
          <a:prstGeom prst="rect">
            <a:avLst/>
          </a:prstGeom>
          <a:noFill/>
          <a:ln/>
        </p:spPr>
        <p:txBody>
          <a:bodyPr wrap="none" lIns="0" tIns="0" rIns="0" bIns="0" rtlCol="0" anchor="ctr"/>
          <a:lstStyle/>
          <a:p>
            <a:pPr marL="0" indent="0" algn="l">
              <a:buNone/>
            </a:pPr>
            <a:r>
              <a:rPr lang="en-US" sz="1500" b="1" dirty="0">
                <a:solidFill>
                  <a:srgbClr val="2F6980"/>
                </a:solidFill>
                <a:latin typeface="游ゴシック" pitchFamily="34" charset="0"/>
                <a:ea typeface="游ゴシック" pitchFamily="34" charset="-122"/>
                <a:cs typeface="游ゴシック" pitchFamily="34" charset="-120"/>
              </a:rPr>
              <a:t>◆ 何をする？</a:t>
            </a:r>
            <a:endParaRPr lang="en-US" sz="1500" dirty="0"/>
          </a:p>
        </p:txBody>
      </p:sp>
      <p:sp>
        <p:nvSpPr>
          <p:cNvPr id="24" name="Text 10">
            <a:extLst>
              <a:ext uri="{FF2B5EF4-FFF2-40B4-BE49-F238E27FC236}">
                <a16:creationId xmlns:a16="http://schemas.microsoft.com/office/drawing/2014/main" id="{C52930BC-9411-A735-F576-4EA6865CFF21}"/>
              </a:ext>
            </a:extLst>
          </p:cNvPr>
          <p:cNvSpPr txBox="1"/>
          <p:nvPr/>
        </p:nvSpPr>
        <p:spPr>
          <a:xfrm>
            <a:off x="609905" y="2016252"/>
            <a:ext cx="8914580" cy="898855"/>
          </a:xfrm>
          <a:prstGeom prst="rect">
            <a:avLst/>
          </a:prstGeom>
          <a:noFill/>
          <a:ln/>
        </p:spPr>
        <p:txBody>
          <a:bodyPr wrap="square" lIns="0" tIns="0" rIns="0" bIns="0" rtlCol="0" anchor="t"/>
          <a:lstStyle/>
          <a:p>
            <a:pPr marL="0" indent="0" algn="l">
              <a:lnSpc>
                <a:spcPts val="2210"/>
              </a:lnSpc>
              <a:buNone/>
            </a:pPr>
            <a:r>
              <a:rPr lang="en-US" sz="1200" b="1" dirty="0">
                <a:solidFill>
                  <a:srgbClr val="333333"/>
                </a:solidFill>
                <a:latin typeface="游ゴシック" pitchFamily="34" charset="0"/>
                <a:ea typeface="游ゴシック" pitchFamily="34" charset="-122"/>
                <a:cs typeface="游ゴシック" pitchFamily="34" charset="-120"/>
              </a:rPr>
              <a:t>「あなたはプロのコンサルタントです」「あなたは新入社員のメンターです」</a:t>
            </a:r>
            <a:r>
              <a:rPr lang="en-US" sz="1300" dirty="0">
                <a:solidFill>
                  <a:srgbClr val="333333"/>
                </a:solidFill>
                <a:latin typeface="游ゴシック" pitchFamily="34" charset="0"/>
                <a:ea typeface="游ゴシック" pitchFamily="34" charset="-122"/>
                <a:cs typeface="游ゴシック" pitchFamily="34" charset="-120"/>
              </a:rPr>
              <a:t>などと</a:t>
            </a:r>
            <a:endParaRPr lang="en-US" sz="1200" dirty="0"/>
          </a:p>
          <a:p>
            <a:pPr marL="0" indent="0" algn="l">
              <a:lnSpc>
                <a:spcPts val="2210"/>
              </a:lnSpc>
              <a:buNone/>
            </a:pPr>
            <a:r>
              <a:rPr lang="en-US" sz="1300" dirty="0">
                <a:solidFill>
                  <a:srgbClr val="333333"/>
                </a:solidFill>
                <a:latin typeface="游ゴシック" pitchFamily="34" charset="0"/>
                <a:ea typeface="游ゴシック" pitchFamily="34" charset="-122"/>
                <a:cs typeface="游ゴシック" pitchFamily="34" charset="-120"/>
              </a:rPr>
              <a:t>冒頭に宣言します。</a:t>
            </a:r>
            <a:endParaRPr lang="en-US" sz="1200" dirty="0"/>
          </a:p>
        </p:txBody>
      </p:sp>
      <p:sp>
        <p:nvSpPr>
          <p:cNvPr id="26" name="Text 11">
            <a:extLst>
              <a:ext uri="{FF2B5EF4-FFF2-40B4-BE49-F238E27FC236}">
                <a16:creationId xmlns:a16="http://schemas.microsoft.com/office/drawing/2014/main" id="{A4AB4E64-69CD-5AB0-9D79-B6171FE32BF7}"/>
              </a:ext>
            </a:extLst>
          </p:cNvPr>
          <p:cNvSpPr txBox="1"/>
          <p:nvPr/>
        </p:nvSpPr>
        <p:spPr>
          <a:xfrm>
            <a:off x="609905" y="3286354"/>
            <a:ext cx="9068025" cy="286207"/>
          </a:xfrm>
          <a:prstGeom prst="rect">
            <a:avLst/>
          </a:prstGeom>
          <a:noFill/>
          <a:ln/>
        </p:spPr>
        <p:txBody>
          <a:bodyPr wrap="none" lIns="0" tIns="0" rIns="0" bIns="0" rtlCol="0" anchor="ctr"/>
          <a:lstStyle/>
          <a:p>
            <a:pPr marL="0" indent="0" algn="l">
              <a:buNone/>
            </a:pPr>
            <a:r>
              <a:rPr lang="en-US" sz="1500" b="1" dirty="0">
                <a:solidFill>
                  <a:srgbClr val="3B82F6"/>
                </a:solidFill>
                <a:latin typeface="游ゴシック" pitchFamily="34" charset="0"/>
                <a:ea typeface="游ゴシック" pitchFamily="34" charset="-122"/>
                <a:cs typeface="游ゴシック" pitchFamily="34" charset="-120"/>
              </a:rPr>
              <a:t>◆ なぜ効くのか？</a:t>
            </a:r>
            <a:endParaRPr lang="en-US" sz="1500" dirty="0"/>
          </a:p>
        </p:txBody>
      </p:sp>
      <p:sp>
        <p:nvSpPr>
          <p:cNvPr id="29" name="Text 12">
            <a:extLst>
              <a:ext uri="{FF2B5EF4-FFF2-40B4-BE49-F238E27FC236}">
                <a16:creationId xmlns:a16="http://schemas.microsoft.com/office/drawing/2014/main" id="{3887D585-1E41-1B7B-7BE2-18E1526AFF1A}"/>
              </a:ext>
            </a:extLst>
          </p:cNvPr>
          <p:cNvSpPr txBox="1"/>
          <p:nvPr/>
        </p:nvSpPr>
        <p:spPr>
          <a:xfrm>
            <a:off x="609905" y="3617366"/>
            <a:ext cx="8914580" cy="1002182"/>
          </a:xfrm>
          <a:prstGeom prst="rect">
            <a:avLst/>
          </a:prstGeom>
          <a:noFill/>
          <a:ln/>
        </p:spPr>
        <p:txBody>
          <a:bodyPr wrap="square" lIns="0" tIns="0" rIns="0" bIns="0" rtlCol="0" anchor="t"/>
          <a:lstStyle/>
          <a:p>
            <a:pPr marL="0" indent="0" algn="l">
              <a:lnSpc>
                <a:spcPts val="2340"/>
              </a:lnSpc>
              <a:buNone/>
            </a:pPr>
            <a:r>
              <a:rPr lang="en-US" sz="1300" dirty="0">
                <a:solidFill>
                  <a:srgbClr val="333333"/>
                </a:solidFill>
                <a:latin typeface="游ゴシック" pitchFamily="34" charset="0"/>
                <a:ea typeface="游ゴシック" pitchFamily="34" charset="-122"/>
                <a:cs typeface="游ゴシック" pitchFamily="34" charset="-120"/>
              </a:rPr>
              <a:t>役割を与えることで、LLMは</a:t>
            </a:r>
            <a:r>
              <a:rPr lang="en-US" sz="1200" b="1" dirty="0">
                <a:solidFill>
                  <a:srgbClr val="3B82F6"/>
                </a:solidFill>
                <a:latin typeface="游ゴシック" pitchFamily="34" charset="0"/>
                <a:ea typeface="游ゴシック" pitchFamily="34" charset="-122"/>
                <a:cs typeface="游ゴシック" pitchFamily="34" charset="-120"/>
              </a:rPr>
              <a:t>そのペルソナに関連する言語空間から単語を予測しやすくなり</a:t>
            </a:r>
            <a:r>
              <a:rPr lang="en-US" sz="1300" dirty="0">
                <a:solidFill>
                  <a:srgbClr val="333333"/>
                </a:solidFill>
                <a:latin typeface="游ゴシック" pitchFamily="34" charset="0"/>
                <a:ea typeface="游ゴシック" pitchFamily="34" charset="-122"/>
                <a:cs typeface="游ゴシック" pitchFamily="34" charset="-120"/>
              </a:rPr>
              <a:t>、</a:t>
            </a:r>
            <a:endParaRPr lang="en-US" sz="1200" dirty="0"/>
          </a:p>
          <a:p>
            <a:pPr marL="0" indent="0" algn="l">
              <a:lnSpc>
                <a:spcPts val="2340"/>
              </a:lnSpc>
              <a:buNone/>
            </a:pPr>
            <a:r>
              <a:rPr lang="en-US" sz="1300" dirty="0">
                <a:solidFill>
                  <a:srgbClr val="333333"/>
                </a:solidFill>
                <a:latin typeface="游ゴシック" pitchFamily="34" charset="0"/>
                <a:ea typeface="游ゴシック" pitchFamily="34" charset="-122"/>
                <a:cs typeface="游ゴシック" pitchFamily="34" charset="-120"/>
              </a:rPr>
              <a:t>専門用語の適切な使用や、期待するトーンでの出力が可能になります。</a:t>
            </a:r>
            <a:endParaRPr lang="en-US" sz="1200" dirty="0"/>
          </a:p>
        </p:txBody>
      </p:sp>
      <p:sp>
        <p:nvSpPr>
          <p:cNvPr id="32" name="Text 13">
            <a:extLst>
              <a:ext uri="{FF2B5EF4-FFF2-40B4-BE49-F238E27FC236}">
                <a16:creationId xmlns:a16="http://schemas.microsoft.com/office/drawing/2014/main" id="{517682D9-FD18-9DE7-78A4-9B095B579ACC}"/>
              </a:ext>
            </a:extLst>
          </p:cNvPr>
          <p:cNvSpPr txBox="1"/>
          <p:nvPr/>
        </p:nvSpPr>
        <p:spPr>
          <a:xfrm>
            <a:off x="609905" y="5048402"/>
            <a:ext cx="9068025" cy="228600"/>
          </a:xfrm>
          <a:prstGeom prst="rect">
            <a:avLst/>
          </a:prstGeom>
          <a:noFill/>
          <a:ln/>
        </p:spPr>
        <p:txBody>
          <a:bodyPr wrap="none" lIns="0" tIns="0" rIns="0" bIns="0" rtlCol="0" anchor="ctr"/>
          <a:lstStyle/>
          <a:p>
            <a:pPr marL="0" indent="0" algn="l">
              <a:buNone/>
            </a:pPr>
            <a:r>
              <a:rPr lang="en-US" sz="1200" b="1" dirty="0">
                <a:solidFill>
                  <a:srgbClr val="B45309"/>
                </a:solidFill>
                <a:latin typeface="游ゴシック" pitchFamily="34" charset="0"/>
                <a:ea typeface="游ゴシック" pitchFamily="34" charset="-122"/>
                <a:cs typeface="游ゴシック" pitchFamily="34" charset="-120"/>
              </a:rPr>
              <a:t>💬 記述例</a:t>
            </a:r>
            <a:endParaRPr lang="en-US" sz="1200" dirty="0"/>
          </a:p>
        </p:txBody>
      </p:sp>
      <p:sp>
        <p:nvSpPr>
          <p:cNvPr id="34" name="Text 14">
            <a:extLst>
              <a:ext uri="{FF2B5EF4-FFF2-40B4-BE49-F238E27FC236}">
                <a16:creationId xmlns:a16="http://schemas.microsoft.com/office/drawing/2014/main" id="{0C489655-F3F5-F3BF-8669-FA4666065364}"/>
              </a:ext>
            </a:extLst>
          </p:cNvPr>
          <p:cNvSpPr txBox="1"/>
          <p:nvPr/>
        </p:nvSpPr>
        <p:spPr>
          <a:xfrm>
            <a:off x="761695" y="5445252"/>
            <a:ext cx="8606951" cy="708660"/>
          </a:xfrm>
          <a:prstGeom prst="rect">
            <a:avLst/>
          </a:prstGeom>
          <a:noFill/>
          <a:ln/>
        </p:spPr>
        <p:txBody>
          <a:bodyPr wrap="square" lIns="0" tIns="0" rIns="0" bIns="0" rtlCol="0" anchor="t"/>
          <a:lstStyle/>
          <a:p>
            <a:pPr marL="0" indent="0" algn="l">
              <a:lnSpc>
                <a:spcPts val="2210"/>
              </a:lnSpc>
              <a:buNone/>
            </a:pPr>
            <a:r>
              <a:rPr lang="en-US" sz="1300" dirty="0">
                <a:solidFill>
                  <a:srgbClr val="333333"/>
                </a:solidFill>
                <a:latin typeface="游ゴシック" pitchFamily="34" charset="0"/>
                <a:ea typeface="游ゴシック" pitchFamily="34" charset="-122"/>
                <a:cs typeface="游ゴシック" pitchFamily="34" charset="-120"/>
              </a:rPr>
              <a:t>「あなたは</a:t>
            </a:r>
            <a:r>
              <a:rPr lang="en-US" sz="1200" b="1" dirty="0">
                <a:solidFill>
                  <a:srgbClr val="E60012"/>
                </a:solidFill>
                <a:latin typeface="游ゴシック" pitchFamily="34" charset="0"/>
                <a:ea typeface="游ゴシック" pitchFamily="34" charset="-122"/>
                <a:cs typeface="游ゴシック" pitchFamily="34" charset="-120"/>
              </a:rPr>
              <a:t>10年以上の経験を持つ人事コンサルタント</a:t>
            </a:r>
            <a:r>
              <a:rPr lang="en-US" sz="1300" dirty="0">
                <a:solidFill>
                  <a:srgbClr val="333333"/>
                </a:solidFill>
                <a:latin typeface="游ゴシック" pitchFamily="34" charset="0"/>
                <a:ea typeface="游ゴシック" pitchFamily="34" charset="-122"/>
                <a:cs typeface="游ゴシック" pitchFamily="34" charset="-120"/>
              </a:rPr>
              <a:t>です。</a:t>
            </a:r>
            <a:endParaRPr lang="en-US" sz="1200" dirty="0"/>
          </a:p>
          <a:p>
            <a:pPr marL="0" indent="0" algn="l">
              <a:lnSpc>
                <a:spcPts val="2210"/>
              </a:lnSpc>
              <a:buNone/>
            </a:pPr>
            <a:r>
              <a:rPr lang="en-US" sz="1300" dirty="0">
                <a:solidFill>
                  <a:srgbClr val="333333"/>
                </a:solidFill>
                <a:latin typeface="游ゴシック" pitchFamily="34" charset="0"/>
                <a:ea typeface="游ゴシック" pitchFamily="34" charset="-122"/>
                <a:cs typeface="游ゴシック" pitchFamily="34" charset="-120"/>
              </a:rPr>
              <a:t>以下の課題について、実務的なアドバイスを3つ提示してください。」</a:t>
            </a:r>
            <a:endParaRPr lang="en-US" sz="1200" dirty="0"/>
          </a:p>
        </p:txBody>
      </p:sp>
    </p:spTree>
    <p:extLst>
      <p:ext uri="{BB962C8B-B14F-4D97-AF65-F5344CB8AC3E}">
        <p14:creationId xmlns:p14="http://schemas.microsoft.com/office/powerpoint/2010/main" val="22178136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E53EE-7CA3-0C54-D24E-E2C53D8E3BC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B46CCDD-B7B9-38CC-96FA-2A0C0A91D7BC}"/>
              </a:ext>
            </a:extLst>
          </p:cNvPr>
          <p:cNvSpPr>
            <a:spLocks noGrp="1"/>
          </p:cNvSpPr>
          <p:nvPr>
            <p:ph type="title"/>
          </p:nvPr>
        </p:nvSpPr>
        <p:spPr/>
        <p:txBody>
          <a:bodyPr>
            <a:normAutofit/>
          </a:bodyPr>
          <a:lstStyle/>
          <a:p>
            <a:r>
              <a:rPr lang="en-US" altLang="ja-JP" dirty="0"/>
              <a:t>4-5.</a:t>
            </a:r>
            <a:r>
              <a:rPr lang="ja-JP" altLang="en-US" dirty="0"/>
              <a:t> テクニック② ｜ 区切り文字の活用</a:t>
            </a:r>
          </a:p>
        </p:txBody>
      </p:sp>
      <p:sp>
        <p:nvSpPr>
          <p:cNvPr id="23" name="Text 8">
            <a:extLst>
              <a:ext uri="{FF2B5EF4-FFF2-40B4-BE49-F238E27FC236}">
                <a16:creationId xmlns:a16="http://schemas.microsoft.com/office/drawing/2014/main" id="{322391B9-FDB3-F54E-3318-62B26D0A64B6}"/>
              </a:ext>
            </a:extLst>
          </p:cNvPr>
          <p:cNvSpPr txBox="1"/>
          <p:nvPr/>
        </p:nvSpPr>
        <p:spPr>
          <a:xfrm>
            <a:off x="457200" y="1047902"/>
            <a:ext cx="9298847" cy="228600"/>
          </a:xfrm>
          <a:prstGeom prst="rect">
            <a:avLst/>
          </a:prstGeom>
          <a:noFill/>
          <a:ln/>
        </p:spPr>
        <p:txBody>
          <a:bodyPr wrap="none" lIns="0" tIns="0" rIns="0" bIns="0" rtlCol="0" anchor="ctr"/>
          <a:lstStyle/>
          <a:p>
            <a:r>
              <a:rPr lang="ja-JP" altLang="en-US" sz="1400" dirty="0">
                <a:solidFill>
                  <a:srgbClr val="404040"/>
                </a:solidFill>
                <a:latin typeface="+mj-ea"/>
                <a:ea typeface="+mj-ea"/>
              </a:rPr>
              <a:t>指示文と参照データを明確に分離するテクニック</a:t>
            </a:r>
            <a:endParaRPr lang="en-US" sz="1400" dirty="0">
              <a:solidFill>
                <a:srgbClr val="404040"/>
              </a:solidFill>
              <a:latin typeface="+mj-ea"/>
              <a:ea typeface="+mj-ea"/>
            </a:endParaRPr>
          </a:p>
        </p:txBody>
      </p:sp>
      <p:sp>
        <p:nvSpPr>
          <p:cNvPr id="4" name="Shape 0">
            <a:extLst>
              <a:ext uri="{FF2B5EF4-FFF2-40B4-BE49-F238E27FC236}">
                <a16:creationId xmlns:a16="http://schemas.microsoft.com/office/drawing/2014/main" id="{BE81F7A9-9365-405C-257C-2D5AE59D38D3}"/>
              </a:ext>
            </a:extLst>
          </p:cNvPr>
          <p:cNvSpPr/>
          <p:nvPr/>
        </p:nvSpPr>
        <p:spPr>
          <a:xfrm>
            <a:off x="381305" y="1524305"/>
            <a:ext cx="9145043" cy="1238098"/>
          </a:xfrm>
          <a:prstGeom prst="roundRect">
            <a:avLst>
              <a:gd name="adj" fmla="val 6130"/>
            </a:avLst>
          </a:prstGeom>
          <a:solidFill>
            <a:srgbClr val="F9F9F9"/>
          </a:solidFill>
          <a:ln w="12700">
            <a:solidFill>
              <a:srgbClr val="FFFFFF">
                <a:alpha val="0"/>
              </a:srgbClr>
            </a:solidFill>
            <a:prstDash val="solid"/>
          </a:ln>
        </p:spPr>
        <p:txBody>
          <a:bodyPr/>
          <a:lstStyle/>
          <a:p>
            <a:endParaRPr lang="ja-JP" altLang="en-US"/>
          </a:p>
        </p:txBody>
      </p:sp>
      <p:sp>
        <p:nvSpPr>
          <p:cNvPr id="7" name="Shape 1">
            <a:extLst>
              <a:ext uri="{FF2B5EF4-FFF2-40B4-BE49-F238E27FC236}">
                <a16:creationId xmlns:a16="http://schemas.microsoft.com/office/drawing/2014/main" id="{A46AA034-0B20-238C-5FB9-88874D5281BE}"/>
              </a:ext>
            </a:extLst>
          </p:cNvPr>
          <p:cNvSpPr/>
          <p:nvPr/>
        </p:nvSpPr>
        <p:spPr>
          <a:xfrm>
            <a:off x="381305" y="2905049"/>
            <a:ext cx="9145043" cy="1429207"/>
          </a:xfrm>
          <a:prstGeom prst="roundRect">
            <a:avLst>
              <a:gd name="adj" fmla="val 5310"/>
            </a:avLst>
          </a:prstGeom>
          <a:solidFill>
            <a:srgbClr val="EFF6FF"/>
          </a:solidFill>
          <a:ln/>
        </p:spPr>
        <p:txBody>
          <a:bodyPr/>
          <a:lstStyle/>
          <a:p>
            <a:endParaRPr lang="ja-JP" altLang="en-US"/>
          </a:p>
        </p:txBody>
      </p:sp>
      <p:sp>
        <p:nvSpPr>
          <p:cNvPr id="10" name="Shape 2">
            <a:extLst>
              <a:ext uri="{FF2B5EF4-FFF2-40B4-BE49-F238E27FC236}">
                <a16:creationId xmlns:a16="http://schemas.microsoft.com/office/drawing/2014/main" id="{ADE04E47-6C14-25BB-5361-0F65448E5A5E}"/>
              </a:ext>
            </a:extLst>
          </p:cNvPr>
          <p:cNvSpPr/>
          <p:nvPr/>
        </p:nvSpPr>
        <p:spPr>
          <a:xfrm>
            <a:off x="381305" y="2905049"/>
            <a:ext cx="46091" cy="1429207"/>
          </a:xfrm>
          <a:prstGeom prst="roundRect">
            <a:avLst>
              <a:gd name="adj" fmla="val 131746"/>
            </a:avLst>
          </a:prstGeom>
          <a:solidFill>
            <a:srgbClr val="3B82F6"/>
          </a:solidFill>
          <a:ln w="12700">
            <a:solidFill>
              <a:srgbClr val="3B82F6">
                <a:alpha val="0"/>
              </a:srgbClr>
            </a:solidFill>
            <a:prstDash val="solid"/>
          </a:ln>
        </p:spPr>
        <p:txBody>
          <a:bodyPr/>
          <a:lstStyle/>
          <a:p>
            <a:endParaRPr lang="ja-JP" altLang="en-US"/>
          </a:p>
        </p:txBody>
      </p:sp>
      <p:sp>
        <p:nvSpPr>
          <p:cNvPr id="13" name="Shape 3">
            <a:extLst>
              <a:ext uri="{FF2B5EF4-FFF2-40B4-BE49-F238E27FC236}">
                <a16:creationId xmlns:a16="http://schemas.microsoft.com/office/drawing/2014/main" id="{46F8F0AE-AEDB-DF4D-228C-3D146F2FED49}"/>
              </a:ext>
            </a:extLst>
          </p:cNvPr>
          <p:cNvSpPr/>
          <p:nvPr/>
        </p:nvSpPr>
        <p:spPr>
          <a:xfrm>
            <a:off x="381305" y="4476902"/>
            <a:ext cx="9145043" cy="1809598"/>
          </a:xfrm>
          <a:prstGeom prst="roundRect">
            <a:avLst>
              <a:gd name="adj" fmla="val 4194"/>
            </a:avLst>
          </a:prstGeom>
          <a:solidFill>
            <a:srgbClr val="FFFAF0"/>
          </a:solidFill>
          <a:ln w="12700">
            <a:solidFill>
              <a:srgbClr val="FFFFFF">
                <a:alpha val="0"/>
              </a:srgbClr>
            </a:solidFill>
            <a:prstDash val="solid"/>
          </a:ln>
        </p:spPr>
        <p:txBody>
          <a:bodyPr/>
          <a:lstStyle/>
          <a:p>
            <a:endParaRPr lang="ja-JP" altLang="en-US"/>
          </a:p>
        </p:txBody>
      </p:sp>
      <p:pic>
        <p:nvPicPr>
          <p:cNvPr id="16" name="Image 0" descr="gen-dedup-9a7b5ff5ff2fd315620088992b236c26.png">
            <a:extLst>
              <a:ext uri="{FF2B5EF4-FFF2-40B4-BE49-F238E27FC236}">
                <a16:creationId xmlns:a16="http://schemas.microsoft.com/office/drawing/2014/main" id="{546924C9-048F-D22F-4FA6-5CC7BBE92439}"/>
              </a:ext>
            </a:extLst>
          </p:cNvPr>
          <p:cNvPicPr>
            <a:picLocks noChangeAspect="1"/>
          </p:cNvPicPr>
          <p:nvPr/>
        </p:nvPicPr>
        <p:blipFill>
          <a:blip r:embed="rId2"/>
          <a:srcRect l="-406" r="-406"/>
          <a:stretch/>
        </p:blipFill>
        <p:spPr>
          <a:xfrm>
            <a:off x="381305" y="1524305"/>
            <a:ext cx="46091" cy="1238098"/>
          </a:xfrm>
          <a:prstGeom prst="rect">
            <a:avLst/>
          </a:prstGeom>
        </p:spPr>
      </p:pic>
      <p:sp>
        <p:nvSpPr>
          <p:cNvPr id="19" name="Shape 4">
            <a:extLst>
              <a:ext uri="{FF2B5EF4-FFF2-40B4-BE49-F238E27FC236}">
                <a16:creationId xmlns:a16="http://schemas.microsoft.com/office/drawing/2014/main" id="{9DA1E545-5519-BBF1-B0AF-6BFF4198BF8B}"/>
              </a:ext>
            </a:extLst>
          </p:cNvPr>
          <p:cNvSpPr/>
          <p:nvPr/>
        </p:nvSpPr>
        <p:spPr>
          <a:xfrm>
            <a:off x="609905" y="4924044"/>
            <a:ext cx="8779242" cy="1238098"/>
          </a:xfrm>
          <a:prstGeom prst="roundRect">
            <a:avLst>
              <a:gd name="adj" fmla="val 4653"/>
            </a:avLst>
          </a:prstGeom>
          <a:solidFill>
            <a:srgbClr val="FFFFFF"/>
          </a:solidFill>
          <a:ln w="12700">
            <a:solidFill>
              <a:srgbClr val="FFFFFF">
                <a:alpha val="0"/>
              </a:srgbClr>
            </a:solidFill>
            <a:prstDash val="solid"/>
          </a:ln>
        </p:spPr>
        <p:txBody>
          <a:bodyPr/>
          <a:lstStyle/>
          <a:p>
            <a:endParaRPr lang="ja-JP" altLang="en-US"/>
          </a:p>
        </p:txBody>
      </p:sp>
      <p:sp>
        <p:nvSpPr>
          <p:cNvPr id="22" name="Text 9">
            <a:extLst>
              <a:ext uri="{FF2B5EF4-FFF2-40B4-BE49-F238E27FC236}">
                <a16:creationId xmlns:a16="http://schemas.microsoft.com/office/drawing/2014/main" id="{A2F290C4-D769-9AD9-8225-D72D0CFCCFB7}"/>
              </a:ext>
            </a:extLst>
          </p:cNvPr>
          <p:cNvSpPr txBox="1"/>
          <p:nvPr/>
        </p:nvSpPr>
        <p:spPr>
          <a:xfrm>
            <a:off x="609906" y="1695298"/>
            <a:ext cx="8992870" cy="286207"/>
          </a:xfrm>
          <a:prstGeom prst="rect">
            <a:avLst/>
          </a:prstGeom>
          <a:noFill/>
          <a:ln/>
        </p:spPr>
        <p:txBody>
          <a:bodyPr wrap="none" lIns="0" tIns="0" rIns="0" bIns="0" rtlCol="0" anchor="ctr"/>
          <a:lstStyle/>
          <a:p>
            <a:pPr marL="0" indent="0" algn="l">
              <a:buNone/>
            </a:pPr>
            <a:r>
              <a:rPr lang="en-US" sz="1500" b="1" dirty="0">
                <a:solidFill>
                  <a:srgbClr val="2F6980"/>
                </a:solidFill>
                <a:latin typeface="游ゴシック" pitchFamily="34" charset="0"/>
                <a:ea typeface="游ゴシック" pitchFamily="34" charset="-122"/>
                <a:cs typeface="游ゴシック" pitchFamily="34" charset="-120"/>
              </a:rPr>
              <a:t>◆ 何をする？</a:t>
            </a:r>
            <a:endParaRPr lang="en-US" sz="1500" dirty="0"/>
          </a:p>
        </p:txBody>
      </p:sp>
      <p:sp>
        <p:nvSpPr>
          <p:cNvPr id="27" name="Text 10">
            <a:extLst>
              <a:ext uri="{FF2B5EF4-FFF2-40B4-BE49-F238E27FC236}">
                <a16:creationId xmlns:a16="http://schemas.microsoft.com/office/drawing/2014/main" id="{CDB2F768-2613-0067-91FF-7FBBB4E09FCB}"/>
              </a:ext>
            </a:extLst>
          </p:cNvPr>
          <p:cNvSpPr txBox="1"/>
          <p:nvPr/>
        </p:nvSpPr>
        <p:spPr>
          <a:xfrm>
            <a:off x="609905" y="2038198"/>
            <a:ext cx="8840697" cy="667512"/>
          </a:xfrm>
          <a:prstGeom prst="rect">
            <a:avLst/>
          </a:prstGeom>
          <a:noFill/>
          <a:ln/>
        </p:spPr>
        <p:txBody>
          <a:bodyPr wrap="square" lIns="0" tIns="0" rIns="0" bIns="0" rtlCol="0" anchor="ctr"/>
          <a:lstStyle/>
          <a:p>
            <a:pPr marL="0" indent="0" algn="l">
              <a:buNone/>
            </a:pPr>
            <a:r>
              <a:rPr lang="en-US" sz="1300" dirty="0">
                <a:solidFill>
                  <a:srgbClr val="333333"/>
                </a:solidFill>
                <a:latin typeface="游ゴシック" pitchFamily="34" charset="0"/>
                <a:ea typeface="游ゴシック" pitchFamily="34" charset="-122"/>
                <a:cs typeface="游ゴシック" pitchFamily="34" charset="-120"/>
              </a:rPr>
              <a:t>プロンプト内に </a:t>
            </a:r>
            <a:r>
              <a:rPr lang="en-US" sz="1200" b="1" dirty="0">
                <a:solidFill>
                  <a:srgbClr val="E60012"/>
                </a:solidFill>
                <a:latin typeface="游ゴシック" pitchFamily="34" charset="0"/>
                <a:ea typeface="游ゴシック" pitchFamily="34" charset="-122"/>
                <a:cs typeface="游ゴシック" pitchFamily="34" charset="-120"/>
              </a:rPr>
              <a:t>###</a:t>
            </a:r>
            <a:r>
              <a:rPr lang="en-US" sz="1300" dirty="0">
                <a:solidFill>
                  <a:srgbClr val="333333"/>
                </a:solidFill>
                <a:latin typeface="游ゴシック" pitchFamily="34" charset="0"/>
                <a:ea typeface="游ゴシック" pitchFamily="34" charset="-122"/>
                <a:cs typeface="游ゴシック" pitchFamily="34" charset="-120"/>
              </a:rPr>
              <a:t> や </a:t>
            </a:r>
            <a:r>
              <a:rPr lang="en-US" sz="1200" b="1" dirty="0">
                <a:solidFill>
                  <a:srgbClr val="E60012"/>
                </a:solidFill>
                <a:latin typeface="游ゴシック" pitchFamily="34" charset="0"/>
                <a:ea typeface="游ゴシック" pitchFamily="34" charset="-122"/>
                <a:cs typeface="游ゴシック" pitchFamily="34" charset="-120"/>
              </a:rPr>
              <a:t>---</a:t>
            </a:r>
            <a:r>
              <a:rPr lang="en-US" sz="1300" dirty="0">
                <a:solidFill>
                  <a:srgbClr val="333333"/>
                </a:solidFill>
                <a:latin typeface="游ゴシック" pitchFamily="34" charset="0"/>
                <a:ea typeface="游ゴシック" pitchFamily="34" charset="-122"/>
                <a:cs typeface="游ゴシック" pitchFamily="34" charset="-120"/>
              </a:rPr>
              <a:t>、あるいは </a:t>
            </a:r>
            <a:r>
              <a:rPr lang="en-US" sz="1200" b="1" dirty="0">
                <a:solidFill>
                  <a:srgbClr val="E60012"/>
                </a:solidFill>
                <a:latin typeface="游ゴシック" pitchFamily="34" charset="0"/>
                <a:ea typeface="游ゴシック" pitchFamily="34" charset="-122"/>
                <a:cs typeface="游ゴシック" pitchFamily="34" charset="-120"/>
              </a:rPr>
              <a:t>【指示】【データ】</a:t>
            </a:r>
            <a:r>
              <a:rPr lang="en-US" sz="1300" dirty="0">
                <a:solidFill>
                  <a:srgbClr val="333333"/>
                </a:solidFill>
                <a:latin typeface="游ゴシック" pitchFamily="34" charset="0"/>
                <a:ea typeface="游ゴシック" pitchFamily="34" charset="-122"/>
                <a:cs typeface="游ゴシック" pitchFamily="34" charset="-120"/>
              </a:rPr>
              <a:t>のような記号を使って構造化します。</a:t>
            </a:r>
            <a:endParaRPr lang="en-US" sz="1200" dirty="0"/>
          </a:p>
        </p:txBody>
      </p:sp>
      <p:sp>
        <p:nvSpPr>
          <p:cNvPr id="30" name="Text 11">
            <a:extLst>
              <a:ext uri="{FF2B5EF4-FFF2-40B4-BE49-F238E27FC236}">
                <a16:creationId xmlns:a16="http://schemas.microsoft.com/office/drawing/2014/main" id="{0A7461E6-44DD-4562-1C2A-99C7B993A715}"/>
              </a:ext>
            </a:extLst>
          </p:cNvPr>
          <p:cNvSpPr txBox="1"/>
          <p:nvPr/>
        </p:nvSpPr>
        <p:spPr>
          <a:xfrm>
            <a:off x="609906" y="3095244"/>
            <a:ext cx="8992870" cy="286207"/>
          </a:xfrm>
          <a:prstGeom prst="rect">
            <a:avLst/>
          </a:prstGeom>
          <a:noFill/>
          <a:ln/>
        </p:spPr>
        <p:txBody>
          <a:bodyPr wrap="none" lIns="0" tIns="0" rIns="0" bIns="0" rtlCol="0" anchor="ctr"/>
          <a:lstStyle/>
          <a:p>
            <a:pPr marL="0" indent="0" algn="l">
              <a:buNone/>
            </a:pPr>
            <a:r>
              <a:rPr lang="en-US" sz="1500" b="1" dirty="0">
                <a:solidFill>
                  <a:srgbClr val="3B82F6"/>
                </a:solidFill>
                <a:latin typeface="游ゴシック" pitchFamily="34" charset="0"/>
                <a:ea typeface="游ゴシック" pitchFamily="34" charset="-122"/>
                <a:cs typeface="游ゴシック" pitchFamily="34" charset="-120"/>
              </a:rPr>
              <a:t>◆ 効果</a:t>
            </a:r>
            <a:endParaRPr lang="en-US" sz="1500" dirty="0"/>
          </a:p>
        </p:txBody>
      </p:sp>
      <p:sp>
        <p:nvSpPr>
          <p:cNvPr id="33" name="Text 12">
            <a:extLst>
              <a:ext uri="{FF2B5EF4-FFF2-40B4-BE49-F238E27FC236}">
                <a16:creationId xmlns:a16="http://schemas.microsoft.com/office/drawing/2014/main" id="{3E3D2EA7-EF03-32E1-670F-CAD16C301BA7}"/>
              </a:ext>
            </a:extLst>
          </p:cNvPr>
          <p:cNvSpPr txBox="1"/>
          <p:nvPr/>
        </p:nvSpPr>
        <p:spPr>
          <a:xfrm>
            <a:off x="609905" y="3427171"/>
            <a:ext cx="8840697" cy="811987"/>
          </a:xfrm>
          <a:prstGeom prst="rect">
            <a:avLst/>
          </a:prstGeom>
          <a:noFill/>
          <a:ln/>
        </p:spPr>
        <p:txBody>
          <a:bodyPr wrap="square" lIns="0" tIns="0" rIns="0" bIns="0" rtlCol="0" anchor="t"/>
          <a:lstStyle/>
          <a:p>
            <a:pPr marL="0" indent="0" algn="l">
              <a:lnSpc>
                <a:spcPts val="2340"/>
              </a:lnSpc>
              <a:buNone/>
            </a:pPr>
            <a:r>
              <a:rPr lang="en-US" sz="1300" dirty="0">
                <a:solidFill>
                  <a:srgbClr val="333333"/>
                </a:solidFill>
                <a:latin typeface="游ゴシック" pitchFamily="34" charset="0"/>
                <a:ea typeface="游ゴシック" pitchFamily="34" charset="-122"/>
                <a:cs typeface="游ゴシック" pitchFamily="34" charset="-120"/>
              </a:rPr>
              <a:t>AIは</a:t>
            </a:r>
            <a:r>
              <a:rPr lang="en-US" sz="1200" b="1" dirty="0">
                <a:solidFill>
                  <a:srgbClr val="3B82F6"/>
                </a:solidFill>
                <a:latin typeface="游ゴシック" pitchFamily="34" charset="0"/>
                <a:ea typeface="游ゴシック" pitchFamily="34" charset="-122"/>
                <a:cs typeface="游ゴシック" pitchFamily="34" charset="-120"/>
              </a:rPr>
              <a:t>「どこが命令で、どこが処理対象のテキストか」</a:t>
            </a:r>
            <a:r>
              <a:rPr lang="en-US" sz="1300" dirty="0">
                <a:solidFill>
                  <a:srgbClr val="333333"/>
                </a:solidFill>
                <a:latin typeface="游ゴシック" pitchFamily="34" charset="0"/>
                <a:ea typeface="游ゴシック" pitchFamily="34" charset="-122"/>
                <a:cs typeface="游ゴシック" pitchFamily="34" charset="-120"/>
              </a:rPr>
              <a:t>を正確に認識し、</a:t>
            </a:r>
            <a:endParaRPr lang="en-US" sz="1200" dirty="0"/>
          </a:p>
          <a:p>
            <a:pPr marL="0" indent="0" algn="l">
              <a:lnSpc>
                <a:spcPts val="2340"/>
              </a:lnSpc>
              <a:buNone/>
            </a:pPr>
            <a:r>
              <a:rPr lang="en-US" sz="1300" dirty="0">
                <a:solidFill>
                  <a:srgbClr val="333333"/>
                </a:solidFill>
                <a:latin typeface="游ゴシック" pitchFamily="34" charset="0"/>
                <a:ea typeface="游ゴシック" pitchFamily="34" charset="-122"/>
                <a:cs typeface="游ゴシック" pitchFamily="34" charset="-120"/>
              </a:rPr>
              <a:t>意図しない解釈や</a:t>
            </a:r>
            <a:r>
              <a:rPr lang="en-US" sz="1200" b="1" dirty="0">
                <a:solidFill>
                  <a:srgbClr val="333333"/>
                </a:solidFill>
                <a:latin typeface="游ゴシック" pitchFamily="34" charset="0"/>
                <a:ea typeface="游ゴシック" pitchFamily="34" charset="-122"/>
                <a:cs typeface="游ゴシック" pitchFamily="34" charset="-120"/>
              </a:rPr>
              <a:t>ハルシネーションを減らす</a:t>
            </a:r>
            <a:r>
              <a:rPr lang="en-US" sz="1300" dirty="0">
                <a:solidFill>
                  <a:srgbClr val="333333"/>
                </a:solidFill>
                <a:latin typeface="游ゴシック" pitchFamily="34" charset="0"/>
                <a:ea typeface="游ゴシック" pitchFamily="34" charset="-122"/>
                <a:cs typeface="游ゴシック" pitchFamily="34" charset="-120"/>
              </a:rPr>
              <a:t>ことができます。</a:t>
            </a:r>
            <a:endParaRPr lang="en-US" sz="1200" dirty="0"/>
          </a:p>
        </p:txBody>
      </p:sp>
      <p:sp>
        <p:nvSpPr>
          <p:cNvPr id="36" name="Text 13">
            <a:extLst>
              <a:ext uri="{FF2B5EF4-FFF2-40B4-BE49-F238E27FC236}">
                <a16:creationId xmlns:a16="http://schemas.microsoft.com/office/drawing/2014/main" id="{DBE2EF24-279D-F712-60B3-FD68A9C531C6}"/>
              </a:ext>
            </a:extLst>
          </p:cNvPr>
          <p:cNvSpPr txBox="1"/>
          <p:nvPr/>
        </p:nvSpPr>
        <p:spPr>
          <a:xfrm>
            <a:off x="609906" y="4619549"/>
            <a:ext cx="8992870" cy="228600"/>
          </a:xfrm>
          <a:prstGeom prst="rect">
            <a:avLst/>
          </a:prstGeom>
          <a:noFill/>
          <a:ln/>
        </p:spPr>
        <p:txBody>
          <a:bodyPr wrap="none" lIns="0" tIns="0" rIns="0" bIns="0" rtlCol="0" anchor="ctr"/>
          <a:lstStyle/>
          <a:p>
            <a:pPr marL="0" indent="0" algn="l">
              <a:buNone/>
            </a:pPr>
            <a:r>
              <a:rPr lang="en-US" sz="1200" b="1" dirty="0">
                <a:solidFill>
                  <a:srgbClr val="B45309"/>
                </a:solidFill>
                <a:latin typeface="游ゴシック" pitchFamily="34" charset="0"/>
                <a:ea typeface="游ゴシック" pitchFamily="34" charset="-122"/>
                <a:cs typeface="游ゴシック" pitchFamily="34" charset="-120"/>
              </a:rPr>
              <a:t>💬 記述例</a:t>
            </a:r>
            <a:endParaRPr lang="en-US" sz="1200" dirty="0"/>
          </a:p>
        </p:txBody>
      </p:sp>
      <p:sp>
        <p:nvSpPr>
          <p:cNvPr id="38" name="Text 14">
            <a:extLst>
              <a:ext uri="{FF2B5EF4-FFF2-40B4-BE49-F238E27FC236}">
                <a16:creationId xmlns:a16="http://schemas.microsoft.com/office/drawing/2014/main" id="{70773C33-2C96-9FE1-82B4-37ACA4039C70}"/>
              </a:ext>
            </a:extLst>
          </p:cNvPr>
          <p:cNvSpPr txBox="1"/>
          <p:nvPr/>
        </p:nvSpPr>
        <p:spPr>
          <a:xfrm>
            <a:off x="761696" y="4990795"/>
            <a:ext cx="8535618" cy="1105510"/>
          </a:xfrm>
          <a:prstGeom prst="rect">
            <a:avLst/>
          </a:prstGeom>
          <a:noFill/>
          <a:ln/>
        </p:spPr>
        <p:txBody>
          <a:bodyPr wrap="square" lIns="0" tIns="0" rIns="0" bIns="0" rtlCol="0" anchor="t"/>
          <a:lstStyle/>
          <a:p>
            <a:pPr marL="0" indent="0" algn="l">
              <a:lnSpc>
                <a:spcPts val="2470"/>
              </a:lnSpc>
              <a:buNone/>
            </a:pPr>
            <a:r>
              <a:rPr lang="en-US" sz="1300" dirty="0" err="1">
                <a:solidFill>
                  <a:srgbClr val="333333"/>
                </a:solidFill>
                <a:latin typeface="游ゴシック" pitchFamily="34" charset="0"/>
                <a:ea typeface="游ゴシック" pitchFamily="34" charset="-122"/>
              </a:rPr>
              <a:t>以下の</a:t>
            </a:r>
            <a:r>
              <a:rPr lang="en-US" sz="1300" dirty="0" err="1">
                <a:solidFill>
                  <a:srgbClr val="E42600"/>
                </a:solidFill>
                <a:latin typeface="游ゴシック" pitchFamily="34" charset="0"/>
                <a:ea typeface="游ゴシック" pitchFamily="34" charset="-122"/>
              </a:rPr>
              <a:t>【テキスト】</a:t>
            </a:r>
            <a:r>
              <a:rPr lang="en-US" sz="1300" dirty="0" err="1">
                <a:solidFill>
                  <a:srgbClr val="333333"/>
                </a:solidFill>
                <a:latin typeface="游ゴシック" pitchFamily="34" charset="0"/>
                <a:ea typeface="游ゴシック" pitchFamily="34" charset="-122"/>
              </a:rPr>
              <a:t>を要約してください</a:t>
            </a:r>
            <a:r>
              <a:rPr lang="en-US" sz="1300" dirty="0">
                <a:solidFill>
                  <a:srgbClr val="333333"/>
                </a:solidFill>
                <a:latin typeface="游ゴシック" pitchFamily="34" charset="0"/>
                <a:ea typeface="游ゴシック" pitchFamily="34" charset="-122"/>
              </a:rPr>
              <a:t>。</a:t>
            </a:r>
          </a:p>
          <a:p>
            <a:pPr marL="0" indent="0" algn="l">
              <a:lnSpc>
                <a:spcPts val="2470"/>
              </a:lnSpc>
              <a:buNone/>
            </a:pPr>
            <a:endParaRPr lang="en-US" sz="1300" dirty="0">
              <a:solidFill>
                <a:srgbClr val="333333"/>
              </a:solidFill>
              <a:latin typeface="游ゴシック" pitchFamily="34" charset="0"/>
              <a:ea typeface="游ゴシック" pitchFamily="34" charset="-122"/>
            </a:endParaRPr>
          </a:p>
          <a:p>
            <a:pPr marL="0" indent="0" algn="l">
              <a:lnSpc>
                <a:spcPts val="2470"/>
              </a:lnSpc>
              <a:buNone/>
            </a:pPr>
            <a:r>
              <a:rPr lang="en-US" sz="1300" dirty="0">
                <a:solidFill>
                  <a:srgbClr val="E42600"/>
                </a:solidFill>
                <a:latin typeface="游ゴシック" pitchFamily="34" charset="0"/>
                <a:ea typeface="游ゴシック" pitchFamily="34" charset="-122"/>
              </a:rPr>
              <a:t>【</a:t>
            </a:r>
            <a:r>
              <a:rPr lang="en-US" sz="1300" dirty="0" err="1">
                <a:solidFill>
                  <a:srgbClr val="E42600"/>
                </a:solidFill>
                <a:latin typeface="游ゴシック" pitchFamily="34" charset="0"/>
                <a:ea typeface="游ゴシック" pitchFamily="34" charset="-122"/>
              </a:rPr>
              <a:t>テキスト</a:t>
            </a:r>
            <a:r>
              <a:rPr lang="en-US" sz="1300" dirty="0">
                <a:solidFill>
                  <a:srgbClr val="E42600"/>
                </a:solidFill>
                <a:latin typeface="游ゴシック" pitchFamily="34" charset="0"/>
                <a:ea typeface="游ゴシック" pitchFamily="34" charset="-122"/>
              </a:rPr>
              <a:t>】</a:t>
            </a:r>
          </a:p>
          <a:p>
            <a:pPr marL="0" indent="0" algn="l">
              <a:lnSpc>
                <a:spcPts val="2470"/>
              </a:lnSpc>
              <a:buNone/>
            </a:pPr>
            <a:r>
              <a:rPr lang="en-US" sz="1300" dirty="0">
                <a:solidFill>
                  <a:srgbClr val="333333"/>
                </a:solidFill>
                <a:latin typeface="游ゴシック" pitchFamily="34" charset="0"/>
                <a:ea typeface="游ゴシック" pitchFamily="34" charset="-122"/>
              </a:rPr>
              <a:t>（</a:t>
            </a:r>
            <a:r>
              <a:rPr lang="en-US" sz="1300" dirty="0" err="1">
                <a:solidFill>
                  <a:srgbClr val="333333"/>
                </a:solidFill>
                <a:latin typeface="游ゴシック" pitchFamily="34" charset="0"/>
                <a:ea typeface="游ゴシック" pitchFamily="34" charset="-122"/>
              </a:rPr>
              <a:t>ここに長文を貼り付ける</a:t>
            </a:r>
            <a:r>
              <a:rPr lang="en-US" sz="1300" dirty="0">
                <a:solidFill>
                  <a:srgbClr val="333333"/>
                </a:solidFill>
                <a:latin typeface="游ゴシック" pitchFamily="34" charset="0"/>
                <a:ea typeface="游ゴシック" pitchFamily="34" charset="-122"/>
              </a:rPr>
              <a:t>）</a:t>
            </a:r>
          </a:p>
        </p:txBody>
      </p:sp>
    </p:spTree>
    <p:extLst>
      <p:ext uri="{BB962C8B-B14F-4D97-AF65-F5344CB8AC3E}">
        <p14:creationId xmlns:p14="http://schemas.microsoft.com/office/powerpoint/2010/main" val="34246852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0266A-6F85-FACD-98C1-E8B6A6CE898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20DBCD5-A6DD-1E90-3026-BD0ED436BC65}"/>
              </a:ext>
            </a:extLst>
          </p:cNvPr>
          <p:cNvSpPr>
            <a:spLocks noGrp="1"/>
          </p:cNvSpPr>
          <p:nvPr>
            <p:ph type="title"/>
          </p:nvPr>
        </p:nvSpPr>
        <p:spPr/>
        <p:txBody>
          <a:bodyPr>
            <a:normAutofit/>
          </a:bodyPr>
          <a:lstStyle/>
          <a:p>
            <a:r>
              <a:rPr lang="en-US" altLang="ja-JP" dirty="0"/>
              <a:t>4-5.</a:t>
            </a:r>
            <a:r>
              <a:rPr lang="ja-JP" altLang="en-US" dirty="0"/>
              <a:t> テクニック③ ｜ </a:t>
            </a:r>
            <a:r>
              <a:rPr lang="en-US" altLang="ja-JP" dirty="0"/>
              <a:t>Zero-shot vs Few-shot</a:t>
            </a:r>
            <a:endParaRPr lang="ja-JP" altLang="en-US" dirty="0"/>
          </a:p>
        </p:txBody>
      </p:sp>
      <p:sp>
        <p:nvSpPr>
          <p:cNvPr id="23" name="Text 8">
            <a:extLst>
              <a:ext uri="{FF2B5EF4-FFF2-40B4-BE49-F238E27FC236}">
                <a16:creationId xmlns:a16="http://schemas.microsoft.com/office/drawing/2014/main" id="{A37870DD-ED6A-816E-6156-CDE3972FB834}"/>
              </a:ext>
            </a:extLst>
          </p:cNvPr>
          <p:cNvSpPr txBox="1"/>
          <p:nvPr/>
        </p:nvSpPr>
        <p:spPr>
          <a:xfrm>
            <a:off x="457200" y="1047902"/>
            <a:ext cx="9298847" cy="228600"/>
          </a:xfrm>
          <a:prstGeom prst="rect">
            <a:avLst/>
          </a:prstGeom>
          <a:noFill/>
          <a:ln/>
        </p:spPr>
        <p:txBody>
          <a:bodyPr wrap="none" lIns="0" tIns="0" rIns="0" bIns="0" rtlCol="0" anchor="ctr"/>
          <a:lstStyle/>
          <a:p>
            <a:r>
              <a:rPr lang="ja-JP" altLang="en-US" sz="1400" dirty="0">
                <a:solidFill>
                  <a:srgbClr val="404040"/>
                </a:solidFill>
                <a:latin typeface="+mj-ea"/>
                <a:ea typeface="+mj-ea"/>
              </a:rPr>
              <a:t>例示（解答例）を与えるか、与えないか ── 使い分けの</a:t>
            </a:r>
            <a:r>
              <a:rPr lang="en-US" altLang="ja-JP" sz="1400" dirty="0">
                <a:solidFill>
                  <a:srgbClr val="404040"/>
                </a:solidFill>
                <a:latin typeface="+mj-ea"/>
                <a:ea typeface="+mj-ea"/>
              </a:rPr>
              <a:t>2</a:t>
            </a:r>
            <a:r>
              <a:rPr lang="ja-JP" altLang="en-US" sz="1400" dirty="0">
                <a:solidFill>
                  <a:srgbClr val="404040"/>
                </a:solidFill>
                <a:latin typeface="+mj-ea"/>
                <a:ea typeface="+mj-ea"/>
              </a:rPr>
              <a:t>手法</a:t>
            </a:r>
            <a:endParaRPr lang="en-US" sz="1400" dirty="0">
              <a:solidFill>
                <a:srgbClr val="404040"/>
              </a:solidFill>
              <a:latin typeface="+mj-ea"/>
              <a:ea typeface="+mj-ea"/>
            </a:endParaRPr>
          </a:p>
        </p:txBody>
      </p:sp>
      <p:sp>
        <p:nvSpPr>
          <p:cNvPr id="5" name="Shape 0">
            <a:extLst>
              <a:ext uri="{FF2B5EF4-FFF2-40B4-BE49-F238E27FC236}">
                <a16:creationId xmlns:a16="http://schemas.microsoft.com/office/drawing/2014/main" id="{525D3CDF-55B5-3D7B-7244-64EC029BB7BE}"/>
              </a:ext>
            </a:extLst>
          </p:cNvPr>
          <p:cNvSpPr/>
          <p:nvPr/>
        </p:nvSpPr>
        <p:spPr>
          <a:xfrm>
            <a:off x="381306" y="1524305"/>
            <a:ext cx="4603874" cy="4762195"/>
          </a:xfrm>
          <a:prstGeom prst="roundRect">
            <a:avLst>
              <a:gd name="adj" fmla="val 806"/>
            </a:avLst>
          </a:prstGeom>
          <a:solidFill>
            <a:srgbClr val="F9F9F9"/>
          </a:solidFill>
          <a:ln w="12700">
            <a:solidFill>
              <a:srgbClr val="FFFFFF">
                <a:alpha val="0"/>
              </a:srgbClr>
            </a:solidFill>
            <a:prstDash val="solid"/>
          </a:ln>
        </p:spPr>
        <p:txBody>
          <a:bodyPr/>
          <a:lstStyle/>
          <a:p>
            <a:endParaRPr lang="ja-JP" altLang="en-US"/>
          </a:p>
        </p:txBody>
      </p:sp>
      <p:sp>
        <p:nvSpPr>
          <p:cNvPr id="8" name="Shape 1">
            <a:extLst>
              <a:ext uri="{FF2B5EF4-FFF2-40B4-BE49-F238E27FC236}">
                <a16:creationId xmlns:a16="http://schemas.microsoft.com/office/drawing/2014/main" id="{29C79E76-22D6-305E-BDDE-6E61DD153C18}"/>
              </a:ext>
            </a:extLst>
          </p:cNvPr>
          <p:cNvSpPr/>
          <p:nvPr/>
        </p:nvSpPr>
        <p:spPr>
          <a:xfrm>
            <a:off x="5116742" y="1524305"/>
            <a:ext cx="4603874" cy="4762195"/>
          </a:xfrm>
          <a:prstGeom prst="roundRect">
            <a:avLst>
              <a:gd name="adj" fmla="val 806"/>
            </a:avLst>
          </a:prstGeom>
          <a:solidFill>
            <a:srgbClr val="FFFAF0"/>
          </a:solidFill>
          <a:ln w="12700">
            <a:solidFill>
              <a:srgbClr val="FFFFFF">
                <a:alpha val="0"/>
              </a:srgbClr>
            </a:solidFill>
            <a:prstDash val="solid"/>
          </a:ln>
        </p:spPr>
        <p:txBody>
          <a:bodyPr/>
          <a:lstStyle/>
          <a:p>
            <a:endParaRPr lang="ja-JP" altLang="en-US"/>
          </a:p>
        </p:txBody>
      </p:sp>
      <p:pic>
        <p:nvPicPr>
          <p:cNvPr id="11" name="Image 0" descr="gen-dedup-d379cd69512c3911e0b5427400fa1b45.png">
            <a:extLst>
              <a:ext uri="{FF2B5EF4-FFF2-40B4-BE49-F238E27FC236}">
                <a16:creationId xmlns:a16="http://schemas.microsoft.com/office/drawing/2014/main" id="{4C164C3D-9BE5-C08A-9108-13C09623067A}"/>
              </a:ext>
            </a:extLst>
          </p:cNvPr>
          <p:cNvPicPr>
            <a:picLocks noChangeAspect="1"/>
          </p:cNvPicPr>
          <p:nvPr/>
        </p:nvPicPr>
        <p:blipFill>
          <a:blip r:embed="rId2"/>
          <a:srcRect l="-38" r="-38"/>
          <a:stretch/>
        </p:blipFill>
        <p:spPr>
          <a:xfrm>
            <a:off x="381306" y="1524305"/>
            <a:ext cx="4603874" cy="418795"/>
          </a:xfrm>
          <a:prstGeom prst="rect">
            <a:avLst/>
          </a:prstGeom>
        </p:spPr>
      </p:pic>
      <p:sp>
        <p:nvSpPr>
          <p:cNvPr id="14" name="Shape 2">
            <a:extLst>
              <a:ext uri="{FF2B5EF4-FFF2-40B4-BE49-F238E27FC236}">
                <a16:creationId xmlns:a16="http://schemas.microsoft.com/office/drawing/2014/main" id="{C04FADA8-B34A-D52A-C021-80CAAAA96FA9}"/>
              </a:ext>
            </a:extLst>
          </p:cNvPr>
          <p:cNvSpPr/>
          <p:nvPr/>
        </p:nvSpPr>
        <p:spPr>
          <a:xfrm>
            <a:off x="571501" y="3448202"/>
            <a:ext cx="4291506" cy="2667305"/>
          </a:xfrm>
          <a:prstGeom prst="roundRect">
            <a:avLst>
              <a:gd name="adj" fmla="val 2845"/>
            </a:avLst>
          </a:prstGeom>
          <a:solidFill>
            <a:srgbClr val="FFFFFF"/>
          </a:solidFill>
          <a:ln w="12700">
            <a:solidFill>
              <a:srgbClr val="FFFFFF">
                <a:alpha val="0"/>
              </a:srgbClr>
            </a:solidFill>
            <a:prstDash val="solid"/>
          </a:ln>
        </p:spPr>
        <p:txBody>
          <a:bodyPr/>
          <a:lstStyle/>
          <a:p>
            <a:endParaRPr lang="ja-JP" altLang="en-US"/>
          </a:p>
        </p:txBody>
      </p:sp>
      <p:pic>
        <p:nvPicPr>
          <p:cNvPr id="17" name="Image 1" descr="gen-dedup-a4945c9226f26a639a307fe2330cae37.png">
            <a:extLst>
              <a:ext uri="{FF2B5EF4-FFF2-40B4-BE49-F238E27FC236}">
                <a16:creationId xmlns:a16="http://schemas.microsoft.com/office/drawing/2014/main" id="{ABC49532-0C2B-D22E-2232-A6BCB9BB227A}"/>
              </a:ext>
            </a:extLst>
          </p:cNvPr>
          <p:cNvPicPr>
            <a:picLocks noChangeAspect="1"/>
          </p:cNvPicPr>
          <p:nvPr/>
        </p:nvPicPr>
        <p:blipFill>
          <a:blip r:embed="rId3"/>
          <a:srcRect l="-38" r="-38"/>
          <a:stretch/>
        </p:blipFill>
        <p:spPr>
          <a:xfrm>
            <a:off x="5116742" y="1524305"/>
            <a:ext cx="4603874" cy="418795"/>
          </a:xfrm>
          <a:prstGeom prst="rect">
            <a:avLst/>
          </a:prstGeom>
        </p:spPr>
      </p:pic>
      <p:sp>
        <p:nvSpPr>
          <p:cNvPr id="20" name="Shape 3">
            <a:extLst>
              <a:ext uri="{FF2B5EF4-FFF2-40B4-BE49-F238E27FC236}">
                <a16:creationId xmlns:a16="http://schemas.microsoft.com/office/drawing/2014/main" id="{DD3A15B8-3A10-26E1-5827-BB2781B0434C}"/>
              </a:ext>
            </a:extLst>
          </p:cNvPr>
          <p:cNvSpPr/>
          <p:nvPr/>
        </p:nvSpPr>
        <p:spPr>
          <a:xfrm>
            <a:off x="5306938" y="3448202"/>
            <a:ext cx="4291506" cy="2667305"/>
          </a:xfrm>
          <a:prstGeom prst="roundRect">
            <a:avLst>
              <a:gd name="adj" fmla="val 2845"/>
            </a:avLst>
          </a:prstGeom>
          <a:solidFill>
            <a:srgbClr val="FFFFFF"/>
          </a:solidFill>
          <a:ln w="12700">
            <a:solidFill>
              <a:srgbClr val="FFFFFF">
                <a:alpha val="0"/>
              </a:srgbClr>
            </a:solidFill>
            <a:prstDash val="solid"/>
          </a:ln>
        </p:spPr>
        <p:txBody>
          <a:bodyPr/>
          <a:lstStyle/>
          <a:p>
            <a:endParaRPr lang="ja-JP" altLang="en-US"/>
          </a:p>
        </p:txBody>
      </p:sp>
      <p:sp>
        <p:nvSpPr>
          <p:cNvPr id="24" name="Text 8">
            <a:extLst>
              <a:ext uri="{FF2B5EF4-FFF2-40B4-BE49-F238E27FC236}">
                <a16:creationId xmlns:a16="http://schemas.microsoft.com/office/drawing/2014/main" id="{5F9457B1-5352-D75D-6708-EACB3134BF08}"/>
              </a:ext>
            </a:extLst>
          </p:cNvPr>
          <p:cNvSpPr txBox="1"/>
          <p:nvPr/>
        </p:nvSpPr>
        <p:spPr>
          <a:xfrm>
            <a:off x="571500" y="1524305"/>
            <a:ext cx="4292255" cy="419710"/>
          </a:xfrm>
          <a:prstGeom prst="rect">
            <a:avLst/>
          </a:prstGeom>
          <a:noFill/>
          <a:ln/>
        </p:spPr>
        <p:txBody>
          <a:bodyPr wrap="none" lIns="0" tIns="0" rIns="0" bIns="0" rtlCol="0" anchor="ctr"/>
          <a:lstStyle/>
          <a:p>
            <a:pPr marL="0" indent="0" algn="l">
              <a:buNone/>
            </a:pPr>
            <a:r>
              <a:rPr lang="en-US" sz="1500" b="1" dirty="0">
                <a:solidFill>
                  <a:srgbClr val="FFFFFF"/>
                </a:solidFill>
                <a:latin typeface="游ゴシック" pitchFamily="34" charset="0"/>
                <a:ea typeface="游ゴシック" pitchFamily="34" charset="-122"/>
                <a:cs typeface="游ゴシック" pitchFamily="34" charset="-120"/>
              </a:rPr>
              <a:t>Zero-shot Prompting</a:t>
            </a:r>
            <a:endParaRPr lang="en-US" sz="1500" dirty="0"/>
          </a:p>
        </p:txBody>
      </p:sp>
      <p:sp>
        <p:nvSpPr>
          <p:cNvPr id="26" name="Text 9">
            <a:extLst>
              <a:ext uri="{FF2B5EF4-FFF2-40B4-BE49-F238E27FC236}">
                <a16:creationId xmlns:a16="http://schemas.microsoft.com/office/drawing/2014/main" id="{959EADC5-F710-A2EA-6CBE-6188AA12AF35}"/>
              </a:ext>
            </a:extLst>
          </p:cNvPr>
          <p:cNvSpPr txBox="1"/>
          <p:nvPr/>
        </p:nvSpPr>
        <p:spPr>
          <a:xfrm>
            <a:off x="571500" y="2133295"/>
            <a:ext cx="4292255" cy="952805"/>
          </a:xfrm>
          <a:prstGeom prst="rect">
            <a:avLst/>
          </a:prstGeom>
          <a:noFill/>
          <a:ln/>
        </p:spPr>
        <p:txBody>
          <a:bodyPr wrap="square" lIns="0" tIns="0" rIns="0" bIns="0" rtlCol="0" anchor="ctr"/>
          <a:lstStyle/>
          <a:p>
            <a:pPr marL="0" indent="0" algn="l">
              <a:buNone/>
            </a:pPr>
            <a:r>
              <a:rPr lang="en-US" sz="1300" dirty="0">
                <a:solidFill>
                  <a:srgbClr val="333333"/>
                </a:solidFill>
                <a:latin typeface="游ゴシック" pitchFamily="34" charset="0"/>
                <a:ea typeface="游ゴシック" pitchFamily="34" charset="-122"/>
                <a:cs typeface="游ゴシック" pitchFamily="34" charset="-120"/>
              </a:rPr>
              <a:t>AIに対して、</a:t>
            </a:r>
            <a:r>
              <a:rPr lang="en-US" sz="1200" b="1" dirty="0">
                <a:solidFill>
                  <a:srgbClr val="333333"/>
                </a:solidFill>
                <a:latin typeface="游ゴシック" pitchFamily="34" charset="0"/>
                <a:ea typeface="游ゴシック" pitchFamily="34" charset="-122"/>
                <a:cs typeface="游ゴシック" pitchFamily="34" charset="-120"/>
              </a:rPr>
              <a:t>例示（解答例）を一つも与えずに直接タスクを指示する</a:t>
            </a:r>
            <a:r>
              <a:rPr lang="en-US" sz="1300" dirty="0">
                <a:solidFill>
                  <a:srgbClr val="333333"/>
                </a:solidFill>
                <a:latin typeface="游ゴシック" pitchFamily="34" charset="0"/>
                <a:ea typeface="游ゴシック" pitchFamily="34" charset="-122"/>
                <a:cs typeface="游ゴシック" pitchFamily="34" charset="-120"/>
              </a:rPr>
              <a:t>方法です。</a:t>
            </a:r>
            <a:endParaRPr lang="en-US" sz="1200" dirty="0"/>
          </a:p>
        </p:txBody>
      </p:sp>
      <p:sp>
        <p:nvSpPr>
          <p:cNvPr id="29" name="Text 10">
            <a:extLst>
              <a:ext uri="{FF2B5EF4-FFF2-40B4-BE49-F238E27FC236}">
                <a16:creationId xmlns:a16="http://schemas.microsoft.com/office/drawing/2014/main" id="{9347B33E-1FD9-1C76-E9B0-3EBC2321274D}"/>
              </a:ext>
            </a:extLst>
          </p:cNvPr>
          <p:cNvSpPr txBox="1"/>
          <p:nvPr/>
        </p:nvSpPr>
        <p:spPr>
          <a:xfrm>
            <a:off x="571500" y="3143707"/>
            <a:ext cx="4292255" cy="228600"/>
          </a:xfrm>
          <a:prstGeom prst="rect">
            <a:avLst/>
          </a:prstGeom>
          <a:noFill/>
          <a:ln/>
        </p:spPr>
        <p:txBody>
          <a:bodyPr wrap="none" lIns="0" tIns="0" rIns="0" bIns="0" rtlCol="0" anchor="ctr"/>
          <a:lstStyle/>
          <a:p>
            <a:pPr marL="0" indent="0" algn="l">
              <a:buNone/>
            </a:pPr>
            <a:r>
              <a:rPr lang="en-US" sz="1200" b="1" dirty="0">
                <a:solidFill>
                  <a:srgbClr val="2F6980"/>
                </a:solidFill>
                <a:latin typeface="游ゴシック" pitchFamily="34" charset="0"/>
                <a:ea typeface="游ゴシック" pitchFamily="34" charset="-122"/>
                <a:cs typeface="游ゴシック" pitchFamily="34" charset="-120"/>
              </a:rPr>
              <a:t>💬 記述例</a:t>
            </a:r>
            <a:endParaRPr lang="en-US" sz="1200" dirty="0"/>
          </a:p>
        </p:txBody>
      </p:sp>
      <p:sp>
        <p:nvSpPr>
          <p:cNvPr id="32" name="Text 11">
            <a:extLst>
              <a:ext uri="{FF2B5EF4-FFF2-40B4-BE49-F238E27FC236}">
                <a16:creationId xmlns:a16="http://schemas.microsoft.com/office/drawing/2014/main" id="{0ACE941A-C15D-2363-B7E2-2C3A99B26518}"/>
              </a:ext>
            </a:extLst>
          </p:cNvPr>
          <p:cNvSpPr txBox="1"/>
          <p:nvPr/>
        </p:nvSpPr>
        <p:spPr>
          <a:xfrm>
            <a:off x="761696" y="3547872"/>
            <a:ext cx="4057792" cy="2530145"/>
          </a:xfrm>
          <a:prstGeom prst="rect">
            <a:avLst/>
          </a:prstGeom>
          <a:noFill/>
          <a:ln/>
        </p:spPr>
        <p:txBody>
          <a:bodyPr wrap="square" lIns="0" tIns="0" rIns="0" bIns="0" rtlCol="0" anchor="t"/>
          <a:lstStyle/>
          <a:p>
            <a:pPr marL="0" indent="0" algn="l">
              <a:lnSpc>
                <a:spcPts val="2280"/>
              </a:lnSpc>
              <a:buNone/>
            </a:pPr>
            <a:r>
              <a:rPr lang="en-US" sz="1200" dirty="0">
                <a:solidFill>
                  <a:srgbClr val="333333"/>
                </a:solidFill>
                <a:latin typeface="Consolas" pitchFamily="34" charset="0"/>
                <a:ea typeface="Consolas" pitchFamily="34" charset="-122"/>
                <a:cs typeface="Consolas" pitchFamily="34" charset="-120"/>
              </a:rPr>
              <a:t>以下のテキストを好意的か、</a:t>
            </a:r>
            <a:endParaRPr lang="en-US" sz="1200" dirty="0"/>
          </a:p>
          <a:p>
            <a:pPr marL="0" indent="0" algn="l">
              <a:lnSpc>
                <a:spcPts val="2280"/>
              </a:lnSpc>
              <a:buNone/>
            </a:pPr>
            <a:r>
              <a:rPr lang="en-US" sz="1200" dirty="0">
                <a:solidFill>
                  <a:srgbClr val="333333"/>
                </a:solidFill>
                <a:latin typeface="Consolas" pitchFamily="34" charset="0"/>
                <a:ea typeface="Consolas" pitchFamily="34" charset="-122"/>
                <a:cs typeface="Consolas" pitchFamily="34" charset="-120"/>
              </a:rPr>
              <a:t>否定的かに分類して。</a:t>
            </a:r>
            <a:endParaRPr lang="en-US" sz="1200" dirty="0"/>
          </a:p>
          <a:p>
            <a:pPr marL="0" indent="0" algn="l">
              <a:lnSpc>
                <a:spcPts val="2280"/>
              </a:lnSpc>
              <a:buNone/>
            </a:pPr>
            <a:endParaRPr lang="en-US" sz="1200" dirty="0"/>
          </a:p>
          <a:p>
            <a:pPr marL="0" indent="0" algn="l">
              <a:lnSpc>
                <a:spcPts val="2280"/>
              </a:lnSpc>
              <a:buNone/>
            </a:pPr>
            <a:r>
              <a:rPr lang="en-US" sz="1200" dirty="0">
                <a:solidFill>
                  <a:srgbClr val="333333"/>
                </a:solidFill>
                <a:latin typeface="Consolas" pitchFamily="34" charset="0"/>
                <a:ea typeface="Consolas" pitchFamily="34" charset="-122"/>
                <a:cs typeface="Consolas" pitchFamily="34" charset="-120"/>
              </a:rPr>
              <a:t>テキスト：「対応が遅い」</a:t>
            </a:r>
            <a:endParaRPr lang="en-US" sz="1200" dirty="0"/>
          </a:p>
        </p:txBody>
      </p:sp>
      <p:sp>
        <p:nvSpPr>
          <p:cNvPr id="35" name="Text 12">
            <a:extLst>
              <a:ext uri="{FF2B5EF4-FFF2-40B4-BE49-F238E27FC236}">
                <a16:creationId xmlns:a16="http://schemas.microsoft.com/office/drawing/2014/main" id="{70265EFF-A178-8F93-CD9E-1B399ECADBA8}"/>
              </a:ext>
            </a:extLst>
          </p:cNvPr>
          <p:cNvSpPr txBox="1"/>
          <p:nvPr/>
        </p:nvSpPr>
        <p:spPr>
          <a:xfrm>
            <a:off x="5306937" y="1524305"/>
            <a:ext cx="4292255" cy="419710"/>
          </a:xfrm>
          <a:prstGeom prst="rect">
            <a:avLst/>
          </a:prstGeom>
          <a:noFill/>
          <a:ln/>
        </p:spPr>
        <p:txBody>
          <a:bodyPr wrap="none" lIns="0" tIns="0" rIns="0" bIns="0" rtlCol="0" anchor="ctr"/>
          <a:lstStyle/>
          <a:p>
            <a:pPr marL="0" indent="0" algn="l">
              <a:buNone/>
            </a:pPr>
            <a:r>
              <a:rPr lang="en-US" sz="1500" b="1" dirty="0">
                <a:solidFill>
                  <a:srgbClr val="FFFFFF"/>
                </a:solidFill>
                <a:latin typeface="游ゴシック" pitchFamily="34" charset="0"/>
                <a:ea typeface="游ゴシック" pitchFamily="34" charset="-122"/>
                <a:cs typeface="游ゴシック" pitchFamily="34" charset="-120"/>
              </a:rPr>
              <a:t>Few-shot Prompting</a:t>
            </a:r>
            <a:endParaRPr lang="en-US" sz="1500" dirty="0"/>
          </a:p>
        </p:txBody>
      </p:sp>
      <p:sp>
        <p:nvSpPr>
          <p:cNvPr id="39" name="Text 13">
            <a:extLst>
              <a:ext uri="{FF2B5EF4-FFF2-40B4-BE49-F238E27FC236}">
                <a16:creationId xmlns:a16="http://schemas.microsoft.com/office/drawing/2014/main" id="{6119ABF0-AD19-1F24-2F14-7E1E27E2C2B7}"/>
              </a:ext>
            </a:extLst>
          </p:cNvPr>
          <p:cNvSpPr txBox="1"/>
          <p:nvPr/>
        </p:nvSpPr>
        <p:spPr>
          <a:xfrm>
            <a:off x="5306937" y="2083918"/>
            <a:ext cx="4292255" cy="1002182"/>
          </a:xfrm>
          <a:prstGeom prst="rect">
            <a:avLst/>
          </a:prstGeom>
          <a:noFill/>
          <a:ln/>
        </p:spPr>
        <p:txBody>
          <a:bodyPr wrap="square" lIns="0" tIns="0" rIns="0" bIns="0" rtlCol="0" anchor="t"/>
          <a:lstStyle/>
          <a:p>
            <a:pPr marL="0" indent="0" algn="l">
              <a:lnSpc>
                <a:spcPts val="2340"/>
              </a:lnSpc>
              <a:buNone/>
            </a:pPr>
            <a:r>
              <a:rPr lang="en-US" sz="1300" dirty="0">
                <a:solidFill>
                  <a:srgbClr val="333333"/>
                </a:solidFill>
                <a:latin typeface="游ゴシック" pitchFamily="34" charset="0"/>
                <a:ea typeface="游ゴシック" pitchFamily="34" charset="-122"/>
                <a:cs typeface="游ゴシック" pitchFamily="34" charset="-120"/>
              </a:rPr>
              <a:t>事前にいくつかの</a:t>
            </a:r>
            <a:r>
              <a:rPr lang="en-US" sz="1200" b="1" dirty="0">
                <a:solidFill>
                  <a:srgbClr val="333333"/>
                </a:solidFill>
                <a:latin typeface="游ゴシック" pitchFamily="34" charset="0"/>
                <a:ea typeface="游ゴシック" pitchFamily="34" charset="-122"/>
                <a:cs typeface="游ゴシック" pitchFamily="34" charset="-120"/>
              </a:rPr>
              <a:t>「入力と出力の例」を提示する</a:t>
            </a:r>
            <a:r>
              <a:rPr lang="en-US" sz="1300" dirty="0">
                <a:solidFill>
                  <a:srgbClr val="333333"/>
                </a:solidFill>
                <a:latin typeface="游ゴシック" pitchFamily="34" charset="0"/>
                <a:ea typeface="游ゴシック" pitchFamily="34" charset="-122"/>
                <a:cs typeface="游ゴシック" pitchFamily="34" charset="-120"/>
              </a:rPr>
              <a:t>方法。</a:t>
            </a:r>
            <a:endParaRPr lang="en-US" sz="1200" dirty="0"/>
          </a:p>
          <a:p>
            <a:pPr marL="0" indent="0" algn="l">
              <a:lnSpc>
                <a:spcPts val="2340"/>
              </a:lnSpc>
              <a:buNone/>
            </a:pPr>
            <a:r>
              <a:rPr lang="en-US" sz="1200" b="1" dirty="0">
                <a:solidFill>
                  <a:srgbClr val="B45309"/>
                </a:solidFill>
                <a:latin typeface="游ゴシック" pitchFamily="34" charset="0"/>
                <a:ea typeface="游ゴシック" pitchFamily="34" charset="-122"/>
                <a:cs typeface="游ゴシック" pitchFamily="34" charset="-120"/>
              </a:rPr>
              <a:t>フォーマットを厳密に守らせたい場合</a:t>
            </a:r>
            <a:r>
              <a:rPr lang="en-US" sz="1300" dirty="0">
                <a:solidFill>
                  <a:srgbClr val="333333"/>
                </a:solidFill>
                <a:latin typeface="游ゴシック" pitchFamily="34" charset="0"/>
                <a:ea typeface="游ゴシック" pitchFamily="34" charset="-122"/>
                <a:cs typeface="游ゴシック" pitchFamily="34" charset="-120"/>
              </a:rPr>
              <a:t>に有効です。</a:t>
            </a:r>
            <a:endParaRPr lang="en-US" sz="1200" dirty="0"/>
          </a:p>
        </p:txBody>
      </p:sp>
      <p:sp>
        <p:nvSpPr>
          <p:cNvPr id="41" name="Text 14">
            <a:extLst>
              <a:ext uri="{FF2B5EF4-FFF2-40B4-BE49-F238E27FC236}">
                <a16:creationId xmlns:a16="http://schemas.microsoft.com/office/drawing/2014/main" id="{7D03DFA7-07F0-140B-111F-032FF9CD5154}"/>
              </a:ext>
            </a:extLst>
          </p:cNvPr>
          <p:cNvSpPr txBox="1"/>
          <p:nvPr/>
        </p:nvSpPr>
        <p:spPr>
          <a:xfrm>
            <a:off x="5306937" y="3143707"/>
            <a:ext cx="4292255" cy="228600"/>
          </a:xfrm>
          <a:prstGeom prst="rect">
            <a:avLst/>
          </a:prstGeom>
          <a:noFill/>
          <a:ln/>
        </p:spPr>
        <p:txBody>
          <a:bodyPr wrap="none" lIns="0" tIns="0" rIns="0" bIns="0" rtlCol="0" anchor="ctr"/>
          <a:lstStyle/>
          <a:p>
            <a:pPr marL="0" indent="0" algn="l">
              <a:buNone/>
            </a:pPr>
            <a:r>
              <a:rPr lang="en-US" sz="1200" b="1" dirty="0">
                <a:solidFill>
                  <a:srgbClr val="B45309"/>
                </a:solidFill>
                <a:latin typeface="游ゴシック" pitchFamily="34" charset="0"/>
                <a:ea typeface="游ゴシック" pitchFamily="34" charset="-122"/>
                <a:cs typeface="游ゴシック" pitchFamily="34" charset="-120"/>
              </a:rPr>
              <a:t>💬 記述例</a:t>
            </a:r>
            <a:endParaRPr lang="en-US" sz="1200" dirty="0"/>
          </a:p>
        </p:txBody>
      </p:sp>
      <p:sp>
        <p:nvSpPr>
          <p:cNvPr id="43" name="Text 15">
            <a:extLst>
              <a:ext uri="{FF2B5EF4-FFF2-40B4-BE49-F238E27FC236}">
                <a16:creationId xmlns:a16="http://schemas.microsoft.com/office/drawing/2014/main" id="{3DBBEB08-47E7-F2F8-7F6F-AD4EE36B3A7B}"/>
              </a:ext>
            </a:extLst>
          </p:cNvPr>
          <p:cNvSpPr txBox="1"/>
          <p:nvPr/>
        </p:nvSpPr>
        <p:spPr>
          <a:xfrm>
            <a:off x="5498047" y="3547872"/>
            <a:ext cx="4057792" cy="2530145"/>
          </a:xfrm>
          <a:prstGeom prst="rect">
            <a:avLst/>
          </a:prstGeom>
          <a:noFill/>
          <a:ln/>
        </p:spPr>
        <p:txBody>
          <a:bodyPr wrap="square" lIns="0" tIns="0" rIns="0" bIns="0" rtlCol="0" anchor="t"/>
          <a:lstStyle/>
          <a:p>
            <a:pPr marL="0" indent="0" algn="l">
              <a:lnSpc>
                <a:spcPts val="2280"/>
              </a:lnSpc>
              <a:buNone/>
            </a:pPr>
            <a:r>
              <a:rPr lang="en-US" sz="1200" dirty="0">
                <a:solidFill>
                  <a:srgbClr val="333333"/>
                </a:solidFill>
                <a:latin typeface="Consolas" pitchFamily="34" charset="0"/>
                <a:ea typeface="Consolas" pitchFamily="34" charset="-122"/>
                <a:cs typeface="Consolas" pitchFamily="34" charset="-120"/>
              </a:rPr>
              <a:t>テキスト：最高でした </a:t>
            </a:r>
            <a:r>
              <a:rPr lang="en-US" sz="1200" b="1" dirty="0">
                <a:solidFill>
                  <a:srgbClr val="00B050"/>
                </a:solidFill>
                <a:latin typeface="Consolas" pitchFamily="34" charset="0"/>
                <a:ea typeface="Consolas" pitchFamily="34" charset="-122"/>
                <a:cs typeface="Consolas" pitchFamily="34" charset="-120"/>
              </a:rPr>
              <a:t>-&gt; 好意的</a:t>
            </a:r>
            <a:endParaRPr lang="en-US" sz="1200" dirty="0"/>
          </a:p>
          <a:p>
            <a:pPr marL="0" indent="0" algn="l">
              <a:lnSpc>
                <a:spcPts val="2280"/>
              </a:lnSpc>
              <a:buNone/>
            </a:pPr>
            <a:r>
              <a:rPr lang="en-US" sz="1200" dirty="0">
                <a:solidFill>
                  <a:srgbClr val="333333"/>
                </a:solidFill>
                <a:latin typeface="Consolas" pitchFamily="34" charset="0"/>
                <a:ea typeface="Consolas" pitchFamily="34" charset="-122"/>
                <a:cs typeface="Consolas" pitchFamily="34" charset="-120"/>
              </a:rPr>
              <a:t>テキスト：最悪です </a:t>
            </a:r>
            <a:r>
              <a:rPr lang="en-US" sz="1200" b="1" dirty="0">
                <a:solidFill>
                  <a:srgbClr val="FF0000"/>
                </a:solidFill>
                <a:latin typeface="Consolas" pitchFamily="34" charset="0"/>
                <a:ea typeface="Consolas" pitchFamily="34" charset="-122"/>
                <a:cs typeface="Consolas" pitchFamily="34" charset="-120"/>
              </a:rPr>
              <a:t>-&gt; 否定的</a:t>
            </a:r>
            <a:endParaRPr lang="en-US" sz="1200" dirty="0"/>
          </a:p>
          <a:p>
            <a:pPr marL="0" indent="0" algn="l">
              <a:lnSpc>
                <a:spcPts val="2280"/>
              </a:lnSpc>
              <a:buNone/>
            </a:pPr>
            <a:r>
              <a:rPr lang="en-US" sz="1200" dirty="0">
                <a:solidFill>
                  <a:srgbClr val="333333"/>
                </a:solidFill>
                <a:latin typeface="Consolas" pitchFamily="34" charset="0"/>
                <a:ea typeface="Consolas" pitchFamily="34" charset="-122"/>
                <a:cs typeface="Consolas" pitchFamily="34" charset="-120"/>
              </a:rPr>
              <a:t>テキスト：対応が遅い </a:t>
            </a:r>
            <a:r>
              <a:rPr lang="en-US" sz="1200" b="1" dirty="0">
                <a:solidFill>
                  <a:srgbClr val="333333"/>
                </a:solidFill>
                <a:latin typeface="Consolas" pitchFamily="34" charset="0"/>
                <a:ea typeface="Consolas" pitchFamily="34" charset="-122"/>
                <a:cs typeface="Consolas" pitchFamily="34" charset="-120"/>
              </a:rPr>
              <a:t>-&gt;</a:t>
            </a:r>
            <a:endParaRPr lang="en-US" sz="1200" dirty="0"/>
          </a:p>
        </p:txBody>
      </p:sp>
    </p:spTree>
    <p:extLst>
      <p:ext uri="{BB962C8B-B14F-4D97-AF65-F5344CB8AC3E}">
        <p14:creationId xmlns:p14="http://schemas.microsoft.com/office/powerpoint/2010/main" val="32731982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856B2-692F-0160-46C4-548E0BBE7D2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54CC824-11AD-73FA-11C8-9B16CF00EEF4}"/>
              </a:ext>
            </a:extLst>
          </p:cNvPr>
          <p:cNvSpPr>
            <a:spLocks noGrp="1"/>
          </p:cNvSpPr>
          <p:nvPr>
            <p:ph type="title"/>
          </p:nvPr>
        </p:nvSpPr>
        <p:spPr/>
        <p:txBody>
          <a:bodyPr>
            <a:normAutofit/>
          </a:bodyPr>
          <a:lstStyle/>
          <a:p>
            <a:r>
              <a:rPr lang="en-US" altLang="ja-JP" dirty="0"/>
              <a:t>4-5.</a:t>
            </a:r>
            <a:r>
              <a:rPr lang="ja-JP" altLang="en-US" dirty="0"/>
              <a:t> テクニック④ ｜ </a:t>
            </a:r>
            <a:r>
              <a:rPr lang="en-US" altLang="ja-JP" dirty="0"/>
              <a:t>Chain of Thought</a:t>
            </a:r>
            <a:r>
              <a:rPr lang="ja-JP" altLang="en-US" dirty="0"/>
              <a:t>（思考の連鎖）</a:t>
            </a:r>
          </a:p>
        </p:txBody>
      </p:sp>
      <p:sp>
        <p:nvSpPr>
          <p:cNvPr id="23" name="Text 8">
            <a:extLst>
              <a:ext uri="{FF2B5EF4-FFF2-40B4-BE49-F238E27FC236}">
                <a16:creationId xmlns:a16="http://schemas.microsoft.com/office/drawing/2014/main" id="{1F9FF9E4-18B8-5FB7-F495-8B9A0C6C3528}"/>
              </a:ext>
            </a:extLst>
          </p:cNvPr>
          <p:cNvSpPr txBox="1"/>
          <p:nvPr/>
        </p:nvSpPr>
        <p:spPr>
          <a:xfrm>
            <a:off x="457200" y="1047902"/>
            <a:ext cx="9298847" cy="228600"/>
          </a:xfrm>
          <a:prstGeom prst="rect">
            <a:avLst/>
          </a:prstGeom>
          <a:noFill/>
          <a:ln/>
        </p:spPr>
        <p:txBody>
          <a:bodyPr wrap="none" lIns="0" tIns="0" rIns="0" bIns="0" rtlCol="0" anchor="ctr"/>
          <a:lstStyle/>
          <a:p>
            <a:r>
              <a:rPr lang="ja-JP" altLang="en-US" sz="1400" dirty="0">
                <a:solidFill>
                  <a:srgbClr val="404040"/>
                </a:solidFill>
                <a:latin typeface="+mj-ea"/>
                <a:ea typeface="+mj-ea"/>
              </a:rPr>
              <a:t>複雑な問題に「思考の途中過程」を書かせて精度を上げる魔法の手法</a:t>
            </a:r>
            <a:endParaRPr lang="en-US" sz="1400" dirty="0">
              <a:solidFill>
                <a:srgbClr val="404040"/>
              </a:solidFill>
              <a:latin typeface="+mj-ea"/>
              <a:ea typeface="+mj-ea"/>
            </a:endParaRPr>
          </a:p>
        </p:txBody>
      </p:sp>
      <p:sp>
        <p:nvSpPr>
          <p:cNvPr id="27" name="Shape 2">
            <a:extLst>
              <a:ext uri="{FF2B5EF4-FFF2-40B4-BE49-F238E27FC236}">
                <a16:creationId xmlns:a16="http://schemas.microsoft.com/office/drawing/2014/main" id="{429D64C1-523D-7F2B-B37D-C117C40BC715}"/>
              </a:ext>
            </a:extLst>
          </p:cNvPr>
          <p:cNvSpPr/>
          <p:nvPr/>
        </p:nvSpPr>
        <p:spPr>
          <a:xfrm>
            <a:off x="381305" y="1911096"/>
            <a:ext cx="9298847" cy="1524305"/>
          </a:xfrm>
          <a:prstGeom prst="roundRect">
            <a:avLst>
              <a:gd name="adj" fmla="val 4979"/>
            </a:avLst>
          </a:prstGeom>
          <a:solidFill>
            <a:srgbClr val="F9F9F9"/>
          </a:solidFill>
          <a:ln w="12700">
            <a:solidFill>
              <a:srgbClr val="FFFFFF">
                <a:alpha val="0"/>
              </a:srgbClr>
            </a:solidFill>
            <a:prstDash val="solid"/>
          </a:ln>
        </p:spPr>
        <p:txBody>
          <a:bodyPr/>
          <a:lstStyle/>
          <a:p>
            <a:endParaRPr lang="ja-JP" altLang="en-US"/>
          </a:p>
        </p:txBody>
      </p:sp>
      <p:sp>
        <p:nvSpPr>
          <p:cNvPr id="30" name="Shape 3">
            <a:extLst>
              <a:ext uri="{FF2B5EF4-FFF2-40B4-BE49-F238E27FC236}">
                <a16:creationId xmlns:a16="http://schemas.microsoft.com/office/drawing/2014/main" id="{F894CF46-DB64-7F98-826D-CAB29E1DA865}"/>
              </a:ext>
            </a:extLst>
          </p:cNvPr>
          <p:cNvSpPr/>
          <p:nvPr/>
        </p:nvSpPr>
        <p:spPr>
          <a:xfrm>
            <a:off x="381305" y="3578047"/>
            <a:ext cx="9298847" cy="1714500"/>
          </a:xfrm>
          <a:prstGeom prst="roundRect">
            <a:avLst>
              <a:gd name="adj" fmla="val 4427"/>
            </a:avLst>
          </a:prstGeom>
          <a:solidFill>
            <a:srgbClr val="FFFAF0"/>
          </a:solidFill>
          <a:ln w="12700">
            <a:solidFill>
              <a:srgbClr val="FFFFFF">
                <a:alpha val="0"/>
              </a:srgbClr>
            </a:solidFill>
            <a:prstDash val="solid"/>
          </a:ln>
        </p:spPr>
        <p:txBody>
          <a:bodyPr/>
          <a:lstStyle/>
          <a:p>
            <a:endParaRPr lang="ja-JP" altLang="en-US"/>
          </a:p>
        </p:txBody>
      </p:sp>
      <p:pic>
        <p:nvPicPr>
          <p:cNvPr id="33" name="Image 0" descr="gen-dedup-786dcac3f1742db97e854a7b261cc6a4.png">
            <a:extLst>
              <a:ext uri="{FF2B5EF4-FFF2-40B4-BE49-F238E27FC236}">
                <a16:creationId xmlns:a16="http://schemas.microsoft.com/office/drawing/2014/main" id="{6C2A180C-9955-F41F-431C-D5F6BF08ED03}"/>
              </a:ext>
            </a:extLst>
          </p:cNvPr>
          <p:cNvPicPr>
            <a:picLocks noChangeAspect="1"/>
          </p:cNvPicPr>
          <p:nvPr/>
        </p:nvPicPr>
        <p:blipFill>
          <a:blip r:embed="rId2"/>
          <a:srcRect l="-390" r="-390"/>
          <a:stretch/>
        </p:blipFill>
        <p:spPr>
          <a:xfrm>
            <a:off x="381306" y="1911096"/>
            <a:ext cx="46866" cy="1524305"/>
          </a:xfrm>
          <a:prstGeom prst="rect">
            <a:avLst/>
          </a:prstGeom>
        </p:spPr>
      </p:pic>
      <p:sp>
        <p:nvSpPr>
          <p:cNvPr id="36" name="Text 10">
            <a:extLst>
              <a:ext uri="{FF2B5EF4-FFF2-40B4-BE49-F238E27FC236}">
                <a16:creationId xmlns:a16="http://schemas.microsoft.com/office/drawing/2014/main" id="{DEE1E80B-E467-C70C-F16C-ABBBA02D415A}"/>
              </a:ext>
            </a:extLst>
          </p:cNvPr>
          <p:cNvSpPr txBox="1"/>
          <p:nvPr/>
        </p:nvSpPr>
        <p:spPr>
          <a:xfrm>
            <a:off x="609906" y="2101291"/>
            <a:ext cx="9144114" cy="286207"/>
          </a:xfrm>
          <a:prstGeom prst="rect">
            <a:avLst/>
          </a:prstGeom>
          <a:noFill/>
          <a:ln/>
        </p:spPr>
        <p:txBody>
          <a:bodyPr wrap="none" lIns="0" tIns="0" rIns="0" bIns="0" rtlCol="0" anchor="ctr"/>
          <a:lstStyle/>
          <a:p>
            <a:pPr marL="0" indent="0" algn="l">
              <a:buNone/>
            </a:pPr>
            <a:r>
              <a:rPr lang="en-US" sz="1500" b="1" dirty="0">
                <a:solidFill>
                  <a:srgbClr val="2F6980"/>
                </a:solidFill>
                <a:latin typeface="游ゴシック" pitchFamily="34" charset="0"/>
                <a:ea typeface="游ゴシック" pitchFamily="34" charset="-122"/>
                <a:cs typeface="游ゴシック" pitchFamily="34" charset="-120"/>
              </a:rPr>
              <a:t>◆ どんな場面で効くか？</a:t>
            </a:r>
            <a:endParaRPr lang="en-US" sz="1500" dirty="0"/>
          </a:p>
        </p:txBody>
      </p:sp>
      <p:sp>
        <p:nvSpPr>
          <p:cNvPr id="38" name="Text 11">
            <a:extLst>
              <a:ext uri="{FF2B5EF4-FFF2-40B4-BE49-F238E27FC236}">
                <a16:creationId xmlns:a16="http://schemas.microsoft.com/office/drawing/2014/main" id="{B06DE0DA-EFC1-A220-51FF-625C965C3711}"/>
              </a:ext>
            </a:extLst>
          </p:cNvPr>
          <p:cNvSpPr txBox="1"/>
          <p:nvPr/>
        </p:nvSpPr>
        <p:spPr>
          <a:xfrm>
            <a:off x="609905" y="2441448"/>
            <a:ext cx="8989382" cy="898855"/>
          </a:xfrm>
          <a:prstGeom prst="rect">
            <a:avLst/>
          </a:prstGeom>
          <a:noFill/>
          <a:ln/>
        </p:spPr>
        <p:txBody>
          <a:bodyPr wrap="square" lIns="0" tIns="0" rIns="0" bIns="0" rtlCol="0" anchor="t"/>
          <a:lstStyle/>
          <a:p>
            <a:pPr marL="0" indent="0" algn="l">
              <a:lnSpc>
                <a:spcPts val="2210"/>
              </a:lnSpc>
              <a:buNone/>
            </a:pPr>
            <a:r>
              <a:rPr lang="en-US" sz="1200" b="1" dirty="0">
                <a:solidFill>
                  <a:srgbClr val="333333"/>
                </a:solidFill>
                <a:latin typeface="游ゴシック" pitchFamily="34" charset="0"/>
                <a:ea typeface="游ゴシック" pitchFamily="34" charset="-122"/>
                <a:cs typeface="游ゴシック" pitchFamily="34" charset="-120"/>
              </a:rPr>
              <a:t>複雑な論理パズル、計算問題、業務フローの設計</a:t>
            </a:r>
            <a:r>
              <a:rPr lang="en-US" sz="1300" dirty="0">
                <a:solidFill>
                  <a:srgbClr val="333333"/>
                </a:solidFill>
                <a:latin typeface="游ゴシック" pitchFamily="34" charset="0"/>
                <a:ea typeface="游ゴシック" pitchFamily="34" charset="-122"/>
                <a:cs typeface="游ゴシック" pitchFamily="34" charset="-120"/>
              </a:rPr>
              <a:t>などの際、</a:t>
            </a:r>
            <a:endParaRPr lang="en-US" sz="1200" dirty="0"/>
          </a:p>
          <a:p>
            <a:pPr marL="0" indent="0" algn="l">
              <a:lnSpc>
                <a:spcPts val="2210"/>
              </a:lnSpc>
              <a:buNone/>
            </a:pPr>
            <a:r>
              <a:rPr lang="en-US" sz="1300" dirty="0">
                <a:solidFill>
                  <a:srgbClr val="333333"/>
                </a:solidFill>
                <a:latin typeface="游ゴシック" pitchFamily="34" charset="0"/>
                <a:ea typeface="游ゴシック" pitchFamily="34" charset="-122"/>
                <a:cs typeface="游ゴシック" pitchFamily="34" charset="-120"/>
              </a:rPr>
              <a:t>AIに思考の途中過程を出力させることで、</a:t>
            </a:r>
            <a:r>
              <a:rPr lang="en-US" sz="1200" b="1" dirty="0">
                <a:solidFill>
                  <a:srgbClr val="00B050"/>
                </a:solidFill>
                <a:latin typeface="游ゴシック" pitchFamily="34" charset="0"/>
                <a:ea typeface="游ゴシック" pitchFamily="34" charset="-122"/>
                <a:cs typeface="游ゴシック" pitchFamily="34" charset="-120"/>
              </a:rPr>
              <a:t>最終的な回答の正確性が飛躍的に向上</a:t>
            </a:r>
            <a:r>
              <a:rPr lang="en-US" sz="1300" dirty="0">
                <a:solidFill>
                  <a:srgbClr val="333333"/>
                </a:solidFill>
                <a:latin typeface="游ゴシック" pitchFamily="34" charset="0"/>
                <a:ea typeface="游ゴシック" pitchFamily="34" charset="-122"/>
                <a:cs typeface="游ゴシック" pitchFamily="34" charset="-120"/>
              </a:rPr>
              <a:t>します。</a:t>
            </a:r>
            <a:endParaRPr lang="en-US" sz="1200" dirty="0"/>
          </a:p>
        </p:txBody>
      </p:sp>
      <p:sp>
        <p:nvSpPr>
          <p:cNvPr id="42" name="Text 12">
            <a:extLst>
              <a:ext uri="{FF2B5EF4-FFF2-40B4-BE49-F238E27FC236}">
                <a16:creationId xmlns:a16="http://schemas.microsoft.com/office/drawing/2014/main" id="{5C721D43-513B-3858-674E-B65714682B21}"/>
              </a:ext>
            </a:extLst>
          </p:cNvPr>
          <p:cNvSpPr txBox="1"/>
          <p:nvPr/>
        </p:nvSpPr>
        <p:spPr>
          <a:xfrm>
            <a:off x="609906" y="3749954"/>
            <a:ext cx="9144114" cy="228600"/>
          </a:xfrm>
          <a:prstGeom prst="rect">
            <a:avLst/>
          </a:prstGeom>
          <a:noFill/>
          <a:ln/>
        </p:spPr>
        <p:txBody>
          <a:bodyPr wrap="none" lIns="0" tIns="0" rIns="0" bIns="0" rtlCol="0" anchor="ctr"/>
          <a:lstStyle/>
          <a:p>
            <a:pPr marL="0" indent="0" algn="l">
              <a:buNone/>
            </a:pPr>
            <a:r>
              <a:rPr lang="en-US" sz="1200" b="1" dirty="0">
                <a:solidFill>
                  <a:srgbClr val="B45309"/>
                </a:solidFill>
                <a:latin typeface="游ゴシック" pitchFamily="34" charset="0"/>
                <a:ea typeface="游ゴシック" pitchFamily="34" charset="-122"/>
                <a:cs typeface="游ゴシック" pitchFamily="34" charset="-120"/>
              </a:rPr>
              <a:t>💡 実践のコツ</a:t>
            </a:r>
            <a:endParaRPr lang="en-US" sz="1200" dirty="0"/>
          </a:p>
        </p:txBody>
      </p:sp>
      <p:sp>
        <p:nvSpPr>
          <p:cNvPr id="45" name="Text 13">
            <a:extLst>
              <a:ext uri="{FF2B5EF4-FFF2-40B4-BE49-F238E27FC236}">
                <a16:creationId xmlns:a16="http://schemas.microsoft.com/office/drawing/2014/main" id="{C3029417-B1DE-6779-4E4F-DF90292398DA}"/>
              </a:ext>
            </a:extLst>
          </p:cNvPr>
          <p:cNvSpPr txBox="1"/>
          <p:nvPr/>
        </p:nvSpPr>
        <p:spPr>
          <a:xfrm>
            <a:off x="609905" y="4005072"/>
            <a:ext cx="8989382" cy="1192378"/>
          </a:xfrm>
          <a:prstGeom prst="rect">
            <a:avLst/>
          </a:prstGeom>
          <a:noFill/>
          <a:ln/>
        </p:spPr>
        <p:txBody>
          <a:bodyPr wrap="square" lIns="0" tIns="0" rIns="0" bIns="0" rtlCol="0" anchor="t"/>
          <a:lstStyle/>
          <a:p>
            <a:pPr marL="0" indent="0" algn="l">
              <a:lnSpc>
                <a:spcPts val="2340"/>
              </a:lnSpc>
              <a:buNone/>
            </a:pPr>
            <a:r>
              <a:rPr lang="en-US" sz="1300" dirty="0">
                <a:solidFill>
                  <a:srgbClr val="333333"/>
                </a:solidFill>
                <a:latin typeface="游ゴシック" pitchFamily="34" charset="0"/>
                <a:ea typeface="游ゴシック" pitchFamily="34" charset="-122"/>
                <a:cs typeface="游ゴシック" pitchFamily="34" charset="-120"/>
              </a:rPr>
              <a:t>いきなり答えを出させるのではなく、</a:t>
            </a:r>
            <a:endParaRPr lang="en-US" sz="1200" dirty="0"/>
          </a:p>
          <a:p>
            <a:pPr marL="0" indent="0" algn="l">
              <a:lnSpc>
                <a:spcPts val="2340"/>
              </a:lnSpc>
              <a:buNone/>
            </a:pPr>
            <a:r>
              <a:rPr lang="en-US" sz="1300" dirty="0">
                <a:solidFill>
                  <a:srgbClr val="333333"/>
                </a:solidFill>
                <a:latin typeface="游ゴシック" pitchFamily="34" charset="0"/>
                <a:ea typeface="游ゴシック" pitchFamily="34" charset="-122"/>
                <a:cs typeface="游ゴシック" pitchFamily="34" charset="-120"/>
              </a:rPr>
              <a:t>「</a:t>
            </a:r>
            <a:r>
              <a:rPr lang="en-US" sz="1200" b="1" dirty="0">
                <a:solidFill>
                  <a:srgbClr val="B45309"/>
                </a:solidFill>
                <a:latin typeface="游ゴシック" pitchFamily="34" charset="0"/>
                <a:ea typeface="游ゴシック" pitchFamily="34" charset="-122"/>
                <a:cs typeface="游ゴシック" pitchFamily="34" charset="-120"/>
              </a:rPr>
              <a:t>まずAを考え、次にBを評価し、最後にCを出力して</a:t>
            </a:r>
            <a:r>
              <a:rPr lang="en-US" sz="1300" dirty="0">
                <a:solidFill>
                  <a:srgbClr val="333333"/>
                </a:solidFill>
                <a:latin typeface="游ゴシック" pitchFamily="34" charset="0"/>
                <a:ea typeface="游ゴシック" pitchFamily="34" charset="-122"/>
                <a:cs typeface="游ゴシック" pitchFamily="34" charset="-120"/>
              </a:rPr>
              <a:t>」と</a:t>
            </a:r>
            <a:endParaRPr lang="en-US" sz="1200" dirty="0"/>
          </a:p>
          <a:p>
            <a:pPr marL="0" indent="0" algn="l">
              <a:lnSpc>
                <a:spcPts val="2340"/>
              </a:lnSpc>
              <a:buNone/>
            </a:pPr>
            <a:r>
              <a:rPr lang="en-US" sz="1300" dirty="0">
                <a:solidFill>
                  <a:srgbClr val="333333"/>
                </a:solidFill>
                <a:latin typeface="游ゴシック" pitchFamily="34" charset="0"/>
                <a:ea typeface="游ゴシック" pitchFamily="34" charset="-122"/>
                <a:cs typeface="游ゴシック" pitchFamily="34" charset="-120"/>
              </a:rPr>
              <a:t>プロセスを分解して指示します。</a:t>
            </a:r>
            <a:endParaRPr lang="en-US" sz="1200" dirty="0"/>
          </a:p>
        </p:txBody>
      </p:sp>
    </p:spTree>
    <p:extLst>
      <p:ext uri="{BB962C8B-B14F-4D97-AF65-F5344CB8AC3E}">
        <p14:creationId xmlns:p14="http://schemas.microsoft.com/office/powerpoint/2010/main" val="26104220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283DA-F4D5-9B86-5755-8C0595C6EAD3}"/>
            </a:ext>
          </a:extLst>
        </p:cNvPr>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B493FB64-E96B-00A7-A396-83D7374CCB8A}"/>
              </a:ext>
            </a:extLst>
          </p:cNvPr>
          <p:cNvSpPr>
            <a:spLocks noGrp="1"/>
          </p:cNvSpPr>
          <p:nvPr>
            <p:ph type="body" sz="quarter" idx="11"/>
          </p:nvPr>
        </p:nvSpPr>
        <p:spPr/>
        <p:txBody>
          <a:bodyPr/>
          <a:lstStyle/>
          <a:p>
            <a:r>
              <a:rPr lang="ja-JP" altLang="en-US" dirty="0"/>
              <a:t>モジュール</a:t>
            </a:r>
            <a:r>
              <a:rPr lang="en-US" altLang="ja-JP" dirty="0"/>
              <a:t>5</a:t>
            </a:r>
            <a:r>
              <a:rPr lang="ja-JP" altLang="en-US" dirty="0"/>
              <a:t>：</a:t>
            </a:r>
            <a:endParaRPr lang="en-US" altLang="ja-JP" dirty="0"/>
          </a:p>
          <a:p>
            <a:r>
              <a:rPr lang="ja-JP" altLang="en-US" dirty="0"/>
              <a:t>ハンズオン（</a:t>
            </a:r>
            <a:r>
              <a:rPr lang="en-US" altLang="ja-JP" dirty="0"/>
              <a:t>ChatGPT</a:t>
            </a:r>
            <a:r>
              <a:rPr lang="ja-JP" altLang="en-US" dirty="0"/>
              <a:t>）</a:t>
            </a:r>
          </a:p>
        </p:txBody>
      </p:sp>
      <p:sp>
        <p:nvSpPr>
          <p:cNvPr id="7" name="テキスト プレースホルダー 4">
            <a:extLst>
              <a:ext uri="{FF2B5EF4-FFF2-40B4-BE49-F238E27FC236}">
                <a16:creationId xmlns:a16="http://schemas.microsoft.com/office/drawing/2014/main" id="{7168B851-5F56-CCE6-D12F-7D1A278F2EC3}"/>
              </a:ext>
            </a:extLst>
          </p:cNvPr>
          <p:cNvSpPr txBox="1">
            <a:spLocks/>
          </p:cNvSpPr>
          <p:nvPr/>
        </p:nvSpPr>
        <p:spPr>
          <a:xfrm>
            <a:off x="7439995" y="339447"/>
            <a:ext cx="2173672" cy="524553"/>
          </a:xfrm>
          <a:prstGeom prst="rect">
            <a:avLst/>
          </a:prstGeom>
          <a:noFill/>
          <a:ln>
            <a:solidFill>
              <a:schemeClr val="bg1"/>
            </a:solidFill>
          </a:ln>
        </p:spPr>
        <p:style>
          <a:lnRef idx="2">
            <a:schemeClr val="accent2"/>
          </a:lnRef>
          <a:fillRef idx="1">
            <a:schemeClr val="lt1"/>
          </a:fillRef>
          <a:effectRef idx="0">
            <a:schemeClr val="accent2"/>
          </a:effectRef>
          <a:fontRef idx="minor">
            <a:schemeClr val="dk1"/>
          </a:fontRef>
        </p:style>
        <p:txBody>
          <a:bodyPr wrap="square" tIns="54000" bIns="54000" anchor="ctr">
            <a:spAutoFit/>
          </a:bodyPr>
          <a:lstStyle>
            <a:lvl1pPr marL="0" indent="0" algn="l" defTabSz="432000" rtl="0" eaLnBrk="0" fontAlgn="base" hangingPunct="0">
              <a:lnSpc>
                <a:spcPct val="100000"/>
              </a:lnSpc>
              <a:spcBef>
                <a:spcPts val="120"/>
              </a:spcBef>
              <a:spcAft>
                <a:spcPct val="0"/>
              </a:spcAft>
              <a:buFont typeface="+mj-lt"/>
              <a:buNone/>
              <a:defRPr kumimoji="1" sz="700" kern="1200">
                <a:solidFill>
                  <a:schemeClr val="bg1"/>
                </a:solidFill>
                <a:latin typeface="MS PGothic" charset="-128"/>
                <a:ea typeface="MS PGothic" charset="-128"/>
                <a:cs typeface="MS PGothic" charset="-128"/>
              </a:defRPr>
            </a:lvl1pPr>
            <a:lvl2pPr marL="910099" indent="-300543" algn="l" defTabSz="609555" rtl="0" eaLnBrk="1" fontAlgn="base" hangingPunct="1">
              <a:spcBef>
                <a:spcPct val="20000"/>
              </a:spcBef>
              <a:spcAft>
                <a:spcPct val="0"/>
              </a:spcAft>
              <a:buFont typeface="Arial" pitchFamily="34" charset="0"/>
              <a:buChar char="–"/>
              <a:defRPr kumimoji="1" sz="2667" kern="1200">
                <a:solidFill>
                  <a:schemeClr val="tx1"/>
                </a:solidFill>
                <a:latin typeface="Arial"/>
                <a:ea typeface="+mn-ea"/>
                <a:cs typeface="Arial"/>
              </a:defRPr>
            </a:lvl2pPr>
            <a:lvl3pPr marL="1454042" indent="-234933" algn="l" defTabSz="609555" rtl="0" eaLnBrk="1" fontAlgn="base" hangingPunct="1">
              <a:spcBef>
                <a:spcPct val="20000"/>
              </a:spcBef>
              <a:spcAft>
                <a:spcPct val="0"/>
              </a:spcAft>
              <a:buFont typeface="Arial" pitchFamily="34" charset="0"/>
              <a:buChar char="•"/>
              <a:defRPr kumimoji="1" sz="2667" kern="1200">
                <a:solidFill>
                  <a:schemeClr val="tx1"/>
                </a:solidFill>
                <a:latin typeface="Arial"/>
                <a:ea typeface="+mn-ea"/>
                <a:cs typeface="Arial"/>
              </a:defRPr>
            </a:lvl3pPr>
            <a:lvl4pPr marL="2059363" indent="-230701" algn="l" defTabSz="609555" rtl="0" eaLnBrk="1" fontAlgn="base" hangingPunct="1">
              <a:spcBef>
                <a:spcPct val="20000"/>
              </a:spcBef>
              <a:spcAft>
                <a:spcPct val="0"/>
              </a:spcAft>
              <a:buFont typeface="Arial" pitchFamily="34" charset="0"/>
              <a:buChar char="–"/>
              <a:defRPr kumimoji="1" sz="2667" kern="1200">
                <a:solidFill>
                  <a:schemeClr val="tx1"/>
                </a:solidFill>
                <a:latin typeface="Arial"/>
                <a:ea typeface="+mn-ea"/>
                <a:cs typeface="Arial"/>
              </a:defRPr>
            </a:lvl4pPr>
            <a:lvl5pPr marL="2666800" indent="-228584" algn="l" defTabSz="609555" rtl="0" eaLnBrk="1" fontAlgn="base" hangingPunct="1">
              <a:spcBef>
                <a:spcPct val="20000"/>
              </a:spcBef>
              <a:spcAft>
                <a:spcPct val="0"/>
              </a:spcAft>
              <a:buFont typeface="Arial" pitchFamily="34" charset="0"/>
              <a:buChar char="»"/>
              <a:defRPr kumimoji="1" sz="2667" kern="1200">
                <a:solidFill>
                  <a:schemeClr val="tx1"/>
                </a:solidFill>
                <a:latin typeface="Arial"/>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sz="900" dirty="0">
                <a:latin typeface="Meiryo UI" panose="020B0604030504040204" pitchFamily="50" charset="-128"/>
                <a:ea typeface="Meiryo UI" panose="020B0604030504040204" pitchFamily="50" charset="-128"/>
                <a:cs typeface="HGPGothicE" charset="-128"/>
              </a:rPr>
              <a:t>情 報 種 別 ： 秘密（関係者限り）</a:t>
            </a:r>
            <a:br>
              <a:rPr lang="en-US" altLang="ja-JP" sz="900" dirty="0">
                <a:latin typeface="Meiryo UI" panose="020B0604030504040204" pitchFamily="50" charset="-128"/>
                <a:ea typeface="Meiryo UI" panose="020B0604030504040204" pitchFamily="50" charset="-128"/>
                <a:cs typeface="HGPGothicE" charset="-128"/>
              </a:rPr>
            </a:br>
            <a:r>
              <a:rPr lang="ja-JP" altLang="en-US" sz="900" dirty="0">
                <a:latin typeface="Meiryo UI" panose="020B0604030504040204" pitchFamily="50" charset="-128"/>
                <a:ea typeface="Meiryo UI" panose="020B0604030504040204" pitchFamily="50" charset="-128"/>
                <a:cs typeface="HGPGothicE" charset="-128"/>
              </a:rPr>
              <a:t>会　 社　 名 ： </a:t>
            </a:r>
            <a:r>
              <a:rPr lang="en-US" altLang="ja-JP" sz="900" dirty="0">
                <a:latin typeface="Meiryo UI" panose="020B0604030504040204" pitchFamily="50" charset="-128"/>
                <a:ea typeface="Meiryo UI" panose="020B0604030504040204" pitchFamily="50" charset="-128"/>
                <a:cs typeface="HGPGothicE" charset="-128"/>
              </a:rPr>
              <a:t>NTT</a:t>
            </a:r>
            <a:r>
              <a:rPr lang="ja-JP" altLang="en-US" sz="900" dirty="0">
                <a:latin typeface="Meiryo UI" panose="020B0604030504040204" pitchFamily="50" charset="-128"/>
                <a:ea typeface="Meiryo UI" panose="020B0604030504040204" pitchFamily="50" charset="-128"/>
                <a:cs typeface="HGPGothicE" charset="-128"/>
              </a:rPr>
              <a:t>データユニバーシティ</a:t>
            </a:r>
            <a:br>
              <a:rPr lang="en-US" altLang="ja-JP" sz="900" dirty="0">
                <a:latin typeface="Meiryo UI" panose="020B0604030504040204" pitchFamily="50" charset="-128"/>
                <a:ea typeface="Meiryo UI" panose="020B0604030504040204" pitchFamily="50" charset="-128"/>
                <a:cs typeface="HGPGothicE" charset="-128"/>
              </a:rPr>
            </a:br>
            <a:r>
              <a:rPr lang="ja-JP" altLang="en-US" sz="900" dirty="0">
                <a:latin typeface="Meiryo UI" panose="020B0604030504040204" pitchFamily="50" charset="-128"/>
                <a:ea typeface="Meiryo UI" panose="020B0604030504040204" pitchFamily="50" charset="-128"/>
                <a:cs typeface="HGPGothicE" charset="-128"/>
              </a:rPr>
              <a:t>情報所有者 ： サービスディベロップメント部</a:t>
            </a:r>
          </a:p>
        </p:txBody>
      </p:sp>
    </p:spTree>
    <p:extLst>
      <p:ext uri="{BB962C8B-B14F-4D97-AF65-F5344CB8AC3E}">
        <p14:creationId xmlns:p14="http://schemas.microsoft.com/office/powerpoint/2010/main" val="10082542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A2A65-56A8-D822-4911-0650DA207F5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9BBC018-B91A-466C-D959-BB93C1BDC60A}"/>
              </a:ext>
            </a:extLst>
          </p:cNvPr>
          <p:cNvSpPr>
            <a:spLocks noGrp="1"/>
          </p:cNvSpPr>
          <p:nvPr>
            <p:ph type="title"/>
          </p:nvPr>
        </p:nvSpPr>
        <p:spPr/>
        <p:txBody>
          <a:bodyPr>
            <a:normAutofit/>
          </a:bodyPr>
          <a:lstStyle/>
          <a:p>
            <a:r>
              <a:rPr lang="en-US" altLang="ja-JP" dirty="0"/>
              <a:t>5-1.</a:t>
            </a:r>
            <a:r>
              <a:rPr lang="ja-JP" altLang="en-US" dirty="0"/>
              <a:t> </a:t>
            </a:r>
            <a:r>
              <a:rPr lang="en-US" altLang="ja-JP" dirty="0"/>
              <a:t>ChatGPT</a:t>
            </a:r>
            <a:r>
              <a:rPr lang="ja-JP" altLang="en-US" dirty="0"/>
              <a:t>の使い方（一般チャット）</a:t>
            </a:r>
          </a:p>
        </p:txBody>
      </p:sp>
      <p:pic>
        <p:nvPicPr>
          <p:cNvPr id="18" name="図 17">
            <a:extLst>
              <a:ext uri="{FF2B5EF4-FFF2-40B4-BE49-F238E27FC236}">
                <a16:creationId xmlns:a16="http://schemas.microsoft.com/office/drawing/2014/main" id="{0C0C9264-2E16-F357-D2E1-8371D0CCF8FE}"/>
              </a:ext>
            </a:extLst>
          </p:cNvPr>
          <p:cNvPicPr>
            <a:picLocks noChangeAspect="1"/>
          </p:cNvPicPr>
          <p:nvPr/>
        </p:nvPicPr>
        <p:blipFill>
          <a:blip r:embed="rId2"/>
          <a:stretch>
            <a:fillRect/>
          </a:stretch>
        </p:blipFill>
        <p:spPr>
          <a:xfrm>
            <a:off x="677944" y="1171552"/>
            <a:ext cx="8550111" cy="4648791"/>
          </a:xfrm>
          <a:prstGeom prst="rect">
            <a:avLst/>
          </a:prstGeom>
        </p:spPr>
      </p:pic>
    </p:spTree>
    <p:extLst>
      <p:ext uri="{BB962C8B-B14F-4D97-AF65-F5344CB8AC3E}">
        <p14:creationId xmlns:p14="http://schemas.microsoft.com/office/powerpoint/2010/main" val="20036749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983B5-0849-7F70-9AFF-E6DEB45AE27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B5A18FE-E4CF-C5C8-CC11-61602C8577A5}"/>
              </a:ext>
            </a:extLst>
          </p:cNvPr>
          <p:cNvSpPr>
            <a:spLocks noGrp="1"/>
          </p:cNvSpPr>
          <p:nvPr>
            <p:ph type="title"/>
          </p:nvPr>
        </p:nvSpPr>
        <p:spPr/>
        <p:txBody>
          <a:bodyPr>
            <a:normAutofit/>
          </a:bodyPr>
          <a:lstStyle/>
          <a:p>
            <a:r>
              <a:rPr lang="en-US" altLang="ja-JP" dirty="0"/>
              <a:t>5-2. </a:t>
            </a:r>
            <a:r>
              <a:rPr lang="ja-JP" altLang="en-US" dirty="0"/>
              <a:t>例①：顧客提案向けの企画書を作りたい</a:t>
            </a:r>
          </a:p>
        </p:txBody>
      </p:sp>
      <p:sp>
        <p:nvSpPr>
          <p:cNvPr id="4" name="Text 8">
            <a:extLst>
              <a:ext uri="{FF2B5EF4-FFF2-40B4-BE49-F238E27FC236}">
                <a16:creationId xmlns:a16="http://schemas.microsoft.com/office/drawing/2014/main" id="{BEF8947A-040D-F2A5-03FD-B17832C7C984}"/>
              </a:ext>
            </a:extLst>
          </p:cNvPr>
          <p:cNvSpPr txBox="1"/>
          <p:nvPr/>
        </p:nvSpPr>
        <p:spPr>
          <a:xfrm>
            <a:off x="457200" y="1047902"/>
            <a:ext cx="9298847" cy="228600"/>
          </a:xfrm>
          <a:prstGeom prst="rect">
            <a:avLst/>
          </a:prstGeom>
          <a:noFill/>
          <a:ln/>
        </p:spPr>
        <p:txBody>
          <a:bodyPr wrap="none" lIns="0" tIns="0" rIns="0" bIns="0" rtlCol="0" anchor="t"/>
          <a:lstStyle/>
          <a:p>
            <a:r>
              <a:rPr lang="ja-JP" altLang="en-US" sz="1400" dirty="0">
                <a:solidFill>
                  <a:srgbClr val="404040"/>
                </a:solidFill>
                <a:latin typeface="+mj-ea"/>
                <a:ea typeface="+mj-ea"/>
              </a:rPr>
              <a:t>プロンプトを作って入れてみましょう。</a:t>
            </a:r>
          </a:p>
          <a:p>
            <a:r>
              <a:rPr lang="ja-JP" altLang="en-US" sz="1400" dirty="0">
                <a:solidFill>
                  <a:srgbClr val="404040"/>
                </a:solidFill>
                <a:latin typeface="+mj-ea"/>
                <a:ea typeface="+mj-ea"/>
              </a:rPr>
              <a:t>その後、チーム内でどのような結果が出たか話し合ってみましょう。</a:t>
            </a:r>
          </a:p>
          <a:p>
            <a:endParaRPr lang="ja-JP" altLang="en-US" sz="1400" dirty="0">
              <a:solidFill>
                <a:srgbClr val="404040"/>
              </a:solidFill>
              <a:latin typeface="+mj-ea"/>
              <a:ea typeface="+mj-ea"/>
            </a:endParaRPr>
          </a:p>
          <a:p>
            <a:r>
              <a:rPr lang="ja-JP" altLang="en-US" sz="1400" dirty="0">
                <a:solidFill>
                  <a:srgbClr val="404040"/>
                </a:solidFill>
                <a:latin typeface="+mj-ea"/>
                <a:ea typeface="+mj-ea"/>
              </a:rPr>
              <a:t>＜背景＞</a:t>
            </a:r>
          </a:p>
          <a:p>
            <a:r>
              <a:rPr lang="ja-JP" altLang="en-US" sz="1400" dirty="0">
                <a:solidFill>
                  <a:srgbClr val="404040"/>
                </a:solidFill>
                <a:latin typeface="+mj-ea"/>
                <a:ea typeface="+mj-ea"/>
              </a:rPr>
              <a:t>顧客より１１６コールセンタの応対管理システムの刷新に向けた提案依頼を受けたので、提案書を検討したい。</a:t>
            </a:r>
          </a:p>
        </p:txBody>
      </p:sp>
    </p:spTree>
    <p:extLst>
      <p:ext uri="{BB962C8B-B14F-4D97-AF65-F5344CB8AC3E}">
        <p14:creationId xmlns:p14="http://schemas.microsoft.com/office/powerpoint/2010/main" val="5303448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BBE67-9B5E-3AF7-673D-8F3287611EF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8215911-842D-C794-0A68-780F65D6845F}"/>
              </a:ext>
            </a:extLst>
          </p:cNvPr>
          <p:cNvSpPr>
            <a:spLocks noGrp="1"/>
          </p:cNvSpPr>
          <p:nvPr>
            <p:ph type="title"/>
          </p:nvPr>
        </p:nvSpPr>
        <p:spPr/>
        <p:txBody>
          <a:bodyPr>
            <a:normAutofit/>
          </a:bodyPr>
          <a:lstStyle/>
          <a:p>
            <a:r>
              <a:rPr lang="en-US" altLang="ja-JP" dirty="0"/>
              <a:t>5-3.</a:t>
            </a:r>
            <a:r>
              <a:rPr lang="ja-JP" altLang="en-US" dirty="0"/>
              <a:t> 例①：顧客提案向けの企画書とプロトタイプ（モック）を作りたい</a:t>
            </a:r>
          </a:p>
        </p:txBody>
      </p:sp>
      <p:sp>
        <p:nvSpPr>
          <p:cNvPr id="4" name="Text 8">
            <a:extLst>
              <a:ext uri="{FF2B5EF4-FFF2-40B4-BE49-F238E27FC236}">
                <a16:creationId xmlns:a16="http://schemas.microsoft.com/office/drawing/2014/main" id="{6E8AFE21-3611-F788-A6BF-280E03B39F5C}"/>
              </a:ext>
            </a:extLst>
          </p:cNvPr>
          <p:cNvSpPr txBox="1"/>
          <p:nvPr/>
        </p:nvSpPr>
        <p:spPr>
          <a:xfrm>
            <a:off x="457200" y="1047902"/>
            <a:ext cx="9298847" cy="228600"/>
          </a:xfrm>
          <a:prstGeom prst="rect">
            <a:avLst/>
          </a:prstGeom>
          <a:noFill/>
          <a:ln/>
        </p:spPr>
        <p:txBody>
          <a:bodyPr wrap="none" lIns="0" tIns="0" rIns="0" bIns="0" rtlCol="0" anchor="t"/>
          <a:lstStyle/>
          <a:p>
            <a:r>
              <a:rPr lang="ja-JP" altLang="en-US" sz="1400" dirty="0">
                <a:solidFill>
                  <a:srgbClr val="404040"/>
                </a:solidFill>
                <a:latin typeface="+mj-ea"/>
                <a:ea typeface="+mj-ea"/>
              </a:rPr>
              <a:t>＜プロンプト例＞</a:t>
            </a:r>
          </a:p>
          <a:p>
            <a:r>
              <a:rPr lang="en-US" altLang="ja-JP" sz="1400" dirty="0">
                <a:solidFill>
                  <a:srgbClr val="404040"/>
                </a:solidFill>
                <a:latin typeface="+mj-ea"/>
                <a:ea typeface="+mj-ea"/>
              </a:rPr>
              <a:t>NTT</a:t>
            </a:r>
            <a:r>
              <a:rPr lang="ja-JP" altLang="en-US" sz="1400" dirty="0">
                <a:solidFill>
                  <a:srgbClr val="404040"/>
                </a:solidFill>
                <a:latin typeface="+mj-ea"/>
                <a:ea typeface="+mj-ea"/>
              </a:rPr>
              <a:t>東日本様より、</a:t>
            </a:r>
            <a:r>
              <a:rPr lang="en-US" altLang="ja-JP" sz="1400" dirty="0">
                <a:solidFill>
                  <a:srgbClr val="404040"/>
                </a:solidFill>
                <a:latin typeface="+mj-ea"/>
                <a:ea typeface="+mj-ea"/>
              </a:rPr>
              <a:t>116</a:t>
            </a:r>
            <a:r>
              <a:rPr lang="ja-JP" altLang="en-US" sz="1400" dirty="0">
                <a:solidFill>
                  <a:srgbClr val="404040"/>
                </a:solidFill>
                <a:latin typeface="+mj-ea"/>
                <a:ea typeface="+mj-ea"/>
              </a:rPr>
              <a:t>コールセンタの応対管理システムの刷新に向けた相談を受けています。</a:t>
            </a:r>
          </a:p>
          <a:p>
            <a:r>
              <a:rPr lang="ja-JP" altLang="en-US" sz="1400" dirty="0">
                <a:solidFill>
                  <a:srgbClr val="404040"/>
                </a:solidFill>
                <a:latin typeface="+mj-ea"/>
                <a:ea typeface="+mj-ea"/>
              </a:rPr>
              <a:t>私はコールセンタ業務についてそこまで詳しくないので、最新の動向を調査したうえで、</a:t>
            </a:r>
            <a:r>
              <a:rPr lang="en-US" altLang="ja-JP" sz="1400" dirty="0">
                <a:solidFill>
                  <a:srgbClr val="404040"/>
                </a:solidFill>
                <a:latin typeface="+mj-ea"/>
                <a:ea typeface="+mj-ea"/>
              </a:rPr>
              <a:t>116</a:t>
            </a:r>
            <a:r>
              <a:rPr lang="ja-JP" altLang="en-US" sz="1400" dirty="0">
                <a:solidFill>
                  <a:srgbClr val="404040"/>
                </a:solidFill>
                <a:latin typeface="+mj-ea"/>
                <a:ea typeface="+mj-ea"/>
              </a:rPr>
              <a:t>コールセンタ特有の問題などを推測しつつ、</a:t>
            </a:r>
            <a:endParaRPr lang="en-US" altLang="ja-JP" sz="1400" dirty="0">
              <a:solidFill>
                <a:srgbClr val="404040"/>
              </a:solidFill>
              <a:latin typeface="+mj-ea"/>
              <a:ea typeface="+mj-ea"/>
            </a:endParaRPr>
          </a:p>
          <a:p>
            <a:r>
              <a:rPr lang="ja-JP" altLang="en-US" sz="1400" dirty="0">
                <a:solidFill>
                  <a:srgbClr val="404040"/>
                </a:solidFill>
                <a:latin typeface="+mj-ea"/>
                <a:ea typeface="+mj-ea"/>
              </a:rPr>
              <a:t>刷新に資する提案の骨子（それなりにディテールも議論できるレベル）を作成したいです。</a:t>
            </a:r>
          </a:p>
          <a:p>
            <a:endParaRPr lang="ja-JP" altLang="en-US" sz="1400" dirty="0">
              <a:solidFill>
                <a:srgbClr val="404040"/>
              </a:solidFill>
              <a:latin typeface="+mj-ea"/>
              <a:ea typeface="+mj-ea"/>
            </a:endParaRPr>
          </a:p>
          <a:p>
            <a:r>
              <a:rPr lang="en-US" altLang="ja-JP" sz="1400" dirty="0">
                <a:solidFill>
                  <a:srgbClr val="404040"/>
                </a:solidFill>
                <a:latin typeface="+mj-ea"/>
                <a:ea typeface="+mj-ea"/>
              </a:rPr>
              <a:t># </a:t>
            </a:r>
            <a:r>
              <a:rPr lang="ja-JP" altLang="en-US" sz="1400" dirty="0">
                <a:solidFill>
                  <a:srgbClr val="404040"/>
                </a:solidFill>
                <a:latin typeface="+mj-ea"/>
                <a:ea typeface="+mj-ea"/>
              </a:rPr>
              <a:t>背景</a:t>
            </a:r>
          </a:p>
          <a:p>
            <a:r>
              <a:rPr lang="ja-JP" altLang="en-US" sz="1400" dirty="0">
                <a:solidFill>
                  <a:srgbClr val="404040"/>
                </a:solidFill>
                <a:latin typeface="+mj-ea"/>
                <a:ea typeface="+mj-ea"/>
              </a:rPr>
              <a:t>私は</a:t>
            </a:r>
            <a:r>
              <a:rPr lang="en-US" altLang="ja-JP" sz="1400" dirty="0">
                <a:solidFill>
                  <a:srgbClr val="404040"/>
                </a:solidFill>
                <a:latin typeface="+mj-ea"/>
                <a:ea typeface="+mj-ea"/>
              </a:rPr>
              <a:t>NTT</a:t>
            </a:r>
            <a:r>
              <a:rPr lang="ja-JP" altLang="en-US" sz="1400" dirty="0">
                <a:solidFill>
                  <a:srgbClr val="404040"/>
                </a:solidFill>
                <a:latin typeface="+mj-ea"/>
                <a:ea typeface="+mj-ea"/>
              </a:rPr>
              <a:t>データのデジタルソサエティ事業部の部長です。</a:t>
            </a:r>
          </a:p>
          <a:p>
            <a:r>
              <a:rPr lang="ja-JP" altLang="en-US" sz="1400" dirty="0">
                <a:solidFill>
                  <a:srgbClr val="404040"/>
                </a:solidFill>
                <a:latin typeface="+mj-ea"/>
                <a:ea typeface="+mj-ea"/>
              </a:rPr>
              <a:t>過去、</a:t>
            </a:r>
            <a:r>
              <a:rPr lang="en-US" altLang="ja-JP" sz="1400" dirty="0">
                <a:solidFill>
                  <a:srgbClr val="404040"/>
                </a:solidFill>
                <a:latin typeface="+mj-ea"/>
                <a:ea typeface="+mj-ea"/>
              </a:rPr>
              <a:t>116</a:t>
            </a:r>
            <a:r>
              <a:rPr lang="ja-JP" altLang="en-US" sz="1400" dirty="0">
                <a:solidFill>
                  <a:srgbClr val="404040"/>
                </a:solidFill>
                <a:latin typeface="+mj-ea"/>
                <a:ea typeface="+mj-ea"/>
              </a:rPr>
              <a:t>コールセンターの応対管理システムの開発責任者でしたが、基本は現場の課長に任せていたため、業務には明るくありません。</a:t>
            </a:r>
          </a:p>
          <a:p>
            <a:r>
              <a:rPr lang="ja-JP" altLang="en-US" sz="1400" dirty="0">
                <a:solidFill>
                  <a:srgbClr val="404040"/>
                </a:solidFill>
                <a:latin typeface="+mj-ea"/>
                <a:ea typeface="+mj-ea"/>
              </a:rPr>
              <a:t>今回、顧客が私の</a:t>
            </a:r>
            <a:r>
              <a:rPr lang="en-US" altLang="ja-JP" sz="1400" dirty="0">
                <a:solidFill>
                  <a:srgbClr val="404040"/>
                </a:solidFill>
                <a:latin typeface="+mj-ea"/>
                <a:ea typeface="+mj-ea"/>
              </a:rPr>
              <a:t>AI</a:t>
            </a:r>
            <a:r>
              <a:rPr lang="ja-JP" altLang="en-US" sz="1400" dirty="0">
                <a:solidFill>
                  <a:srgbClr val="404040"/>
                </a:solidFill>
                <a:latin typeface="+mj-ea"/>
                <a:ea typeface="+mj-ea"/>
              </a:rPr>
              <a:t>ネイティブ開発に関する記事を読まれ、既製品ではない、新しいコールセンターを作るために、</a:t>
            </a:r>
            <a:endParaRPr lang="en-US" altLang="ja-JP" sz="1400" dirty="0">
              <a:solidFill>
                <a:srgbClr val="404040"/>
              </a:solidFill>
              <a:latin typeface="+mj-ea"/>
              <a:ea typeface="+mj-ea"/>
            </a:endParaRPr>
          </a:p>
          <a:p>
            <a:r>
              <a:rPr lang="ja-JP" altLang="en-US" sz="1400" dirty="0">
                <a:solidFill>
                  <a:srgbClr val="404040"/>
                </a:solidFill>
                <a:latin typeface="+mj-ea"/>
                <a:ea typeface="+mj-ea"/>
              </a:rPr>
              <a:t>色々と議論をしたいという依頼から始まっています。</a:t>
            </a:r>
          </a:p>
          <a:p>
            <a:endParaRPr lang="en-US" altLang="ja-JP" sz="1400" dirty="0">
              <a:solidFill>
                <a:srgbClr val="404040"/>
              </a:solidFill>
              <a:latin typeface="+mj-ea"/>
              <a:ea typeface="+mj-ea"/>
            </a:endParaRPr>
          </a:p>
          <a:p>
            <a:r>
              <a:rPr lang="en-US" altLang="ja-JP" sz="1400" dirty="0">
                <a:solidFill>
                  <a:srgbClr val="404040"/>
                </a:solidFill>
                <a:latin typeface="+mj-ea"/>
                <a:ea typeface="+mj-ea"/>
              </a:rPr>
              <a:t># </a:t>
            </a:r>
            <a:r>
              <a:rPr lang="ja-JP" altLang="en-US" sz="1400" dirty="0">
                <a:solidFill>
                  <a:srgbClr val="404040"/>
                </a:solidFill>
                <a:latin typeface="+mj-ea"/>
                <a:ea typeface="+mj-ea"/>
              </a:rPr>
              <a:t>状況</a:t>
            </a:r>
          </a:p>
          <a:p>
            <a:r>
              <a:rPr lang="ja-JP" altLang="en-US" sz="1400" dirty="0">
                <a:solidFill>
                  <a:srgbClr val="404040"/>
                </a:solidFill>
                <a:latin typeface="+mj-ea"/>
                <a:ea typeface="+mj-ea"/>
              </a:rPr>
              <a:t>まだ議論は開始できていません。来週、顧客と３年ぶりの打ち合わせを実施する予定です。</a:t>
            </a:r>
          </a:p>
          <a:p>
            <a:r>
              <a:rPr lang="ja-JP" altLang="en-US" sz="1400" dirty="0">
                <a:solidFill>
                  <a:srgbClr val="404040"/>
                </a:solidFill>
                <a:latin typeface="+mj-ea"/>
                <a:ea typeface="+mj-ea"/>
              </a:rPr>
              <a:t>先方は、コールセンター事業向けシステムの</a:t>
            </a:r>
            <a:r>
              <a:rPr lang="en-US" altLang="ja-JP" sz="1400" dirty="0">
                <a:solidFill>
                  <a:srgbClr val="404040"/>
                </a:solidFill>
                <a:latin typeface="+mj-ea"/>
                <a:ea typeface="+mj-ea"/>
              </a:rPr>
              <a:t>NTT</a:t>
            </a:r>
            <a:r>
              <a:rPr lang="ja-JP" altLang="en-US" sz="1400" dirty="0">
                <a:solidFill>
                  <a:srgbClr val="404040"/>
                </a:solidFill>
                <a:latin typeface="+mj-ea"/>
                <a:ea typeface="+mj-ea"/>
              </a:rPr>
              <a:t>東日本側の</a:t>
            </a:r>
            <a:r>
              <a:rPr lang="en-US" altLang="ja-JP" sz="1400" dirty="0">
                <a:solidFill>
                  <a:srgbClr val="404040"/>
                </a:solidFill>
                <a:latin typeface="+mj-ea"/>
                <a:ea typeface="+mj-ea"/>
              </a:rPr>
              <a:t>IT</a:t>
            </a:r>
            <a:r>
              <a:rPr lang="ja-JP" altLang="en-US" sz="1400" dirty="0">
                <a:solidFill>
                  <a:srgbClr val="404040"/>
                </a:solidFill>
                <a:latin typeface="+mj-ea"/>
                <a:ea typeface="+mj-ea"/>
              </a:rPr>
              <a:t>部門の責任者（部門長、部長）となります。</a:t>
            </a:r>
          </a:p>
          <a:p>
            <a:endParaRPr lang="en-US" altLang="ja-JP" sz="1400" dirty="0">
              <a:solidFill>
                <a:srgbClr val="404040"/>
              </a:solidFill>
              <a:latin typeface="+mj-ea"/>
              <a:ea typeface="+mj-ea"/>
            </a:endParaRPr>
          </a:p>
          <a:p>
            <a:r>
              <a:rPr lang="en-US" altLang="ja-JP" sz="1400" dirty="0">
                <a:solidFill>
                  <a:srgbClr val="404040"/>
                </a:solidFill>
                <a:latin typeface="+mj-ea"/>
                <a:ea typeface="+mj-ea"/>
              </a:rPr>
              <a:t># </a:t>
            </a:r>
            <a:r>
              <a:rPr lang="ja-JP" altLang="en-US" sz="1400" dirty="0">
                <a:solidFill>
                  <a:srgbClr val="404040"/>
                </a:solidFill>
                <a:latin typeface="+mj-ea"/>
                <a:ea typeface="+mj-ea"/>
              </a:rPr>
              <a:t>今回の依頼</a:t>
            </a:r>
          </a:p>
          <a:p>
            <a:r>
              <a:rPr lang="en-US" altLang="ja-JP" sz="1400" dirty="0">
                <a:solidFill>
                  <a:srgbClr val="404040"/>
                </a:solidFill>
                <a:latin typeface="+mj-ea"/>
                <a:ea typeface="+mj-ea"/>
              </a:rPr>
              <a:t>116</a:t>
            </a:r>
            <a:r>
              <a:rPr lang="ja-JP" altLang="en-US" sz="1400" dirty="0">
                <a:solidFill>
                  <a:srgbClr val="404040"/>
                </a:solidFill>
                <a:latin typeface="+mj-ea"/>
                <a:ea typeface="+mj-ea"/>
              </a:rPr>
              <a:t>コールセンターシステムの抜本的な刷新に向けた初回打ち合わせ用のたたき台資料を作成するにあたり、</a:t>
            </a:r>
            <a:endParaRPr lang="en-US" altLang="ja-JP" sz="1400" dirty="0">
              <a:solidFill>
                <a:srgbClr val="404040"/>
              </a:solidFill>
              <a:latin typeface="+mj-ea"/>
              <a:ea typeface="+mj-ea"/>
            </a:endParaRPr>
          </a:p>
          <a:p>
            <a:r>
              <a:rPr lang="ja-JP" altLang="en-US" sz="1400" dirty="0">
                <a:solidFill>
                  <a:srgbClr val="404040"/>
                </a:solidFill>
                <a:latin typeface="+mj-ea"/>
                <a:ea typeface="+mj-ea"/>
              </a:rPr>
              <a:t>まずは、私自身がしっかりと検討を行えるようにするための各種情報の整理と、資料の骨子を作成してください。</a:t>
            </a:r>
          </a:p>
          <a:p>
            <a:endParaRPr lang="ja-JP" altLang="en-US" sz="1400" dirty="0">
              <a:solidFill>
                <a:srgbClr val="404040"/>
              </a:solidFill>
              <a:latin typeface="+mj-ea"/>
              <a:ea typeface="+mj-ea"/>
            </a:endParaRPr>
          </a:p>
        </p:txBody>
      </p:sp>
    </p:spTree>
    <p:extLst>
      <p:ext uri="{BB962C8B-B14F-4D97-AF65-F5344CB8AC3E}">
        <p14:creationId xmlns:p14="http://schemas.microsoft.com/office/powerpoint/2010/main" val="18199150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CF1A4-A063-88C0-3056-52A431319BB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3C7A380-C874-B61A-4646-92BA269B3E55}"/>
              </a:ext>
            </a:extLst>
          </p:cNvPr>
          <p:cNvSpPr>
            <a:spLocks noGrp="1"/>
          </p:cNvSpPr>
          <p:nvPr>
            <p:ph type="title"/>
          </p:nvPr>
        </p:nvSpPr>
        <p:spPr/>
        <p:txBody>
          <a:bodyPr>
            <a:normAutofit/>
          </a:bodyPr>
          <a:lstStyle/>
          <a:p>
            <a:r>
              <a:rPr lang="en-US" altLang="ja-JP" dirty="0"/>
              <a:t>5-4.</a:t>
            </a:r>
            <a:r>
              <a:rPr lang="ja-JP" altLang="en-US" dirty="0"/>
              <a:t> 例①：顧客提案向けの企画書とプロトタイプ（モック）を作りたい　実行例</a:t>
            </a:r>
          </a:p>
        </p:txBody>
      </p:sp>
      <p:pic>
        <p:nvPicPr>
          <p:cNvPr id="5" name="図 4">
            <a:extLst>
              <a:ext uri="{FF2B5EF4-FFF2-40B4-BE49-F238E27FC236}">
                <a16:creationId xmlns:a16="http://schemas.microsoft.com/office/drawing/2014/main" id="{D4F203EC-237B-5C5A-C265-758C3ABF2874}"/>
              </a:ext>
            </a:extLst>
          </p:cNvPr>
          <p:cNvPicPr>
            <a:picLocks noChangeAspect="1"/>
          </p:cNvPicPr>
          <p:nvPr/>
        </p:nvPicPr>
        <p:blipFill>
          <a:blip r:embed="rId2"/>
          <a:stretch>
            <a:fillRect/>
          </a:stretch>
        </p:blipFill>
        <p:spPr>
          <a:xfrm>
            <a:off x="804749" y="1445737"/>
            <a:ext cx="8659433" cy="4439270"/>
          </a:xfrm>
          <a:prstGeom prst="rect">
            <a:avLst/>
          </a:prstGeom>
        </p:spPr>
      </p:pic>
    </p:spTree>
    <p:extLst>
      <p:ext uri="{BB962C8B-B14F-4D97-AF65-F5344CB8AC3E}">
        <p14:creationId xmlns:p14="http://schemas.microsoft.com/office/powerpoint/2010/main" val="3113462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5DDE7-DB8D-BFC1-3E24-D5B1148029C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8819A2E-078D-EE7B-52C5-2EF0A4D405FB}"/>
              </a:ext>
            </a:extLst>
          </p:cNvPr>
          <p:cNvSpPr>
            <a:spLocks noGrp="1"/>
          </p:cNvSpPr>
          <p:nvPr>
            <p:ph type="title"/>
          </p:nvPr>
        </p:nvSpPr>
        <p:spPr/>
        <p:txBody>
          <a:bodyPr>
            <a:normAutofit/>
          </a:bodyPr>
          <a:lstStyle/>
          <a:p>
            <a:r>
              <a:rPr lang="en-US" altLang="ja-JP" dirty="0"/>
              <a:t>5-5. </a:t>
            </a:r>
            <a:r>
              <a:rPr lang="ja-JP" altLang="en-US" dirty="0"/>
              <a:t>例②：</a:t>
            </a:r>
            <a:r>
              <a:rPr lang="en-US" altLang="ja-JP" dirty="0"/>
              <a:t>100</a:t>
            </a:r>
            <a:r>
              <a:rPr lang="ja-JP" altLang="en-US" dirty="0"/>
              <a:t>本ノックを作ってみる</a:t>
            </a:r>
          </a:p>
        </p:txBody>
      </p:sp>
      <p:sp>
        <p:nvSpPr>
          <p:cNvPr id="4" name="Text 8">
            <a:extLst>
              <a:ext uri="{FF2B5EF4-FFF2-40B4-BE49-F238E27FC236}">
                <a16:creationId xmlns:a16="http://schemas.microsoft.com/office/drawing/2014/main" id="{0C8D31E3-A6E3-14C8-897A-E9538B4B05CD}"/>
              </a:ext>
            </a:extLst>
          </p:cNvPr>
          <p:cNvSpPr txBox="1"/>
          <p:nvPr/>
        </p:nvSpPr>
        <p:spPr>
          <a:xfrm>
            <a:off x="457200" y="1047902"/>
            <a:ext cx="9298847" cy="228600"/>
          </a:xfrm>
          <a:prstGeom prst="rect">
            <a:avLst/>
          </a:prstGeom>
          <a:noFill/>
          <a:ln/>
        </p:spPr>
        <p:txBody>
          <a:bodyPr wrap="none" lIns="0" tIns="0" rIns="0" bIns="0" rtlCol="0" anchor="t"/>
          <a:lstStyle/>
          <a:p>
            <a:r>
              <a:rPr lang="ja-JP" altLang="en-US" sz="1400" dirty="0">
                <a:solidFill>
                  <a:srgbClr val="404040"/>
                </a:solidFill>
                <a:latin typeface="+mj-ea"/>
                <a:ea typeface="+mj-ea"/>
              </a:rPr>
              <a:t>プロンプトを作って入れてみましょう。</a:t>
            </a:r>
          </a:p>
          <a:p>
            <a:r>
              <a:rPr lang="ja-JP" altLang="en-US" sz="1400" dirty="0">
                <a:solidFill>
                  <a:srgbClr val="404040"/>
                </a:solidFill>
                <a:latin typeface="+mj-ea"/>
                <a:ea typeface="+mj-ea"/>
              </a:rPr>
              <a:t>その後、チーム内でどのような結果が出たか話し合ってみましょう。</a:t>
            </a:r>
          </a:p>
          <a:p>
            <a:endParaRPr lang="ja-JP" altLang="en-US" sz="1400" dirty="0">
              <a:solidFill>
                <a:srgbClr val="404040"/>
              </a:solidFill>
              <a:latin typeface="+mj-ea"/>
              <a:ea typeface="+mj-ea"/>
            </a:endParaRPr>
          </a:p>
          <a:p>
            <a:r>
              <a:rPr lang="ja-JP" altLang="en-US" sz="1400" dirty="0">
                <a:solidFill>
                  <a:srgbClr val="404040"/>
                </a:solidFill>
                <a:latin typeface="+mj-ea"/>
                <a:ea typeface="+mj-ea"/>
              </a:rPr>
              <a:t>＜背景＞</a:t>
            </a:r>
          </a:p>
          <a:p>
            <a:r>
              <a:rPr lang="en-US" altLang="ja-JP" sz="1400" dirty="0">
                <a:solidFill>
                  <a:srgbClr val="404040"/>
                </a:solidFill>
                <a:latin typeface="+mj-ea"/>
                <a:ea typeface="+mj-ea"/>
              </a:rPr>
              <a:t>Kotlin</a:t>
            </a:r>
            <a:r>
              <a:rPr lang="ja-JP" altLang="en-US" sz="1400" dirty="0">
                <a:solidFill>
                  <a:srgbClr val="404040"/>
                </a:solidFill>
                <a:latin typeface="+mj-ea"/>
                <a:ea typeface="+mj-ea"/>
              </a:rPr>
              <a:t>という言語が流行りらしいから、これを使ってプログラミングの勉強をしたい。</a:t>
            </a:r>
          </a:p>
        </p:txBody>
      </p:sp>
    </p:spTree>
    <p:extLst>
      <p:ext uri="{BB962C8B-B14F-4D97-AF65-F5344CB8AC3E}">
        <p14:creationId xmlns:p14="http://schemas.microsoft.com/office/powerpoint/2010/main" val="22022827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B53E1-FDC2-2FD1-9019-6F1AEBF18BF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D9E6FEA-A50E-E6C7-FD16-B91AEA1C9210}"/>
              </a:ext>
            </a:extLst>
          </p:cNvPr>
          <p:cNvSpPr>
            <a:spLocks noGrp="1"/>
          </p:cNvSpPr>
          <p:nvPr>
            <p:ph type="title"/>
          </p:nvPr>
        </p:nvSpPr>
        <p:spPr/>
        <p:txBody>
          <a:bodyPr>
            <a:normAutofit/>
          </a:bodyPr>
          <a:lstStyle/>
          <a:p>
            <a:r>
              <a:rPr lang="en-US" altLang="ja-JP" dirty="0"/>
              <a:t>5-6. </a:t>
            </a:r>
            <a:r>
              <a:rPr lang="ja-JP" altLang="en-US" dirty="0"/>
              <a:t>例②：</a:t>
            </a:r>
            <a:r>
              <a:rPr lang="en-US" altLang="ja-JP" dirty="0"/>
              <a:t>100</a:t>
            </a:r>
            <a:r>
              <a:rPr lang="ja-JP" altLang="en-US" dirty="0"/>
              <a:t>本ノックを作ってみる</a:t>
            </a:r>
          </a:p>
        </p:txBody>
      </p:sp>
      <p:sp>
        <p:nvSpPr>
          <p:cNvPr id="4" name="Text 8">
            <a:extLst>
              <a:ext uri="{FF2B5EF4-FFF2-40B4-BE49-F238E27FC236}">
                <a16:creationId xmlns:a16="http://schemas.microsoft.com/office/drawing/2014/main" id="{65412AD5-FE41-1FF6-ACE6-3588B3AFAF8F}"/>
              </a:ext>
            </a:extLst>
          </p:cNvPr>
          <p:cNvSpPr txBox="1"/>
          <p:nvPr/>
        </p:nvSpPr>
        <p:spPr>
          <a:xfrm>
            <a:off x="457200" y="1047902"/>
            <a:ext cx="9298847" cy="228600"/>
          </a:xfrm>
          <a:prstGeom prst="rect">
            <a:avLst/>
          </a:prstGeom>
          <a:noFill/>
          <a:ln/>
        </p:spPr>
        <p:txBody>
          <a:bodyPr wrap="none" lIns="0" tIns="0" rIns="0" bIns="0" rtlCol="0" anchor="t"/>
          <a:lstStyle/>
          <a:p>
            <a:r>
              <a:rPr lang="ja-JP" altLang="en-US" sz="1400" dirty="0">
                <a:solidFill>
                  <a:srgbClr val="404040"/>
                </a:solidFill>
                <a:latin typeface="+mj-ea"/>
                <a:ea typeface="+mj-ea"/>
              </a:rPr>
              <a:t>＜プロンプト例＞</a:t>
            </a:r>
          </a:p>
          <a:p>
            <a:r>
              <a:rPr lang="en-US" altLang="ja-JP" sz="1400" dirty="0" err="1">
                <a:solidFill>
                  <a:srgbClr val="404040"/>
                </a:solidFill>
                <a:latin typeface="+mj-ea"/>
                <a:ea typeface="+mj-ea"/>
              </a:rPr>
              <a:t>kotlin</a:t>
            </a:r>
            <a:r>
              <a:rPr lang="ja-JP" altLang="en-US" sz="1400" dirty="0">
                <a:solidFill>
                  <a:srgbClr val="404040"/>
                </a:solidFill>
                <a:latin typeface="+mj-ea"/>
                <a:ea typeface="+mj-ea"/>
              </a:rPr>
              <a:t>初学者学習用の</a:t>
            </a:r>
            <a:r>
              <a:rPr lang="en-US" altLang="ja-JP" sz="1400" dirty="0">
                <a:solidFill>
                  <a:srgbClr val="404040"/>
                </a:solidFill>
                <a:latin typeface="+mj-ea"/>
                <a:ea typeface="+mj-ea"/>
              </a:rPr>
              <a:t>100</a:t>
            </a:r>
            <a:r>
              <a:rPr lang="ja-JP" altLang="en-US" sz="1400" dirty="0">
                <a:solidFill>
                  <a:srgbClr val="404040"/>
                </a:solidFill>
                <a:latin typeface="+mj-ea"/>
                <a:ea typeface="+mj-ea"/>
              </a:rPr>
              <a:t>本ノックを作りたい。</a:t>
            </a:r>
          </a:p>
          <a:p>
            <a:r>
              <a:rPr lang="ja-JP" altLang="en-US" sz="1400" dirty="0">
                <a:solidFill>
                  <a:srgbClr val="404040"/>
                </a:solidFill>
                <a:latin typeface="+mj-ea"/>
                <a:ea typeface="+mj-ea"/>
              </a:rPr>
              <a:t>それぞれに関して、明確なゴールが分かるようにしてほしい。特にゴールが抽象的だと、分かりづらいので、しっかりと説明文を作るように。</a:t>
            </a:r>
          </a:p>
          <a:p>
            <a:r>
              <a:rPr lang="ja-JP" altLang="en-US" sz="1400" dirty="0">
                <a:solidFill>
                  <a:srgbClr val="404040"/>
                </a:solidFill>
                <a:latin typeface="+mj-ea"/>
                <a:ea typeface="+mj-ea"/>
              </a:rPr>
              <a:t>また、遊び心を加えたいので、触ってて楽しくなるような</a:t>
            </a:r>
            <a:r>
              <a:rPr lang="en-US" altLang="ja-JP" sz="1400" dirty="0">
                <a:solidFill>
                  <a:srgbClr val="404040"/>
                </a:solidFill>
                <a:latin typeface="+mj-ea"/>
                <a:ea typeface="+mj-ea"/>
              </a:rPr>
              <a:t>100</a:t>
            </a:r>
            <a:r>
              <a:rPr lang="ja-JP" altLang="en-US" sz="1400" dirty="0">
                <a:solidFill>
                  <a:srgbClr val="404040"/>
                </a:solidFill>
                <a:latin typeface="+mj-ea"/>
                <a:ea typeface="+mj-ea"/>
              </a:rPr>
              <a:t>本ノックをお願いしたい。</a:t>
            </a:r>
          </a:p>
          <a:p>
            <a:endParaRPr lang="en-US" altLang="ja-JP" sz="1400" dirty="0">
              <a:solidFill>
                <a:srgbClr val="404040"/>
              </a:solidFill>
              <a:latin typeface="+mj-ea"/>
              <a:ea typeface="+mj-ea"/>
            </a:endParaRPr>
          </a:p>
          <a:p>
            <a:r>
              <a:rPr lang="en-US" altLang="ja-JP" sz="1400" dirty="0">
                <a:solidFill>
                  <a:srgbClr val="404040"/>
                </a:solidFill>
                <a:latin typeface="+mj-ea"/>
                <a:ea typeface="+mj-ea"/>
              </a:rPr>
              <a:t>100</a:t>
            </a:r>
            <a:r>
              <a:rPr lang="ja-JP" altLang="en-US" sz="1400" dirty="0">
                <a:solidFill>
                  <a:srgbClr val="404040"/>
                </a:solidFill>
                <a:latin typeface="+mj-ea"/>
                <a:ea typeface="+mj-ea"/>
              </a:rPr>
              <a:t>本ノックを楽しく学習できるよう、</a:t>
            </a:r>
            <a:r>
              <a:rPr lang="en-US" altLang="ja-JP" sz="1400" dirty="0">
                <a:solidFill>
                  <a:srgbClr val="404040"/>
                </a:solidFill>
                <a:latin typeface="+mj-ea"/>
                <a:ea typeface="+mj-ea"/>
              </a:rPr>
              <a:t>canvas</a:t>
            </a:r>
            <a:r>
              <a:rPr lang="ja-JP" altLang="en-US" sz="1400" dirty="0">
                <a:solidFill>
                  <a:srgbClr val="404040"/>
                </a:solidFill>
                <a:latin typeface="+mj-ea"/>
                <a:ea typeface="+mj-ea"/>
              </a:rPr>
              <a:t>で動く簡単な</a:t>
            </a:r>
            <a:r>
              <a:rPr lang="en-US" altLang="ja-JP" sz="1400" dirty="0">
                <a:solidFill>
                  <a:srgbClr val="404040"/>
                </a:solidFill>
                <a:latin typeface="+mj-ea"/>
                <a:ea typeface="+mj-ea"/>
              </a:rPr>
              <a:t>WEB</a:t>
            </a:r>
            <a:r>
              <a:rPr lang="ja-JP" altLang="en-US" sz="1400" dirty="0">
                <a:solidFill>
                  <a:srgbClr val="404040"/>
                </a:solidFill>
                <a:latin typeface="+mj-ea"/>
                <a:ea typeface="+mj-ea"/>
              </a:rPr>
              <a:t>アプリとして作って。</a:t>
            </a:r>
          </a:p>
        </p:txBody>
      </p:sp>
    </p:spTree>
    <p:extLst>
      <p:ext uri="{BB962C8B-B14F-4D97-AF65-F5344CB8AC3E}">
        <p14:creationId xmlns:p14="http://schemas.microsoft.com/office/powerpoint/2010/main" val="32114559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2F58C-7566-9D33-B84E-649CEF9FADD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BF1F723-1102-928E-DF12-DDC09A255454}"/>
              </a:ext>
            </a:extLst>
          </p:cNvPr>
          <p:cNvSpPr>
            <a:spLocks noGrp="1"/>
          </p:cNvSpPr>
          <p:nvPr>
            <p:ph type="title"/>
          </p:nvPr>
        </p:nvSpPr>
        <p:spPr/>
        <p:txBody>
          <a:bodyPr>
            <a:normAutofit/>
          </a:bodyPr>
          <a:lstStyle/>
          <a:p>
            <a:r>
              <a:rPr lang="en-US" altLang="ja-JP" dirty="0"/>
              <a:t>5-7. </a:t>
            </a:r>
            <a:r>
              <a:rPr lang="ja-JP" altLang="en-US" dirty="0"/>
              <a:t>例②：</a:t>
            </a:r>
            <a:r>
              <a:rPr lang="en-US" altLang="ja-JP" dirty="0"/>
              <a:t>100</a:t>
            </a:r>
            <a:r>
              <a:rPr lang="ja-JP" altLang="en-US" dirty="0"/>
              <a:t>本ノックを作ってみる</a:t>
            </a:r>
          </a:p>
        </p:txBody>
      </p:sp>
      <p:pic>
        <p:nvPicPr>
          <p:cNvPr id="4" name="図 3">
            <a:extLst>
              <a:ext uri="{FF2B5EF4-FFF2-40B4-BE49-F238E27FC236}">
                <a16:creationId xmlns:a16="http://schemas.microsoft.com/office/drawing/2014/main" id="{FAC1354A-1211-1C58-2E54-A811B2C594AA}"/>
              </a:ext>
            </a:extLst>
          </p:cNvPr>
          <p:cNvPicPr>
            <a:picLocks noChangeAspect="1"/>
          </p:cNvPicPr>
          <p:nvPr/>
        </p:nvPicPr>
        <p:blipFill>
          <a:blip r:embed="rId2"/>
          <a:stretch>
            <a:fillRect/>
          </a:stretch>
        </p:blipFill>
        <p:spPr>
          <a:xfrm>
            <a:off x="821703" y="1480008"/>
            <a:ext cx="8212672" cy="4233664"/>
          </a:xfrm>
          <a:prstGeom prst="rect">
            <a:avLst/>
          </a:prstGeom>
        </p:spPr>
      </p:pic>
    </p:spTree>
    <p:extLst>
      <p:ext uri="{BB962C8B-B14F-4D97-AF65-F5344CB8AC3E}">
        <p14:creationId xmlns:p14="http://schemas.microsoft.com/office/powerpoint/2010/main" val="40410416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84206-8244-5EF7-ABEC-6C65215C0EB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EF24379-4B95-D1C3-042B-6062FF91B3A5}"/>
              </a:ext>
            </a:extLst>
          </p:cNvPr>
          <p:cNvSpPr>
            <a:spLocks noGrp="1"/>
          </p:cNvSpPr>
          <p:nvPr>
            <p:ph type="title"/>
          </p:nvPr>
        </p:nvSpPr>
        <p:spPr/>
        <p:txBody>
          <a:bodyPr>
            <a:normAutofit/>
          </a:bodyPr>
          <a:lstStyle/>
          <a:p>
            <a:r>
              <a:rPr lang="en-US" altLang="ja-JP" dirty="0"/>
              <a:t>5-8. </a:t>
            </a:r>
            <a:r>
              <a:rPr lang="ja-JP" altLang="en-US" dirty="0"/>
              <a:t>例②：</a:t>
            </a:r>
            <a:r>
              <a:rPr lang="en-US" altLang="ja-JP" dirty="0"/>
              <a:t>100</a:t>
            </a:r>
            <a:r>
              <a:rPr lang="ja-JP" altLang="en-US" dirty="0"/>
              <a:t>本ノックを作ってみる</a:t>
            </a:r>
          </a:p>
        </p:txBody>
      </p:sp>
      <p:pic>
        <p:nvPicPr>
          <p:cNvPr id="4" name="図 3">
            <a:extLst>
              <a:ext uri="{FF2B5EF4-FFF2-40B4-BE49-F238E27FC236}">
                <a16:creationId xmlns:a16="http://schemas.microsoft.com/office/drawing/2014/main" id="{0A08243F-904A-41EA-74F2-280306DD4140}"/>
              </a:ext>
            </a:extLst>
          </p:cNvPr>
          <p:cNvPicPr>
            <a:picLocks noChangeAspect="1"/>
          </p:cNvPicPr>
          <p:nvPr/>
        </p:nvPicPr>
        <p:blipFill>
          <a:blip r:embed="rId2"/>
          <a:stretch>
            <a:fillRect/>
          </a:stretch>
        </p:blipFill>
        <p:spPr>
          <a:xfrm>
            <a:off x="552925" y="1348033"/>
            <a:ext cx="8800150" cy="4450817"/>
          </a:xfrm>
          <a:prstGeom prst="rect">
            <a:avLst/>
          </a:prstGeom>
        </p:spPr>
      </p:pic>
    </p:spTree>
    <p:extLst>
      <p:ext uri="{BB962C8B-B14F-4D97-AF65-F5344CB8AC3E}">
        <p14:creationId xmlns:p14="http://schemas.microsoft.com/office/powerpoint/2010/main" val="152900531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D5A80-BFFB-55BC-D696-619A659E170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99A635C-EB0B-E909-F56D-7F35E58515CD}"/>
              </a:ext>
            </a:extLst>
          </p:cNvPr>
          <p:cNvSpPr>
            <a:spLocks noGrp="1"/>
          </p:cNvSpPr>
          <p:nvPr>
            <p:ph type="title"/>
          </p:nvPr>
        </p:nvSpPr>
        <p:spPr/>
        <p:txBody>
          <a:bodyPr>
            <a:normAutofit/>
          </a:bodyPr>
          <a:lstStyle/>
          <a:p>
            <a:r>
              <a:rPr lang="en-US" altLang="ja-JP" dirty="0"/>
              <a:t>5-9. </a:t>
            </a:r>
            <a:r>
              <a:rPr lang="ja-JP" altLang="en-US" dirty="0"/>
              <a:t>例②：</a:t>
            </a:r>
            <a:r>
              <a:rPr lang="en-US" altLang="ja-JP" dirty="0"/>
              <a:t>100</a:t>
            </a:r>
            <a:r>
              <a:rPr lang="ja-JP" altLang="en-US" dirty="0"/>
              <a:t>本ノックを作ってみる</a:t>
            </a:r>
          </a:p>
        </p:txBody>
      </p:sp>
      <p:pic>
        <p:nvPicPr>
          <p:cNvPr id="5" name="図 4">
            <a:extLst>
              <a:ext uri="{FF2B5EF4-FFF2-40B4-BE49-F238E27FC236}">
                <a16:creationId xmlns:a16="http://schemas.microsoft.com/office/drawing/2014/main" id="{6767EBAB-31AD-321D-9D48-D5B97A2CDE71}"/>
              </a:ext>
            </a:extLst>
          </p:cNvPr>
          <p:cNvPicPr>
            <a:picLocks noChangeAspect="1"/>
          </p:cNvPicPr>
          <p:nvPr/>
        </p:nvPicPr>
        <p:blipFill>
          <a:blip r:embed="rId2"/>
          <a:stretch>
            <a:fillRect/>
          </a:stretch>
        </p:blipFill>
        <p:spPr>
          <a:xfrm>
            <a:off x="478024" y="1498861"/>
            <a:ext cx="8949952" cy="4524097"/>
          </a:xfrm>
          <a:prstGeom prst="rect">
            <a:avLst/>
          </a:prstGeom>
        </p:spPr>
      </p:pic>
    </p:spTree>
    <p:extLst>
      <p:ext uri="{BB962C8B-B14F-4D97-AF65-F5344CB8AC3E}">
        <p14:creationId xmlns:p14="http://schemas.microsoft.com/office/powerpoint/2010/main" val="31658459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CE195-7CE7-0D74-C676-332155DF896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F959AA7-5799-0403-F9C1-0BFE957DBD3C}"/>
              </a:ext>
            </a:extLst>
          </p:cNvPr>
          <p:cNvSpPr>
            <a:spLocks noGrp="1"/>
          </p:cNvSpPr>
          <p:nvPr>
            <p:ph type="title"/>
          </p:nvPr>
        </p:nvSpPr>
        <p:spPr/>
        <p:txBody>
          <a:bodyPr>
            <a:normAutofit/>
          </a:bodyPr>
          <a:lstStyle/>
          <a:p>
            <a:r>
              <a:rPr lang="en-US" altLang="ja-JP" dirty="0"/>
              <a:t>5-10. ChatGPT </a:t>
            </a:r>
            <a:r>
              <a:rPr lang="ja-JP" altLang="en-US" dirty="0"/>
              <a:t>まとめ</a:t>
            </a:r>
          </a:p>
        </p:txBody>
      </p:sp>
      <p:sp>
        <p:nvSpPr>
          <p:cNvPr id="4" name="Text 8">
            <a:extLst>
              <a:ext uri="{FF2B5EF4-FFF2-40B4-BE49-F238E27FC236}">
                <a16:creationId xmlns:a16="http://schemas.microsoft.com/office/drawing/2014/main" id="{D1CC06D1-9AC6-185F-A2D5-B9F20698F270}"/>
              </a:ext>
            </a:extLst>
          </p:cNvPr>
          <p:cNvSpPr txBox="1"/>
          <p:nvPr/>
        </p:nvSpPr>
        <p:spPr>
          <a:xfrm>
            <a:off x="457200" y="1047902"/>
            <a:ext cx="9298847" cy="228600"/>
          </a:xfrm>
          <a:prstGeom prst="rect">
            <a:avLst/>
          </a:prstGeom>
          <a:noFill/>
          <a:ln/>
        </p:spPr>
        <p:txBody>
          <a:bodyPr wrap="none" lIns="0" tIns="0" rIns="0" bIns="0" rtlCol="0" anchor="t"/>
          <a:lstStyle/>
          <a:p>
            <a:r>
              <a:rPr lang="en-US" altLang="ja-JP" sz="1400" dirty="0">
                <a:solidFill>
                  <a:srgbClr val="404040"/>
                </a:solidFill>
                <a:latin typeface="+mj-ea"/>
                <a:ea typeface="+mj-ea"/>
              </a:rPr>
              <a:t>ChatGPT </a:t>
            </a:r>
            <a:r>
              <a:rPr lang="ja-JP" altLang="en-US" sz="1400" dirty="0">
                <a:solidFill>
                  <a:srgbClr val="404040"/>
                </a:solidFill>
                <a:latin typeface="+mj-ea"/>
                <a:ea typeface="+mj-ea"/>
              </a:rPr>
              <a:t>は、調べものを行うだけでなく、様々な用途で利用することができます。</a:t>
            </a:r>
          </a:p>
          <a:p>
            <a:r>
              <a:rPr lang="ja-JP" altLang="en-US" sz="1400" dirty="0">
                <a:solidFill>
                  <a:srgbClr val="404040"/>
                </a:solidFill>
                <a:latin typeface="+mj-ea"/>
                <a:ea typeface="+mj-ea"/>
              </a:rPr>
              <a:t>本日紹介したのは一例ですので、ぜひみなさんも、自分なりの使い方を開拓してみてください。</a:t>
            </a:r>
          </a:p>
        </p:txBody>
      </p:sp>
    </p:spTree>
    <p:extLst>
      <p:ext uri="{BB962C8B-B14F-4D97-AF65-F5344CB8AC3E}">
        <p14:creationId xmlns:p14="http://schemas.microsoft.com/office/powerpoint/2010/main" val="14492944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EE889-E641-0E39-3B00-265803272C2C}"/>
            </a:ext>
          </a:extLst>
        </p:cNvPr>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A9759BE4-4DFF-5124-19D6-2A75FA743F0E}"/>
              </a:ext>
            </a:extLst>
          </p:cNvPr>
          <p:cNvSpPr>
            <a:spLocks noGrp="1"/>
          </p:cNvSpPr>
          <p:nvPr>
            <p:ph type="body" sz="quarter" idx="11"/>
          </p:nvPr>
        </p:nvSpPr>
        <p:spPr/>
        <p:txBody>
          <a:bodyPr/>
          <a:lstStyle/>
          <a:p>
            <a:r>
              <a:rPr lang="ja-JP" altLang="en-US" dirty="0"/>
              <a:t>モジュール</a:t>
            </a:r>
            <a:r>
              <a:rPr lang="en-US" altLang="ja-JP" dirty="0"/>
              <a:t>6</a:t>
            </a:r>
            <a:r>
              <a:rPr lang="ja-JP" altLang="en-US" dirty="0"/>
              <a:t>：</a:t>
            </a:r>
            <a:endParaRPr lang="en-US" altLang="ja-JP" dirty="0"/>
          </a:p>
          <a:p>
            <a:r>
              <a:rPr lang="ja-JP" altLang="en-US" dirty="0"/>
              <a:t>ハンズオン（</a:t>
            </a:r>
            <a:r>
              <a:rPr lang="en-US" altLang="ja-JP" dirty="0"/>
              <a:t> GitHub Copilot </a:t>
            </a:r>
            <a:r>
              <a:rPr lang="ja-JP" altLang="en-US" dirty="0"/>
              <a:t>）</a:t>
            </a:r>
          </a:p>
        </p:txBody>
      </p:sp>
      <p:sp>
        <p:nvSpPr>
          <p:cNvPr id="7" name="テキスト プレースホルダー 4">
            <a:extLst>
              <a:ext uri="{FF2B5EF4-FFF2-40B4-BE49-F238E27FC236}">
                <a16:creationId xmlns:a16="http://schemas.microsoft.com/office/drawing/2014/main" id="{C6FEDED1-01B0-0F36-F748-EC734D948192}"/>
              </a:ext>
            </a:extLst>
          </p:cNvPr>
          <p:cNvSpPr txBox="1">
            <a:spLocks/>
          </p:cNvSpPr>
          <p:nvPr/>
        </p:nvSpPr>
        <p:spPr>
          <a:xfrm>
            <a:off x="7439995" y="339447"/>
            <a:ext cx="2173672" cy="524553"/>
          </a:xfrm>
          <a:prstGeom prst="rect">
            <a:avLst/>
          </a:prstGeom>
          <a:noFill/>
          <a:ln>
            <a:solidFill>
              <a:schemeClr val="bg1"/>
            </a:solidFill>
          </a:ln>
        </p:spPr>
        <p:style>
          <a:lnRef idx="2">
            <a:schemeClr val="accent2"/>
          </a:lnRef>
          <a:fillRef idx="1">
            <a:schemeClr val="lt1"/>
          </a:fillRef>
          <a:effectRef idx="0">
            <a:schemeClr val="accent2"/>
          </a:effectRef>
          <a:fontRef idx="minor">
            <a:schemeClr val="dk1"/>
          </a:fontRef>
        </p:style>
        <p:txBody>
          <a:bodyPr wrap="square" tIns="54000" bIns="54000" anchor="ctr">
            <a:spAutoFit/>
          </a:bodyPr>
          <a:lstStyle>
            <a:lvl1pPr marL="0" indent="0" algn="l" defTabSz="432000" rtl="0" eaLnBrk="0" fontAlgn="base" hangingPunct="0">
              <a:lnSpc>
                <a:spcPct val="100000"/>
              </a:lnSpc>
              <a:spcBef>
                <a:spcPts val="120"/>
              </a:spcBef>
              <a:spcAft>
                <a:spcPct val="0"/>
              </a:spcAft>
              <a:buFont typeface="+mj-lt"/>
              <a:buNone/>
              <a:defRPr kumimoji="1" sz="700" kern="1200">
                <a:solidFill>
                  <a:schemeClr val="bg1"/>
                </a:solidFill>
                <a:latin typeface="MS PGothic" charset="-128"/>
                <a:ea typeface="MS PGothic" charset="-128"/>
                <a:cs typeface="MS PGothic" charset="-128"/>
              </a:defRPr>
            </a:lvl1pPr>
            <a:lvl2pPr marL="910099" indent="-300543" algn="l" defTabSz="609555" rtl="0" eaLnBrk="1" fontAlgn="base" hangingPunct="1">
              <a:spcBef>
                <a:spcPct val="20000"/>
              </a:spcBef>
              <a:spcAft>
                <a:spcPct val="0"/>
              </a:spcAft>
              <a:buFont typeface="Arial" pitchFamily="34" charset="0"/>
              <a:buChar char="–"/>
              <a:defRPr kumimoji="1" sz="2667" kern="1200">
                <a:solidFill>
                  <a:schemeClr val="tx1"/>
                </a:solidFill>
                <a:latin typeface="Arial"/>
                <a:ea typeface="+mn-ea"/>
                <a:cs typeface="Arial"/>
              </a:defRPr>
            </a:lvl2pPr>
            <a:lvl3pPr marL="1454042" indent="-234933" algn="l" defTabSz="609555" rtl="0" eaLnBrk="1" fontAlgn="base" hangingPunct="1">
              <a:spcBef>
                <a:spcPct val="20000"/>
              </a:spcBef>
              <a:spcAft>
                <a:spcPct val="0"/>
              </a:spcAft>
              <a:buFont typeface="Arial" pitchFamily="34" charset="0"/>
              <a:buChar char="•"/>
              <a:defRPr kumimoji="1" sz="2667" kern="1200">
                <a:solidFill>
                  <a:schemeClr val="tx1"/>
                </a:solidFill>
                <a:latin typeface="Arial"/>
                <a:ea typeface="+mn-ea"/>
                <a:cs typeface="Arial"/>
              </a:defRPr>
            </a:lvl3pPr>
            <a:lvl4pPr marL="2059363" indent="-230701" algn="l" defTabSz="609555" rtl="0" eaLnBrk="1" fontAlgn="base" hangingPunct="1">
              <a:spcBef>
                <a:spcPct val="20000"/>
              </a:spcBef>
              <a:spcAft>
                <a:spcPct val="0"/>
              </a:spcAft>
              <a:buFont typeface="Arial" pitchFamily="34" charset="0"/>
              <a:buChar char="–"/>
              <a:defRPr kumimoji="1" sz="2667" kern="1200">
                <a:solidFill>
                  <a:schemeClr val="tx1"/>
                </a:solidFill>
                <a:latin typeface="Arial"/>
                <a:ea typeface="+mn-ea"/>
                <a:cs typeface="Arial"/>
              </a:defRPr>
            </a:lvl4pPr>
            <a:lvl5pPr marL="2666800" indent="-228584" algn="l" defTabSz="609555" rtl="0" eaLnBrk="1" fontAlgn="base" hangingPunct="1">
              <a:spcBef>
                <a:spcPct val="20000"/>
              </a:spcBef>
              <a:spcAft>
                <a:spcPct val="0"/>
              </a:spcAft>
              <a:buFont typeface="Arial" pitchFamily="34" charset="0"/>
              <a:buChar char="»"/>
              <a:defRPr kumimoji="1" sz="2667" kern="1200">
                <a:solidFill>
                  <a:schemeClr val="tx1"/>
                </a:solidFill>
                <a:latin typeface="Arial"/>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sz="900" dirty="0">
                <a:latin typeface="Meiryo UI" panose="020B0604030504040204" pitchFamily="50" charset="-128"/>
                <a:ea typeface="Meiryo UI" panose="020B0604030504040204" pitchFamily="50" charset="-128"/>
                <a:cs typeface="HGPGothicE" charset="-128"/>
              </a:rPr>
              <a:t>情 報 種 別 ： 秘密（関係者限り）</a:t>
            </a:r>
            <a:br>
              <a:rPr lang="en-US" altLang="ja-JP" sz="900" dirty="0">
                <a:latin typeface="Meiryo UI" panose="020B0604030504040204" pitchFamily="50" charset="-128"/>
                <a:ea typeface="Meiryo UI" panose="020B0604030504040204" pitchFamily="50" charset="-128"/>
                <a:cs typeface="HGPGothicE" charset="-128"/>
              </a:rPr>
            </a:br>
            <a:r>
              <a:rPr lang="ja-JP" altLang="en-US" sz="900" dirty="0">
                <a:latin typeface="Meiryo UI" panose="020B0604030504040204" pitchFamily="50" charset="-128"/>
                <a:ea typeface="Meiryo UI" panose="020B0604030504040204" pitchFamily="50" charset="-128"/>
                <a:cs typeface="HGPGothicE" charset="-128"/>
              </a:rPr>
              <a:t>会　 社　 名 ： </a:t>
            </a:r>
            <a:r>
              <a:rPr lang="en-US" altLang="ja-JP" sz="900" dirty="0">
                <a:latin typeface="Meiryo UI" panose="020B0604030504040204" pitchFamily="50" charset="-128"/>
                <a:ea typeface="Meiryo UI" panose="020B0604030504040204" pitchFamily="50" charset="-128"/>
                <a:cs typeface="HGPGothicE" charset="-128"/>
              </a:rPr>
              <a:t>NTT</a:t>
            </a:r>
            <a:r>
              <a:rPr lang="ja-JP" altLang="en-US" sz="900" dirty="0">
                <a:latin typeface="Meiryo UI" panose="020B0604030504040204" pitchFamily="50" charset="-128"/>
                <a:ea typeface="Meiryo UI" panose="020B0604030504040204" pitchFamily="50" charset="-128"/>
                <a:cs typeface="HGPGothicE" charset="-128"/>
              </a:rPr>
              <a:t>データユニバーシティ</a:t>
            </a:r>
            <a:br>
              <a:rPr lang="en-US" altLang="ja-JP" sz="900" dirty="0">
                <a:latin typeface="Meiryo UI" panose="020B0604030504040204" pitchFamily="50" charset="-128"/>
                <a:ea typeface="Meiryo UI" panose="020B0604030504040204" pitchFamily="50" charset="-128"/>
                <a:cs typeface="HGPGothicE" charset="-128"/>
              </a:rPr>
            </a:br>
            <a:r>
              <a:rPr lang="ja-JP" altLang="en-US" sz="900" dirty="0">
                <a:latin typeface="Meiryo UI" panose="020B0604030504040204" pitchFamily="50" charset="-128"/>
                <a:ea typeface="Meiryo UI" panose="020B0604030504040204" pitchFamily="50" charset="-128"/>
                <a:cs typeface="HGPGothicE" charset="-128"/>
              </a:rPr>
              <a:t>情報所有者 ： サービスディベロップメント部</a:t>
            </a:r>
          </a:p>
        </p:txBody>
      </p:sp>
    </p:spTree>
    <p:extLst>
      <p:ext uri="{BB962C8B-B14F-4D97-AF65-F5344CB8AC3E}">
        <p14:creationId xmlns:p14="http://schemas.microsoft.com/office/powerpoint/2010/main" val="154951115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BA54C-2EE6-9A91-D7ED-DE77B868726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AFC2312-3861-783E-0048-5A137F62E0BB}"/>
              </a:ext>
            </a:extLst>
          </p:cNvPr>
          <p:cNvSpPr>
            <a:spLocks noGrp="1"/>
          </p:cNvSpPr>
          <p:nvPr>
            <p:ph type="title"/>
          </p:nvPr>
        </p:nvSpPr>
        <p:spPr/>
        <p:txBody>
          <a:bodyPr>
            <a:normAutofit/>
          </a:bodyPr>
          <a:lstStyle/>
          <a:p>
            <a:r>
              <a:rPr lang="en-US" altLang="ja-JP" dirty="0"/>
              <a:t>6-1.</a:t>
            </a:r>
            <a:r>
              <a:rPr lang="ja-JP" altLang="en-US" dirty="0"/>
              <a:t> </a:t>
            </a:r>
            <a:r>
              <a:rPr lang="en-US" altLang="ja-JP" dirty="0"/>
              <a:t>Visual Studio Code </a:t>
            </a:r>
            <a:r>
              <a:rPr lang="ja-JP" altLang="en-US" dirty="0"/>
              <a:t>を開く</a:t>
            </a:r>
          </a:p>
        </p:txBody>
      </p:sp>
      <p:pic>
        <p:nvPicPr>
          <p:cNvPr id="4" name="図 3">
            <a:extLst>
              <a:ext uri="{FF2B5EF4-FFF2-40B4-BE49-F238E27FC236}">
                <a16:creationId xmlns:a16="http://schemas.microsoft.com/office/drawing/2014/main" id="{55D98C09-22D2-DD90-7BB9-B4504AC05C05}"/>
              </a:ext>
            </a:extLst>
          </p:cNvPr>
          <p:cNvPicPr>
            <a:picLocks noChangeAspect="1"/>
          </p:cNvPicPr>
          <p:nvPr/>
        </p:nvPicPr>
        <p:blipFill>
          <a:blip r:embed="rId2"/>
          <a:stretch>
            <a:fillRect/>
          </a:stretch>
        </p:blipFill>
        <p:spPr>
          <a:xfrm>
            <a:off x="914694" y="1070835"/>
            <a:ext cx="8074661" cy="5367315"/>
          </a:xfrm>
          <a:prstGeom prst="rect">
            <a:avLst/>
          </a:prstGeom>
        </p:spPr>
      </p:pic>
      <p:sp>
        <p:nvSpPr>
          <p:cNvPr id="6" name="正方形/長方形 5">
            <a:extLst>
              <a:ext uri="{FF2B5EF4-FFF2-40B4-BE49-F238E27FC236}">
                <a16:creationId xmlns:a16="http://schemas.microsoft.com/office/drawing/2014/main" id="{BA42FE47-0D56-F2CA-4F21-ACAA7795208C}"/>
              </a:ext>
            </a:extLst>
          </p:cNvPr>
          <p:cNvSpPr/>
          <p:nvPr/>
        </p:nvSpPr>
        <p:spPr>
          <a:xfrm>
            <a:off x="8028083" y="6193262"/>
            <a:ext cx="584200" cy="329938"/>
          </a:xfrm>
          <a:prstGeom prst="rect">
            <a:avLst/>
          </a:prstGeom>
          <a:noFill/>
          <a:ln w="76200">
            <a:solidFill>
              <a:srgbClr val="FF0000"/>
            </a:solidFill>
          </a:ln>
        </p:spPr>
        <p:txBody>
          <a:bodyPr rtlCol="0" anchor="ctr">
            <a:noAutofit/>
          </a:bodyPr>
          <a:lstStyle/>
          <a:p>
            <a:pPr algn="ctr">
              <a:spcAft>
                <a:spcPts val="0"/>
              </a:spcAft>
            </a:pPr>
            <a:endParaRPr kumimoji="1" lang="ja-JP" altLang="en-US" sz="4000" dirty="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8" name="吹き出し: 角を丸めた四角形 7">
            <a:extLst>
              <a:ext uri="{FF2B5EF4-FFF2-40B4-BE49-F238E27FC236}">
                <a16:creationId xmlns:a16="http://schemas.microsoft.com/office/drawing/2014/main" id="{0E1F4F68-F446-8AA6-B04E-92A56E81E6E5}"/>
              </a:ext>
            </a:extLst>
          </p:cNvPr>
          <p:cNvSpPr/>
          <p:nvPr/>
        </p:nvSpPr>
        <p:spPr>
          <a:xfrm>
            <a:off x="5454315" y="4459810"/>
            <a:ext cx="3619559" cy="1257300"/>
          </a:xfrm>
          <a:prstGeom prst="wedgeRoundRectCallout">
            <a:avLst>
              <a:gd name="adj1" fmla="val 28672"/>
              <a:gd name="adj2" fmla="val 85806"/>
              <a:gd name="adj3" fmla="val 16667"/>
            </a:avLst>
          </a:prstGeom>
          <a:solidFill>
            <a:schemeClr val="accent4"/>
          </a:solidFill>
          <a:ln w="3175">
            <a:solidFill>
              <a:schemeClr val="tx1"/>
            </a:solidFill>
          </a:ln>
        </p:spPr>
        <p:txBody>
          <a:bodyPr rtlCol="0" anchor="ctr">
            <a:noAutofit/>
          </a:bodyPr>
          <a:lstStyle/>
          <a:p>
            <a:pPr algn="ctr">
              <a:spcAft>
                <a:spcPts val="0"/>
              </a:spcAft>
            </a:pPr>
            <a:r>
              <a:rPr lang="en-US" altLang="ja-JP" dirty="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rPr>
              <a:t>G</a:t>
            </a:r>
            <a:r>
              <a:rPr kumimoji="1" lang="en-US" altLang="ja-JP" dirty="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rPr>
              <a:t>itHub copilot </a:t>
            </a:r>
            <a:r>
              <a:rPr kumimoji="1" lang="ja-JP" altLang="en-US" dirty="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rPr>
              <a:t>が動作している</a:t>
            </a:r>
          </a:p>
        </p:txBody>
      </p:sp>
    </p:spTree>
    <p:extLst>
      <p:ext uri="{BB962C8B-B14F-4D97-AF65-F5344CB8AC3E}">
        <p14:creationId xmlns:p14="http://schemas.microsoft.com/office/powerpoint/2010/main" val="37866971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C4D28-6DED-3BE6-D129-28E87625DA1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D0064D2-930C-AE5E-87D8-21965E849122}"/>
              </a:ext>
            </a:extLst>
          </p:cNvPr>
          <p:cNvSpPr>
            <a:spLocks noGrp="1"/>
          </p:cNvSpPr>
          <p:nvPr>
            <p:ph type="title"/>
          </p:nvPr>
        </p:nvSpPr>
        <p:spPr/>
        <p:txBody>
          <a:bodyPr>
            <a:normAutofit/>
          </a:bodyPr>
          <a:lstStyle/>
          <a:p>
            <a:r>
              <a:rPr lang="en-US" altLang="ja-JP" dirty="0"/>
              <a:t>6-2.</a:t>
            </a:r>
            <a:r>
              <a:rPr lang="ja-JP" altLang="en-US" dirty="0"/>
              <a:t> コード補完機能</a:t>
            </a:r>
          </a:p>
        </p:txBody>
      </p:sp>
      <p:sp>
        <p:nvSpPr>
          <p:cNvPr id="5" name="テキスト プレースホルダー 2">
            <a:extLst>
              <a:ext uri="{FF2B5EF4-FFF2-40B4-BE49-F238E27FC236}">
                <a16:creationId xmlns:a16="http://schemas.microsoft.com/office/drawing/2014/main" id="{D61AD23E-91A9-A302-48FA-C933CAE690C3}"/>
              </a:ext>
            </a:extLst>
          </p:cNvPr>
          <p:cNvSpPr txBox="1">
            <a:spLocks/>
          </p:cNvSpPr>
          <p:nvPr/>
        </p:nvSpPr>
        <p:spPr>
          <a:xfrm>
            <a:off x="6174314" y="5499157"/>
            <a:ext cx="2702760" cy="283857"/>
          </a:xfrm>
          <a:prstGeom prst="rect">
            <a:avLst/>
          </a:prstGeom>
        </p:spPr>
        <p:txBody>
          <a:bodyPr vert="horz" lIns="91440" tIns="45720" rIns="91440" bIns="45720" rtlCol="0">
            <a:normAutofit fontScale="92500"/>
          </a:bodyPr>
          <a:lstStyle>
            <a:lvl1pPr marL="0" indent="0" algn="l" defTabSz="914400" rtl="0" eaLnBrk="1" latinLnBrk="0" hangingPunct="1">
              <a:lnSpc>
                <a:spcPct val="90000"/>
              </a:lnSpc>
              <a:spcBef>
                <a:spcPts val="1000"/>
              </a:spcBef>
              <a:buFont typeface="Arial" panose="020B0604020202020204" pitchFamily="34" charset="0"/>
              <a:buNone/>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sz="14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コメントからソースコードを生成する例</a:t>
            </a:r>
            <a:endParaRPr kumimoji="1" lang="en-US" altLang="ja-JP" sz="14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pic>
        <p:nvPicPr>
          <p:cNvPr id="9" name="図 8">
            <a:extLst>
              <a:ext uri="{FF2B5EF4-FFF2-40B4-BE49-F238E27FC236}">
                <a16:creationId xmlns:a16="http://schemas.microsoft.com/office/drawing/2014/main" id="{D1EC34BA-8043-8F90-D0AD-856E7CA84743}"/>
              </a:ext>
            </a:extLst>
          </p:cNvPr>
          <p:cNvPicPr>
            <a:picLocks noChangeAspect="1"/>
          </p:cNvPicPr>
          <p:nvPr/>
        </p:nvPicPr>
        <p:blipFill>
          <a:blip r:embed="rId2"/>
          <a:stretch>
            <a:fillRect/>
          </a:stretch>
        </p:blipFill>
        <p:spPr>
          <a:xfrm>
            <a:off x="5634741" y="1399754"/>
            <a:ext cx="3968034" cy="4058491"/>
          </a:xfrm>
          <a:prstGeom prst="rect">
            <a:avLst/>
          </a:prstGeom>
        </p:spPr>
      </p:pic>
      <p:sp>
        <p:nvSpPr>
          <p:cNvPr id="11" name="正方形/長方形 10">
            <a:extLst>
              <a:ext uri="{FF2B5EF4-FFF2-40B4-BE49-F238E27FC236}">
                <a16:creationId xmlns:a16="http://schemas.microsoft.com/office/drawing/2014/main" id="{30959389-B6EC-09B2-EE81-F11A134376F2}"/>
              </a:ext>
            </a:extLst>
          </p:cNvPr>
          <p:cNvSpPr/>
          <p:nvPr/>
        </p:nvSpPr>
        <p:spPr>
          <a:xfrm>
            <a:off x="5683726" y="1945804"/>
            <a:ext cx="3898909" cy="348794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50" charset="-128"/>
              <a:cs typeface="+mn-cs"/>
            </a:endParaRPr>
          </a:p>
        </p:txBody>
      </p:sp>
      <p:sp>
        <p:nvSpPr>
          <p:cNvPr id="13" name="Text 8">
            <a:extLst>
              <a:ext uri="{FF2B5EF4-FFF2-40B4-BE49-F238E27FC236}">
                <a16:creationId xmlns:a16="http://schemas.microsoft.com/office/drawing/2014/main" id="{0A02F363-1205-08C6-DFCC-4E457E453667}"/>
              </a:ext>
            </a:extLst>
          </p:cNvPr>
          <p:cNvSpPr txBox="1"/>
          <p:nvPr/>
        </p:nvSpPr>
        <p:spPr>
          <a:xfrm>
            <a:off x="457200" y="1047902"/>
            <a:ext cx="9298847" cy="228600"/>
          </a:xfrm>
          <a:prstGeom prst="rect">
            <a:avLst/>
          </a:prstGeom>
          <a:noFill/>
          <a:ln/>
        </p:spPr>
        <p:txBody>
          <a:bodyPr wrap="none" lIns="0" tIns="0" rIns="0" bIns="0" rtlCol="0" anchor="t"/>
          <a:lstStyle/>
          <a:p>
            <a:r>
              <a:rPr lang="ja-JP" altLang="en-US" sz="1400" dirty="0">
                <a:solidFill>
                  <a:srgbClr val="404040"/>
                </a:solidFill>
                <a:latin typeface="+mj-ea"/>
                <a:ea typeface="+mj-ea"/>
              </a:rPr>
              <a:t>■ソースコードの提案</a:t>
            </a:r>
          </a:p>
          <a:p>
            <a:endParaRPr lang="en-US" altLang="ja-JP" sz="1400" dirty="0">
              <a:solidFill>
                <a:srgbClr val="404040"/>
              </a:solidFill>
              <a:latin typeface="+mj-ea"/>
              <a:ea typeface="+mj-ea"/>
            </a:endParaRPr>
          </a:p>
          <a:p>
            <a:r>
              <a:rPr lang="ja-JP" altLang="en-US" sz="1400" dirty="0">
                <a:solidFill>
                  <a:srgbClr val="404040"/>
                </a:solidFill>
                <a:latin typeface="+mj-ea"/>
                <a:ea typeface="+mj-ea"/>
              </a:rPr>
              <a:t>　</a:t>
            </a:r>
            <a:r>
              <a:rPr lang="en-US" altLang="ja-JP" sz="1400" dirty="0">
                <a:solidFill>
                  <a:srgbClr val="404040"/>
                </a:solidFill>
                <a:latin typeface="+mj-ea"/>
                <a:ea typeface="+mj-ea"/>
              </a:rPr>
              <a:t>GitHub Copilot</a:t>
            </a:r>
            <a:r>
              <a:rPr lang="ja-JP" altLang="en-US" sz="1400" dirty="0">
                <a:solidFill>
                  <a:srgbClr val="404040"/>
                </a:solidFill>
                <a:latin typeface="+mj-ea"/>
                <a:ea typeface="+mj-ea"/>
              </a:rPr>
              <a:t>にはユーザが書こうとするソースコードを自動で</a:t>
            </a:r>
            <a:endParaRPr lang="en-US" altLang="ja-JP" sz="1400" dirty="0">
              <a:solidFill>
                <a:srgbClr val="404040"/>
              </a:solidFill>
              <a:latin typeface="+mj-ea"/>
              <a:ea typeface="+mj-ea"/>
            </a:endParaRPr>
          </a:p>
          <a:p>
            <a:r>
              <a:rPr lang="ja-JP" altLang="en-US" sz="1400" dirty="0">
                <a:solidFill>
                  <a:srgbClr val="404040"/>
                </a:solidFill>
                <a:latin typeface="+mj-ea"/>
                <a:ea typeface="+mj-ea"/>
              </a:rPr>
              <a:t>　補完する機能がある。</a:t>
            </a:r>
          </a:p>
          <a:p>
            <a:endParaRPr lang="en-US" altLang="ja-JP" sz="1400" dirty="0">
              <a:solidFill>
                <a:srgbClr val="404040"/>
              </a:solidFill>
              <a:latin typeface="+mj-ea"/>
              <a:ea typeface="+mj-ea"/>
            </a:endParaRPr>
          </a:p>
          <a:p>
            <a:r>
              <a:rPr lang="ja-JP" altLang="en-US" sz="1400" dirty="0">
                <a:solidFill>
                  <a:srgbClr val="404040"/>
                </a:solidFill>
                <a:latin typeface="+mj-ea"/>
                <a:ea typeface="+mj-ea"/>
              </a:rPr>
              <a:t>　・ コメントや関数の宣言を記載するだけで記載に合った</a:t>
            </a:r>
          </a:p>
          <a:p>
            <a:r>
              <a:rPr lang="ja-JP" altLang="en-US" sz="1400" dirty="0">
                <a:solidFill>
                  <a:srgbClr val="404040"/>
                </a:solidFill>
                <a:latin typeface="+mj-ea"/>
                <a:ea typeface="+mj-ea"/>
              </a:rPr>
              <a:t>　　 ソースコードを提案してくれる。</a:t>
            </a:r>
          </a:p>
          <a:p>
            <a:endParaRPr lang="en-US" altLang="ja-JP" sz="1400" dirty="0">
              <a:solidFill>
                <a:srgbClr val="404040"/>
              </a:solidFill>
              <a:latin typeface="+mj-ea"/>
              <a:ea typeface="+mj-ea"/>
            </a:endParaRPr>
          </a:p>
          <a:p>
            <a:r>
              <a:rPr lang="ja-JP" altLang="en-US" sz="1400" dirty="0">
                <a:solidFill>
                  <a:srgbClr val="404040"/>
                </a:solidFill>
                <a:latin typeface="+mj-ea"/>
                <a:ea typeface="+mj-ea"/>
              </a:rPr>
              <a:t>  ・ 途中まで書いたソースコードから続きのソースコードを</a:t>
            </a:r>
          </a:p>
          <a:p>
            <a:r>
              <a:rPr lang="ja-JP" altLang="en-US" sz="1400" dirty="0">
                <a:solidFill>
                  <a:srgbClr val="404040"/>
                </a:solidFill>
                <a:latin typeface="+mj-ea"/>
                <a:ea typeface="+mj-ea"/>
              </a:rPr>
              <a:t>     提案してもらうことも可能。</a:t>
            </a:r>
          </a:p>
        </p:txBody>
      </p:sp>
    </p:spTree>
    <p:extLst>
      <p:ext uri="{BB962C8B-B14F-4D97-AF65-F5344CB8AC3E}">
        <p14:creationId xmlns:p14="http://schemas.microsoft.com/office/powerpoint/2010/main" val="308112296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27246-076A-6AB8-1EBB-3370DE786F9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47BA8D1-48E1-15DE-A9CC-DC314A11BFE7}"/>
              </a:ext>
            </a:extLst>
          </p:cNvPr>
          <p:cNvSpPr>
            <a:spLocks noGrp="1"/>
          </p:cNvSpPr>
          <p:nvPr>
            <p:ph type="title"/>
          </p:nvPr>
        </p:nvSpPr>
        <p:spPr/>
        <p:txBody>
          <a:bodyPr>
            <a:normAutofit/>
          </a:bodyPr>
          <a:lstStyle/>
          <a:p>
            <a:r>
              <a:rPr lang="en-US" altLang="ja-JP" dirty="0"/>
              <a:t>6-3.</a:t>
            </a:r>
            <a:r>
              <a:rPr lang="ja-JP" altLang="en-US" dirty="0"/>
              <a:t> チャット機能</a:t>
            </a:r>
          </a:p>
        </p:txBody>
      </p:sp>
      <p:sp>
        <p:nvSpPr>
          <p:cNvPr id="13" name="Text 8">
            <a:extLst>
              <a:ext uri="{FF2B5EF4-FFF2-40B4-BE49-F238E27FC236}">
                <a16:creationId xmlns:a16="http://schemas.microsoft.com/office/drawing/2014/main" id="{85B9C9AD-2CEB-9A5B-A4DE-CAC73350414D}"/>
              </a:ext>
            </a:extLst>
          </p:cNvPr>
          <p:cNvSpPr txBox="1"/>
          <p:nvPr/>
        </p:nvSpPr>
        <p:spPr>
          <a:xfrm>
            <a:off x="457200" y="1047902"/>
            <a:ext cx="9298847" cy="228600"/>
          </a:xfrm>
          <a:prstGeom prst="rect">
            <a:avLst/>
          </a:prstGeom>
          <a:noFill/>
          <a:ln/>
        </p:spPr>
        <p:txBody>
          <a:bodyPr wrap="none" lIns="0" tIns="0" rIns="0" bIns="0" rtlCol="0" anchor="t"/>
          <a:lstStyle/>
          <a:p>
            <a:r>
              <a:rPr lang="ja-JP" altLang="en-US" sz="1400" dirty="0">
                <a:solidFill>
                  <a:srgbClr val="404040"/>
                </a:solidFill>
                <a:latin typeface="+mj-ea"/>
                <a:ea typeface="+mj-ea"/>
              </a:rPr>
              <a:t>■チャットモード</a:t>
            </a:r>
          </a:p>
          <a:p>
            <a:r>
              <a:rPr lang="ja-JP" altLang="en-US" sz="1400" dirty="0">
                <a:solidFill>
                  <a:srgbClr val="404040"/>
                </a:solidFill>
                <a:latin typeface="+mj-ea"/>
                <a:ea typeface="+mj-ea"/>
              </a:rPr>
              <a:t>　</a:t>
            </a:r>
            <a:r>
              <a:rPr lang="en-US" altLang="ja-JP" sz="1400" dirty="0">
                <a:solidFill>
                  <a:srgbClr val="404040"/>
                </a:solidFill>
                <a:latin typeface="+mj-ea"/>
                <a:ea typeface="+mj-ea"/>
              </a:rPr>
              <a:t>GitHub Copilot</a:t>
            </a:r>
            <a:r>
              <a:rPr lang="ja-JP" altLang="en-US" sz="1400" dirty="0">
                <a:solidFill>
                  <a:srgbClr val="404040"/>
                </a:solidFill>
                <a:latin typeface="+mj-ea"/>
                <a:ea typeface="+mj-ea"/>
              </a:rPr>
              <a:t>には</a:t>
            </a:r>
            <a:r>
              <a:rPr lang="en-US" altLang="ja-JP" sz="1400" dirty="0">
                <a:solidFill>
                  <a:srgbClr val="404040"/>
                </a:solidFill>
                <a:latin typeface="+mj-ea"/>
                <a:ea typeface="+mj-ea"/>
              </a:rPr>
              <a:t>4</a:t>
            </a:r>
            <a:r>
              <a:rPr lang="ja-JP" altLang="en-US" sz="1400" dirty="0">
                <a:solidFill>
                  <a:srgbClr val="404040"/>
                </a:solidFill>
                <a:latin typeface="+mj-ea"/>
                <a:ea typeface="+mj-ea"/>
              </a:rPr>
              <a:t>つエージェント設定があり、それぞれ以下のとおり使い分けを行う。</a:t>
            </a:r>
          </a:p>
          <a:p>
            <a:endParaRPr lang="ja-JP" altLang="en-US" sz="1400" dirty="0">
              <a:solidFill>
                <a:srgbClr val="404040"/>
              </a:solidFill>
              <a:latin typeface="+mj-ea"/>
              <a:ea typeface="+mj-ea"/>
            </a:endParaRPr>
          </a:p>
        </p:txBody>
      </p:sp>
      <p:graphicFrame>
        <p:nvGraphicFramePr>
          <p:cNvPr id="4" name="表 3">
            <a:extLst>
              <a:ext uri="{FF2B5EF4-FFF2-40B4-BE49-F238E27FC236}">
                <a16:creationId xmlns:a16="http://schemas.microsoft.com/office/drawing/2014/main" id="{C9229932-6F11-33E8-E476-3AFDCC204124}"/>
              </a:ext>
            </a:extLst>
          </p:cNvPr>
          <p:cNvGraphicFramePr>
            <a:graphicFrameLocks noGrp="1"/>
          </p:cNvGraphicFramePr>
          <p:nvPr>
            <p:extLst>
              <p:ext uri="{D42A27DB-BD31-4B8C-83A1-F6EECF244321}">
                <p14:modId xmlns:p14="http://schemas.microsoft.com/office/powerpoint/2010/main" val="4174123561"/>
              </p:ext>
            </p:extLst>
          </p:nvPr>
        </p:nvGraphicFramePr>
        <p:xfrm>
          <a:off x="537588" y="1657437"/>
          <a:ext cx="9218459" cy="4423323"/>
        </p:xfrm>
        <a:graphic>
          <a:graphicData uri="http://schemas.openxmlformats.org/drawingml/2006/table">
            <a:tbl>
              <a:tblPr firstRow="1" bandRow="1">
                <a:tableStyleId>{5C22544A-7EE6-4342-B048-85BDC9FD1C3A}</a:tableStyleId>
              </a:tblPr>
              <a:tblGrid>
                <a:gridCol w="422402">
                  <a:extLst>
                    <a:ext uri="{9D8B030D-6E8A-4147-A177-3AD203B41FA5}">
                      <a16:colId xmlns:a16="http://schemas.microsoft.com/office/drawing/2014/main" val="2685506249"/>
                    </a:ext>
                  </a:extLst>
                </a:gridCol>
                <a:gridCol w="868810">
                  <a:extLst>
                    <a:ext uri="{9D8B030D-6E8A-4147-A177-3AD203B41FA5}">
                      <a16:colId xmlns:a16="http://schemas.microsoft.com/office/drawing/2014/main" val="2119717142"/>
                    </a:ext>
                  </a:extLst>
                </a:gridCol>
                <a:gridCol w="3242821">
                  <a:extLst>
                    <a:ext uri="{9D8B030D-6E8A-4147-A177-3AD203B41FA5}">
                      <a16:colId xmlns:a16="http://schemas.microsoft.com/office/drawing/2014/main" val="3120822675"/>
                    </a:ext>
                  </a:extLst>
                </a:gridCol>
                <a:gridCol w="4684426">
                  <a:extLst>
                    <a:ext uri="{9D8B030D-6E8A-4147-A177-3AD203B41FA5}">
                      <a16:colId xmlns:a16="http://schemas.microsoft.com/office/drawing/2014/main" val="3966480306"/>
                    </a:ext>
                  </a:extLst>
                </a:gridCol>
              </a:tblGrid>
              <a:tr h="501298">
                <a:tc>
                  <a:txBody>
                    <a:bodyPr/>
                    <a:lstStyle/>
                    <a:p>
                      <a:pPr marL="0" algn="ctr" defTabSz="914400" rtl="0" eaLnBrk="1" latinLnBrk="0" hangingPunct="1"/>
                      <a:r>
                        <a:rPr kumimoji="1" lang="en-US" altLang="ja-JP" sz="1400" b="1" kern="1200" dirty="0">
                          <a:solidFill>
                            <a:schemeClr val="bg1"/>
                          </a:solidFill>
                        </a:rPr>
                        <a:t>No.</a:t>
                      </a:r>
                      <a:endParaRPr kumimoji="1" lang="ja-JP" altLang="en-US" sz="1400" b="1" kern="1200" dirty="0">
                        <a:solidFill>
                          <a:schemeClr val="bg1"/>
                        </a:solidFill>
                        <a:latin typeface="Meiryo UI"/>
                        <a:ea typeface="Meiryo UI"/>
                        <a:cs typeface="+mn-cs"/>
                      </a:endParaRPr>
                    </a:p>
                  </a:txBody>
                  <a:tcPr/>
                </a:tc>
                <a:tc>
                  <a:txBody>
                    <a:bodyPr/>
                    <a:lstStyle/>
                    <a:p>
                      <a:pPr marL="0" algn="ctr" defTabSz="914400" rtl="0" eaLnBrk="1" latinLnBrk="0" hangingPunct="1"/>
                      <a:r>
                        <a:rPr kumimoji="1" lang="ja-JP" altLang="en-US" sz="1400" b="1" kern="1200" dirty="0">
                          <a:solidFill>
                            <a:schemeClr val="bg1"/>
                          </a:solidFill>
                          <a:latin typeface="Meiryo UI"/>
                          <a:ea typeface="Meiryo UI"/>
                          <a:cs typeface="+mn-cs"/>
                        </a:rPr>
                        <a:t>モード</a:t>
                      </a:r>
                    </a:p>
                  </a:txBody>
                  <a:tcPr/>
                </a:tc>
                <a:tc>
                  <a:txBody>
                    <a:bodyPr/>
                    <a:lstStyle/>
                    <a:p>
                      <a:pPr marL="0" algn="ctr" defTabSz="914400" rtl="0" eaLnBrk="1" latinLnBrk="0" hangingPunct="1"/>
                      <a:r>
                        <a:rPr kumimoji="1" lang="ja-JP" altLang="en-US" sz="1400" b="1" kern="1200" dirty="0">
                          <a:solidFill>
                            <a:schemeClr val="bg1"/>
                          </a:solidFill>
                          <a:latin typeface="Meiryo UI"/>
                          <a:ea typeface="Meiryo UI"/>
                          <a:cs typeface="+mn-cs"/>
                        </a:rPr>
                        <a:t>概要説明</a:t>
                      </a:r>
                    </a:p>
                  </a:txBody>
                  <a:tcPr/>
                </a:tc>
                <a:tc>
                  <a:txBody>
                    <a:bodyPr/>
                    <a:lstStyle/>
                    <a:p>
                      <a:pPr marL="0" algn="ctr" defTabSz="914400" rtl="0" eaLnBrk="1" latinLnBrk="0" hangingPunct="1"/>
                      <a:r>
                        <a:rPr kumimoji="1" lang="ja-JP" altLang="en-US" sz="1400" b="1" kern="1200" dirty="0">
                          <a:solidFill>
                            <a:schemeClr val="bg1"/>
                          </a:solidFill>
                          <a:latin typeface="Meiryo UI"/>
                          <a:ea typeface="Meiryo UI"/>
                          <a:cs typeface="+mn-cs"/>
                        </a:rPr>
                        <a:t>備考</a:t>
                      </a:r>
                    </a:p>
                  </a:txBody>
                  <a:tcPr/>
                </a:tc>
                <a:extLst>
                  <a:ext uri="{0D108BD9-81ED-4DB2-BD59-A6C34878D82A}">
                    <a16:rowId xmlns:a16="http://schemas.microsoft.com/office/drawing/2014/main" val="3481334053"/>
                  </a:ext>
                </a:extLst>
              </a:tr>
              <a:tr h="765527">
                <a:tc>
                  <a:txBody>
                    <a:bodyPr/>
                    <a:lstStyle/>
                    <a:p>
                      <a:pPr marL="0" algn="ctr" defTabSz="914400" rtl="0" eaLnBrk="1" latinLnBrk="0" hangingPunct="1"/>
                      <a:r>
                        <a:rPr kumimoji="1" lang="ja-JP" altLang="en-US" sz="1200" b="0" kern="1200" dirty="0">
                          <a:solidFill>
                            <a:schemeClr val="tx1"/>
                          </a:solidFill>
                          <a:latin typeface="Meiryo UI" panose="020B0604030504040204" pitchFamily="50" charset="-128"/>
                          <a:ea typeface="Meiryo UI" panose="020B0604030504040204" pitchFamily="50" charset="-128"/>
                        </a:rPr>
                        <a:t>１</a:t>
                      </a:r>
                      <a:endParaRPr kumimoji="1" lang="ja-JP" altLang="en-US" sz="12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ctr" defTabSz="914400" rtl="0" eaLnBrk="1" latinLnBrk="0" hangingPunct="1"/>
                      <a:r>
                        <a:rPr kumimoji="1" lang="en-US" altLang="ja-JP" sz="1200" b="0" kern="1200" dirty="0">
                          <a:solidFill>
                            <a:schemeClr val="tx1"/>
                          </a:solidFill>
                          <a:latin typeface="Meiryo UI" panose="020B0604030504040204" pitchFamily="50" charset="-128"/>
                          <a:ea typeface="Meiryo UI" panose="020B0604030504040204" pitchFamily="50" charset="-128"/>
                          <a:cs typeface="+mn-cs"/>
                        </a:rPr>
                        <a:t>Ask</a:t>
                      </a:r>
                      <a:endParaRPr kumimoji="1" lang="ja-JP" altLang="en-US" sz="12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l" defTabSz="914400" rtl="0" eaLnBrk="1" latinLnBrk="0" hangingPunct="1"/>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入力された質問に回答する。</a:t>
                      </a:r>
                      <a:endParaRPr kumimoji="1" lang="en-US" altLang="ja-JP" sz="1200" b="0" kern="1200" dirty="0">
                        <a:solidFill>
                          <a:schemeClr val="tx1"/>
                        </a:solidFill>
                        <a:latin typeface="Meiryo UI" panose="020B0604030504040204" pitchFamily="50" charset="-128"/>
                        <a:ea typeface="Meiryo UI" panose="020B0604030504040204" pitchFamily="50" charset="-128"/>
                        <a:cs typeface="+mn-cs"/>
                      </a:endParaRPr>
                    </a:p>
                    <a:p>
                      <a:pPr marL="0" algn="l" defTabSz="914400" rtl="0" eaLnBrk="1" latinLnBrk="0" hangingPunct="1"/>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ファイル編集は行わない。</a:t>
                      </a:r>
                    </a:p>
                  </a:txBody>
                  <a:tcPr/>
                </a:tc>
                <a:tc>
                  <a:txBody>
                    <a:bodyPr/>
                    <a:lstStyle/>
                    <a:p>
                      <a:pPr marL="285750" indent="-285750" algn="l" defTabSz="914400" rtl="0" eaLnBrk="1" latinLnBrk="0" hangingPunct="1">
                        <a:buFont typeface="Arial" panose="020B0604020202020204" pitchFamily="34" charset="0"/>
                        <a:buChar char="•"/>
                      </a:pPr>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「この関数は何をしている？」</a:t>
                      </a:r>
                      <a:endParaRPr kumimoji="1" lang="en-US" altLang="ja-JP" sz="1200" b="0" kern="1200" dirty="0">
                        <a:solidFill>
                          <a:schemeClr val="tx1"/>
                        </a:solidFill>
                        <a:latin typeface="Meiryo UI" panose="020B0604030504040204" pitchFamily="50" charset="-128"/>
                        <a:ea typeface="Meiryo UI" panose="020B0604030504040204" pitchFamily="50" charset="-128"/>
                        <a:cs typeface="+mn-cs"/>
                      </a:endParaRPr>
                    </a:p>
                    <a:p>
                      <a:pPr marL="285750" indent="-285750" algn="l" defTabSz="914400" rtl="0" eaLnBrk="1" latinLnBrk="0" hangingPunct="1">
                        <a:buFont typeface="Arial" panose="020B0604020202020204" pitchFamily="34" charset="0"/>
                        <a:buChar char="•"/>
                      </a:pPr>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a:t>
                      </a:r>
                      <a:r>
                        <a:rPr kumimoji="1" lang="en-US" altLang="ja-JP" sz="1200" b="0" kern="1200" dirty="0">
                          <a:solidFill>
                            <a:schemeClr val="tx1"/>
                          </a:solidFill>
                          <a:latin typeface="Meiryo UI" panose="020B0604030504040204" pitchFamily="50" charset="-128"/>
                          <a:ea typeface="Meiryo UI" panose="020B0604030504040204" pitchFamily="50" charset="-128"/>
                          <a:cs typeface="+mn-cs"/>
                        </a:rPr>
                        <a:t>pandas</a:t>
                      </a:r>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と</a:t>
                      </a:r>
                      <a:r>
                        <a:rPr kumimoji="1" lang="en-US" altLang="ja-JP" sz="1200" b="0" kern="1200" dirty="0">
                          <a:solidFill>
                            <a:schemeClr val="tx1"/>
                          </a:solidFill>
                          <a:latin typeface="Meiryo UI" panose="020B0604030504040204" pitchFamily="50" charset="-128"/>
                          <a:ea typeface="Meiryo UI" panose="020B0604030504040204" pitchFamily="50" charset="-128"/>
                          <a:cs typeface="+mn-cs"/>
                        </a:rPr>
                        <a:t>Polars</a:t>
                      </a:r>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の違いを処理速度とメモリ使用量の観点で教えて」</a:t>
                      </a:r>
                    </a:p>
                  </a:txBody>
                  <a:tcPr/>
                </a:tc>
                <a:extLst>
                  <a:ext uri="{0D108BD9-81ED-4DB2-BD59-A6C34878D82A}">
                    <a16:rowId xmlns:a16="http://schemas.microsoft.com/office/drawing/2014/main" val="1399545113"/>
                  </a:ext>
                </a:extLst>
              </a:tr>
              <a:tr h="827987">
                <a:tc>
                  <a:txBody>
                    <a:bodyPr/>
                    <a:lstStyle/>
                    <a:p>
                      <a:pPr marL="0" algn="ctr" defTabSz="914400" rtl="0" eaLnBrk="1" latinLnBrk="0" hangingPunct="1"/>
                      <a:r>
                        <a:rPr kumimoji="1" lang="en-US" altLang="ja-JP" sz="1200" b="0" strike="sngStrike" kern="1200" dirty="0">
                          <a:solidFill>
                            <a:schemeClr val="tx1"/>
                          </a:solidFill>
                          <a:latin typeface="Meiryo UI" panose="020B0604030504040204" pitchFamily="50" charset="-128"/>
                          <a:ea typeface="Meiryo UI" panose="020B0604030504040204" pitchFamily="50" charset="-128"/>
                          <a:cs typeface="+mn-cs"/>
                        </a:rPr>
                        <a:t>2</a:t>
                      </a:r>
                      <a:endParaRPr kumimoji="1" lang="ja-JP" altLang="en-US" sz="1200" b="0" strike="sngStrike" kern="1200" dirty="0">
                        <a:solidFill>
                          <a:schemeClr val="tx1"/>
                        </a:solidFill>
                        <a:latin typeface="Meiryo UI" panose="020B0604030504040204" pitchFamily="50" charset="-128"/>
                        <a:ea typeface="Meiryo UI" panose="020B0604030504040204" pitchFamily="50" charset="-128"/>
                        <a:cs typeface="+mn-cs"/>
                      </a:endParaRPr>
                    </a:p>
                  </a:txBody>
                  <a:tcPr>
                    <a:solidFill>
                      <a:schemeClr val="bg1">
                        <a:lumMod val="50000"/>
                      </a:schemeClr>
                    </a:solidFill>
                  </a:tcPr>
                </a:tc>
                <a:tc>
                  <a:txBody>
                    <a:bodyPr/>
                    <a:lstStyle/>
                    <a:p>
                      <a:pPr marL="0" algn="ctr" defTabSz="914400" rtl="0" eaLnBrk="1" latinLnBrk="0" hangingPunct="1"/>
                      <a:r>
                        <a:rPr kumimoji="1" lang="en-US" altLang="ja-JP" sz="1200" b="0" strike="sngStrike" kern="1200" dirty="0">
                          <a:solidFill>
                            <a:schemeClr val="tx1"/>
                          </a:solidFill>
                          <a:latin typeface="Meiryo UI" panose="020B0604030504040204" pitchFamily="50" charset="-128"/>
                          <a:ea typeface="Meiryo UI" panose="020B0604030504040204" pitchFamily="50" charset="-128"/>
                          <a:cs typeface="+mn-cs"/>
                        </a:rPr>
                        <a:t>Edit</a:t>
                      </a:r>
                      <a:endParaRPr kumimoji="1" lang="ja-JP" altLang="en-US" sz="1200" b="0" strike="sngStrike" kern="1200" dirty="0">
                        <a:solidFill>
                          <a:schemeClr val="tx1"/>
                        </a:solidFill>
                        <a:latin typeface="Meiryo UI" panose="020B0604030504040204" pitchFamily="50" charset="-128"/>
                        <a:ea typeface="Meiryo UI" panose="020B0604030504040204" pitchFamily="50" charset="-128"/>
                        <a:cs typeface="+mn-cs"/>
                      </a:endParaRPr>
                    </a:p>
                  </a:txBody>
                  <a:tcPr>
                    <a:solidFill>
                      <a:schemeClr val="bg1">
                        <a:lumMod val="50000"/>
                      </a:schemeClr>
                    </a:solidFill>
                  </a:tcPr>
                </a:tc>
                <a:tc>
                  <a:txBody>
                    <a:bodyPr/>
                    <a:lstStyle/>
                    <a:p>
                      <a:pPr marL="0" algn="l" defTabSz="914400" rtl="0" eaLnBrk="1" latinLnBrk="0" hangingPunct="1"/>
                      <a:r>
                        <a:rPr kumimoji="1" lang="ja-JP" altLang="en-US" sz="1200" b="0" strike="sngStrike" kern="1200" dirty="0">
                          <a:solidFill>
                            <a:schemeClr val="tx1"/>
                          </a:solidFill>
                          <a:latin typeface="Meiryo UI" panose="020B0604030504040204" pitchFamily="50" charset="-128"/>
                          <a:ea typeface="Meiryo UI" panose="020B0604030504040204" pitchFamily="50" charset="-128"/>
                          <a:cs typeface="+mn-cs"/>
                        </a:rPr>
                        <a:t>ユーザが選択したファイル・行のみを修正する。</a:t>
                      </a:r>
                    </a:p>
                  </a:txBody>
                  <a:tcPr>
                    <a:solidFill>
                      <a:schemeClr val="bg1">
                        <a:lumMod val="50000"/>
                      </a:schemeClr>
                    </a:solidFill>
                  </a:tcPr>
                </a:tc>
                <a:tc>
                  <a:txBody>
                    <a:bodyPr/>
                    <a:lstStyle/>
                    <a:p>
                      <a:pPr marL="285750" indent="-285750" algn="l" defTabSz="914400" rtl="0" eaLnBrk="1" latinLnBrk="0" hangingPunct="1">
                        <a:buFont typeface="Arial" panose="020B0604020202020204" pitchFamily="34" charset="0"/>
                        <a:buChar char="•"/>
                      </a:pPr>
                      <a:r>
                        <a:rPr kumimoji="1" lang="ja-JP" altLang="en-US" sz="1200" b="0" strike="sngStrike" kern="1200" dirty="0">
                          <a:solidFill>
                            <a:schemeClr val="tx1"/>
                          </a:solidFill>
                          <a:latin typeface="Meiryo UI" panose="020B0604030504040204" pitchFamily="50" charset="-128"/>
                          <a:ea typeface="Meiryo UI" panose="020B0604030504040204" pitchFamily="50" charset="-128"/>
                          <a:cs typeface="+mn-cs"/>
                        </a:rPr>
                        <a:t>「</a:t>
                      </a:r>
                      <a:r>
                        <a:rPr kumimoji="1" lang="en-US" altLang="ja-JP" sz="1200" b="0" strike="sngStrike" kern="1200" dirty="0" err="1">
                          <a:solidFill>
                            <a:schemeClr val="tx1"/>
                          </a:solidFill>
                          <a:latin typeface="Meiryo UI" panose="020B0604030504040204" pitchFamily="50" charset="-128"/>
                          <a:ea typeface="Meiryo UI" panose="020B0604030504040204" pitchFamily="50" charset="-128"/>
                          <a:cs typeface="+mn-cs"/>
                        </a:rPr>
                        <a:t>eslint</a:t>
                      </a:r>
                      <a:r>
                        <a:rPr kumimoji="1" lang="ja-JP" altLang="en-US" sz="1200" b="0" strike="sngStrike" kern="1200" dirty="0">
                          <a:solidFill>
                            <a:schemeClr val="tx1"/>
                          </a:solidFill>
                          <a:latin typeface="Meiryo UI" panose="020B0604030504040204" pitchFamily="50" charset="-128"/>
                          <a:ea typeface="Meiryo UI" panose="020B0604030504040204" pitchFamily="50" charset="-128"/>
                          <a:cs typeface="+mn-cs"/>
                        </a:rPr>
                        <a:t>の警告箇所を修正して」</a:t>
                      </a:r>
                      <a:endParaRPr kumimoji="1" lang="en-US" altLang="ja-JP" sz="1200" b="0" strike="sngStrike" kern="1200" dirty="0">
                        <a:solidFill>
                          <a:schemeClr val="tx1"/>
                        </a:solidFill>
                        <a:latin typeface="Meiryo UI" panose="020B0604030504040204" pitchFamily="50" charset="-128"/>
                        <a:ea typeface="Meiryo UI" panose="020B0604030504040204" pitchFamily="50" charset="-128"/>
                        <a:cs typeface="+mn-cs"/>
                      </a:endParaRPr>
                    </a:p>
                    <a:p>
                      <a:pPr marL="285750" indent="-285750" algn="l" defTabSz="914400" rtl="0" eaLnBrk="1" latinLnBrk="0" hangingPunct="1">
                        <a:buFont typeface="Arial" panose="020B0604020202020204" pitchFamily="34" charset="0"/>
                        <a:buChar char="•"/>
                      </a:pPr>
                      <a:r>
                        <a:rPr kumimoji="1" lang="ja-JP" altLang="en-US" sz="1200" b="0" strike="sngStrike" kern="1200" dirty="0">
                          <a:solidFill>
                            <a:schemeClr val="tx1"/>
                          </a:solidFill>
                          <a:latin typeface="Meiryo UI" panose="020B0604030504040204" pitchFamily="50" charset="-128"/>
                          <a:ea typeface="Meiryo UI" panose="020B0604030504040204" pitchFamily="50" charset="-128"/>
                          <a:cs typeface="+mn-cs"/>
                        </a:rPr>
                        <a:t>「</a:t>
                      </a:r>
                      <a:r>
                        <a:rPr kumimoji="1" lang="en-US" altLang="ja-JP" sz="1200" b="0" strike="sngStrike" kern="1200" dirty="0">
                          <a:solidFill>
                            <a:schemeClr val="tx1"/>
                          </a:solidFill>
                          <a:latin typeface="Meiryo UI" panose="020B0604030504040204" pitchFamily="50" charset="-128"/>
                          <a:ea typeface="Meiryo UI" panose="020B0604030504040204" pitchFamily="50" charset="-128"/>
                          <a:cs typeface="+mn-cs"/>
                        </a:rPr>
                        <a:t>try/catch</a:t>
                      </a:r>
                      <a:r>
                        <a:rPr kumimoji="1" lang="ja-JP" altLang="en-US" sz="1200" b="0" strike="sngStrike" kern="1200" dirty="0">
                          <a:solidFill>
                            <a:schemeClr val="tx1"/>
                          </a:solidFill>
                          <a:latin typeface="Meiryo UI" panose="020B0604030504040204" pitchFamily="50" charset="-128"/>
                          <a:ea typeface="Meiryo UI" panose="020B0604030504040204" pitchFamily="50" charset="-128"/>
                          <a:cs typeface="+mn-cs"/>
                        </a:rPr>
                        <a:t>を追加して、例外発生時にエラーログが出力されるようにして」</a:t>
                      </a:r>
                    </a:p>
                  </a:txBody>
                  <a:tcPr>
                    <a:solidFill>
                      <a:schemeClr val="bg1">
                        <a:lumMod val="50000"/>
                      </a:schemeClr>
                    </a:solidFill>
                  </a:tcPr>
                </a:tc>
                <a:extLst>
                  <a:ext uri="{0D108BD9-81ED-4DB2-BD59-A6C34878D82A}">
                    <a16:rowId xmlns:a16="http://schemas.microsoft.com/office/drawing/2014/main" val="3766457186"/>
                  </a:ext>
                </a:extLst>
              </a:tr>
              <a:tr h="672537">
                <a:tc>
                  <a:txBody>
                    <a:bodyPr/>
                    <a:lstStyle/>
                    <a:p>
                      <a:pPr marL="0" algn="ctr" defTabSz="914400" rtl="0" eaLnBrk="1" latinLnBrk="0" hangingPunct="1"/>
                      <a:r>
                        <a:rPr kumimoji="1" lang="en-US" altLang="ja-JP" sz="1200" b="0" kern="1200" dirty="0">
                          <a:solidFill>
                            <a:schemeClr val="tx1"/>
                          </a:solidFill>
                          <a:latin typeface="Meiryo UI" panose="020B0604030504040204" pitchFamily="50" charset="-128"/>
                          <a:ea typeface="Meiryo UI" panose="020B0604030504040204" pitchFamily="50" charset="-128"/>
                          <a:cs typeface="+mn-cs"/>
                        </a:rPr>
                        <a:t>3</a:t>
                      </a:r>
                      <a:endParaRPr kumimoji="1" lang="ja-JP" altLang="en-US" sz="12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ctr" defTabSz="914400" rtl="0" eaLnBrk="1" latinLnBrk="0" hangingPunct="1"/>
                      <a:r>
                        <a:rPr kumimoji="1" lang="en-US" altLang="ja-JP" sz="1200" b="0" kern="1200" dirty="0">
                          <a:solidFill>
                            <a:schemeClr val="tx1"/>
                          </a:solidFill>
                          <a:latin typeface="Meiryo UI" panose="020B0604030504040204" pitchFamily="50" charset="-128"/>
                          <a:ea typeface="Meiryo UI" panose="020B0604030504040204" pitchFamily="50" charset="-128"/>
                          <a:cs typeface="+mn-cs"/>
                        </a:rPr>
                        <a:t>plan</a:t>
                      </a:r>
                      <a:endParaRPr kumimoji="1" lang="ja-JP" altLang="en-US" sz="12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l" defTabSz="914400" rtl="0" eaLnBrk="1" latinLnBrk="0" hangingPunct="1"/>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実装前に 計画・方針・手順を立てる モード。</a:t>
                      </a:r>
                      <a:endParaRPr kumimoji="1" lang="en-US" altLang="ja-JP" sz="1200" b="0" kern="1200" dirty="0">
                        <a:solidFill>
                          <a:schemeClr val="tx1"/>
                        </a:solidFill>
                        <a:latin typeface="Meiryo UI" panose="020B0604030504040204" pitchFamily="50" charset="-128"/>
                        <a:ea typeface="Meiryo UI" panose="020B0604030504040204" pitchFamily="50" charset="-128"/>
                        <a:cs typeface="+mn-cs"/>
                      </a:endParaRPr>
                    </a:p>
                    <a:p>
                      <a:pPr marL="0" algn="l" defTabSz="914400" rtl="0" eaLnBrk="1" latinLnBrk="0" hangingPunct="1"/>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仕様整理、タスク分解、設計案作成などに向いている。</a:t>
                      </a:r>
                    </a:p>
                  </a:txBody>
                  <a:tcPr/>
                </a:tc>
                <a:tc>
                  <a:txBody>
                    <a:bodyPr/>
                    <a:lstStyle/>
                    <a:p>
                      <a:pPr marL="285750" indent="-285750" algn="l" defTabSz="914400" rtl="0" eaLnBrk="1" latinLnBrk="0" hangingPunct="1">
                        <a:buFont typeface="Arial" panose="020B0604020202020204" pitchFamily="34" charset="0"/>
                        <a:buChar char="•"/>
                      </a:pPr>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「この機能追加の作業タスクを分解してリスト化して」</a:t>
                      </a:r>
                      <a:endParaRPr kumimoji="1" lang="en-US" altLang="ja-JP" sz="1200" b="0" kern="1200" dirty="0">
                        <a:solidFill>
                          <a:schemeClr val="tx1"/>
                        </a:solidFill>
                        <a:latin typeface="Meiryo UI" panose="020B0604030504040204" pitchFamily="50" charset="-128"/>
                        <a:ea typeface="Meiryo UI" panose="020B0604030504040204" pitchFamily="50" charset="-128"/>
                        <a:cs typeface="+mn-cs"/>
                      </a:endParaRPr>
                    </a:p>
                    <a:p>
                      <a:pPr marL="285750" indent="-285750" algn="l" defTabSz="914400" rtl="0" eaLnBrk="1" latinLnBrk="0" hangingPunct="1">
                        <a:buFont typeface="Arial" panose="020B0604020202020204" pitchFamily="34" charset="0"/>
                        <a:buChar char="•"/>
                      </a:pPr>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「認証機能を導入するための設計案を作って。」</a:t>
                      </a:r>
                    </a:p>
                  </a:txBody>
                  <a:tcPr/>
                </a:tc>
                <a:extLst>
                  <a:ext uri="{0D108BD9-81ED-4DB2-BD59-A6C34878D82A}">
                    <a16:rowId xmlns:a16="http://schemas.microsoft.com/office/drawing/2014/main" val="3484899344"/>
                  </a:ext>
                </a:extLst>
              </a:tr>
              <a:tr h="827987">
                <a:tc>
                  <a:txBody>
                    <a:bodyPr/>
                    <a:lstStyle/>
                    <a:p>
                      <a:pPr marL="0" algn="ctr" defTabSz="914400" rtl="0" eaLnBrk="1" latinLnBrk="0" hangingPunct="1"/>
                      <a:r>
                        <a:rPr kumimoji="1" lang="en-US" altLang="ja-JP" sz="1200" b="0" kern="1200" dirty="0">
                          <a:solidFill>
                            <a:schemeClr val="tx1"/>
                          </a:solidFill>
                          <a:latin typeface="Meiryo UI" panose="020B0604030504040204" pitchFamily="50" charset="-128"/>
                          <a:ea typeface="Meiryo UI" panose="020B0604030504040204" pitchFamily="50" charset="-128"/>
                          <a:cs typeface="+mn-cs"/>
                        </a:rPr>
                        <a:t>4</a:t>
                      </a:r>
                      <a:endParaRPr kumimoji="1" lang="ja-JP" altLang="en-US" sz="12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ctr" defTabSz="914400" rtl="0" eaLnBrk="1" latinLnBrk="0" hangingPunct="1"/>
                      <a:r>
                        <a:rPr kumimoji="1" lang="en-US" altLang="ja-JP" sz="1200" b="0" kern="1200" dirty="0">
                          <a:solidFill>
                            <a:schemeClr val="tx1"/>
                          </a:solidFill>
                          <a:latin typeface="Meiryo UI" panose="020B0604030504040204" pitchFamily="50" charset="-128"/>
                          <a:ea typeface="Meiryo UI" panose="020B0604030504040204" pitchFamily="50" charset="-128"/>
                          <a:cs typeface="+mn-cs"/>
                        </a:rPr>
                        <a:t>Agent</a:t>
                      </a:r>
                      <a:endParaRPr kumimoji="1" lang="ja-JP" altLang="en-US" sz="12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l" defTabSz="914400" rtl="0" eaLnBrk="1" latinLnBrk="0" hangingPunct="1"/>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プロジェクト全体を考慮し、ファイル選定からコード・ドキュメント修正まで一括で行う。</a:t>
                      </a:r>
                    </a:p>
                  </a:txBody>
                  <a:tcPr/>
                </a:tc>
                <a:tc>
                  <a:txBody>
                    <a:bodyPr/>
                    <a:lstStyle/>
                    <a:p>
                      <a:pPr marL="285750" indent="-285750" algn="l" defTabSz="914400" rtl="0" eaLnBrk="1" latinLnBrk="0" hangingPunct="1">
                        <a:buFont typeface="Arial" panose="020B0604020202020204" pitchFamily="34" charset="0"/>
                        <a:buChar char="•"/>
                      </a:pPr>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「フリマアプリを作りたいから要件定義書を作って」</a:t>
                      </a:r>
                      <a:endParaRPr kumimoji="1" lang="en-US" altLang="ja-JP" sz="1200" b="0" kern="1200" dirty="0">
                        <a:solidFill>
                          <a:schemeClr val="tx1"/>
                        </a:solidFill>
                        <a:latin typeface="Meiryo UI" panose="020B0604030504040204" pitchFamily="50" charset="-128"/>
                        <a:ea typeface="Meiryo UI" panose="020B0604030504040204" pitchFamily="50" charset="-128"/>
                        <a:cs typeface="+mn-cs"/>
                      </a:endParaRPr>
                    </a:p>
                    <a:p>
                      <a:pPr marL="285750" indent="-285750" algn="l" defTabSz="914400" rtl="0" eaLnBrk="1" latinLnBrk="0" hangingPunct="1">
                        <a:buFont typeface="Arial" panose="020B0604020202020204" pitchFamily="34" charset="0"/>
                        <a:buChar char="•"/>
                      </a:pPr>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「要件定義書を読んで開発スケジュールを立てて」</a:t>
                      </a:r>
                      <a:endParaRPr kumimoji="1" lang="en-US" altLang="ja-JP" sz="1200" b="0" kern="1200" dirty="0">
                        <a:solidFill>
                          <a:schemeClr val="tx1"/>
                        </a:solidFill>
                        <a:latin typeface="Meiryo UI" panose="020B0604030504040204" pitchFamily="50" charset="-128"/>
                        <a:ea typeface="Meiryo UI" panose="020B0604030504040204" pitchFamily="50" charset="-128"/>
                        <a:cs typeface="+mn-cs"/>
                      </a:endParaRPr>
                    </a:p>
                    <a:p>
                      <a:pPr marL="285750" indent="-285750" algn="l" defTabSz="914400" rtl="0" eaLnBrk="1" latinLnBrk="0" hangingPunct="1">
                        <a:buFont typeface="Arial" panose="020B0604020202020204" pitchFamily="34" charset="0"/>
                        <a:buChar char="•"/>
                      </a:pPr>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「ビルドエラーを解消して」</a:t>
                      </a:r>
                      <a:endParaRPr kumimoji="1" lang="en-US" altLang="ja-JP" sz="1200" b="0" kern="1200" dirty="0">
                        <a:solidFill>
                          <a:schemeClr val="tx1"/>
                        </a:solidFill>
                        <a:latin typeface="Meiryo UI" panose="020B0604030504040204" pitchFamily="50" charset="-128"/>
                        <a:ea typeface="Meiryo UI" panose="020B0604030504040204" pitchFamily="50" charset="-128"/>
                        <a:cs typeface="+mn-cs"/>
                      </a:endParaRPr>
                    </a:p>
                  </a:txBody>
                  <a:tcPr/>
                </a:tc>
                <a:extLst>
                  <a:ext uri="{0D108BD9-81ED-4DB2-BD59-A6C34878D82A}">
                    <a16:rowId xmlns:a16="http://schemas.microsoft.com/office/drawing/2014/main" val="1049639977"/>
                  </a:ext>
                </a:extLst>
              </a:tr>
              <a:tr h="827987">
                <a:tc>
                  <a:txBody>
                    <a:bodyPr/>
                    <a:lstStyle/>
                    <a:p>
                      <a:pPr marL="0" algn="ctr" defTabSz="914400" rtl="0" eaLnBrk="1" latinLnBrk="0" hangingPunct="1"/>
                      <a:r>
                        <a:rPr kumimoji="1" lang="en-US" altLang="ja-JP" sz="1200" b="0" kern="1200" dirty="0">
                          <a:solidFill>
                            <a:schemeClr val="tx1"/>
                          </a:solidFill>
                          <a:latin typeface="Meiryo UI" panose="020B0604030504040204" pitchFamily="50" charset="-128"/>
                          <a:ea typeface="Meiryo UI" panose="020B0604030504040204" pitchFamily="50" charset="-128"/>
                          <a:cs typeface="+mn-cs"/>
                        </a:rPr>
                        <a:t>5</a:t>
                      </a:r>
                      <a:endParaRPr kumimoji="1" lang="ja-JP" altLang="en-US" sz="12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ctr" defTabSz="914400" rtl="0" eaLnBrk="1" latinLnBrk="0" hangingPunct="1"/>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カスタム</a:t>
                      </a:r>
                      <a:r>
                        <a:rPr kumimoji="1" lang="en-US" altLang="ja-JP" sz="1200" b="0" kern="1200" dirty="0">
                          <a:solidFill>
                            <a:schemeClr val="tx1"/>
                          </a:solidFill>
                          <a:latin typeface="Meiryo UI" panose="020B0604030504040204" pitchFamily="50" charset="-128"/>
                          <a:ea typeface="Meiryo UI" panose="020B0604030504040204" pitchFamily="50" charset="-128"/>
                          <a:cs typeface="+mn-cs"/>
                        </a:rPr>
                        <a:t>Agent</a:t>
                      </a:r>
                      <a:endParaRPr kumimoji="1" lang="ja-JP" altLang="en-US" sz="12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l" defTabSz="914400" rtl="0" eaLnBrk="1" latinLnBrk="0" hangingPunct="1"/>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ユーザの独自のワークフロー、コーディング規則、ユースケースに合わせてユーザが定義した</a:t>
                      </a:r>
                      <a:r>
                        <a:rPr kumimoji="1" lang="en-US" altLang="ja-JP" sz="1200" b="0" kern="1200" dirty="0">
                          <a:solidFill>
                            <a:schemeClr val="tx1"/>
                          </a:solidFill>
                          <a:latin typeface="Meiryo UI" panose="020B0604030504040204" pitchFamily="50" charset="-128"/>
                          <a:ea typeface="Meiryo UI" panose="020B0604030504040204" pitchFamily="50" charset="-128"/>
                          <a:cs typeface="+mn-cs"/>
                        </a:rPr>
                        <a:t>Agent</a:t>
                      </a:r>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a:t>
                      </a:r>
                    </a:p>
                  </a:txBody>
                  <a:tcPr/>
                </a:tc>
                <a:tc>
                  <a:txBody>
                    <a:bodyPr/>
                    <a:lstStyle/>
                    <a:p>
                      <a:pPr marL="285750" indent="-285750" algn="l" defTabSz="914400" rtl="0" eaLnBrk="1" latinLnBrk="0" hangingPunct="1">
                        <a:buFont typeface="Arial" panose="020B0604020202020204" pitchFamily="34" charset="0"/>
                        <a:buChar char="•"/>
                      </a:pPr>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エージェントの動作と専門知識を定義するカスタム命令</a:t>
                      </a:r>
                      <a:endParaRPr kumimoji="1" lang="en-US" altLang="ja-JP" sz="1200" b="0" kern="1200" dirty="0">
                        <a:solidFill>
                          <a:schemeClr val="tx1"/>
                        </a:solidFill>
                        <a:latin typeface="Meiryo UI" panose="020B0604030504040204" pitchFamily="50" charset="-128"/>
                        <a:ea typeface="Meiryo UI" panose="020B0604030504040204" pitchFamily="50" charset="-128"/>
                        <a:cs typeface="+mn-cs"/>
                      </a:endParaRPr>
                    </a:p>
                    <a:p>
                      <a:pPr marL="285750" indent="-285750" algn="l" defTabSz="914400" rtl="0" eaLnBrk="1" latinLnBrk="0" hangingPunct="1">
                        <a:buFont typeface="Arial" panose="020B0604020202020204" pitchFamily="34" charset="0"/>
                        <a:buChar char="•"/>
                      </a:pPr>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カスタムエージェントは</a:t>
                      </a:r>
                      <a:r>
                        <a:rPr kumimoji="1" lang="en-US" altLang="ja-JP" sz="1200" b="0" kern="1200" dirty="0">
                          <a:solidFill>
                            <a:schemeClr val="tx1"/>
                          </a:solidFill>
                          <a:latin typeface="Meiryo UI" panose="020B0604030504040204" pitchFamily="50" charset="-128"/>
                          <a:ea typeface="Meiryo UI" panose="020B0604030504040204" pitchFamily="50" charset="-128"/>
                          <a:cs typeface="+mn-cs"/>
                        </a:rPr>
                        <a:t>xxxx.agent.md</a:t>
                      </a:r>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という</a:t>
                      </a:r>
                      <a:r>
                        <a:rPr kumimoji="1" lang="en-US" altLang="ja-JP" sz="1200" b="0" kern="1200" dirty="0">
                          <a:solidFill>
                            <a:schemeClr val="tx1"/>
                          </a:solidFill>
                          <a:latin typeface="Meiryo UI" panose="020B0604030504040204" pitchFamily="50" charset="-128"/>
                          <a:ea typeface="Meiryo UI" panose="020B0604030504040204" pitchFamily="50" charset="-128"/>
                          <a:cs typeface="+mn-cs"/>
                        </a:rPr>
                        <a:t>Markdown</a:t>
                      </a:r>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ファイルで定義</a:t>
                      </a:r>
                      <a:endParaRPr kumimoji="1" lang="en-US" altLang="ja-JP" sz="1200" b="0" kern="1200" dirty="0">
                        <a:solidFill>
                          <a:schemeClr val="tx1"/>
                        </a:solidFill>
                        <a:latin typeface="Meiryo UI" panose="020B0604030504040204" pitchFamily="50" charset="-128"/>
                        <a:ea typeface="Meiryo UI" panose="020B0604030504040204" pitchFamily="50" charset="-128"/>
                        <a:cs typeface="+mn-cs"/>
                      </a:endParaRPr>
                    </a:p>
                  </a:txBody>
                  <a:tcPr/>
                </a:tc>
                <a:extLst>
                  <a:ext uri="{0D108BD9-81ED-4DB2-BD59-A6C34878D82A}">
                    <a16:rowId xmlns:a16="http://schemas.microsoft.com/office/drawing/2014/main" val="927893952"/>
                  </a:ext>
                </a:extLst>
              </a:tr>
            </a:tbl>
          </a:graphicData>
        </a:graphic>
      </p:graphicFrame>
    </p:spTree>
    <p:extLst>
      <p:ext uri="{BB962C8B-B14F-4D97-AF65-F5344CB8AC3E}">
        <p14:creationId xmlns:p14="http://schemas.microsoft.com/office/powerpoint/2010/main" val="6137438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B13D2-BD7E-52FF-4D57-FAA9F1A387B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A4BD2D5-96DA-0443-8B29-9DC99AA29FC7}"/>
              </a:ext>
            </a:extLst>
          </p:cNvPr>
          <p:cNvSpPr>
            <a:spLocks noGrp="1"/>
          </p:cNvSpPr>
          <p:nvPr>
            <p:ph type="title"/>
          </p:nvPr>
        </p:nvSpPr>
        <p:spPr/>
        <p:txBody>
          <a:bodyPr>
            <a:normAutofit/>
          </a:bodyPr>
          <a:lstStyle/>
          <a:p>
            <a:r>
              <a:rPr lang="en-US" altLang="ja-JP" dirty="0"/>
              <a:t>6-4.</a:t>
            </a:r>
            <a:r>
              <a:rPr lang="ja-JP" altLang="en-US" dirty="0"/>
              <a:t> チャット機能</a:t>
            </a:r>
          </a:p>
        </p:txBody>
      </p:sp>
      <p:sp>
        <p:nvSpPr>
          <p:cNvPr id="13" name="Text 8">
            <a:extLst>
              <a:ext uri="{FF2B5EF4-FFF2-40B4-BE49-F238E27FC236}">
                <a16:creationId xmlns:a16="http://schemas.microsoft.com/office/drawing/2014/main" id="{CA252860-DCE2-0C12-A7AA-0866B9D1099E}"/>
              </a:ext>
            </a:extLst>
          </p:cNvPr>
          <p:cNvSpPr txBox="1"/>
          <p:nvPr/>
        </p:nvSpPr>
        <p:spPr>
          <a:xfrm>
            <a:off x="457200" y="1047902"/>
            <a:ext cx="9298847" cy="228600"/>
          </a:xfrm>
          <a:prstGeom prst="rect">
            <a:avLst/>
          </a:prstGeom>
          <a:noFill/>
          <a:ln/>
        </p:spPr>
        <p:txBody>
          <a:bodyPr wrap="none" lIns="0" tIns="0" rIns="0" bIns="0" rtlCol="0" anchor="t"/>
          <a:lstStyle/>
          <a:p>
            <a:r>
              <a:rPr lang="ja-JP" altLang="en-US" sz="1400" dirty="0">
                <a:solidFill>
                  <a:srgbClr val="404040"/>
                </a:solidFill>
                <a:latin typeface="+mj-ea"/>
                <a:ea typeface="+mj-ea"/>
              </a:rPr>
              <a:t>■コマンド機能</a:t>
            </a:r>
          </a:p>
          <a:p>
            <a:r>
              <a:rPr lang="ja-JP" altLang="en-US" sz="1400" dirty="0">
                <a:solidFill>
                  <a:srgbClr val="404040"/>
                </a:solidFill>
                <a:latin typeface="+mj-ea"/>
                <a:ea typeface="+mj-ea"/>
              </a:rPr>
              <a:t>　チャット内ではコマンドを使用することで特定の指示を出すこともできる。</a:t>
            </a:r>
          </a:p>
          <a:p>
            <a:endParaRPr lang="ja-JP" altLang="en-US" sz="1400" dirty="0">
              <a:solidFill>
                <a:srgbClr val="404040"/>
              </a:solidFill>
              <a:latin typeface="+mj-ea"/>
              <a:ea typeface="+mj-ea"/>
            </a:endParaRPr>
          </a:p>
          <a:p>
            <a:r>
              <a:rPr lang="ja-JP" altLang="en-US" sz="1400" dirty="0">
                <a:solidFill>
                  <a:srgbClr val="404040"/>
                </a:solidFill>
                <a:latin typeface="+mj-ea"/>
                <a:ea typeface="+mj-ea"/>
              </a:rPr>
              <a:t>　基本的なコマンドは以下のとおり。</a:t>
            </a:r>
          </a:p>
          <a:p>
            <a:endParaRPr lang="en-US" altLang="ja-JP" sz="1400" dirty="0">
              <a:solidFill>
                <a:srgbClr val="404040"/>
              </a:solidFill>
              <a:latin typeface="+mj-ea"/>
              <a:ea typeface="+mj-ea"/>
            </a:endParaRPr>
          </a:p>
          <a:p>
            <a:r>
              <a:rPr lang="ja-JP" altLang="en-US" sz="1400" dirty="0">
                <a:solidFill>
                  <a:srgbClr val="404040"/>
                </a:solidFill>
                <a:latin typeface="+mj-ea"/>
                <a:ea typeface="+mj-ea"/>
              </a:rPr>
              <a:t>　</a:t>
            </a:r>
            <a:r>
              <a:rPr lang="en-US" altLang="ja-JP" sz="1400" dirty="0">
                <a:solidFill>
                  <a:srgbClr val="404040"/>
                </a:solidFill>
                <a:latin typeface="+mj-ea"/>
                <a:ea typeface="+mj-ea"/>
              </a:rPr>
              <a:t>/explain		 </a:t>
            </a:r>
            <a:r>
              <a:rPr lang="ja-JP" altLang="en-US" sz="1400" dirty="0">
                <a:solidFill>
                  <a:srgbClr val="404040"/>
                </a:solidFill>
                <a:latin typeface="+mj-ea"/>
                <a:ea typeface="+mj-ea"/>
              </a:rPr>
              <a:t>：指定範囲の処理の説明を行う</a:t>
            </a:r>
          </a:p>
          <a:p>
            <a:endParaRPr lang="en-US" altLang="ja-JP" sz="1400" dirty="0">
              <a:solidFill>
                <a:srgbClr val="404040"/>
              </a:solidFill>
              <a:latin typeface="+mj-ea"/>
              <a:ea typeface="+mj-ea"/>
            </a:endParaRPr>
          </a:p>
          <a:p>
            <a:r>
              <a:rPr lang="ja-JP" altLang="en-US" sz="1400" dirty="0">
                <a:solidFill>
                  <a:srgbClr val="404040"/>
                </a:solidFill>
                <a:latin typeface="+mj-ea"/>
                <a:ea typeface="+mj-ea"/>
              </a:rPr>
              <a:t>　</a:t>
            </a:r>
            <a:r>
              <a:rPr lang="en-US" altLang="ja-JP" sz="1400" dirty="0">
                <a:solidFill>
                  <a:srgbClr val="404040"/>
                </a:solidFill>
                <a:latin typeface="+mj-ea"/>
                <a:ea typeface="+mj-ea"/>
              </a:rPr>
              <a:t>/fix		 </a:t>
            </a:r>
            <a:r>
              <a:rPr lang="ja-JP" altLang="en-US" sz="1400" dirty="0">
                <a:solidFill>
                  <a:srgbClr val="404040"/>
                </a:solidFill>
                <a:latin typeface="+mj-ea"/>
                <a:ea typeface="+mj-ea"/>
              </a:rPr>
              <a:t>：指定範囲の修正案を提示する</a:t>
            </a:r>
          </a:p>
          <a:p>
            <a:endParaRPr lang="en-US" altLang="ja-JP" sz="1400" dirty="0">
              <a:solidFill>
                <a:srgbClr val="404040"/>
              </a:solidFill>
              <a:latin typeface="+mj-ea"/>
              <a:ea typeface="+mj-ea"/>
            </a:endParaRPr>
          </a:p>
          <a:p>
            <a:r>
              <a:rPr lang="ja-JP" altLang="en-US" sz="1400" dirty="0">
                <a:solidFill>
                  <a:srgbClr val="404040"/>
                </a:solidFill>
                <a:latin typeface="+mj-ea"/>
                <a:ea typeface="+mj-ea"/>
              </a:rPr>
              <a:t>　</a:t>
            </a:r>
            <a:r>
              <a:rPr lang="en-US" altLang="ja-JP" sz="1400" dirty="0">
                <a:solidFill>
                  <a:srgbClr val="404040"/>
                </a:solidFill>
                <a:latin typeface="+mj-ea"/>
                <a:ea typeface="+mj-ea"/>
              </a:rPr>
              <a:t>/tests		 </a:t>
            </a:r>
            <a:r>
              <a:rPr lang="ja-JP" altLang="en-US" sz="1400" dirty="0">
                <a:solidFill>
                  <a:srgbClr val="404040"/>
                </a:solidFill>
                <a:latin typeface="+mj-ea"/>
                <a:ea typeface="+mj-ea"/>
              </a:rPr>
              <a:t>：指定範囲のテストコードを提示する等</a:t>
            </a:r>
          </a:p>
          <a:p>
            <a:endParaRPr lang="en-US" altLang="ja-JP" sz="1400" dirty="0">
              <a:solidFill>
                <a:srgbClr val="404040"/>
              </a:solidFill>
              <a:latin typeface="+mj-ea"/>
              <a:ea typeface="+mj-ea"/>
            </a:endParaRPr>
          </a:p>
          <a:p>
            <a:r>
              <a:rPr lang="ja-JP" altLang="en-US" sz="1400" dirty="0">
                <a:solidFill>
                  <a:srgbClr val="404040"/>
                </a:solidFill>
                <a:latin typeface="+mj-ea"/>
                <a:ea typeface="+mj-ea"/>
              </a:rPr>
              <a:t>　</a:t>
            </a:r>
            <a:r>
              <a:rPr lang="en-US" altLang="ja-JP" sz="1400" dirty="0">
                <a:solidFill>
                  <a:srgbClr val="404040"/>
                </a:solidFill>
                <a:latin typeface="+mj-ea"/>
                <a:ea typeface="+mj-ea"/>
              </a:rPr>
              <a:t>/{</a:t>
            </a:r>
            <a:r>
              <a:rPr lang="ja-JP" altLang="en-US" sz="1400" dirty="0">
                <a:solidFill>
                  <a:srgbClr val="404040"/>
                </a:solidFill>
                <a:latin typeface="+mj-ea"/>
                <a:ea typeface="+mj-ea"/>
              </a:rPr>
              <a:t>プロンプトファイル名</a:t>
            </a:r>
            <a:r>
              <a:rPr lang="en-US" altLang="ja-JP" sz="1400" dirty="0">
                <a:solidFill>
                  <a:srgbClr val="404040"/>
                </a:solidFill>
                <a:latin typeface="+mj-ea"/>
                <a:ea typeface="+mj-ea"/>
              </a:rPr>
              <a:t>}	</a:t>
            </a:r>
            <a:r>
              <a:rPr lang="ja-JP" altLang="en-US" sz="1400" dirty="0">
                <a:solidFill>
                  <a:srgbClr val="404040"/>
                </a:solidFill>
                <a:latin typeface="+mj-ea"/>
                <a:ea typeface="+mj-ea"/>
              </a:rPr>
              <a:t>：指定するプロンプトファイルの実行を行う</a:t>
            </a:r>
          </a:p>
        </p:txBody>
      </p:sp>
      <p:pic>
        <p:nvPicPr>
          <p:cNvPr id="4" name="図 3">
            <a:extLst>
              <a:ext uri="{FF2B5EF4-FFF2-40B4-BE49-F238E27FC236}">
                <a16:creationId xmlns:a16="http://schemas.microsoft.com/office/drawing/2014/main" id="{7D17E6F4-66E8-21E8-A24C-256071A62D45}"/>
              </a:ext>
            </a:extLst>
          </p:cNvPr>
          <p:cNvPicPr>
            <a:picLocks noChangeAspect="1"/>
          </p:cNvPicPr>
          <p:nvPr/>
        </p:nvPicPr>
        <p:blipFill>
          <a:blip r:embed="rId2"/>
          <a:stretch>
            <a:fillRect/>
          </a:stretch>
        </p:blipFill>
        <p:spPr>
          <a:xfrm>
            <a:off x="4674905" y="3865266"/>
            <a:ext cx="4927870" cy="2116119"/>
          </a:xfrm>
          <a:prstGeom prst="rect">
            <a:avLst/>
          </a:prstGeom>
        </p:spPr>
      </p:pic>
    </p:spTree>
    <p:extLst>
      <p:ext uri="{BB962C8B-B14F-4D97-AF65-F5344CB8AC3E}">
        <p14:creationId xmlns:p14="http://schemas.microsoft.com/office/powerpoint/2010/main" val="129507017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2C601-D22A-3C3B-447C-9BC7441A443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C7606FC-A7EF-07B4-09BE-5C62759E0A98}"/>
              </a:ext>
            </a:extLst>
          </p:cNvPr>
          <p:cNvSpPr>
            <a:spLocks noGrp="1"/>
          </p:cNvSpPr>
          <p:nvPr>
            <p:ph type="title"/>
          </p:nvPr>
        </p:nvSpPr>
        <p:spPr/>
        <p:txBody>
          <a:bodyPr>
            <a:normAutofit/>
          </a:bodyPr>
          <a:lstStyle/>
          <a:p>
            <a:r>
              <a:rPr lang="en-US" altLang="ja-JP" dirty="0"/>
              <a:t>6-5.</a:t>
            </a:r>
            <a:r>
              <a:rPr lang="ja-JP" altLang="en-US" dirty="0"/>
              <a:t> 簡単なアプリやゲームを作ってみましょう</a:t>
            </a:r>
          </a:p>
        </p:txBody>
      </p:sp>
      <p:sp>
        <p:nvSpPr>
          <p:cNvPr id="5" name="Text 8">
            <a:extLst>
              <a:ext uri="{FF2B5EF4-FFF2-40B4-BE49-F238E27FC236}">
                <a16:creationId xmlns:a16="http://schemas.microsoft.com/office/drawing/2014/main" id="{F5C0B608-0B9B-5C99-088B-1193B62CCD20}"/>
              </a:ext>
            </a:extLst>
          </p:cNvPr>
          <p:cNvSpPr txBox="1"/>
          <p:nvPr/>
        </p:nvSpPr>
        <p:spPr>
          <a:xfrm>
            <a:off x="457200" y="1047902"/>
            <a:ext cx="9298847" cy="228600"/>
          </a:xfrm>
          <a:prstGeom prst="rect">
            <a:avLst/>
          </a:prstGeom>
          <a:noFill/>
          <a:ln/>
        </p:spPr>
        <p:txBody>
          <a:bodyPr wrap="none" lIns="0" tIns="0" rIns="0" bIns="0" rtlCol="0" anchor="t"/>
          <a:lstStyle/>
          <a:p>
            <a:r>
              <a:rPr lang="ja-JP" altLang="en-US" sz="1400" dirty="0">
                <a:solidFill>
                  <a:srgbClr val="404040"/>
                </a:solidFill>
                <a:latin typeface="+mj-ea"/>
                <a:ea typeface="+mj-ea"/>
              </a:rPr>
              <a:t>先ほどの研修内容を活かして、簡単なアプリやゲームを作ってみましょう。</a:t>
            </a:r>
          </a:p>
        </p:txBody>
      </p:sp>
    </p:spTree>
    <p:extLst>
      <p:ext uri="{BB962C8B-B14F-4D97-AF65-F5344CB8AC3E}">
        <p14:creationId xmlns:p14="http://schemas.microsoft.com/office/powerpoint/2010/main" val="32186617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8B676-E951-9AAE-DEBF-39BF5A77318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25C3AE9-29AC-1695-BC55-783E74BB58BF}"/>
              </a:ext>
            </a:extLst>
          </p:cNvPr>
          <p:cNvSpPr>
            <a:spLocks noGrp="1"/>
          </p:cNvSpPr>
          <p:nvPr>
            <p:ph type="title"/>
          </p:nvPr>
        </p:nvSpPr>
        <p:spPr/>
        <p:txBody>
          <a:bodyPr>
            <a:normAutofit/>
          </a:bodyPr>
          <a:lstStyle/>
          <a:p>
            <a:r>
              <a:rPr lang="en-US" altLang="ja-JP" dirty="0"/>
              <a:t>6-6.</a:t>
            </a:r>
            <a:r>
              <a:rPr lang="ja-JP" altLang="en-US" dirty="0"/>
              <a:t> 例①：高級志向テトリス</a:t>
            </a:r>
          </a:p>
        </p:txBody>
      </p:sp>
      <p:pic>
        <p:nvPicPr>
          <p:cNvPr id="4" name="図 3">
            <a:extLst>
              <a:ext uri="{FF2B5EF4-FFF2-40B4-BE49-F238E27FC236}">
                <a16:creationId xmlns:a16="http://schemas.microsoft.com/office/drawing/2014/main" id="{20D36F2A-EF24-B10A-EC0A-1D3A1BEC8F5E}"/>
              </a:ext>
            </a:extLst>
          </p:cNvPr>
          <p:cNvPicPr>
            <a:picLocks noChangeAspect="1"/>
          </p:cNvPicPr>
          <p:nvPr/>
        </p:nvPicPr>
        <p:blipFill>
          <a:blip r:embed="rId2"/>
          <a:stretch>
            <a:fillRect/>
          </a:stretch>
        </p:blipFill>
        <p:spPr>
          <a:xfrm>
            <a:off x="1359105" y="968253"/>
            <a:ext cx="7569575" cy="5456114"/>
          </a:xfrm>
          <a:prstGeom prst="rect">
            <a:avLst/>
          </a:prstGeom>
        </p:spPr>
      </p:pic>
    </p:spTree>
    <p:extLst>
      <p:ext uri="{BB962C8B-B14F-4D97-AF65-F5344CB8AC3E}">
        <p14:creationId xmlns:p14="http://schemas.microsoft.com/office/powerpoint/2010/main" val="427115195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81F5B-3FC0-EC5E-53D6-6E95D72C6EB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F8DE0A0-61DB-322E-8C98-A7C3C5DDEEA6}"/>
              </a:ext>
            </a:extLst>
          </p:cNvPr>
          <p:cNvSpPr>
            <a:spLocks noGrp="1"/>
          </p:cNvSpPr>
          <p:nvPr>
            <p:ph type="title"/>
          </p:nvPr>
        </p:nvSpPr>
        <p:spPr/>
        <p:txBody>
          <a:bodyPr>
            <a:normAutofit/>
          </a:bodyPr>
          <a:lstStyle/>
          <a:p>
            <a:r>
              <a:rPr lang="en-US" altLang="ja-JP" dirty="0"/>
              <a:t>6-7.</a:t>
            </a:r>
            <a:r>
              <a:rPr lang="ja-JP" altLang="en-US" dirty="0"/>
              <a:t> 例②：わくわく！にっぽんダーツの旅</a:t>
            </a:r>
          </a:p>
        </p:txBody>
      </p:sp>
      <p:pic>
        <p:nvPicPr>
          <p:cNvPr id="4" name="図 3">
            <a:extLst>
              <a:ext uri="{FF2B5EF4-FFF2-40B4-BE49-F238E27FC236}">
                <a16:creationId xmlns:a16="http://schemas.microsoft.com/office/drawing/2014/main" id="{A5417440-92C0-A29E-ECBB-DCCF4C4BCDF6}"/>
              </a:ext>
            </a:extLst>
          </p:cNvPr>
          <p:cNvPicPr>
            <a:picLocks noChangeAspect="1"/>
          </p:cNvPicPr>
          <p:nvPr/>
        </p:nvPicPr>
        <p:blipFill>
          <a:blip r:embed="rId2"/>
          <a:stretch>
            <a:fillRect/>
          </a:stretch>
        </p:blipFill>
        <p:spPr>
          <a:xfrm>
            <a:off x="864559" y="1310325"/>
            <a:ext cx="7914484" cy="4694448"/>
          </a:xfrm>
          <a:prstGeom prst="rect">
            <a:avLst/>
          </a:prstGeom>
        </p:spPr>
      </p:pic>
    </p:spTree>
    <p:extLst>
      <p:ext uri="{BB962C8B-B14F-4D97-AF65-F5344CB8AC3E}">
        <p14:creationId xmlns:p14="http://schemas.microsoft.com/office/powerpoint/2010/main" val="197825530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ABD46-E89D-4227-B230-E7CB93611C4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450FC68-D209-56D3-F680-AB66FA1E4D57}"/>
              </a:ext>
            </a:extLst>
          </p:cNvPr>
          <p:cNvSpPr>
            <a:spLocks noGrp="1"/>
          </p:cNvSpPr>
          <p:nvPr>
            <p:ph type="title"/>
          </p:nvPr>
        </p:nvSpPr>
        <p:spPr/>
        <p:txBody>
          <a:bodyPr>
            <a:normAutofit/>
          </a:bodyPr>
          <a:lstStyle/>
          <a:p>
            <a:r>
              <a:rPr lang="en-US" altLang="ja-JP" dirty="0"/>
              <a:t>6-8.</a:t>
            </a:r>
            <a:r>
              <a:rPr lang="ja-JP" altLang="en-US" dirty="0"/>
              <a:t> 例③：タスク管理ツール</a:t>
            </a:r>
          </a:p>
        </p:txBody>
      </p:sp>
      <p:pic>
        <p:nvPicPr>
          <p:cNvPr id="4" name="図 3">
            <a:extLst>
              <a:ext uri="{FF2B5EF4-FFF2-40B4-BE49-F238E27FC236}">
                <a16:creationId xmlns:a16="http://schemas.microsoft.com/office/drawing/2014/main" id="{6CD5B40C-0738-FC56-42BE-602374506747}"/>
              </a:ext>
            </a:extLst>
          </p:cNvPr>
          <p:cNvPicPr>
            <a:picLocks noChangeAspect="1"/>
          </p:cNvPicPr>
          <p:nvPr/>
        </p:nvPicPr>
        <p:blipFill>
          <a:blip r:embed="rId2"/>
          <a:stretch>
            <a:fillRect/>
          </a:stretch>
        </p:blipFill>
        <p:spPr>
          <a:xfrm>
            <a:off x="593103" y="1231256"/>
            <a:ext cx="8719794" cy="4395487"/>
          </a:xfrm>
          <a:prstGeom prst="rect">
            <a:avLst/>
          </a:prstGeom>
        </p:spPr>
      </p:pic>
    </p:spTree>
    <p:extLst>
      <p:ext uri="{BB962C8B-B14F-4D97-AF65-F5344CB8AC3E}">
        <p14:creationId xmlns:p14="http://schemas.microsoft.com/office/powerpoint/2010/main" val="264611547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5258C-4C44-B1BB-2D7D-69405DC6FF2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0746743-3DA7-F04F-6899-DC07D3C3AD99}"/>
              </a:ext>
            </a:extLst>
          </p:cNvPr>
          <p:cNvSpPr>
            <a:spLocks noGrp="1"/>
          </p:cNvSpPr>
          <p:nvPr>
            <p:ph type="title"/>
          </p:nvPr>
        </p:nvSpPr>
        <p:spPr/>
        <p:txBody>
          <a:bodyPr>
            <a:normAutofit/>
          </a:bodyPr>
          <a:lstStyle/>
          <a:p>
            <a:r>
              <a:rPr lang="en-US" altLang="ja-JP" dirty="0"/>
              <a:t>6-9.</a:t>
            </a:r>
            <a:r>
              <a:rPr lang="ja-JP" altLang="en-US" dirty="0"/>
              <a:t> ディレクトリ作成とファイル配置</a:t>
            </a:r>
          </a:p>
        </p:txBody>
      </p:sp>
      <p:sp>
        <p:nvSpPr>
          <p:cNvPr id="4" name="Text 8">
            <a:extLst>
              <a:ext uri="{FF2B5EF4-FFF2-40B4-BE49-F238E27FC236}">
                <a16:creationId xmlns:a16="http://schemas.microsoft.com/office/drawing/2014/main" id="{942E1E94-747A-6C0E-6B0B-1C313F762B9C}"/>
              </a:ext>
            </a:extLst>
          </p:cNvPr>
          <p:cNvSpPr txBox="1"/>
          <p:nvPr/>
        </p:nvSpPr>
        <p:spPr>
          <a:xfrm>
            <a:off x="457200" y="1047902"/>
            <a:ext cx="9298847" cy="228600"/>
          </a:xfrm>
          <a:prstGeom prst="rect">
            <a:avLst/>
          </a:prstGeom>
          <a:noFill/>
          <a:ln/>
        </p:spPr>
        <p:txBody>
          <a:bodyPr wrap="none" lIns="0" tIns="0" rIns="0" bIns="0" rtlCol="0" anchor="t"/>
          <a:lstStyle/>
          <a:p>
            <a:r>
              <a:rPr lang="en-US" altLang="ja-JP" sz="1400" dirty="0">
                <a:solidFill>
                  <a:srgbClr val="404040"/>
                </a:solidFill>
                <a:latin typeface="+mj-ea"/>
                <a:ea typeface="+mj-ea"/>
              </a:rPr>
              <a:t>1. </a:t>
            </a:r>
            <a:r>
              <a:rPr lang="ja-JP" altLang="en-US" sz="1400" dirty="0">
                <a:solidFill>
                  <a:srgbClr val="404040"/>
                </a:solidFill>
                <a:latin typeface="+mj-ea"/>
                <a:ea typeface="+mj-ea"/>
              </a:rPr>
              <a:t>マイドキュメントの下に作業用ディレクトリを</a:t>
            </a:r>
            <a:endParaRPr lang="en-US" altLang="ja-JP" sz="1400" dirty="0">
              <a:solidFill>
                <a:srgbClr val="404040"/>
              </a:solidFill>
              <a:latin typeface="+mj-ea"/>
              <a:ea typeface="+mj-ea"/>
            </a:endParaRPr>
          </a:p>
          <a:p>
            <a:r>
              <a:rPr lang="ja-JP" altLang="en-US" sz="1400" dirty="0">
                <a:solidFill>
                  <a:srgbClr val="404040"/>
                </a:solidFill>
                <a:latin typeface="+mj-ea"/>
                <a:ea typeface="+mj-ea"/>
              </a:rPr>
              <a:t>　　作ってください。</a:t>
            </a:r>
            <a:endParaRPr lang="en-US" altLang="ja-JP" sz="1400" dirty="0">
              <a:solidFill>
                <a:srgbClr val="404040"/>
              </a:solidFill>
              <a:latin typeface="+mj-ea"/>
              <a:ea typeface="+mj-ea"/>
            </a:endParaRPr>
          </a:p>
          <a:p>
            <a:r>
              <a:rPr lang="ja-JP" altLang="en-US" sz="1400" dirty="0">
                <a:solidFill>
                  <a:srgbClr val="404040"/>
                </a:solidFill>
                <a:latin typeface="+mj-ea"/>
                <a:ea typeface="+mj-ea"/>
              </a:rPr>
              <a:t>　　名前は何でも良いです。</a:t>
            </a:r>
          </a:p>
          <a:p>
            <a:endParaRPr lang="en-US" altLang="ja-JP" sz="1400" dirty="0">
              <a:solidFill>
                <a:srgbClr val="404040"/>
              </a:solidFill>
              <a:latin typeface="+mj-ea"/>
              <a:ea typeface="+mj-ea"/>
            </a:endParaRPr>
          </a:p>
          <a:p>
            <a:endParaRPr lang="en-US" altLang="ja-JP" sz="1400" dirty="0">
              <a:solidFill>
                <a:srgbClr val="404040"/>
              </a:solidFill>
              <a:latin typeface="+mj-ea"/>
              <a:ea typeface="+mj-ea"/>
            </a:endParaRPr>
          </a:p>
          <a:p>
            <a:r>
              <a:rPr lang="en-US" altLang="ja-JP" sz="1400" dirty="0">
                <a:solidFill>
                  <a:srgbClr val="404040"/>
                </a:solidFill>
                <a:latin typeface="+mj-ea"/>
                <a:ea typeface="+mj-ea"/>
              </a:rPr>
              <a:t>2. ChatGPT</a:t>
            </a:r>
            <a:r>
              <a:rPr lang="ja-JP" altLang="en-US" sz="1400" dirty="0">
                <a:solidFill>
                  <a:srgbClr val="404040"/>
                </a:solidFill>
                <a:latin typeface="+mj-ea"/>
                <a:ea typeface="+mj-ea"/>
              </a:rPr>
              <a:t>で作成したファイルをそのディレクトリ</a:t>
            </a:r>
            <a:endParaRPr lang="en-US" altLang="ja-JP" sz="1400" dirty="0">
              <a:solidFill>
                <a:srgbClr val="404040"/>
              </a:solidFill>
              <a:latin typeface="+mj-ea"/>
              <a:ea typeface="+mj-ea"/>
            </a:endParaRPr>
          </a:p>
          <a:p>
            <a:r>
              <a:rPr lang="ja-JP" altLang="en-US" sz="1400" dirty="0">
                <a:solidFill>
                  <a:srgbClr val="404040"/>
                </a:solidFill>
                <a:latin typeface="+mj-ea"/>
                <a:ea typeface="+mj-ea"/>
              </a:rPr>
              <a:t>　　に配置してください。</a:t>
            </a:r>
          </a:p>
          <a:p>
            <a:r>
              <a:rPr lang="ja-JP" altLang="en-US" sz="1400" dirty="0">
                <a:solidFill>
                  <a:srgbClr val="404040"/>
                </a:solidFill>
                <a:latin typeface="+mj-ea"/>
                <a:ea typeface="+mj-ea"/>
              </a:rPr>
              <a:t>　（</a:t>
            </a:r>
            <a:r>
              <a:rPr lang="en-US" altLang="ja-JP" sz="1400" dirty="0">
                <a:solidFill>
                  <a:srgbClr val="404040"/>
                </a:solidFill>
                <a:latin typeface="+mj-ea"/>
                <a:ea typeface="+mj-ea"/>
              </a:rPr>
              <a:t>zip</a:t>
            </a:r>
            <a:r>
              <a:rPr lang="ja-JP" altLang="en-US" sz="1400" dirty="0">
                <a:solidFill>
                  <a:srgbClr val="404040"/>
                </a:solidFill>
                <a:latin typeface="+mj-ea"/>
                <a:ea typeface="+mj-ea"/>
              </a:rPr>
              <a:t>ファイルの場合は展開して中身を配置）</a:t>
            </a:r>
          </a:p>
          <a:p>
            <a:endParaRPr lang="en-US" altLang="ja-JP" sz="1400" dirty="0">
              <a:solidFill>
                <a:srgbClr val="404040"/>
              </a:solidFill>
              <a:latin typeface="+mj-ea"/>
              <a:ea typeface="+mj-ea"/>
            </a:endParaRPr>
          </a:p>
          <a:p>
            <a:endParaRPr lang="en-US" altLang="ja-JP" sz="1400" dirty="0">
              <a:solidFill>
                <a:srgbClr val="404040"/>
              </a:solidFill>
              <a:latin typeface="+mj-ea"/>
              <a:ea typeface="+mj-ea"/>
            </a:endParaRPr>
          </a:p>
          <a:p>
            <a:r>
              <a:rPr lang="en-US" altLang="ja-JP" sz="1400" dirty="0">
                <a:solidFill>
                  <a:srgbClr val="404040"/>
                </a:solidFill>
                <a:latin typeface="+mj-ea"/>
                <a:ea typeface="+mj-ea"/>
              </a:rPr>
              <a:t>3. </a:t>
            </a:r>
            <a:r>
              <a:rPr lang="ja-JP" altLang="en-US" sz="1400" dirty="0">
                <a:solidFill>
                  <a:srgbClr val="404040"/>
                </a:solidFill>
                <a:latin typeface="+mj-ea"/>
                <a:ea typeface="+mj-ea"/>
              </a:rPr>
              <a:t>そのディレクトリを、</a:t>
            </a:r>
            <a:r>
              <a:rPr lang="en-US" altLang="ja-JP" sz="1400" dirty="0">
                <a:solidFill>
                  <a:srgbClr val="404040"/>
                </a:solidFill>
                <a:latin typeface="+mj-ea"/>
                <a:ea typeface="+mj-ea"/>
              </a:rPr>
              <a:t>VS Code </a:t>
            </a:r>
            <a:r>
              <a:rPr lang="ja-JP" altLang="en-US" sz="1400" dirty="0">
                <a:solidFill>
                  <a:srgbClr val="404040"/>
                </a:solidFill>
                <a:latin typeface="+mj-ea"/>
                <a:ea typeface="+mj-ea"/>
              </a:rPr>
              <a:t>で開いてください。</a:t>
            </a:r>
          </a:p>
          <a:p>
            <a:r>
              <a:rPr lang="ja-JP" altLang="en-US" sz="1400" dirty="0">
                <a:solidFill>
                  <a:srgbClr val="404040"/>
                </a:solidFill>
                <a:latin typeface="+mj-ea"/>
                <a:ea typeface="+mj-ea"/>
              </a:rPr>
              <a:t>　（</a:t>
            </a:r>
            <a:r>
              <a:rPr lang="en-US" altLang="ja-JP" sz="1400" dirty="0">
                <a:solidFill>
                  <a:srgbClr val="404040"/>
                </a:solidFill>
                <a:latin typeface="+mj-ea"/>
                <a:ea typeface="+mj-ea"/>
              </a:rPr>
              <a:t>VS Code</a:t>
            </a:r>
            <a:r>
              <a:rPr lang="ja-JP" altLang="en-US" sz="1400" dirty="0">
                <a:solidFill>
                  <a:srgbClr val="404040"/>
                </a:solidFill>
                <a:latin typeface="+mj-ea"/>
                <a:ea typeface="+mj-ea"/>
              </a:rPr>
              <a:t>を立ち上げて、</a:t>
            </a:r>
            <a:endParaRPr lang="en-US" altLang="ja-JP" sz="1400" dirty="0">
              <a:solidFill>
                <a:srgbClr val="404040"/>
              </a:solidFill>
              <a:latin typeface="+mj-ea"/>
              <a:ea typeface="+mj-ea"/>
            </a:endParaRPr>
          </a:p>
          <a:p>
            <a:r>
              <a:rPr lang="ja-JP" altLang="en-US" sz="1400" dirty="0">
                <a:solidFill>
                  <a:srgbClr val="404040"/>
                </a:solidFill>
                <a:latin typeface="+mj-ea"/>
                <a:ea typeface="+mj-ea"/>
              </a:rPr>
              <a:t>　　「</a:t>
            </a:r>
            <a:r>
              <a:rPr lang="en-US" altLang="ja-JP" sz="1400" dirty="0">
                <a:solidFill>
                  <a:srgbClr val="404040"/>
                </a:solidFill>
                <a:latin typeface="+mj-ea"/>
                <a:ea typeface="+mj-ea"/>
              </a:rPr>
              <a:t>File → New Window</a:t>
            </a:r>
            <a:r>
              <a:rPr lang="ja-JP" altLang="en-US" sz="1400" dirty="0">
                <a:solidFill>
                  <a:srgbClr val="404040"/>
                </a:solidFill>
                <a:latin typeface="+mj-ea"/>
                <a:ea typeface="+mj-ea"/>
              </a:rPr>
              <a:t>」、</a:t>
            </a:r>
            <a:endParaRPr lang="en-US" altLang="ja-JP" sz="1400" dirty="0">
              <a:solidFill>
                <a:srgbClr val="404040"/>
              </a:solidFill>
              <a:latin typeface="+mj-ea"/>
              <a:ea typeface="+mj-ea"/>
            </a:endParaRPr>
          </a:p>
          <a:p>
            <a:r>
              <a:rPr lang="ja-JP" altLang="en-US" sz="1400" dirty="0">
                <a:solidFill>
                  <a:srgbClr val="404040"/>
                </a:solidFill>
                <a:latin typeface="+mj-ea"/>
                <a:ea typeface="+mj-ea"/>
              </a:rPr>
              <a:t>　　ディレクトリを新しく開いたウィンドウに</a:t>
            </a:r>
            <a:endParaRPr lang="en-US" altLang="ja-JP" sz="1400" dirty="0">
              <a:solidFill>
                <a:srgbClr val="404040"/>
              </a:solidFill>
              <a:latin typeface="+mj-ea"/>
              <a:ea typeface="+mj-ea"/>
            </a:endParaRPr>
          </a:p>
          <a:p>
            <a:r>
              <a:rPr lang="ja-JP" altLang="en-US" sz="1400" dirty="0">
                <a:solidFill>
                  <a:srgbClr val="404040"/>
                </a:solidFill>
                <a:latin typeface="+mj-ea"/>
                <a:ea typeface="+mj-ea"/>
              </a:rPr>
              <a:t>　　ドラッグ＆ドロップ）</a:t>
            </a:r>
          </a:p>
        </p:txBody>
      </p:sp>
      <p:pic>
        <p:nvPicPr>
          <p:cNvPr id="6" name="図 5">
            <a:extLst>
              <a:ext uri="{FF2B5EF4-FFF2-40B4-BE49-F238E27FC236}">
                <a16:creationId xmlns:a16="http://schemas.microsoft.com/office/drawing/2014/main" id="{4A6F05E2-4875-B8E7-94AE-B37E7B0CD24F}"/>
              </a:ext>
            </a:extLst>
          </p:cNvPr>
          <p:cNvPicPr>
            <a:picLocks noChangeAspect="1"/>
          </p:cNvPicPr>
          <p:nvPr/>
        </p:nvPicPr>
        <p:blipFill>
          <a:blip r:embed="rId2"/>
          <a:stretch>
            <a:fillRect/>
          </a:stretch>
        </p:blipFill>
        <p:spPr>
          <a:xfrm>
            <a:off x="4051210" y="1593604"/>
            <a:ext cx="5702784" cy="3835205"/>
          </a:xfrm>
          <a:prstGeom prst="rect">
            <a:avLst/>
          </a:prstGeom>
        </p:spPr>
      </p:pic>
    </p:spTree>
    <p:extLst>
      <p:ext uri="{BB962C8B-B14F-4D97-AF65-F5344CB8AC3E}">
        <p14:creationId xmlns:p14="http://schemas.microsoft.com/office/powerpoint/2010/main" val="311806711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E0D93-E370-E569-B343-06D7E0F521B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73CF5DE-2DEA-9AE8-3751-9C11BE31CFD4}"/>
              </a:ext>
            </a:extLst>
          </p:cNvPr>
          <p:cNvSpPr>
            <a:spLocks noGrp="1"/>
          </p:cNvSpPr>
          <p:nvPr>
            <p:ph type="title"/>
          </p:nvPr>
        </p:nvSpPr>
        <p:spPr/>
        <p:txBody>
          <a:bodyPr>
            <a:normAutofit/>
          </a:bodyPr>
          <a:lstStyle/>
          <a:p>
            <a:r>
              <a:rPr lang="en-US" altLang="ja-JP" dirty="0"/>
              <a:t>6-10. </a:t>
            </a:r>
            <a:r>
              <a:rPr lang="ja-JP" altLang="en-US" dirty="0"/>
              <a:t>チャット機能</a:t>
            </a:r>
          </a:p>
        </p:txBody>
      </p:sp>
      <p:sp>
        <p:nvSpPr>
          <p:cNvPr id="4" name="Text 8">
            <a:extLst>
              <a:ext uri="{FF2B5EF4-FFF2-40B4-BE49-F238E27FC236}">
                <a16:creationId xmlns:a16="http://schemas.microsoft.com/office/drawing/2014/main" id="{18368E6D-D5AD-B484-1218-98284E954233}"/>
              </a:ext>
            </a:extLst>
          </p:cNvPr>
          <p:cNvSpPr txBox="1"/>
          <p:nvPr/>
        </p:nvSpPr>
        <p:spPr>
          <a:xfrm>
            <a:off x="457200" y="1047902"/>
            <a:ext cx="9298847" cy="228600"/>
          </a:xfrm>
          <a:prstGeom prst="rect">
            <a:avLst/>
          </a:prstGeom>
          <a:noFill/>
          <a:ln/>
        </p:spPr>
        <p:txBody>
          <a:bodyPr wrap="none" lIns="0" tIns="0" rIns="0" bIns="0" rtlCol="0" anchor="t"/>
          <a:lstStyle/>
          <a:p>
            <a:r>
              <a:rPr lang="ja-JP" altLang="en-US" sz="1400" dirty="0">
                <a:solidFill>
                  <a:srgbClr val="404040"/>
                </a:solidFill>
                <a:latin typeface="+mj-ea"/>
              </a:rPr>
              <a:t>■チャットモード</a:t>
            </a:r>
          </a:p>
          <a:p>
            <a:r>
              <a:rPr lang="ja-JP" altLang="en-US" sz="1400" dirty="0">
                <a:solidFill>
                  <a:srgbClr val="404040"/>
                </a:solidFill>
                <a:latin typeface="+mj-ea"/>
                <a:ea typeface="+mj-ea"/>
              </a:rPr>
              <a:t>　</a:t>
            </a:r>
            <a:r>
              <a:rPr lang="en-US" altLang="ja-JP" sz="1400" dirty="0">
                <a:solidFill>
                  <a:srgbClr val="404040"/>
                </a:solidFill>
                <a:latin typeface="+mj-ea"/>
                <a:ea typeface="+mj-ea"/>
              </a:rPr>
              <a:t>GitHub Copilot</a:t>
            </a:r>
            <a:r>
              <a:rPr lang="ja-JP" altLang="en-US" sz="1400" dirty="0">
                <a:solidFill>
                  <a:srgbClr val="404040"/>
                </a:solidFill>
                <a:latin typeface="+mj-ea"/>
                <a:ea typeface="+mj-ea"/>
              </a:rPr>
              <a:t>には</a:t>
            </a:r>
            <a:r>
              <a:rPr lang="en-US" altLang="ja-JP" sz="1400" dirty="0">
                <a:solidFill>
                  <a:srgbClr val="404040"/>
                </a:solidFill>
                <a:latin typeface="+mj-ea"/>
                <a:ea typeface="+mj-ea"/>
              </a:rPr>
              <a:t>4</a:t>
            </a:r>
            <a:r>
              <a:rPr lang="ja-JP" altLang="en-US" sz="1400" dirty="0">
                <a:solidFill>
                  <a:srgbClr val="404040"/>
                </a:solidFill>
                <a:latin typeface="+mj-ea"/>
                <a:ea typeface="+mj-ea"/>
              </a:rPr>
              <a:t>つエージェント設定があり、それぞれ以下のとおり使い分けを行う。</a:t>
            </a:r>
          </a:p>
        </p:txBody>
      </p:sp>
      <p:graphicFrame>
        <p:nvGraphicFramePr>
          <p:cNvPr id="6" name="表 5">
            <a:extLst>
              <a:ext uri="{FF2B5EF4-FFF2-40B4-BE49-F238E27FC236}">
                <a16:creationId xmlns:a16="http://schemas.microsoft.com/office/drawing/2014/main" id="{8139677D-F8F1-3807-0FDA-73A61B23A346}"/>
              </a:ext>
            </a:extLst>
          </p:cNvPr>
          <p:cNvGraphicFramePr>
            <a:graphicFrameLocks noGrp="1"/>
          </p:cNvGraphicFramePr>
          <p:nvPr>
            <p:extLst>
              <p:ext uri="{D42A27DB-BD31-4B8C-83A1-F6EECF244321}">
                <p14:modId xmlns:p14="http://schemas.microsoft.com/office/powerpoint/2010/main" val="308710868"/>
              </p:ext>
            </p:extLst>
          </p:nvPr>
        </p:nvGraphicFramePr>
        <p:xfrm>
          <a:off x="537588" y="1657437"/>
          <a:ext cx="9218458" cy="4423323"/>
        </p:xfrm>
        <a:graphic>
          <a:graphicData uri="http://schemas.openxmlformats.org/drawingml/2006/table">
            <a:tbl>
              <a:tblPr firstRow="1" bandRow="1">
                <a:tableStyleId>{5C22544A-7EE6-4342-B048-85BDC9FD1C3A}</a:tableStyleId>
              </a:tblPr>
              <a:tblGrid>
                <a:gridCol w="422402">
                  <a:extLst>
                    <a:ext uri="{9D8B030D-6E8A-4147-A177-3AD203B41FA5}">
                      <a16:colId xmlns:a16="http://schemas.microsoft.com/office/drawing/2014/main" val="2685506249"/>
                    </a:ext>
                  </a:extLst>
                </a:gridCol>
                <a:gridCol w="662159">
                  <a:extLst>
                    <a:ext uri="{9D8B030D-6E8A-4147-A177-3AD203B41FA5}">
                      <a16:colId xmlns:a16="http://schemas.microsoft.com/office/drawing/2014/main" val="2119717142"/>
                    </a:ext>
                  </a:extLst>
                </a:gridCol>
                <a:gridCol w="3031465">
                  <a:extLst>
                    <a:ext uri="{9D8B030D-6E8A-4147-A177-3AD203B41FA5}">
                      <a16:colId xmlns:a16="http://schemas.microsoft.com/office/drawing/2014/main" val="3120822675"/>
                    </a:ext>
                  </a:extLst>
                </a:gridCol>
                <a:gridCol w="5102432">
                  <a:extLst>
                    <a:ext uri="{9D8B030D-6E8A-4147-A177-3AD203B41FA5}">
                      <a16:colId xmlns:a16="http://schemas.microsoft.com/office/drawing/2014/main" val="3966480306"/>
                    </a:ext>
                  </a:extLst>
                </a:gridCol>
              </a:tblGrid>
              <a:tr h="501298">
                <a:tc>
                  <a:txBody>
                    <a:bodyPr/>
                    <a:lstStyle/>
                    <a:p>
                      <a:pPr marL="0" algn="ctr" defTabSz="914400" rtl="0" eaLnBrk="1" latinLnBrk="0" hangingPunct="1"/>
                      <a:r>
                        <a:rPr kumimoji="1" lang="en-US" altLang="ja-JP" sz="1400" b="1" kern="1200" dirty="0">
                          <a:solidFill>
                            <a:schemeClr val="bg1"/>
                          </a:solidFill>
                        </a:rPr>
                        <a:t>No.</a:t>
                      </a:r>
                      <a:endParaRPr kumimoji="1" lang="ja-JP" altLang="en-US" sz="1400" b="1" kern="1200" dirty="0">
                        <a:solidFill>
                          <a:schemeClr val="bg1"/>
                        </a:solidFill>
                        <a:latin typeface="Meiryo UI"/>
                        <a:ea typeface="Meiryo UI"/>
                        <a:cs typeface="+mn-cs"/>
                      </a:endParaRPr>
                    </a:p>
                  </a:txBody>
                  <a:tcPr/>
                </a:tc>
                <a:tc>
                  <a:txBody>
                    <a:bodyPr/>
                    <a:lstStyle/>
                    <a:p>
                      <a:pPr marL="0" algn="ctr" defTabSz="914400" rtl="0" eaLnBrk="1" latinLnBrk="0" hangingPunct="1"/>
                      <a:r>
                        <a:rPr kumimoji="1" lang="ja-JP" altLang="en-US" sz="1400" b="1" kern="1200" dirty="0">
                          <a:solidFill>
                            <a:schemeClr val="bg1"/>
                          </a:solidFill>
                          <a:latin typeface="Meiryo UI"/>
                          <a:ea typeface="Meiryo UI"/>
                          <a:cs typeface="+mn-cs"/>
                        </a:rPr>
                        <a:t>モード</a:t>
                      </a:r>
                    </a:p>
                  </a:txBody>
                  <a:tcPr/>
                </a:tc>
                <a:tc>
                  <a:txBody>
                    <a:bodyPr/>
                    <a:lstStyle/>
                    <a:p>
                      <a:pPr marL="0" algn="ctr" defTabSz="914400" rtl="0" eaLnBrk="1" latinLnBrk="0" hangingPunct="1"/>
                      <a:r>
                        <a:rPr kumimoji="1" lang="ja-JP" altLang="en-US" sz="1400" b="1" kern="1200" dirty="0">
                          <a:solidFill>
                            <a:schemeClr val="bg1"/>
                          </a:solidFill>
                          <a:latin typeface="Meiryo UI"/>
                          <a:ea typeface="Meiryo UI"/>
                          <a:cs typeface="+mn-cs"/>
                        </a:rPr>
                        <a:t>概要説明</a:t>
                      </a:r>
                    </a:p>
                  </a:txBody>
                  <a:tcPr/>
                </a:tc>
                <a:tc>
                  <a:txBody>
                    <a:bodyPr/>
                    <a:lstStyle/>
                    <a:p>
                      <a:pPr marL="0" algn="ctr" defTabSz="914400" rtl="0" eaLnBrk="1" latinLnBrk="0" hangingPunct="1"/>
                      <a:r>
                        <a:rPr kumimoji="1" lang="ja-JP" altLang="en-US" sz="1400" b="1" kern="1200" dirty="0">
                          <a:solidFill>
                            <a:schemeClr val="bg1"/>
                          </a:solidFill>
                          <a:latin typeface="Meiryo UI"/>
                          <a:ea typeface="Meiryo UI"/>
                          <a:cs typeface="+mn-cs"/>
                        </a:rPr>
                        <a:t>備考</a:t>
                      </a:r>
                    </a:p>
                  </a:txBody>
                  <a:tcPr/>
                </a:tc>
                <a:extLst>
                  <a:ext uri="{0D108BD9-81ED-4DB2-BD59-A6C34878D82A}">
                    <a16:rowId xmlns:a16="http://schemas.microsoft.com/office/drawing/2014/main" val="3481334053"/>
                  </a:ext>
                </a:extLst>
              </a:tr>
              <a:tr h="765527">
                <a:tc>
                  <a:txBody>
                    <a:bodyPr/>
                    <a:lstStyle/>
                    <a:p>
                      <a:pPr marL="0" algn="ctr" defTabSz="914400" rtl="0" eaLnBrk="1" latinLnBrk="0" hangingPunct="1"/>
                      <a:r>
                        <a:rPr kumimoji="1" lang="ja-JP" altLang="en-US" sz="1200" b="0" kern="1200" dirty="0">
                          <a:solidFill>
                            <a:schemeClr val="tx1"/>
                          </a:solidFill>
                          <a:latin typeface="Meiryo UI" panose="020B0604030504040204" pitchFamily="50" charset="-128"/>
                          <a:ea typeface="Meiryo UI" panose="020B0604030504040204" pitchFamily="50" charset="-128"/>
                        </a:rPr>
                        <a:t>１</a:t>
                      </a:r>
                      <a:endParaRPr kumimoji="1" lang="ja-JP" altLang="en-US" sz="12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ctr" defTabSz="914400" rtl="0" eaLnBrk="1" latinLnBrk="0" hangingPunct="1"/>
                      <a:r>
                        <a:rPr kumimoji="1" lang="en-US" altLang="ja-JP" sz="1200" b="0" kern="1200" dirty="0">
                          <a:solidFill>
                            <a:schemeClr val="tx1"/>
                          </a:solidFill>
                          <a:latin typeface="Meiryo UI" panose="020B0604030504040204" pitchFamily="50" charset="-128"/>
                          <a:ea typeface="Meiryo UI" panose="020B0604030504040204" pitchFamily="50" charset="-128"/>
                          <a:cs typeface="+mn-cs"/>
                        </a:rPr>
                        <a:t>Ask</a:t>
                      </a:r>
                      <a:endParaRPr kumimoji="1" lang="ja-JP" altLang="en-US" sz="12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l" defTabSz="914400" rtl="0" eaLnBrk="1" latinLnBrk="0" hangingPunct="1"/>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入力された質問に回答する。</a:t>
                      </a:r>
                      <a:endParaRPr kumimoji="1" lang="en-US" altLang="ja-JP" sz="1200" b="0" kern="1200" dirty="0">
                        <a:solidFill>
                          <a:schemeClr val="tx1"/>
                        </a:solidFill>
                        <a:latin typeface="Meiryo UI" panose="020B0604030504040204" pitchFamily="50" charset="-128"/>
                        <a:ea typeface="Meiryo UI" panose="020B0604030504040204" pitchFamily="50" charset="-128"/>
                        <a:cs typeface="+mn-cs"/>
                      </a:endParaRPr>
                    </a:p>
                    <a:p>
                      <a:pPr marL="0" algn="l" defTabSz="914400" rtl="0" eaLnBrk="1" latinLnBrk="0" hangingPunct="1"/>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ファイル編集は行わない。</a:t>
                      </a:r>
                    </a:p>
                  </a:txBody>
                  <a:tcPr/>
                </a:tc>
                <a:tc>
                  <a:txBody>
                    <a:bodyPr/>
                    <a:lstStyle/>
                    <a:p>
                      <a:pPr marL="285750" indent="-285750" algn="l" defTabSz="914400" rtl="0" eaLnBrk="1" latinLnBrk="0" hangingPunct="1">
                        <a:buFont typeface="Arial" panose="020B0604020202020204" pitchFamily="34" charset="0"/>
                        <a:buChar char="•"/>
                      </a:pPr>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「この関数は何をしている？」</a:t>
                      </a:r>
                      <a:endParaRPr kumimoji="1" lang="en-US" altLang="ja-JP" sz="1200" b="0" kern="1200" dirty="0">
                        <a:solidFill>
                          <a:schemeClr val="tx1"/>
                        </a:solidFill>
                        <a:latin typeface="Meiryo UI" panose="020B0604030504040204" pitchFamily="50" charset="-128"/>
                        <a:ea typeface="Meiryo UI" panose="020B0604030504040204" pitchFamily="50" charset="-128"/>
                        <a:cs typeface="+mn-cs"/>
                      </a:endParaRPr>
                    </a:p>
                    <a:p>
                      <a:pPr marL="285750" indent="-285750" algn="l" defTabSz="914400" rtl="0" eaLnBrk="1" latinLnBrk="0" hangingPunct="1">
                        <a:buFont typeface="Arial" panose="020B0604020202020204" pitchFamily="34" charset="0"/>
                        <a:buChar char="•"/>
                      </a:pPr>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a:t>
                      </a:r>
                      <a:r>
                        <a:rPr kumimoji="1" lang="en-US" altLang="ja-JP" sz="1200" b="0" kern="1200" dirty="0">
                          <a:solidFill>
                            <a:schemeClr val="tx1"/>
                          </a:solidFill>
                          <a:latin typeface="Meiryo UI" panose="020B0604030504040204" pitchFamily="50" charset="-128"/>
                          <a:ea typeface="Meiryo UI" panose="020B0604030504040204" pitchFamily="50" charset="-128"/>
                          <a:cs typeface="+mn-cs"/>
                        </a:rPr>
                        <a:t>pandas</a:t>
                      </a:r>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と</a:t>
                      </a:r>
                      <a:r>
                        <a:rPr kumimoji="1" lang="en-US" altLang="ja-JP" sz="1200" b="0" kern="1200" dirty="0">
                          <a:solidFill>
                            <a:schemeClr val="tx1"/>
                          </a:solidFill>
                          <a:latin typeface="Meiryo UI" panose="020B0604030504040204" pitchFamily="50" charset="-128"/>
                          <a:ea typeface="Meiryo UI" panose="020B0604030504040204" pitchFamily="50" charset="-128"/>
                          <a:cs typeface="+mn-cs"/>
                        </a:rPr>
                        <a:t>Polars</a:t>
                      </a:r>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の違いを処理速度とメモリ使用量の観点で教えて」</a:t>
                      </a:r>
                    </a:p>
                  </a:txBody>
                  <a:tcPr/>
                </a:tc>
                <a:extLst>
                  <a:ext uri="{0D108BD9-81ED-4DB2-BD59-A6C34878D82A}">
                    <a16:rowId xmlns:a16="http://schemas.microsoft.com/office/drawing/2014/main" val="1399545113"/>
                  </a:ext>
                </a:extLst>
              </a:tr>
              <a:tr h="827987">
                <a:tc>
                  <a:txBody>
                    <a:bodyPr/>
                    <a:lstStyle/>
                    <a:p>
                      <a:pPr marL="0" algn="ctr" defTabSz="914400" rtl="0" eaLnBrk="1" latinLnBrk="0" hangingPunct="1"/>
                      <a:r>
                        <a:rPr kumimoji="1" lang="en-US" altLang="ja-JP" sz="1200" b="0" strike="sngStrike" kern="1200" dirty="0">
                          <a:solidFill>
                            <a:schemeClr val="tx1"/>
                          </a:solidFill>
                          <a:latin typeface="Meiryo UI" panose="020B0604030504040204" pitchFamily="50" charset="-128"/>
                          <a:ea typeface="Meiryo UI" panose="020B0604030504040204" pitchFamily="50" charset="-128"/>
                          <a:cs typeface="+mn-cs"/>
                        </a:rPr>
                        <a:t>2</a:t>
                      </a:r>
                      <a:endParaRPr kumimoji="1" lang="ja-JP" altLang="en-US" sz="1200" b="0" strike="sngStrike" kern="1200" dirty="0">
                        <a:solidFill>
                          <a:schemeClr val="tx1"/>
                        </a:solidFill>
                        <a:latin typeface="Meiryo UI" panose="020B0604030504040204" pitchFamily="50" charset="-128"/>
                        <a:ea typeface="Meiryo UI" panose="020B0604030504040204" pitchFamily="50" charset="-128"/>
                        <a:cs typeface="+mn-cs"/>
                      </a:endParaRPr>
                    </a:p>
                  </a:txBody>
                  <a:tcPr>
                    <a:solidFill>
                      <a:schemeClr val="bg1">
                        <a:lumMod val="50000"/>
                      </a:schemeClr>
                    </a:solidFill>
                  </a:tcPr>
                </a:tc>
                <a:tc>
                  <a:txBody>
                    <a:bodyPr/>
                    <a:lstStyle/>
                    <a:p>
                      <a:pPr marL="0" algn="ctr" defTabSz="914400" rtl="0" eaLnBrk="1" latinLnBrk="0" hangingPunct="1"/>
                      <a:r>
                        <a:rPr kumimoji="1" lang="en-US" altLang="ja-JP" sz="1200" b="0" strike="sngStrike" kern="1200" dirty="0">
                          <a:solidFill>
                            <a:schemeClr val="tx1"/>
                          </a:solidFill>
                          <a:latin typeface="Meiryo UI" panose="020B0604030504040204" pitchFamily="50" charset="-128"/>
                          <a:ea typeface="Meiryo UI" panose="020B0604030504040204" pitchFamily="50" charset="-128"/>
                          <a:cs typeface="+mn-cs"/>
                        </a:rPr>
                        <a:t>Edit</a:t>
                      </a:r>
                      <a:endParaRPr kumimoji="1" lang="ja-JP" altLang="en-US" sz="1200" b="0" strike="sngStrike" kern="1200" dirty="0">
                        <a:solidFill>
                          <a:schemeClr val="tx1"/>
                        </a:solidFill>
                        <a:latin typeface="Meiryo UI" panose="020B0604030504040204" pitchFamily="50" charset="-128"/>
                        <a:ea typeface="Meiryo UI" panose="020B0604030504040204" pitchFamily="50" charset="-128"/>
                        <a:cs typeface="+mn-cs"/>
                      </a:endParaRPr>
                    </a:p>
                  </a:txBody>
                  <a:tcPr>
                    <a:solidFill>
                      <a:schemeClr val="bg1">
                        <a:lumMod val="50000"/>
                      </a:schemeClr>
                    </a:solidFill>
                  </a:tcPr>
                </a:tc>
                <a:tc>
                  <a:txBody>
                    <a:bodyPr/>
                    <a:lstStyle/>
                    <a:p>
                      <a:pPr marL="0" algn="l" defTabSz="914400" rtl="0" eaLnBrk="1" latinLnBrk="0" hangingPunct="1"/>
                      <a:r>
                        <a:rPr kumimoji="1" lang="ja-JP" altLang="en-US" sz="1200" b="0" strike="sngStrike" kern="1200" dirty="0">
                          <a:solidFill>
                            <a:schemeClr val="tx1"/>
                          </a:solidFill>
                          <a:latin typeface="Meiryo UI" panose="020B0604030504040204" pitchFamily="50" charset="-128"/>
                          <a:ea typeface="Meiryo UI" panose="020B0604030504040204" pitchFamily="50" charset="-128"/>
                          <a:cs typeface="+mn-cs"/>
                        </a:rPr>
                        <a:t>ユーザが選択したファイル・行のみを修正する。</a:t>
                      </a:r>
                    </a:p>
                  </a:txBody>
                  <a:tcPr>
                    <a:solidFill>
                      <a:schemeClr val="bg1">
                        <a:lumMod val="50000"/>
                      </a:schemeClr>
                    </a:solidFill>
                  </a:tcPr>
                </a:tc>
                <a:tc>
                  <a:txBody>
                    <a:bodyPr/>
                    <a:lstStyle/>
                    <a:p>
                      <a:pPr marL="285750" indent="-285750" algn="l" defTabSz="914400" rtl="0" eaLnBrk="1" latinLnBrk="0" hangingPunct="1">
                        <a:buFont typeface="Arial" panose="020B0604020202020204" pitchFamily="34" charset="0"/>
                        <a:buChar char="•"/>
                      </a:pPr>
                      <a:r>
                        <a:rPr kumimoji="1" lang="ja-JP" altLang="en-US" sz="1200" b="0" strike="sngStrike" kern="1200" dirty="0">
                          <a:solidFill>
                            <a:schemeClr val="tx1"/>
                          </a:solidFill>
                          <a:latin typeface="Meiryo UI" panose="020B0604030504040204" pitchFamily="50" charset="-128"/>
                          <a:ea typeface="Meiryo UI" panose="020B0604030504040204" pitchFamily="50" charset="-128"/>
                          <a:cs typeface="+mn-cs"/>
                        </a:rPr>
                        <a:t>「</a:t>
                      </a:r>
                      <a:r>
                        <a:rPr kumimoji="1" lang="en-US" altLang="ja-JP" sz="1200" b="0" strike="sngStrike" kern="1200" dirty="0" err="1">
                          <a:solidFill>
                            <a:schemeClr val="tx1"/>
                          </a:solidFill>
                          <a:latin typeface="Meiryo UI" panose="020B0604030504040204" pitchFamily="50" charset="-128"/>
                          <a:ea typeface="Meiryo UI" panose="020B0604030504040204" pitchFamily="50" charset="-128"/>
                          <a:cs typeface="+mn-cs"/>
                        </a:rPr>
                        <a:t>eslint</a:t>
                      </a:r>
                      <a:r>
                        <a:rPr kumimoji="1" lang="ja-JP" altLang="en-US" sz="1200" b="0" strike="sngStrike" kern="1200" dirty="0">
                          <a:solidFill>
                            <a:schemeClr val="tx1"/>
                          </a:solidFill>
                          <a:latin typeface="Meiryo UI" panose="020B0604030504040204" pitchFamily="50" charset="-128"/>
                          <a:ea typeface="Meiryo UI" panose="020B0604030504040204" pitchFamily="50" charset="-128"/>
                          <a:cs typeface="+mn-cs"/>
                        </a:rPr>
                        <a:t>の警告箇所を修正して」</a:t>
                      </a:r>
                      <a:endParaRPr kumimoji="1" lang="en-US" altLang="ja-JP" sz="1200" b="0" strike="sngStrike" kern="1200" dirty="0">
                        <a:solidFill>
                          <a:schemeClr val="tx1"/>
                        </a:solidFill>
                        <a:latin typeface="Meiryo UI" panose="020B0604030504040204" pitchFamily="50" charset="-128"/>
                        <a:ea typeface="Meiryo UI" panose="020B0604030504040204" pitchFamily="50" charset="-128"/>
                        <a:cs typeface="+mn-cs"/>
                      </a:endParaRPr>
                    </a:p>
                    <a:p>
                      <a:pPr marL="285750" indent="-285750" algn="l" defTabSz="914400" rtl="0" eaLnBrk="1" latinLnBrk="0" hangingPunct="1">
                        <a:buFont typeface="Arial" panose="020B0604020202020204" pitchFamily="34" charset="0"/>
                        <a:buChar char="•"/>
                      </a:pPr>
                      <a:r>
                        <a:rPr kumimoji="1" lang="ja-JP" altLang="en-US" sz="1200" b="0" strike="sngStrike" kern="1200" dirty="0">
                          <a:solidFill>
                            <a:schemeClr val="tx1"/>
                          </a:solidFill>
                          <a:latin typeface="Meiryo UI" panose="020B0604030504040204" pitchFamily="50" charset="-128"/>
                          <a:ea typeface="Meiryo UI" panose="020B0604030504040204" pitchFamily="50" charset="-128"/>
                          <a:cs typeface="+mn-cs"/>
                        </a:rPr>
                        <a:t>「</a:t>
                      </a:r>
                      <a:r>
                        <a:rPr kumimoji="1" lang="en-US" altLang="ja-JP" sz="1200" b="0" strike="sngStrike" kern="1200" dirty="0">
                          <a:solidFill>
                            <a:schemeClr val="tx1"/>
                          </a:solidFill>
                          <a:latin typeface="Meiryo UI" panose="020B0604030504040204" pitchFamily="50" charset="-128"/>
                          <a:ea typeface="Meiryo UI" panose="020B0604030504040204" pitchFamily="50" charset="-128"/>
                          <a:cs typeface="+mn-cs"/>
                        </a:rPr>
                        <a:t>try/catch</a:t>
                      </a:r>
                      <a:r>
                        <a:rPr kumimoji="1" lang="ja-JP" altLang="en-US" sz="1200" b="0" strike="sngStrike" kern="1200" dirty="0">
                          <a:solidFill>
                            <a:schemeClr val="tx1"/>
                          </a:solidFill>
                          <a:latin typeface="Meiryo UI" panose="020B0604030504040204" pitchFamily="50" charset="-128"/>
                          <a:ea typeface="Meiryo UI" panose="020B0604030504040204" pitchFamily="50" charset="-128"/>
                          <a:cs typeface="+mn-cs"/>
                        </a:rPr>
                        <a:t>を追加して、例外発生時にエラーログが出力されるようにして」</a:t>
                      </a:r>
                    </a:p>
                  </a:txBody>
                  <a:tcPr>
                    <a:solidFill>
                      <a:schemeClr val="bg1">
                        <a:lumMod val="50000"/>
                      </a:schemeClr>
                    </a:solidFill>
                  </a:tcPr>
                </a:tc>
                <a:extLst>
                  <a:ext uri="{0D108BD9-81ED-4DB2-BD59-A6C34878D82A}">
                    <a16:rowId xmlns:a16="http://schemas.microsoft.com/office/drawing/2014/main" val="3766457186"/>
                  </a:ext>
                </a:extLst>
              </a:tr>
              <a:tr h="672537">
                <a:tc>
                  <a:txBody>
                    <a:bodyPr/>
                    <a:lstStyle/>
                    <a:p>
                      <a:pPr marL="0" algn="ctr" defTabSz="914400" rtl="0" eaLnBrk="1" latinLnBrk="0" hangingPunct="1"/>
                      <a:r>
                        <a:rPr kumimoji="1" lang="en-US" altLang="ja-JP" sz="1200" b="0" kern="1200" dirty="0">
                          <a:solidFill>
                            <a:schemeClr val="tx1"/>
                          </a:solidFill>
                          <a:latin typeface="Meiryo UI" panose="020B0604030504040204" pitchFamily="50" charset="-128"/>
                          <a:ea typeface="Meiryo UI" panose="020B0604030504040204" pitchFamily="50" charset="-128"/>
                          <a:cs typeface="+mn-cs"/>
                        </a:rPr>
                        <a:t>3</a:t>
                      </a:r>
                      <a:endParaRPr kumimoji="1" lang="ja-JP" altLang="en-US" sz="12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ctr" defTabSz="914400" rtl="0" eaLnBrk="1" latinLnBrk="0" hangingPunct="1"/>
                      <a:r>
                        <a:rPr kumimoji="1" lang="en-US" altLang="ja-JP" sz="1200" b="0" kern="1200" dirty="0">
                          <a:solidFill>
                            <a:schemeClr val="tx1"/>
                          </a:solidFill>
                          <a:latin typeface="Meiryo UI" panose="020B0604030504040204" pitchFamily="50" charset="-128"/>
                          <a:ea typeface="Meiryo UI" panose="020B0604030504040204" pitchFamily="50" charset="-128"/>
                          <a:cs typeface="+mn-cs"/>
                        </a:rPr>
                        <a:t>plan</a:t>
                      </a:r>
                      <a:endParaRPr kumimoji="1" lang="ja-JP" altLang="en-US" sz="12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l" defTabSz="914400" rtl="0" eaLnBrk="1" latinLnBrk="0" hangingPunct="1"/>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実装前に 計画・方針・手順を立てる モード。</a:t>
                      </a:r>
                      <a:endParaRPr kumimoji="1" lang="en-US" altLang="ja-JP" sz="1200" b="0" kern="1200" dirty="0">
                        <a:solidFill>
                          <a:schemeClr val="tx1"/>
                        </a:solidFill>
                        <a:latin typeface="Meiryo UI" panose="020B0604030504040204" pitchFamily="50" charset="-128"/>
                        <a:ea typeface="Meiryo UI" panose="020B0604030504040204" pitchFamily="50" charset="-128"/>
                        <a:cs typeface="+mn-cs"/>
                      </a:endParaRPr>
                    </a:p>
                    <a:p>
                      <a:pPr marL="0" algn="l" defTabSz="914400" rtl="0" eaLnBrk="1" latinLnBrk="0" hangingPunct="1"/>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仕様整理、タスク分解、設計案作成などに向いている。</a:t>
                      </a:r>
                    </a:p>
                  </a:txBody>
                  <a:tcPr/>
                </a:tc>
                <a:tc>
                  <a:txBody>
                    <a:bodyPr/>
                    <a:lstStyle/>
                    <a:p>
                      <a:pPr marL="285750" indent="-285750" algn="l" defTabSz="914400" rtl="0" eaLnBrk="1" latinLnBrk="0" hangingPunct="1">
                        <a:buFont typeface="Arial" panose="020B0604020202020204" pitchFamily="34" charset="0"/>
                        <a:buChar char="•"/>
                      </a:pPr>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「この機能追加の作業タスクを分解してリスト化して」</a:t>
                      </a:r>
                      <a:endParaRPr kumimoji="1" lang="en-US" altLang="ja-JP" sz="1200" b="0" kern="1200" dirty="0">
                        <a:solidFill>
                          <a:schemeClr val="tx1"/>
                        </a:solidFill>
                        <a:latin typeface="Meiryo UI" panose="020B0604030504040204" pitchFamily="50" charset="-128"/>
                        <a:ea typeface="Meiryo UI" panose="020B0604030504040204" pitchFamily="50" charset="-128"/>
                        <a:cs typeface="+mn-cs"/>
                      </a:endParaRPr>
                    </a:p>
                    <a:p>
                      <a:pPr marL="285750" indent="-285750" algn="l" defTabSz="914400" rtl="0" eaLnBrk="1" latinLnBrk="0" hangingPunct="1">
                        <a:buFont typeface="Arial" panose="020B0604020202020204" pitchFamily="34" charset="0"/>
                        <a:buChar char="•"/>
                      </a:pPr>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「認証機能を導入するための設計案を作って。」</a:t>
                      </a:r>
                    </a:p>
                  </a:txBody>
                  <a:tcPr/>
                </a:tc>
                <a:extLst>
                  <a:ext uri="{0D108BD9-81ED-4DB2-BD59-A6C34878D82A}">
                    <a16:rowId xmlns:a16="http://schemas.microsoft.com/office/drawing/2014/main" val="3484899344"/>
                  </a:ext>
                </a:extLst>
              </a:tr>
              <a:tr h="827987">
                <a:tc>
                  <a:txBody>
                    <a:bodyPr/>
                    <a:lstStyle/>
                    <a:p>
                      <a:pPr marL="0" algn="ctr" defTabSz="914400" rtl="0" eaLnBrk="1" latinLnBrk="0" hangingPunct="1"/>
                      <a:r>
                        <a:rPr kumimoji="1" lang="en-US" altLang="ja-JP" sz="1200" b="0" kern="1200" dirty="0">
                          <a:solidFill>
                            <a:schemeClr val="tx1"/>
                          </a:solidFill>
                          <a:latin typeface="Meiryo UI" panose="020B0604030504040204" pitchFamily="50" charset="-128"/>
                          <a:ea typeface="Meiryo UI" panose="020B0604030504040204" pitchFamily="50" charset="-128"/>
                          <a:cs typeface="+mn-cs"/>
                        </a:rPr>
                        <a:t>4</a:t>
                      </a:r>
                      <a:endParaRPr kumimoji="1" lang="ja-JP" altLang="en-US" sz="12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ctr" defTabSz="914400" rtl="0" eaLnBrk="1" latinLnBrk="0" hangingPunct="1"/>
                      <a:r>
                        <a:rPr kumimoji="1" lang="en-US" altLang="ja-JP" sz="1200" b="0" kern="1200" dirty="0">
                          <a:solidFill>
                            <a:schemeClr val="tx1"/>
                          </a:solidFill>
                          <a:latin typeface="Meiryo UI" panose="020B0604030504040204" pitchFamily="50" charset="-128"/>
                          <a:ea typeface="Meiryo UI" panose="020B0604030504040204" pitchFamily="50" charset="-128"/>
                          <a:cs typeface="+mn-cs"/>
                        </a:rPr>
                        <a:t>Agent</a:t>
                      </a:r>
                      <a:endParaRPr kumimoji="1" lang="ja-JP" altLang="en-US" sz="12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l" defTabSz="914400" rtl="0" eaLnBrk="1" latinLnBrk="0" hangingPunct="1"/>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プロジェクト全体を考慮し、ファイル選定からコード・ドキュメント修正まで一括で行う。</a:t>
                      </a:r>
                    </a:p>
                  </a:txBody>
                  <a:tcPr/>
                </a:tc>
                <a:tc>
                  <a:txBody>
                    <a:bodyPr/>
                    <a:lstStyle/>
                    <a:p>
                      <a:pPr marL="285750" indent="-285750" algn="l" defTabSz="914400" rtl="0" eaLnBrk="1" latinLnBrk="0" hangingPunct="1">
                        <a:buFont typeface="Arial" panose="020B0604020202020204" pitchFamily="34" charset="0"/>
                        <a:buChar char="•"/>
                      </a:pPr>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「フリマアプリを作りたいから要件定義書を作って」</a:t>
                      </a:r>
                      <a:endParaRPr kumimoji="1" lang="en-US" altLang="ja-JP" sz="1200" b="0" kern="1200" dirty="0">
                        <a:solidFill>
                          <a:schemeClr val="tx1"/>
                        </a:solidFill>
                        <a:latin typeface="Meiryo UI" panose="020B0604030504040204" pitchFamily="50" charset="-128"/>
                        <a:ea typeface="Meiryo UI" panose="020B0604030504040204" pitchFamily="50" charset="-128"/>
                        <a:cs typeface="+mn-cs"/>
                      </a:endParaRPr>
                    </a:p>
                    <a:p>
                      <a:pPr marL="285750" indent="-285750" algn="l" defTabSz="914400" rtl="0" eaLnBrk="1" latinLnBrk="0" hangingPunct="1">
                        <a:buFont typeface="Arial" panose="020B0604020202020204" pitchFamily="34" charset="0"/>
                        <a:buChar char="•"/>
                      </a:pPr>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「要件定義書を読んで開発スケジュールを立てて」</a:t>
                      </a:r>
                      <a:endParaRPr kumimoji="1" lang="en-US" altLang="ja-JP" sz="1200" b="0" kern="1200" dirty="0">
                        <a:solidFill>
                          <a:schemeClr val="tx1"/>
                        </a:solidFill>
                        <a:latin typeface="Meiryo UI" panose="020B0604030504040204" pitchFamily="50" charset="-128"/>
                        <a:ea typeface="Meiryo UI" panose="020B0604030504040204" pitchFamily="50" charset="-128"/>
                        <a:cs typeface="+mn-cs"/>
                      </a:endParaRPr>
                    </a:p>
                    <a:p>
                      <a:pPr marL="285750" indent="-285750" algn="l" defTabSz="914400" rtl="0" eaLnBrk="1" latinLnBrk="0" hangingPunct="1">
                        <a:buFont typeface="Arial" panose="020B0604020202020204" pitchFamily="34" charset="0"/>
                        <a:buChar char="•"/>
                      </a:pPr>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「ビルドエラーを解消して」</a:t>
                      </a:r>
                      <a:endParaRPr kumimoji="1" lang="en-US" altLang="ja-JP" sz="1200" b="0" kern="1200" dirty="0">
                        <a:solidFill>
                          <a:schemeClr val="tx1"/>
                        </a:solidFill>
                        <a:latin typeface="Meiryo UI" panose="020B0604030504040204" pitchFamily="50" charset="-128"/>
                        <a:ea typeface="Meiryo UI" panose="020B0604030504040204" pitchFamily="50" charset="-128"/>
                        <a:cs typeface="+mn-cs"/>
                      </a:endParaRPr>
                    </a:p>
                  </a:txBody>
                  <a:tcPr/>
                </a:tc>
                <a:extLst>
                  <a:ext uri="{0D108BD9-81ED-4DB2-BD59-A6C34878D82A}">
                    <a16:rowId xmlns:a16="http://schemas.microsoft.com/office/drawing/2014/main" val="1049639977"/>
                  </a:ext>
                </a:extLst>
              </a:tr>
              <a:tr h="827987">
                <a:tc>
                  <a:txBody>
                    <a:bodyPr/>
                    <a:lstStyle/>
                    <a:p>
                      <a:pPr marL="0" algn="ctr" defTabSz="914400" rtl="0" eaLnBrk="1" latinLnBrk="0" hangingPunct="1"/>
                      <a:r>
                        <a:rPr kumimoji="1" lang="en-US" altLang="ja-JP" sz="1200" b="0" kern="1200" dirty="0">
                          <a:solidFill>
                            <a:schemeClr val="tx1"/>
                          </a:solidFill>
                          <a:latin typeface="Meiryo UI" panose="020B0604030504040204" pitchFamily="50" charset="-128"/>
                          <a:ea typeface="Meiryo UI" panose="020B0604030504040204" pitchFamily="50" charset="-128"/>
                          <a:cs typeface="+mn-cs"/>
                        </a:rPr>
                        <a:t>5</a:t>
                      </a:r>
                      <a:endParaRPr kumimoji="1" lang="ja-JP" altLang="en-US" sz="12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ctr" defTabSz="914400" rtl="0" eaLnBrk="1" latinLnBrk="0" hangingPunct="1"/>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カスタム</a:t>
                      </a:r>
                      <a:r>
                        <a:rPr kumimoji="1" lang="en-US" altLang="ja-JP" sz="1200" b="0" kern="1200" dirty="0">
                          <a:solidFill>
                            <a:schemeClr val="tx1"/>
                          </a:solidFill>
                          <a:latin typeface="Meiryo UI" panose="020B0604030504040204" pitchFamily="50" charset="-128"/>
                          <a:ea typeface="Meiryo UI" panose="020B0604030504040204" pitchFamily="50" charset="-128"/>
                          <a:cs typeface="+mn-cs"/>
                        </a:rPr>
                        <a:t>Agent</a:t>
                      </a:r>
                      <a:endParaRPr kumimoji="1" lang="ja-JP" altLang="en-US" sz="12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l" defTabSz="914400" rtl="0" eaLnBrk="1" latinLnBrk="0" hangingPunct="1"/>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ユーザの独自のワークフロー、コーディング規則、ユースケースに合わせてユーザが定義した</a:t>
                      </a:r>
                      <a:r>
                        <a:rPr kumimoji="1" lang="en-US" altLang="ja-JP" sz="1200" b="0" kern="1200" dirty="0">
                          <a:solidFill>
                            <a:schemeClr val="tx1"/>
                          </a:solidFill>
                          <a:latin typeface="Meiryo UI" panose="020B0604030504040204" pitchFamily="50" charset="-128"/>
                          <a:ea typeface="Meiryo UI" panose="020B0604030504040204" pitchFamily="50" charset="-128"/>
                          <a:cs typeface="+mn-cs"/>
                        </a:rPr>
                        <a:t>Agent</a:t>
                      </a:r>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a:t>
                      </a:r>
                    </a:p>
                  </a:txBody>
                  <a:tcPr/>
                </a:tc>
                <a:tc>
                  <a:txBody>
                    <a:bodyPr/>
                    <a:lstStyle/>
                    <a:p>
                      <a:pPr marL="285750" indent="-285750" algn="l" defTabSz="914400" rtl="0" eaLnBrk="1" latinLnBrk="0" hangingPunct="1">
                        <a:buFont typeface="Arial" panose="020B0604020202020204" pitchFamily="34" charset="0"/>
                        <a:buChar char="•"/>
                      </a:pPr>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エージェントの動作と専門知識を定義するカスタム命令</a:t>
                      </a:r>
                      <a:endParaRPr kumimoji="1" lang="en-US" altLang="ja-JP" sz="1200" b="0" kern="1200" dirty="0">
                        <a:solidFill>
                          <a:schemeClr val="tx1"/>
                        </a:solidFill>
                        <a:latin typeface="Meiryo UI" panose="020B0604030504040204" pitchFamily="50" charset="-128"/>
                        <a:ea typeface="Meiryo UI" panose="020B0604030504040204" pitchFamily="50" charset="-128"/>
                        <a:cs typeface="+mn-cs"/>
                      </a:endParaRPr>
                    </a:p>
                    <a:p>
                      <a:pPr marL="285750" indent="-285750" algn="l" defTabSz="914400" rtl="0" eaLnBrk="1" latinLnBrk="0" hangingPunct="1">
                        <a:buFont typeface="Arial" panose="020B0604020202020204" pitchFamily="34" charset="0"/>
                        <a:buChar char="•"/>
                      </a:pPr>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カスタムエージェントは</a:t>
                      </a:r>
                      <a:r>
                        <a:rPr kumimoji="1" lang="en-US" altLang="ja-JP" sz="1200" b="0" kern="1200" dirty="0">
                          <a:solidFill>
                            <a:schemeClr val="tx1"/>
                          </a:solidFill>
                          <a:latin typeface="Meiryo UI" panose="020B0604030504040204" pitchFamily="50" charset="-128"/>
                          <a:ea typeface="Meiryo UI" panose="020B0604030504040204" pitchFamily="50" charset="-128"/>
                          <a:cs typeface="+mn-cs"/>
                        </a:rPr>
                        <a:t>xxxx.agent.md</a:t>
                      </a:r>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という</a:t>
                      </a:r>
                      <a:r>
                        <a:rPr kumimoji="1" lang="en-US" altLang="ja-JP" sz="1200" b="0" kern="1200" dirty="0">
                          <a:solidFill>
                            <a:schemeClr val="tx1"/>
                          </a:solidFill>
                          <a:latin typeface="Meiryo UI" panose="020B0604030504040204" pitchFamily="50" charset="-128"/>
                          <a:ea typeface="Meiryo UI" panose="020B0604030504040204" pitchFamily="50" charset="-128"/>
                          <a:cs typeface="+mn-cs"/>
                        </a:rPr>
                        <a:t>Markdown</a:t>
                      </a:r>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ファイルで定義</a:t>
                      </a:r>
                      <a:endParaRPr kumimoji="1" lang="en-US" altLang="ja-JP" sz="1200" b="0" kern="1200" dirty="0">
                        <a:solidFill>
                          <a:schemeClr val="tx1"/>
                        </a:solidFill>
                        <a:latin typeface="Meiryo UI" panose="020B0604030504040204" pitchFamily="50" charset="-128"/>
                        <a:ea typeface="Meiryo UI" panose="020B0604030504040204" pitchFamily="50" charset="-128"/>
                        <a:cs typeface="+mn-cs"/>
                      </a:endParaRPr>
                    </a:p>
                  </a:txBody>
                  <a:tcPr/>
                </a:tc>
                <a:extLst>
                  <a:ext uri="{0D108BD9-81ED-4DB2-BD59-A6C34878D82A}">
                    <a16:rowId xmlns:a16="http://schemas.microsoft.com/office/drawing/2014/main" val="927893952"/>
                  </a:ext>
                </a:extLst>
              </a:tr>
            </a:tbl>
          </a:graphicData>
        </a:graphic>
      </p:graphicFrame>
      <p:sp>
        <p:nvSpPr>
          <p:cNvPr id="8" name="正方形/長方形 7">
            <a:extLst>
              <a:ext uri="{FF2B5EF4-FFF2-40B4-BE49-F238E27FC236}">
                <a16:creationId xmlns:a16="http://schemas.microsoft.com/office/drawing/2014/main" id="{018F9359-B945-A346-C121-011F04F8CE76}"/>
              </a:ext>
            </a:extLst>
          </p:cNvPr>
          <p:cNvSpPr/>
          <p:nvPr/>
        </p:nvSpPr>
        <p:spPr>
          <a:xfrm>
            <a:off x="537588" y="2130458"/>
            <a:ext cx="9218458" cy="85783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09567444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D10CC-D957-4E9A-9FA5-ACDF30FEE33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D6A7112-2BFD-6E91-303E-C0DD3CA05606}"/>
              </a:ext>
            </a:extLst>
          </p:cNvPr>
          <p:cNvSpPr>
            <a:spLocks noGrp="1"/>
          </p:cNvSpPr>
          <p:nvPr>
            <p:ph type="title"/>
          </p:nvPr>
        </p:nvSpPr>
        <p:spPr/>
        <p:txBody>
          <a:bodyPr>
            <a:normAutofit/>
          </a:bodyPr>
          <a:lstStyle/>
          <a:p>
            <a:r>
              <a:rPr lang="en-US" altLang="ja-JP" dirty="0"/>
              <a:t>6-11. Ask</a:t>
            </a:r>
            <a:r>
              <a:rPr lang="ja-JP" altLang="en-US" dirty="0"/>
              <a:t>モードについて</a:t>
            </a:r>
          </a:p>
        </p:txBody>
      </p:sp>
      <p:pic>
        <p:nvPicPr>
          <p:cNvPr id="4" name="図 3">
            <a:extLst>
              <a:ext uri="{FF2B5EF4-FFF2-40B4-BE49-F238E27FC236}">
                <a16:creationId xmlns:a16="http://schemas.microsoft.com/office/drawing/2014/main" id="{5DDF8C59-415C-D293-69DF-8A97DF02DCEF}"/>
              </a:ext>
            </a:extLst>
          </p:cNvPr>
          <p:cNvPicPr>
            <a:picLocks noChangeAspect="1"/>
          </p:cNvPicPr>
          <p:nvPr/>
        </p:nvPicPr>
        <p:blipFill>
          <a:blip r:embed="rId2"/>
          <a:stretch>
            <a:fillRect/>
          </a:stretch>
        </p:blipFill>
        <p:spPr>
          <a:xfrm>
            <a:off x="3614680" y="1379838"/>
            <a:ext cx="6211322" cy="4173717"/>
          </a:xfrm>
          <a:prstGeom prst="rect">
            <a:avLst/>
          </a:prstGeom>
        </p:spPr>
      </p:pic>
      <p:sp>
        <p:nvSpPr>
          <p:cNvPr id="6" name="正方形/長方形 5">
            <a:extLst>
              <a:ext uri="{FF2B5EF4-FFF2-40B4-BE49-F238E27FC236}">
                <a16:creationId xmlns:a16="http://schemas.microsoft.com/office/drawing/2014/main" id="{F4A16836-65C5-B172-ECBF-BD8419C3F3C8}"/>
              </a:ext>
            </a:extLst>
          </p:cNvPr>
          <p:cNvSpPr/>
          <p:nvPr/>
        </p:nvSpPr>
        <p:spPr>
          <a:xfrm>
            <a:off x="7692272" y="1304445"/>
            <a:ext cx="288268" cy="266655"/>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7EE037DB-5B22-9D47-6432-5F7E0AF3C93F}"/>
              </a:ext>
            </a:extLst>
          </p:cNvPr>
          <p:cNvSpPr/>
          <p:nvPr/>
        </p:nvSpPr>
        <p:spPr>
          <a:xfrm>
            <a:off x="7269637" y="5073072"/>
            <a:ext cx="288268" cy="266655"/>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Text 8">
            <a:extLst>
              <a:ext uri="{FF2B5EF4-FFF2-40B4-BE49-F238E27FC236}">
                <a16:creationId xmlns:a16="http://schemas.microsoft.com/office/drawing/2014/main" id="{8B059348-031E-5CD5-AFBB-8F12813CD698}"/>
              </a:ext>
            </a:extLst>
          </p:cNvPr>
          <p:cNvSpPr txBox="1"/>
          <p:nvPr/>
        </p:nvSpPr>
        <p:spPr>
          <a:xfrm>
            <a:off x="457200" y="1047902"/>
            <a:ext cx="9298847" cy="228600"/>
          </a:xfrm>
          <a:prstGeom prst="rect">
            <a:avLst/>
          </a:prstGeom>
          <a:noFill/>
          <a:ln/>
        </p:spPr>
        <p:txBody>
          <a:bodyPr wrap="none" lIns="0" tIns="0" rIns="0" bIns="0" rtlCol="0" anchor="t"/>
          <a:lstStyle/>
          <a:p>
            <a:r>
              <a:rPr lang="en-US" altLang="ja-JP" sz="1400" dirty="0">
                <a:solidFill>
                  <a:srgbClr val="404040"/>
                </a:solidFill>
                <a:latin typeface="+mj-ea"/>
                <a:ea typeface="+mj-ea"/>
              </a:rPr>
              <a:t>1.GitHub Copilot </a:t>
            </a:r>
            <a:r>
              <a:rPr lang="ja-JP" altLang="en-US" sz="1400" dirty="0">
                <a:solidFill>
                  <a:srgbClr val="404040"/>
                </a:solidFill>
                <a:latin typeface="+mj-ea"/>
                <a:ea typeface="+mj-ea"/>
              </a:rPr>
              <a:t>のチャットウィンドウを</a:t>
            </a:r>
            <a:endParaRPr lang="en-US" altLang="ja-JP" sz="1400" dirty="0">
              <a:solidFill>
                <a:srgbClr val="404040"/>
              </a:solidFill>
              <a:latin typeface="+mj-ea"/>
              <a:ea typeface="+mj-ea"/>
            </a:endParaRPr>
          </a:p>
          <a:p>
            <a:r>
              <a:rPr lang="ja-JP" altLang="en-US" sz="1400" dirty="0">
                <a:solidFill>
                  <a:srgbClr val="404040"/>
                </a:solidFill>
                <a:latin typeface="+mj-ea"/>
                <a:ea typeface="+mj-ea"/>
              </a:rPr>
              <a:t>　 開いてください。</a:t>
            </a:r>
          </a:p>
          <a:p>
            <a:endParaRPr lang="en-US" altLang="ja-JP" sz="1400" dirty="0">
              <a:solidFill>
                <a:srgbClr val="404040"/>
              </a:solidFill>
              <a:latin typeface="+mj-ea"/>
              <a:ea typeface="+mj-ea"/>
            </a:endParaRPr>
          </a:p>
          <a:p>
            <a:r>
              <a:rPr lang="en-US" altLang="ja-JP" sz="1400" dirty="0">
                <a:solidFill>
                  <a:srgbClr val="404040"/>
                </a:solidFill>
                <a:latin typeface="+mj-ea"/>
                <a:ea typeface="+mj-ea"/>
              </a:rPr>
              <a:t>2.</a:t>
            </a:r>
            <a:r>
              <a:rPr lang="ja-JP" altLang="en-US" sz="1400" dirty="0">
                <a:solidFill>
                  <a:srgbClr val="404040"/>
                </a:solidFill>
                <a:latin typeface="+mj-ea"/>
                <a:ea typeface="+mj-ea"/>
              </a:rPr>
              <a:t>モードを「</a:t>
            </a:r>
            <a:r>
              <a:rPr lang="en-US" altLang="ja-JP" sz="1400" dirty="0">
                <a:solidFill>
                  <a:srgbClr val="404040"/>
                </a:solidFill>
                <a:latin typeface="+mj-ea"/>
                <a:ea typeface="+mj-ea"/>
              </a:rPr>
              <a:t>Ask</a:t>
            </a:r>
            <a:r>
              <a:rPr lang="ja-JP" altLang="en-US" sz="1400" dirty="0">
                <a:solidFill>
                  <a:srgbClr val="404040"/>
                </a:solidFill>
                <a:latin typeface="+mj-ea"/>
                <a:ea typeface="+mj-ea"/>
              </a:rPr>
              <a:t>」に変更します。</a:t>
            </a:r>
          </a:p>
          <a:p>
            <a:endParaRPr lang="en-US" altLang="ja-JP" sz="1400" dirty="0">
              <a:solidFill>
                <a:srgbClr val="404040"/>
              </a:solidFill>
              <a:latin typeface="+mj-ea"/>
              <a:ea typeface="+mj-ea"/>
            </a:endParaRPr>
          </a:p>
          <a:p>
            <a:r>
              <a:rPr lang="en-US" altLang="ja-JP" sz="1400" dirty="0">
                <a:solidFill>
                  <a:srgbClr val="404040"/>
                </a:solidFill>
                <a:latin typeface="+mj-ea"/>
                <a:ea typeface="+mj-ea"/>
              </a:rPr>
              <a:t>3.</a:t>
            </a:r>
            <a:r>
              <a:rPr lang="ja-JP" altLang="en-US" sz="1400" dirty="0">
                <a:solidFill>
                  <a:srgbClr val="404040"/>
                </a:solidFill>
                <a:latin typeface="+mj-ea"/>
                <a:ea typeface="+mj-ea"/>
              </a:rPr>
              <a:t>以下のプロンプトを入れてみてください。</a:t>
            </a:r>
            <a:endParaRPr lang="en-US" altLang="ja-JP" sz="1400" dirty="0">
              <a:solidFill>
                <a:srgbClr val="404040"/>
              </a:solidFill>
              <a:latin typeface="+mj-ea"/>
              <a:ea typeface="+mj-ea"/>
            </a:endParaRPr>
          </a:p>
          <a:p>
            <a:r>
              <a:rPr lang="ja-JP" altLang="en-US" sz="1400" dirty="0">
                <a:solidFill>
                  <a:srgbClr val="404040"/>
                </a:solidFill>
                <a:latin typeface="+mj-ea"/>
                <a:ea typeface="+mj-ea"/>
              </a:rPr>
              <a:t>　（多少間違えても大丈夫）</a:t>
            </a:r>
          </a:p>
          <a:p>
            <a:r>
              <a:rPr lang="ja-JP" altLang="en-US" sz="1400" dirty="0">
                <a:solidFill>
                  <a:srgbClr val="404040"/>
                </a:solidFill>
                <a:latin typeface="+mj-ea"/>
                <a:ea typeface="+mj-ea"/>
              </a:rPr>
              <a:t>　</a:t>
            </a:r>
            <a:r>
              <a:rPr lang="en-US" altLang="ja-JP" sz="1400" dirty="0">
                <a:solidFill>
                  <a:srgbClr val="404040"/>
                </a:solidFill>
                <a:latin typeface="+mj-ea"/>
                <a:ea typeface="+mj-ea"/>
              </a:rPr>
              <a:t>※ </a:t>
            </a:r>
            <a:r>
              <a:rPr lang="ja-JP" altLang="en-US" sz="1400" dirty="0">
                <a:solidFill>
                  <a:srgbClr val="404040"/>
                </a:solidFill>
                <a:latin typeface="+mj-ea"/>
                <a:ea typeface="+mj-ea"/>
              </a:rPr>
              <a:t>何か出たら</a:t>
            </a:r>
            <a:r>
              <a:rPr lang="en-US" altLang="ja-JP" sz="1400" dirty="0">
                <a:solidFill>
                  <a:srgbClr val="404040"/>
                </a:solidFill>
                <a:latin typeface="+mj-ea"/>
                <a:ea typeface="+mj-ea"/>
              </a:rPr>
              <a:t>Allow</a:t>
            </a:r>
            <a:r>
              <a:rPr lang="ja-JP" altLang="en-US" sz="1400" dirty="0">
                <a:solidFill>
                  <a:srgbClr val="404040"/>
                </a:solidFill>
                <a:latin typeface="+mj-ea"/>
                <a:ea typeface="+mj-ea"/>
              </a:rPr>
              <a:t>で。</a:t>
            </a:r>
          </a:p>
          <a:p>
            <a:endParaRPr lang="en-US" altLang="ja-JP" sz="1400" dirty="0">
              <a:solidFill>
                <a:srgbClr val="404040"/>
              </a:solidFill>
              <a:latin typeface="+mj-ea"/>
              <a:ea typeface="+mj-ea"/>
            </a:endParaRPr>
          </a:p>
          <a:p>
            <a:endParaRPr lang="ja-JP" altLang="en-US" sz="1400" dirty="0">
              <a:solidFill>
                <a:srgbClr val="404040"/>
              </a:solidFill>
              <a:latin typeface="+mj-ea"/>
              <a:ea typeface="+mj-ea"/>
            </a:endParaRPr>
          </a:p>
          <a:p>
            <a:r>
              <a:rPr lang="ja-JP" altLang="en-US" sz="1400" dirty="0">
                <a:solidFill>
                  <a:srgbClr val="404040"/>
                </a:solidFill>
                <a:latin typeface="+mj-ea"/>
                <a:ea typeface="+mj-ea"/>
              </a:rPr>
              <a:t>①プロンプト１：</a:t>
            </a:r>
          </a:p>
          <a:p>
            <a:r>
              <a:rPr lang="ja-JP" altLang="en-US" sz="1400" dirty="0">
                <a:solidFill>
                  <a:srgbClr val="404040"/>
                </a:solidFill>
                <a:latin typeface="+mj-ea"/>
                <a:ea typeface="+mj-ea"/>
              </a:rPr>
              <a:t>このディレクトリはどのようなディレクトリですか？</a:t>
            </a:r>
          </a:p>
          <a:p>
            <a:endParaRPr lang="ja-JP" altLang="en-US" sz="1400" dirty="0">
              <a:solidFill>
                <a:srgbClr val="404040"/>
              </a:solidFill>
              <a:latin typeface="+mj-ea"/>
              <a:ea typeface="+mj-ea"/>
            </a:endParaRPr>
          </a:p>
          <a:p>
            <a:r>
              <a:rPr lang="ja-JP" altLang="en-US" sz="1400" dirty="0">
                <a:solidFill>
                  <a:srgbClr val="404040"/>
                </a:solidFill>
                <a:latin typeface="+mj-ea"/>
                <a:ea typeface="+mj-ea"/>
              </a:rPr>
              <a:t>②プロンプト２：</a:t>
            </a:r>
          </a:p>
          <a:p>
            <a:r>
              <a:rPr lang="ja-JP" altLang="en-US" sz="1400" dirty="0">
                <a:solidFill>
                  <a:srgbClr val="404040"/>
                </a:solidFill>
                <a:latin typeface="+mj-ea"/>
                <a:ea typeface="+mj-ea"/>
              </a:rPr>
              <a:t>詳細に解説してください。</a:t>
            </a:r>
          </a:p>
          <a:p>
            <a:endParaRPr lang="ja-JP" altLang="en-US" sz="1400" dirty="0">
              <a:solidFill>
                <a:srgbClr val="404040"/>
              </a:solidFill>
              <a:latin typeface="+mj-ea"/>
              <a:ea typeface="+mj-ea"/>
            </a:endParaRPr>
          </a:p>
          <a:p>
            <a:r>
              <a:rPr lang="ja-JP" altLang="en-US" sz="1400" dirty="0">
                <a:solidFill>
                  <a:srgbClr val="404040"/>
                </a:solidFill>
                <a:latin typeface="+mj-ea"/>
                <a:ea typeface="+mj-ea"/>
              </a:rPr>
              <a:t>③プロンプト３：</a:t>
            </a:r>
          </a:p>
          <a:p>
            <a:r>
              <a:rPr lang="ja-JP" altLang="en-US" sz="1400" dirty="0">
                <a:solidFill>
                  <a:srgbClr val="404040"/>
                </a:solidFill>
                <a:latin typeface="+mj-ea"/>
                <a:ea typeface="+mj-ea"/>
              </a:rPr>
              <a:t>批判的思考でレビューしてください。</a:t>
            </a:r>
          </a:p>
        </p:txBody>
      </p:sp>
    </p:spTree>
    <p:extLst>
      <p:ext uri="{BB962C8B-B14F-4D97-AF65-F5344CB8AC3E}">
        <p14:creationId xmlns:p14="http://schemas.microsoft.com/office/powerpoint/2010/main" val="335632475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6F158-E7D9-D1F8-CBD6-2CB7A3E62B5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714814E-F247-6996-5E4B-8A5C0D3242CE}"/>
              </a:ext>
            </a:extLst>
          </p:cNvPr>
          <p:cNvSpPr>
            <a:spLocks noGrp="1"/>
          </p:cNvSpPr>
          <p:nvPr>
            <p:ph type="title"/>
          </p:nvPr>
        </p:nvSpPr>
        <p:spPr/>
        <p:txBody>
          <a:bodyPr>
            <a:normAutofit/>
          </a:bodyPr>
          <a:lstStyle/>
          <a:p>
            <a:r>
              <a:rPr lang="en-US" altLang="ja-JP" dirty="0"/>
              <a:t>6-12.</a:t>
            </a:r>
            <a:r>
              <a:rPr lang="ja-JP" altLang="en-US" dirty="0"/>
              <a:t> 実行例①</a:t>
            </a:r>
          </a:p>
        </p:txBody>
      </p:sp>
      <p:pic>
        <p:nvPicPr>
          <p:cNvPr id="4" name="図 3">
            <a:extLst>
              <a:ext uri="{FF2B5EF4-FFF2-40B4-BE49-F238E27FC236}">
                <a16:creationId xmlns:a16="http://schemas.microsoft.com/office/drawing/2014/main" id="{397A2B96-A48A-DD34-5826-3BAFA064244C}"/>
              </a:ext>
            </a:extLst>
          </p:cNvPr>
          <p:cNvPicPr>
            <a:picLocks noChangeAspect="1"/>
          </p:cNvPicPr>
          <p:nvPr/>
        </p:nvPicPr>
        <p:blipFill>
          <a:blip r:embed="rId2"/>
          <a:stretch>
            <a:fillRect/>
          </a:stretch>
        </p:blipFill>
        <p:spPr>
          <a:xfrm>
            <a:off x="1203806" y="1052513"/>
            <a:ext cx="7498388" cy="5198882"/>
          </a:xfrm>
          <a:prstGeom prst="rect">
            <a:avLst/>
          </a:prstGeom>
        </p:spPr>
      </p:pic>
    </p:spTree>
    <p:extLst>
      <p:ext uri="{BB962C8B-B14F-4D97-AF65-F5344CB8AC3E}">
        <p14:creationId xmlns:p14="http://schemas.microsoft.com/office/powerpoint/2010/main" val="356150224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1DF31-E714-11B8-2B68-F815423F234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BDFAE2E-CD59-18D8-AEB4-2C7BBE23DB4D}"/>
              </a:ext>
            </a:extLst>
          </p:cNvPr>
          <p:cNvSpPr>
            <a:spLocks noGrp="1"/>
          </p:cNvSpPr>
          <p:nvPr>
            <p:ph type="title"/>
          </p:nvPr>
        </p:nvSpPr>
        <p:spPr/>
        <p:txBody>
          <a:bodyPr>
            <a:normAutofit/>
          </a:bodyPr>
          <a:lstStyle/>
          <a:p>
            <a:r>
              <a:rPr lang="en-US" altLang="ja-JP" dirty="0"/>
              <a:t>6-13.</a:t>
            </a:r>
            <a:r>
              <a:rPr lang="ja-JP" altLang="en-US" dirty="0"/>
              <a:t> 実行例②</a:t>
            </a:r>
          </a:p>
        </p:txBody>
      </p:sp>
      <p:pic>
        <p:nvPicPr>
          <p:cNvPr id="4" name="図 3">
            <a:extLst>
              <a:ext uri="{FF2B5EF4-FFF2-40B4-BE49-F238E27FC236}">
                <a16:creationId xmlns:a16="http://schemas.microsoft.com/office/drawing/2014/main" id="{078B78FC-8EBD-0D36-9AB8-6DF84CC8F568}"/>
              </a:ext>
            </a:extLst>
          </p:cNvPr>
          <p:cNvPicPr>
            <a:picLocks noChangeAspect="1"/>
          </p:cNvPicPr>
          <p:nvPr/>
        </p:nvPicPr>
        <p:blipFill>
          <a:blip r:embed="rId2"/>
          <a:stretch>
            <a:fillRect/>
          </a:stretch>
        </p:blipFill>
        <p:spPr>
          <a:xfrm>
            <a:off x="301275" y="1800520"/>
            <a:ext cx="2998337" cy="3586506"/>
          </a:xfrm>
          <a:prstGeom prst="rect">
            <a:avLst/>
          </a:prstGeom>
        </p:spPr>
      </p:pic>
      <p:pic>
        <p:nvPicPr>
          <p:cNvPr id="6" name="図 5">
            <a:extLst>
              <a:ext uri="{FF2B5EF4-FFF2-40B4-BE49-F238E27FC236}">
                <a16:creationId xmlns:a16="http://schemas.microsoft.com/office/drawing/2014/main" id="{AC0D9C88-F9B7-D05E-F7AF-B5A877EE5338}"/>
              </a:ext>
            </a:extLst>
          </p:cNvPr>
          <p:cNvPicPr>
            <a:picLocks noChangeAspect="1"/>
          </p:cNvPicPr>
          <p:nvPr/>
        </p:nvPicPr>
        <p:blipFill>
          <a:blip r:embed="rId3"/>
          <a:stretch>
            <a:fillRect/>
          </a:stretch>
        </p:blipFill>
        <p:spPr>
          <a:xfrm>
            <a:off x="3414638" y="1800520"/>
            <a:ext cx="3122695" cy="3586506"/>
          </a:xfrm>
          <a:prstGeom prst="rect">
            <a:avLst/>
          </a:prstGeom>
        </p:spPr>
      </p:pic>
      <p:pic>
        <p:nvPicPr>
          <p:cNvPr id="8" name="図 7">
            <a:extLst>
              <a:ext uri="{FF2B5EF4-FFF2-40B4-BE49-F238E27FC236}">
                <a16:creationId xmlns:a16="http://schemas.microsoft.com/office/drawing/2014/main" id="{360F3369-19A8-4637-7D98-8C54C0BF7D06}"/>
              </a:ext>
            </a:extLst>
          </p:cNvPr>
          <p:cNvPicPr>
            <a:picLocks noChangeAspect="1"/>
          </p:cNvPicPr>
          <p:nvPr/>
        </p:nvPicPr>
        <p:blipFill>
          <a:blip r:embed="rId4"/>
          <a:stretch>
            <a:fillRect/>
          </a:stretch>
        </p:blipFill>
        <p:spPr>
          <a:xfrm>
            <a:off x="6703456" y="1800520"/>
            <a:ext cx="3082889" cy="3586506"/>
          </a:xfrm>
          <a:prstGeom prst="rect">
            <a:avLst/>
          </a:prstGeom>
        </p:spPr>
      </p:pic>
    </p:spTree>
    <p:extLst>
      <p:ext uri="{BB962C8B-B14F-4D97-AF65-F5344CB8AC3E}">
        <p14:creationId xmlns:p14="http://schemas.microsoft.com/office/powerpoint/2010/main" val="248663093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2E4C3-59BB-6001-4083-81D4924CF4A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2FB223C-A0FC-DE67-0841-1D8C1CCE845E}"/>
              </a:ext>
            </a:extLst>
          </p:cNvPr>
          <p:cNvSpPr>
            <a:spLocks noGrp="1"/>
          </p:cNvSpPr>
          <p:nvPr>
            <p:ph type="title"/>
          </p:nvPr>
        </p:nvSpPr>
        <p:spPr/>
        <p:txBody>
          <a:bodyPr>
            <a:normAutofit/>
          </a:bodyPr>
          <a:lstStyle/>
          <a:p>
            <a:r>
              <a:rPr lang="en-US" altLang="ja-JP" dirty="0"/>
              <a:t>6-14.</a:t>
            </a:r>
            <a:r>
              <a:rPr lang="ja-JP" altLang="en-US" dirty="0"/>
              <a:t> 実行例③</a:t>
            </a:r>
          </a:p>
        </p:txBody>
      </p:sp>
      <p:pic>
        <p:nvPicPr>
          <p:cNvPr id="4" name="図 3">
            <a:extLst>
              <a:ext uri="{FF2B5EF4-FFF2-40B4-BE49-F238E27FC236}">
                <a16:creationId xmlns:a16="http://schemas.microsoft.com/office/drawing/2014/main" id="{E9B1D026-FF64-D41E-8BD4-128857086407}"/>
              </a:ext>
            </a:extLst>
          </p:cNvPr>
          <p:cNvPicPr>
            <a:picLocks noChangeAspect="1"/>
          </p:cNvPicPr>
          <p:nvPr/>
        </p:nvPicPr>
        <p:blipFill>
          <a:blip r:embed="rId2"/>
          <a:stretch>
            <a:fillRect/>
          </a:stretch>
        </p:blipFill>
        <p:spPr>
          <a:xfrm>
            <a:off x="246838" y="1176599"/>
            <a:ext cx="4706162" cy="5060689"/>
          </a:xfrm>
          <a:prstGeom prst="rect">
            <a:avLst/>
          </a:prstGeom>
        </p:spPr>
      </p:pic>
      <p:pic>
        <p:nvPicPr>
          <p:cNvPr id="6" name="図 5">
            <a:extLst>
              <a:ext uri="{FF2B5EF4-FFF2-40B4-BE49-F238E27FC236}">
                <a16:creationId xmlns:a16="http://schemas.microsoft.com/office/drawing/2014/main" id="{B69034EC-BA1C-5E7B-30DE-A76C7D5FA296}"/>
              </a:ext>
            </a:extLst>
          </p:cNvPr>
          <p:cNvPicPr>
            <a:picLocks noChangeAspect="1"/>
          </p:cNvPicPr>
          <p:nvPr/>
        </p:nvPicPr>
        <p:blipFill>
          <a:blip r:embed="rId3"/>
          <a:stretch>
            <a:fillRect/>
          </a:stretch>
        </p:blipFill>
        <p:spPr>
          <a:xfrm>
            <a:off x="5286550" y="1176599"/>
            <a:ext cx="4483074" cy="5060689"/>
          </a:xfrm>
          <a:prstGeom prst="rect">
            <a:avLst/>
          </a:prstGeom>
        </p:spPr>
      </p:pic>
    </p:spTree>
    <p:extLst>
      <p:ext uri="{BB962C8B-B14F-4D97-AF65-F5344CB8AC3E}">
        <p14:creationId xmlns:p14="http://schemas.microsoft.com/office/powerpoint/2010/main" val="112933792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E224D-89F3-3914-11EB-DF1B72B2C2C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5C830E2-5540-8AB1-DE3A-530FE2191D76}"/>
              </a:ext>
            </a:extLst>
          </p:cNvPr>
          <p:cNvSpPr>
            <a:spLocks noGrp="1"/>
          </p:cNvSpPr>
          <p:nvPr>
            <p:ph type="title"/>
          </p:nvPr>
        </p:nvSpPr>
        <p:spPr/>
        <p:txBody>
          <a:bodyPr>
            <a:normAutofit/>
          </a:bodyPr>
          <a:lstStyle/>
          <a:p>
            <a:r>
              <a:rPr lang="en-US" altLang="ja-JP" dirty="0"/>
              <a:t>6-15.</a:t>
            </a:r>
            <a:r>
              <a:rPr lang="ja-JP" altLang="en-US" dirty="0"/>
              <a:t> </a:t>
            </a:r>
            <a:r>
              <a:rPr lang="en-US" altLang="ja-JP" dirty="0"/>
              <a:t>Ask</a:t>
            </a:r>
            <a:r>
              <a:rPr lang="ja-JP" altLang="en-US" dirty="0"/>
              <a:t>モードまとめ</a:t>
            </a:r>
          </a:p>
        </p:txBody>
      </p:sp>
      <p:sp>
        <p:nvSpPr>
          <p:cNvPr id="4" name="Text 8">
            <a:extLst>
              <a:ext uri="{FF2B5EF4-FFF2-40B4-BE49-F238E27FC236}">
                <a16:creationId xmlns:a16="http://schemas.microsoft.com/office/drawing/2014/main" id="{26AD110F-B755-23CB-9312-F717DE13711B}"/>
              </a:ext>
            </a:extLst>
          </p:cNvPr>
          <p:cNvSpPr txBox="1"/>
          <p:nvPr/>
        </p:nvSpPr>
        <p:spPr>
          <a:xfrm>
            <a:off x="457200" y="1047902"/>
            <a:ext cx="9298847" cy="228600"/>
          </a:xfrm>
          <a:prstGeom prst="rect">
            <a:avLst/>
          </a:prstGeom>
          <a:noFill/>
          <a:ln/>
        </p:spPr>
        <p:txBody>
          <a:bodyPr wrap="none" lIns="0" tIns="0" rIns="0" bIns="0" rtlCol="0" anchor="t"/>
          <a:lstStyle/>
          <a:p>
            <a:r>
              <a:rPr lang="ja-JP" altLang="en-US" sz="1400" dirty="0">
                <a:solidFill>
                  <a:srgbClr val="404040"/>
                </a:solidFill>
                <a:latin typeface="+mj-ea"/>
                <a:ea typeface="+mj-ea"/>
              </a:rPr>
              <a:t>このように、</a:t>
            </a:r>
            <a:r>
              <a:rPr lang="en-US" altLang="ja-JP" sz="1400" dirty="0">
                <a:solidFill>
                  <a:srgbClr val="404040"/>
                </a:solidFill>
                <a:latin typeface="+mj-ea"/>
                <a:ea typeface="+mj-ea"/>
              </a:rPr>
              <a:t>Ask</a:t>
            </a:r>
            <a:r>
              <a:rPr lang="ja-JP" altLang="en-US" sz="1400" dirty="0">
                <a:solidFill>
                  <a:srgbClr val="404040"/>
                </a:solidFill>
                <a:latin typeface="+mj-ea"/>
                <a:ea typeface="+mj-ea"/>
              </a:rPr>
              <a:t>モードでは、実際のファイル編集などを伴わずに、安全に内容の確認や分析を行うことができます。</a:t>
            </a:r>
          </a:p>
          <a:p>
            <a:r>
              <a:rPr lang="ja-JP" altLang="en-US" sz="1400" dirty="0">
                <a:solidFill>
                  <a:srgbClr val="404040"/>
                </a:solidFill>
                <a:latin typeface="+mj-ea"/>
                <a:ea typeface="+mj-ea"/>
              </a:rPr>
              <a:t>資料の内容確認や、レビューなどに活用してください。</a:t>
            </a:r>
          </a:p>
        </p:txBody>
      </p:sp>
    </p:spTree>
    <p:extLst>
      <p:ext uri="{BB962C8B-B14F-4D97-AF65-F5344CB8AC3E}">
        <p14:creationId xmlns:p14="http://schemas.microsoft.com/office/powerpoint/2010/main" val="53873245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75B68-B807-2505-4BED-9564FB01995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FA788D6-F006-E5A8-EEBE-1D31D954D2DC}"/>
              </a:ext>
            </a:extLst>
          </p:cNvPr>
          <p:cNvSpPr>
            <a:spLocks noGrp="1"/>
          </p:cNvSpPr>
          <p:nvPr>
            <p:ph type="title"/>
          </p:nvPr>
        </p:nvSpPr>
        <p:spPr/>
        <p:txBody>
          <a:bodyPr>
            <a:normAutofit/>
          </a:bodyPr>
          <a:lstStyle/>
          <a:p>
            <a:r>
              <a:rPr lang="en-US" altLang="ja-JP" dirty="0"/>
              <a:t>6-16.</a:t>
            </a:r>
            <a:r>
              <a:rPr lang="ja-JP" altLang="en-US" dirty="0"/>
              <a:t> チャット機能</a:t>
            </a:r>
          </a:p>
        </p:txBody>
      </p:sp>
      <p:sp>
        <p:nvSpPr>
          <p:cNvPr id="4" name="Text 8">
            <a:extLst>
              <a:ext uri="{FF2B5EF4-FFF2-40B4-BE49-F238E27FC236}">
                <a16:creationId xmlns:a16="http://schemas.microsoft.com/office/drawing/2014/main" id="{8AE2E777-8132-DC8A-CA90-1AC05B2A1679}"/>
              </a:ext>
            </a:extLst>
          </p:cNvPr>
          <p:cNvSpPr txBox="1"/>
          <p:nvPr/>
        </p:nvSpPr>
        <p:spPr>
          <a:xfrm>
            <a:off x="457200" y="1047902"/>
            <a:ext cx="9298847" cy="228600"/>
          </a:xfrm>
          <a:prstGeom prst="rect">
            <a:avLst/>
          </a:prstGeom>
          <a:noFill/>
          <a:ln/>
        </p:spPr>
        <p:txBody>
          <a:bodyPr wrap="none" lIns="0" tIns="0" rIns="0" bIns="0" rtlCol="0" anchor="t"/>
          <a:lstStyle/>
          <a:p>
            <a:r>
              <a:rPr lang="ja-JP" altLang="en-US" sz="1400" dirty="0">
                <a:solidFill>
                  <a:srgbClr val="404040"/>
                </a:solidFill>
                <a:latin typeface="+mj-ea"/>
              </a:rPr>
              <a:t>■チャットモード</a:t>
            </a:r>
          </a:p>
          <a:p>
            <a:r>
              <a:rPr lang="ja-JP" altLang="en-US" sz="1400" dirty="0"/>
              <a:t>　</a:t>
            </a:r>
            <a:r>
              <a:rPr lang="en-US" altLang="ja-JP" sz="1400" dirty="0"/>
              <a:t>GitHub Copilot</a:t>
            </a:r>
            <a:r>
              <a:rPr lang="ja-JP" altLang="en-US" sz="1400" dirty="0"/>
              <a:t>には</a:t>
            </a:r>
            <a:r>
              <a:rPr lang="en-US" altLang="ja-JP" sz="1400" dirty="0"/>
              <a:t>4</a:t>
            </a:r>
            <a:r>
              <a:rPr lang="ja-JP" altLang="en-US" sz="1400" dirty="0"/>
              <a:t>つエージェント設定があり、それぞれ以下のとおり使い分けを行う。</a:t>
            </a:r>
            <a:endParaRPr lang="en-US" altLang="ja-JP" sz="1400" dirty="0"/>
          </a:p>
        </p:txBody>
      </p:sp>
      <p:graphicFrame>
        <p:nvGraphicFramePr>
          <p:cNvPr id="6" name="表 5">
            <a:extLst>
              <a:ext uri="{FF2B5EF4-FFF2-40B4-BE49-F238E27FC236}">
                <a16:creationId xmlns:a16="http://schemas.microsoft.com/office/drawing/2014/main" id="{5336763C-4571-85BD-7C3E-9A7B94018D22}"/>
              </a:ext>
            </a:extLst>
          </p:cNvPr>
          <p:cNvGraphicFramePr>
            <a:graphicFrameLocks noGrp="1"/>
          </p:cNvGraphicFramePr>
          <p:nvPr>
            <p:extLst>
              <p:ext uri="{D42A27DB-BD31-4B8C-83A1-F6EECF244321}">
                <p14:modId xmlns:p14="http://schemas.microsoft.com/office/powerpoint/2010/main" val="3049425472"/>
              </p:ext>
            </p:extLst>
          </p:nvPr>
        </p:nvGraphicFramePr>
        <p:xfrm>
          <a:off x="537588" y="1657437"/>
          <a:ext cx="9218459" cy="4423323"/>
        </p:xfrm>
        <a:graphic>
          <a:graphicData uri="http://schemas.openxmlformats.org/drawingml/2006/table">
            <a:tbl>
              <a:tblPr firstRow="1" bandRow="1">
                <a:tableStyleId>{5C22544A-7EE6-4342-B048-85BDC9FD1C3A}</a:tableStyleId>
              </a:tblPr>
              <a:tblGrid>
                <a:gridCol w="422402">
                  <a:extLst>
                    <a:ext uri="{9D8B030D-6E8A-4147-A177-3AD203B41FA5}">
                      <a16:colId xmlns:a16="http://schemas.microsoft.com/office/drawing/2014/main" val="2685506249"/>
                    </a:ext>
                  </a:extLst>
                </a:gridCol>
                <a:gridCol w="662159">
                  <a:extLst>
                    <a:ext uri="{9D8B030D-6E8A-4147-A177-3AD203B41FA5}">
                      <a16:colId xmlns:a16="http://schemas.microsoft.com/office/drawing/2014/main" val="2119717142"/>
                    </a:ext>
                  </a:extLst>
                </a:gridCol>
                <a:gridCol w="3468325">
                  <a:extLst>
                    <a:ext uri="{9D8B030D-6E8A-4147-A177-3AD203B41FA5}">
                      <a16:colId xmlns:a16="http://schemas.microsoft.com/office/drawing/2014/main" val="3120822675"/>
                    </a:ext>
                  </a:extLst>
                </a:gridCol>
                <a:gridCol w="4665573">
                  <a:extLst>
                    <a:ext uri="{9D8B030D-6E8A-4147-A177-3AD203B41FA5}">
                      <a16:colId xmlns:a16="http://schemas.microsoft.com/office/drawing/2014/main" val="3966480306"/>
                    </a:ext>
                  </a:extLst>
                </a:gridCol>
              </a:tblGrid>
              <a:tr h="501298">
                <a:tc>
                  <a:txBody>
                    <a:bodyPr/>
                    <a:lstStyle/>
                    <a:p>
                      <a:pPr marL="0" algn="ctr" defTabSz="914400" rtl="0" eaLnBrk="1" latinLnBrk="0" hangingPunct="1"/>
                      <a:r>
                        <a:rPr kumimoji="1" lang="en-US" altLang="ja-JP" sz="1400" b="1" kern="1200" dirty="0">
                          <a:solidFill>
                            <a:schemeClr val="bg1"/>
                          </a:solidFill>
                        </a:rPr>
                        <a:t>No.</a:t>
                      </a:r>
                      <a:endParaRPr kumimoji="1" lang="ja-JP" altLang="en-US" sz="1400" b="1" kern="1200" dirty="0">
                        <a:solidFill>
                          <a:schemeClr val="bg1"/>
                        </a:solidFill>
                        <a:latin typeface="Meiryo UI"/>
                        <a:ea typeface="Meiryo UI"/>
                        <a:cs typeface="+mn-cs"/>
                      </a:endParaRPr>
                    </a:p>
                  </a:txBody>
                  <a:tcPr/>
                </a:tc>
                <a:tc>
                  <a:txBody>
                    <a:bodyPr/>
                    <a:lstStyle/>
                    <a:p>
                      <a:pPr marL="0" algn="ctr" defTabSz="914400" rtl="0" eaLnBrk="1" latinLnBrk="0" hangingPunct="1"/>
                      <a:r>
                        <a:rPr kumimoji="1" lang="ja-JP" altLang="en-US" sz="1400" b="1" kern="1200" dirty="0">
                          <a:solidFill>
                            <a:schemeClr val="bg1"/>
                          </a:solidFill>
                          <a:latin typeface="Meiryo UI"/>
                          <a:ea typeface="Meiryo UI"/>
                          <a:cs typeface="+mn-cs"/>
                        </a:rPr>
                        <a:t>モード</a:t>
                      </a:r>
                    </a:p>
                  </a:txBody>
                  <a:tcPr/>
                </a:tc>
                <a:tc>
                  <a:txBody>
                    <a:bodyPr/>
                    <a:lstStyle/>
                    <a:p>
                      <a:pPr marL="0" algn="ctr" defTabSz="914400" rtl="0" eaLnBrk="1" latinLnBrk="0" hangingPunct="1"/>
                      <a:r>
                        <a:rPr kumimoji="1" lang="ja-JP" altLang="en-US" sz="1400" b="1" kern="1200" dirty="0">
                          <a:solidFill>
                            <a:schemeClr val="bg1"/>
                          </a:solidFill>
                          <a:latin typeface="Meiryo UI"/>
                          <a:ea typeface="Meiryo UI"/>
                          <a:cs typeface="+mn-cs"/>
                        </a:rPr>
                        <a:t>概要説明</a:t>
                      </a:r>
                    </a:p>
                  </a:txBody>
                  <a:tcPr/>
                </a:tc>
                <a:tc>
                  <a:txBody>
                    <a:bodyPr/>
                    <a:lstStyle/>
                    <a:p>
                      <a:pPr marL="0" algn="ctr" defTabSz="914400" rtl="0" eaLnBrk="1" latinLnBrk="0" hangingPunct="1"/>
                      <a:r>
                        <a:rPr kumimoji="1" lang="ja-JP" altLang="en-US" sz="1400" b="1" kern="1200" dirty="0">
                          <a:solidFill>
                            <a:schemeClr val="bg1"/>
                          </a:solidFill>
                          <a:latin typeface="Meiryo UI"/>
                          <a:ea typeface="Meiryo UI"/>
                          <a:cs typeface="+mn-cs"/>
                        </a:rPr>
                        <a:t>備考</a:t>
                      </a:r>
                    </a:p>
                  </a:txBody>
                  <a:tcPr/>
                </a:tc>
                <a:extLst>
                  <a:ext uri="{0D108BD9-81ED-4DB2-BD59-A6C34878D82A}">
                    <a16:rowId xmlns:a16="http://schemas.microsoft.com/office/drawing/2014/main" val="3481334053"/>
                  </a:ext>
                </a:extLst>
              </a:tr>
              <a:tr h="765527">
                <a:tc>
                  <a:txBody>
                    <a:bodyPr/>
                    <a:lstStyle/>
                    <a:p>
                      <a:pPr marL="0" algn="ctr" defTabSz="914400" rtl="0" eaLnBrk="1" latinLnBrk="0" hangingPunct="1"/>
                      <a:r>
                        <a:rPr kumimoji="1" lang="ja-JP" altLang="en-US" sz="1200" b="0" kern="1200" dirty="0">
                          <a:solidFill>
                            <a:schemeClr val="tx1"/>
                          </a:solidFill>
                          <a:latin typeface="Meiryo UI" panose="020B0604030504040204" pitchFamily="50" charset="-128"/>
                          <a:ea typeface="Meiryo UI" panose="020B0604030504040204" pitchFamily="50" charset="-128"/>
                        </a:rPr>
                        <a:t>１</a:t>
                      </a:r>
                      <a:endParaRPr kumimoji="1" lang="ja-JP" altLang="en-US" sz="12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ctr" defTabSz="914400" rtl="0" eaLnBrk="1" latinLnBrk="0" hangingPunct="1"/>
                      <a:r>
                        <a:rPr kumimoji="1" lang="en-US" altLang="ja-JP" sz="1200" b="0" kern="1200" dirty="0">
                          <a:solidFill>
                            <a:schemeClr val="tx1"/>
                          </a:solidFill>
                          <a:latin typeface="Meiryo UI" panose="020B0604030504040204" pitchFamily="50" charset="-128"/>
                          <a:ea typeface="Meiryo UI" panose="020B0604030504040204" pitchFamily="50" charset="-128"/>
                          <a:cs typeface="+mn-cs"/>
                        </a:rPr>
                        <a:t>Ask</a:t>
                      </a:r>
                      <a:endParaRPr kumimoji="1" lang="ja-JP" altLang="en-US" sz="12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l" defTabSz="914400" rtl="0" eaLnBrk="1" latinLnBrk="0" hangingPunct="1"/>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入力された質問に回答する。</a:t>
                      </a:r>
                      <a:endParaRPr kumimoji="1" lang="en-US" altLang="ja-JP" sz="1200" b="0" kern="1200" dirty="0">
                        <a:solidFill>
                          <a:schemeClr val="tx1"/>
                        </a:solidFill>
                        <a:latin typeface="Meiryo UI" panose="020B0604030504040204" pitchFamily="50" charset="-128"/>
                        <a:ea typeface="Meiryo UI" panose="020B0604030504040204" pitchFamily="50" charset="-128"/>
                        <a:cs typeface="+mn-cs"/>
                      </a:endParaRPr>
                    </a:p>
                    <a:p>
                      <a:pPr marL="0" algn="l" defTabSz="914400" rtl="0" eaLnBrk="1" latinLnBrk="0" hangingPunct="1"/>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ファイル編集は行わない。</a:t>
                      </a:r>
                    </a:p>
                  </a:txBody>
                  <a:tcPr/>
                </a:tc>
                <a:tc>
                  <a:txBody>
                    <a:bodyPr/>
                    <a:lstStyle/>
                    <a:p>
                      <a:pPr marL="285750" indent="-285750" algn="l" defTabSz="914400" rtl="0" eaLnBrk="1" latinLnBrk="0" hangingPunct="1">
                        <a:buFont typeface="Arial" panose="020B0604020202020204" pitchFamily="34" charset="0"/>
                        <a:buChar char="•"/>
                      </a:pPr>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「この関数は何をしている？」</a:t>
                      </a:r>
                      <a:endParaRPr kumimoji="1" lang="en-US" altLang="ja-JP" sz="1200" b="0" kern="1200" dirty="0">
                        <a:solidFill>
                          <a:schemeClr val="tx1"/>
                        </a:solidFill>
                        <a:latin typeface="Meiryo UI" panose="020B0604030504040204" pitchFamily="50" charset="-128"/>
                        <a:ea typeface="Meiryo UI" panose="020B0604030504040204" pitchFamily="50" charset="-128"/>
                        <a:cs typeface="+mn-cs"/>
                      </a:endParaRPr>
                    </a:p>
                    <a:p>
                      <a:pPr marL="285750" indent="-285750" algn="l" defTabSz="914400" rtl="0" eaLnBrk="1" latinLnBrk="0" hangingPunct="1">
                        <a:buFont typeface="Arial" panose="020B0604020202020204" pitchFamily="34" charset="0"/>
                        <a:buChar char="•"/>
                      </a:pPr>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a:t>
                      </a:r>
                      <a:r>
                        <a:rPr kumimoji="1" lang="en-US" altLang="ja-JP" sz="1200" b="0" kern="1200" dirty="0">
                          <a:solidFill>
                            <a:schemeClr val="tx1"/>
                          </a:solidFill>
                          <a:latin typeface="Meiryo UI" panose="020B0604030504040204" pitchFamily="50" charset="-128"/>
                          <a:ea typeface="Meiryo UI" panose="020B0604030504040204" pitchFamily="50" charset="-128"/>
                          <a:cs typeface="+mn-cs"/>
                        </a:rPr>
                        <a:t>pandas</a:t>
                      </a:r>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と</a:t>
                      </a:r>
                      <a:r>
                        <a:rPr kumimoji="1" lang="en-US" altLang="ja-JP" sz="1200" b="0" kern="1200" dirty="0">
                          <a:solidFill>
                            <a:schemeClr val="tx1"/>
                          </a:solidFill>
                          <a:latin typeface="Meiryo UI" panose="020B0604030504040204" pitchFamily="50" charset="-128"/>
                          <a:ea typeface="Meiryo UI" panose="020B0604030504040204" pitchFamily="50" charset="-128"/>
                          <a:cs typeface="+mn-cs"/>
                        </a:rPr>
                        <a:t>Polars</a:t>
                      </a:r>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の違いを処理速度とメモリ使用量の観点で教えて」</a:t>
                      </a:r>
                    </a:p>
                  </a:txBody>
                  <a:tcPr/>
                </a:tc>
                <a:extLst>
                  <a:ext uri="{0D108BD9-81ED-4DB2-BD59-A6C34878D82A}">
                    <a16:rowId xmlns:a16="http://schemas.microsoft.com/office/drawing/2014/main" val="1399545113"/>
                  </a:ext>
                </a:extLst>
              </a:tr>
              <a:tr h="827987">
                <a:tc>
                  <a:txBody>
                    <a:bodyPr/>
                    <a:lstStyle/>
                    <a:p>
                      <a:pPr marL="0" algn="ctr" defTabSz="914400" rtl="0" eaLnBrk="1" latinLnBrk="0" hangingPunct="1"/>
                      <a:r>
                        <a:rPr kumimoji="1" lang="en-US" altLang="ja-JP" sz="1200" b="0" strike="sngStrike" kern="1200" dirty="0">
                          <a:solidFill>
                            <a:schemeClr val="tx1"/>
                          </a:solidFill>
                          <a:latin typeface="Meiryo UI" panose="020B0604030504040204" pitchFamily="50" charset="-128"/>
                          <a:ea typeface="Meiryo UI" panose="020B0604030504040204" pitchFamily="50" charset="-128"/>
                          <a:cs typeface="+mn-cs"/>
                        </a:rPr>
                        <a:t>2</a:t>
                      </a:r>
                      <a:endParaRPr kumimoji="1" lang="ja-JP" altLang="en-US" sz="1200" b="0" strike="sngStrike" kern="1200" dirty="0">
                        <a:solidFill>
                          <a:schemeClr val="tx1"/>
                        </a:solidFill>
                        <a:latin typeface="Meiryo UI" panose="020B0604030504040204" pitchFamily="50" charset="-128"/>
                        <a:ea typeface="Meiryo UI" panose="020B0604030504040204" pitchFamily="50" charset="-128"/>
                        <a:cs typeface="+mn-cs"/>
                      </a:endParaRPr>
                    </a:p>
                  </a:txBody>
                  <a:tcPr>
                    <a:solidFill>
                      <a:schemeClr val="bg1">
                        <a:lumMod val="50000"/>
                      </a:schemeClr>
                    </a:solidFill>
                  </a:tcPr>
                </a:tc>
                <a:tc>
                  <a:txBody>
                    <a:bodyPr/>
                    <a:lstStyle/>
                    <a:p>
                      <a:pPr marL="0" algn="ctr" defTabSz="914400" rtl="0" eaLnBrk="1" latinLnBrk="0" hangingPunct="1"/>
                      <a:r>
                        <a:rPr kumimoji="1" lang="en-US" altLang="ja-JP" sz="1200" b="0" strike="sngStrike" kern="1200" dirty="0">
                          <a:solidFill>
                            <a:schemeClr val="tx1"/>
                          </a:solidFill>
                          <a:latin typeface="Meiryo UI" panose="020B0604030504040204" pitchFamily="50" charset="-128"/>
                          <a:ea typeface="Meiryo UI" panose="020B0604030504040204" pitchFamily="50" charset="-128"/>
                          <a:cs typeface="+mn-cs"/>
                        </a:rPr>
                        <a:t>Edit</a:t>
                      </a:r>
                      <a:endParaRPr kumimoji="1" lang="ja-JP" altLang="en-US" sz="1200" b="0" strike="sngStrike" kern="1200" dirty="0">
                        <a:solidFill>
                          <a:schemeClr val="tx1"/>
                        </a:solidFill>
                        <a:latin typeface="Meiryo UI" panose="020B0604030504040204" pitchFamily="50" charset="-128"/>
                        <a:ea typeface="Meiryo UI" panose="020B0604030504040204" pitchFamily="50" charset="-128"/>
                        <a:cs typeface="+mn-cs"/>
                      </a:endParaRPr>
                    </a:p>
                  </a:txBody>
                  <a:tcPr>
                    <a:solidFill>
                      <a:schemeClr val="bg1">
                        <a:lumMod val="50000"/>
                      </a:schemeClr>
                    </a:solidFill>
                  </a:tcPr>
                </a:tc>
                <a:tc>
                  <a:txBody>
                    <a:bodyPr/>
                    <a:lstStyle/>
                    <a:p>
                      <a:pPr marL="0" algn="l" defTabSz="914400" rtl="0" eaLnBrk="1" latinLnBrk="0" hangingPunct="1"/>
                      <a:r>
                        <a:rPr kumimoji="1" lang="ja-JP" altLang="en-US" sz="1200" b="0" strike="sngStrike" kern="1200" dirty="0">
                          <a:solidFill>
                            <a:schemeClr val="tx1"/>
                          </a:solidFill>
                          <a:latin typeface="Meiryo UI" panose="020B0604030504040204" pitchFamily="50" charset="-128"/>
                          <a:ea typeface="Meiryo UI" panose="020B0604030504040204" pitchFamily="50" charset="-128"/>
                          <a:cs typeface="+mn-cs"/>
                        </a:rPr>
                        <a:t>ユーザが選択したファイル・行のみを修正する。</a:t>
                      </a:r>
                    </a:p>
                  </a:txBody>
                  <a:tcPr>
                    <a:solidFill>
                      <a:schemeClr val="bg1">
                        <a:lumMod val="50000"/>
                      </a:schemeClr>
                    </a:solidFill>
                  </a:tcPr>
                </a:tc>
                <a:tc>
                  <a:txBody>
                    <a:bodyPr/>
                    <a:lstStyle/>
                    <a:p>
                      <a:pPr marL="285750" indent="-285750" algn="l" defTabSz="914400" rtl="0" eaLnBrk="1" latinLnBrk="0" hangingPunct="1">
                        <a:buFont typeface="Arial" panose="020B0604020202020204" pitchFamily="34" charset="0"/>
                        <a:buChar char="•"/>
                      </a:pPr>
                      <a:r>
                        <a:rPr kumimoji="1" lang="ja-JP" altLang="en-US" sz="1200" b="0" strike="sngStrike" kern="1200" dirty="0">
                          <a:solidFill>
                            <a:schemeClr val="tx1"/>
                          </a:solidFill>
                          <a:latin typeface="Meiryo UI" panose="020B0604030504040204" pitchFamily="50" charset="-128"/>
                          <a:ea typeface="Meiryo UI" panose="020B0604030504040204" pitchFamily="50" charset="-128"/>
                          <a:cs typeface="+mn-cs"/>
                        </a:rPr>
                        <a:t>「</a:t>
                      </a:r>
                      <a:r>
                        <a:rPr kumimoji="1" lang="en-US" altLang="ja-JP" sz="1200" b="0" strike="sngStrike" kern="1200" dirty="0" err="1">
                          <a:solidFill>
                            <a:schemeClr val="tx1"/>
                          </a:solidFill>
                          <a:latin typeface="Meiryo UI" panose="020B0604030504040204" pitchFamily="50" charset="-128"/>
                          <a:ea typeface="Meiryo UI" panose="020B0604030504040204" pitchFamily="50" charset="-128"/>
                          <a:cs typeface="+mn-cs"/>
                        </a:rPr>
                        <a:t>eslint</a:t>
                      </a:r>
                      <a:r>
                        <a:rPr kumimoji="1" lang="ja-JP" altLang="en-US" sz="1200" b="0" strike="sngStrike" kern="1200" dirty="0">
                          <a:solidFill>
                            <a:schemeClr val="tx1"/>
                          </a:solidFill>
                          <a:latin typeface="Meiryo UI" panose="020B0604030504040204" pitchFamily="50" charset="-128"/>
                          <a:ea typeface="Meiryo UI" panose="020B0604030504040204" pitchFamily="50" charset="-128"/>
                          <a:cs typeface="+mn-cs"/>
                        </a:rPr>
                        <a:t>の警告箇所を修正して」</a:t>
                      </a:r>
                      <a:endParaRPr kumimoji="1" lang="en-US" altLang="ja-JP" sz="1200" b="0" strike="sngStrike" kern="1200" dirty="0">
                        <a:solidFill>
                          <a:schemeClr val="tx1"/>
                        </a:solidFill>
                        <a:latin typeface="Meiryo UI" panose="020B0604030504040204" pitchFamily="50" charset="-128"/>
                        <a:ea typeface="Meiryo UI" panose="020B0604030504040204" pitchFamily="50" charset="-128"/>
                        <a:cs typeface="+mn-cs"/>
                      </a:endParaRPr>
                    </a:p>
                    <a:p>
                      <a:pPr marL="285750" indent="-285750" algn="l" defTabSz="914400" rtl="0" eaLnBrk="1" latinLnBrk="0" hangingPunct="1">
                        <a:buFont typeface="Arial" panose="020B0604020202020204" pitchFamily="34" charset="0"/>
                        <a:buChar char="•"/>
                      </a:pPr>
                      <a:r>
                        <a:rPr kumimoji="1" lang="ja-JP" altLang="en-US" sz="1200" b="0" strike="sngStrike" kern="1200" dirty="0">
                          <a:solidFill>
                            <a:schemeClr val="tx1"/>
                          </a:solidFill>
                          <a:latin typeface="Meiryo UI" panose="020B0604030504040204" pitchFamily="50" charset="-128"/>
                          <a:ea typeface="Meiryo UI" panose="020B0604030504040204" pitchFamily="50" charset="-128"/>
                          <a:cs typeface="+mn-cs"/>
                        </a:rPr>
                        <a:t>「</a:t>
                      </a:r>
                      <a:r>
                        <a:rPr kumimoji="1" lang="en-US" altLang="ja-JP" sz="1200" b="0" strike="sngStrike" kern="1200" dirty="0">
                          <a:solidFill>
                            <a:schemeClr val="tx1"/>
                          </a:solidFill>
                          <a:latin typeface="Meiryo UI" panose="020B0604030504040204" pitchFamily="50" charset="-128"/>
                          <a:ea typeface="Meiryo UI" panose="020B0604030504040204" pitchFamily="50" charset="-128"/>
                          <a:cs typeface="+mn-cs"/>
                        </a:rPr>
                        <a:t>try/catch</a:t>
                      </a:r>
                      <a:r>
                        <a:rPr kumimoji="1" lang="ja-JP" altLang="en-US" sz="1200" b="0" strike="sngStrike" kern="1200" dirty="0">
                          <a:solidFill>
                            <a:schemeClr val="tx1"/>
                          </a:solidFill>
                          <a:latin typeface="Meiryo UI" panose="020B0604030504040204" pitchFamily="50" charset="-128"/>
                          <a:ea typeface="Meiryo UI" panose="020B0604030504040204" pitchFamily="50" charset="-128"/>
                          <a:cs typeface="+mn-cs"/>
                        </a:rPr>
                        <a:t>を追加して、例外発生時にエラーログが出力されるようにして」</a:t>
                      </a:r>
                    </a:p>
                  </a:txBody>
                  <a:tcPr>
                    <a:solidFill>
                      <a:schemeClr val="bg1">
                        <a:lumMod val="50000"/>
                      </a:schemeClr>
                    </a:solidFill>
                  </a:tcPr>
                </a:tc>
                <a:extLst>
                  <a:ext uri="{0D108BD9-81ED-4DB2-BD59-A6C34878D82A}">
                    <a16:rowId xmlns:a16="http://schemas.microsoft.com/office/drawing/2014/main" val="3766457186"/>
                  </a:ext>
                </a:extLst>
              </a:tr>
              <a:tr h="672537">
                <a:tc>
                  <a:txBody>
                    <a:bodyPr/>
                    <a:lstStyle/>
                    <a:p>
                      <a:pPr marL="0" algn="ctr" defTabSz="914400" rtl="0" eaLnBrk="1" latinLnBrk="0" hangingPunct="1"/>
                      <a:r>
                        <a:rPr kumimoji="1" lang="en-US" altLang="ja-JP" sz="1200" b="0" kern="1200" dirty="0">
                          <a:solidFill>
                            <a:schemeClr val="tx1"/>
                          </a:solidFill>
                          <a:latin typeface="Meiryo UI" panose="020B0604030504040204" pitchFamily="50" charset="-128"/>
                          <a:ea typeface="Meiryo UI" panose="020B0604030504040204" pitchFamily="50" charset="-128"/>
                          <a:cs typeface="+mn-cs"/>
                        </a:rPr>
                        <a:t>3</a:t>
                      </a:r>
                      <a:endParaRPr kumimoji="1" lang="ja-JP" altLang="en-US" sz="12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ctr" defTabSz="914400" rtl="0" eaLnBrk="1" latinLnBrk="0" hangingPunct="1"/>
                      <a:r>
                        <a:rPr kumimoji="1" lang="en-US" altLang="ja-JP" sz="1200" b="0" kern="1200" dirty="0">
                          <a:solidFill>
                            <a:schemeClr val="tx1"/>
                          </a:solidFill>
                          <a:latin typeface="Meiryo UI" panose="020B0604030504040204" pitchFamily="50" charset="-128"/>
                          <a:ea typeface="Meiryo UI" panose="020B0604030504040204" pitchFamily="50" charset="-128"/>
                          <a:cs typeface="+mn-cs"/>
                        </a:rPr>
                        <a:t>plan</a:t>
                      </a:r>
                      <a:endParaRPr kumimoji="1" lang="ja-JP" altLang="en-US" sz="12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l" defTabSz="914400" rtl="0" eaLnBrk="1" latinLnBrk="0" hangingPunct="1"/>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実装前に 計画・方針・手順を立てる モード。</a:t>
                      </a:r>
                      <a:endParaRPr kumimoji="1" lang="en-US" altLang="ja-JP" sz="1200" b="0" kern="1200" dirty="0">
                        <a:solidFill>
                          <a:schemeClr val="tx1"/>
                        </a:solidFill>
                        <a:latin typeface="Meiryo UI" panose="020B0604030504040204" pitchFamily="50" charset="-128"/>
                        <a:ea typeface="Meiryo UI" panose="020B0604030504040204" pitchFamily="50" charset="-128"/>
                        <a:cs typeface="+mn-cs"/>
                      </a:endParaRPr>
                    </a:p>
                    <a:p>
                      <a:pPr marL="0" algn="l" defTabSz="914400" rtl="0" eaLnBrk="1" latinLnBrk="0" hangingPunct="1"/>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仕様整理、タスク分解、設計案作成などに向いている。</a:t>
                      </a:r>
                    </a:p>
                  </a:txBody>
                  <a:tcPr/>
                </a:tc>
                <a:tc>
                  <a:txBody>
                    <a:bodyPr/>
                    <a:lstStyle/>
                    <a:p>
                      <a:pPr marL="285750" indent="-285750" algn="l" defTabSz="914400" rtl="0" eaLnBrk="1" latinLnBrk="0" hangingPunct="1">
                        <a:buFont typeface="Arial" panose="020B0604020202020204" pitchFamily="34" charset="0"/>
                        <a:buChar char="•"/>
                      </a:pPr>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「この機能追加の作業タスクを分解してリスト化して」</a:t>
                      </a:r>
                      <a:endParaRPr kumimoji="1" lang="en-US" altLang="ja-JP" sz="1200" b="0" kern="1200" dirty="0">
                        <a:solidFill>
                          <a:schemeClr val="tx1"/>
                        </a:solidFill>
                        <a:latin typeface="Meiryo UI" panose="020B0604030504040204" pitchFamily="50" charset="-128"/>
                        <a:ea typeface="Meiryo UI" panose="020B0604030504040204" pitchFamily="50" charset="-128"/>
                        <a:cs typeface="+mn-cs"/>
                      </a:endParaRPr>
                    </a:p>
                    <a:p>
                      <a:pPr marL="285750" indent="-285750" algn="l" defTabSz="914400" rtl="0" eaLnBrk="1" latinLnBrk="0" hangingPunct="1">
                        <a:buFont typeface="Arial" panose="020B0604020202020204" pitchFamily="34" charset="0"/>
                        <a:buChar char="•"/>
                      </a:pPr>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「認証機能を導入するための設計案を作って。」</a:t>
                      </a:r>
                    </a:p>
                  </a:txBody>
                  <a:tcPr/>
                </a:tc>
                <a:extLst>
                  <a:ext uri="{0D108BD9-81ED-4DB2-BD59-A6C34878D82A}">
                    <a16:rowId xmlns:a16="http://schemas.microsoft.com/office/drawing/2014/main" val="3484899344"/>
                  </a:ext>
                </a:extLst>
              </a:tr>
              <a:tr h="827987">
                <a:tc>
                  <a:txBody>
                    <a:bodyPr/>
                    <a:lstStyle/>
                    <a:p>
                      <a:pPr marL="0" algn="ctr" defTabSz="914400" rtl="0" eaLnBrk="1" latinLnBrk="0" hangingPunct="1"/>
                      <a:r>
                        <a:rPr kumimoji="1" lang="en-US" altLang="ja-JP" sz="1200" b="0" kern="1200" dirty="0">
                          <a:solidFill>
                            <a:schemeClr val="tx1"/>
                          </a:solidFill>
                          <a:latin typeface="Meiryo UI" panose="020B0604030504040204" pitchFamily="50" charset="-128"/>
                          <a:ea typeface="Meiryo UI" panose="020B0604030504040204" pitchFamily="50" charset="-128"/>
                          <a:cs typeface="+mn-cs"/>
                        </a:rPr>
                        <a:t>4</a:t>
                      </a:r>
                      <a:endParaRPr kumimoji="1" lang="ja-JP" altLang="en-US" sz="12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ctr" defTabSz="914400" rtl="0" eaLnBrk="1" latinLnBrk="0" hangingPunct="1"/>
                      <a:r>
                        <a:rPr kumimoji="1" lang="en-US" altLang="ja-JP" sz="1200" b="0" kern="1200" dirty="0">
                          <a:solidFill>
                            <a:schemeClr val="tx1"/>
                          </a:solidFill>
                          <a:latin typeface="Meiryo UI" panose="020B0604030504040204" pitchFamily="50" charset="-128"/>
                          <a:ea typeface="Meiryo UI" panose="020B0604030504040204" pitchFamily="50" charset="-128"/>
                          <a:cs typeface="+mn-cs"/>
                        </a:rPr>
                        <a:t>Agent</a:t>
                      </a:r>
                      <a:endParaRPr kumimoji="1" lang="ja-JP" altLang="en-US" sz="12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l" defTabSz="914400" rtl="0" eaLnBrk="1" latinLnBrk="0" hangingPunct="1"/>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プロジェクト全体を考慮し、ファイル選定からコード・ドキュメント修正まで一括で行う。</a:t>
                      </a:r>
                    </a:p>
                  </a:txBody>
                  <a:tcPr/>
                </a:tc>
                <a:tc>
                  <a:txBody>
                    <a:bodyPr/>
                    <a:lstStyle/>
                    <a:p>
                      <a:pPr marL="285750" indent="-285750" algn="l" defTabSz="914400" rtl="0" eaLnBrk="1" latinLnBrk="0" hangingPunct="1">
                        <a:buFont typeface="Arial" panose="020B0604020202020204" pitchFamily="34" charset="0"/>
                        <a:buChar char="•"/>
                      </a:pPr>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「フリマアプリを作りたいから要件定義書を作って」</a:t>
                      </a:r>
                      <a:endParaRPr kumimoji="1" lang="en-US" altLang="ja-JP" sz="1200" b="0" kern="1200" dirty="0">
                        <a:solidFill>
                          <a:schemeClr val="tx1"/>
                        </a:solidFill>
                        <a:latin typeface="Meiryo UI" panose="020B0604030504040204" pitchFamily="50" charset="-128"/>
                        <a:ea typeface="Meiryo UI" panose="020B0604030504040204" pitchFamily="50" charset="-128"/>
                        <a:cs typeface="+mn-cs"/>
                      </a:endParaRPr>
                    </a:p>
                    <a:p>
                      <a:pPr marL="285750" indent="-285750" algn="l" defTabSz="914400" rtl="0" eaLnBrk="1" latinLnBrk="0" hangingPunct="1">
                        <a:buFont typeface="Arial" panose="020B0604020202020204" pitchFamily="34" charset="0"/>
                        <a:buChar char="•"/>
                      </a:pPr>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「要件定義書を読んで開発スケジュールを立てて」</a:t>
                      </a:r>
                      <a:endParaRPr kumimoji="1" lang="en-US" altLang="ja-JP" sz="1200" b="0" kern="1200" dirty="0">
                        <a:solidFill>
                          <a:schemeClr val="tx1"/>
                        </a:solidFill>
                        <a:latin typeface="Meiryo UI" panose="020B0604030504040204" pitchFamily="50" charset="-128"/>
                        <a:ea typeface="Meiryo UI" panose="020B0604030504040204" pitchFamily="50" charset="-128"/>
                        <a:cs typeface="+mn-cs"/>
                      </a:endParaRPr>
                    </a:p>
                    <a:p>
                      <a:pPr marL="285750" indent="-285750" algn="l" defTabSz="914400" rtl="0" eaLnBrk="1" latinLnBrk="0" hangingPunct="1">
                        <a:buFont typeface="Arial" panose="020B0604020202020204" pitchFamily="34" charset="0"/>
                        <a:buChar char="•"/>
                      </a:pPr>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「ビルドエラーを解消して」</a:t>
                      </a:r>
                      <a:endParaRPr kumimoji="1" lang="en-US" altLang="ja-JP" sz="1200" b="0" kern="1200" dirty="0">
                        <a:solidFill>
                          <a:schemeClr val="tx1"/>
                        </a:solidFill>
                        <a:latin typeface="Meiryo UI" panose="020B0604030504040204" pitchFamily="50" charset="-128"/>
                        <a:ea typeface="Meiryo UI" panose="020B0604030504040204" pitchFamily="50" charset="-128"/>
                        <a:cs typeface="+mn-cs"/>
                      </a:endParaRPr>
                    </a:p>
                  </a:txBody>
                  <a:tcPr/>
                </a:tc>
                <a:extLst>
                  <a:ext uri="{0D108BD9-81ED-4DB2-BD59-A6C34878D82A}">
                    <a16:rowId xmlns:a16="http://schemas.microsoft.com/office/drawing/2014/main" val="1049639977"/>
                  </a:ext>
                </a:extLst>
              </a:tr>
              <a:tr h="827987">
                <a:tc>
                  <a:txBody>
                    <a:bodyPr/>
                    <a:lstStyle/>
                    <a:p>
                      <a:pPr marL="0" algn="ctr" defTabSz="914400" rtl="0" eaLnBrk="1" latinLnBrk="0" hangingPunct="1"/>
                      <a:r>
                        <a:rPr kumimoji="1" lang="en-US" altLang="ja-JP" sz="1200" b="0" kern="1200" dirty="0">
                          <a:solidFill>
                            <a:schemeClr val="tx1"/>
                          </a:solidFill>
                          <a:latin typeface="Meiryo UI" panose="020B0604030504040204" pitchFamily="50" charset="-128"/>
                          <a:ea typeface="Meiryo UI" panose="020B0604030504040204" pitchFamily="50" charset="-128"/>
                          <a:cs typeface="+mn-cs"/>
                        </a:rPr>
                        <a:t>5</a:t>
                      </a:r>
                      <a:endParaRPr kumimoji="1" lang="ja-JP" altLang="en-US" sz="12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ctr" defTabSz="914400" rtl="0" eaLnBrk="1" latinLnBrk="0" hangingPunct="1"/>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カスタム</a:t>
                      </a:r>
                      <a:r>
                        <a:rPr kumimoji="1" lang="en-US" altLang="ja-JP" sz="1200" b="0" kern="1200" dirty="0">
                          <a:solidFill>
                            <a:schemeClr val="tx1"/>
                          </a:solidFill>
                          <a:latin typeface="Meiryo UI" panose="020B0604030504040204" pitchFamily="50" charset="-128"/>
                          <a:ea typeface="Meiryo UI" panose="020B0604030504040204" pitchFamily="50" charset="-128"/>
                          <a:cs typeface="+mn-cs"/>
                        </a:rPr>
                        <a:t>Agent</a:t>
                      </a:r>
                      <a:endParaRPr kumimoji="1" lang="ja-JP" altLang="en-US" sz="12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l" defTabSz="914400" rtl="0" eaLnBrk="1" latinLnBrk="0" hangingPunct="1"/>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ユーザの独自のワークフロー、コーディング規則、ユースケースに合わせてユーザが定義した</a:t>
                      </a:r>
                      <a:r>
                        <a:rPr kumimoji="1" lang="en-US" altLang="ja-JP" sz="1200" b="0" kern="1200" dirty="0">
                          <a:solidFill>
                            <a:schemeClr val="tx1"/>
                          </a:solidFill>
                          <a:latin typeface="Meiryo UI" panose="020B0604030504040204" pitchFamily="50" charset="-128"/>
                          <a:ea typeface="Meiryo UI" panose="020B0604030504040204" pitchFamily="50" charset="-128"/>
                          <a:cs typeface="+mn-cs"/>
                        </a:rPr>
                        <a:t>Agent</a:t>
                      </a:r>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a:t>
                      </a:r>
                    </a:p>
                  </a:txBody>
                  <a:tcPr/>
                </a:tc>
                <a:tc>
                  <a:txBody>
                    <a:bodyPr/>
                    <a:lstStyle/>
                    <a:p>
                      <a:pPr marL="285750" indent="-285750" algn="l" defTabSz="914400" rtl="0" eaLnBrk="1" latinLnBrk="0" hangingPunct="1">
                        <a:buFont typeface="Arial" panose="020B0604020202020204" pitchFamily="34" charset="0"/>
                        <a:buChar char="•"/>
                      </a:pPr>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エージェントの動作と専門知識を定義するカスタム命令</a:t>
                      </a:r>
                      <a:endParaRPr kumimoji="1" lang="en-US" altLang="ja-JP" sz="1200" b="0" kern="1200" dirty="0">
                        <a:solidFill>
                          <a:schemeClr val="tx1"/>
                        </a:solidFill>
                        <a:latin typeface="Meiryo UI" panose="020B0604030504040204" pitchFamily="50" charset="-128"/>
                        <a:ea typeface="Meiryo UI" panose="020B0604030504040204" pitchFamily="50" charset="-128"/>
                        <a:cs typeface="+mn-cs"/>
                      </a:endParaRPr>
                    </a:p>
                    <a:p>
                      <a:pPr marL="285750" indent="-285750" algn="l" defTabSz="914400" rtl="0" eaLnBrk="1" latinLnBrk="0" hangingPunct="1">
                        <a:buFont typeface="Arial" panose="020B0604020202020204" pitchFamily="34" charset="0"/>
                        <a:buChar char="•"/>
                      </a:pPr>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カスタムエージェントは</a:t>
                      </a:r>
                      <a:r>
                        <a:rPr kumimoji="1" lang="en-US" altLang="ja-JP" sz="1200" b="0" kern="1200" dirty="0">
                          <a:solidFill>
                            <a:schemeClr val="tx1"/>
                          </a:solidFill>
                          <a:latin typeface="Meiryo UI" panose="020B0604030504040204" pitchFamily="50" charset="-128"/>
                          <a:ea typeface="Meiryo UI" panose="020B0604030504040204" pitchFamily="50" charset="-128"/>
                          <a:cs typeface="+mn-cs"/>
                        </a:rPr>
                        <a:t>xxxx.agent.md</a:t>
                      </a:r>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という</a:t>
                      </a:r>
                      <a:r>
                        <a:rPr kumimoji="1" lang="en-US" altLang="ja-JP" sz="1200" b="0" kern="1200" dirty="0">
                          <a:solidFill>
                            <a:schemeClr val="tx1"/>
                          </a:solidFill>
                          <a:latin typeface="Meiryo UI" panose="020B0604030504040204" pitchFamily="50" charset="-128"/>
                          <a:ea typeface="Meiryo UI" panose="020B0604030504040204" pitchFamily="50" charset="-128"/>
                          <a:cs typeface="+mn-cs"/>
                        </a:rPr>
                        <a:t>Markdown</a:t>
                      </a:r>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ファイルで定義</a:t>
                      </a:r>
                      <a:endParaRPr kumimoji="1" lang="en-US" altLang="ja-JP" sz="1200" b="0" kern="1200" dirty="0">
                        <a:solidFill>
                          <a:schemeClr val="tx1"/>
                        </a:solidFill>
                        <a:latin typeface="Meiryo UI" panose="020B0604030504040204" pitchFamily="50" charset="-128"/>
                        <a:ea typeface="Meiryo UI" panose="020B0604030504040204" pitchFamily="50" charset="-128"/>
                        <a:cs typeface="+mn-cs"/>
                      </a:endParaRPr>
                    </a:p>
                  </a:txBody>
                  <a:tcPr/>
                </a:tc>
                <a:extLst>
                  <a:ext uri="{0D108BD9-81ED-4DB2-BD59-A6C34878D82A}">
                    <a16:rowId xmlns:a16="http://schemas.microsoft.com/office/drawing/2014/main" val="927893952"/>
                  </a:ext>
                </a:extLst>
              </a:tr>
            </a:tbl>
          </a:graphicData>
        </a:graphic>
      </p:graphicFrame>
      <p:sp>
        <p:nvSpPr>
          <p:cNvPr id="8" name="正方形/長方形 7">
            <a:extLst>
              <a:ext uri="{FF2B5EF4-FFF2-40B4-BE49-F238E27FC236}">
                <a16:creationId xmlns:a16="http://schemas.microsoft.com/office/drawing/2014/main" id="{0E41C2C1-F08C-5994-1019-6FB62057E374}"/>
              </a:ext>
            </a:extLst>
          </p:cNvPr>
          <p:cNvSpPr/>
          <p:nvPr/>
        </p:nvSpPr>
        <p:spPr>
          <a:xfrm>
            <a:off x="537588" y="4417353"/>
            <a:ext cx="9218459" cy="80389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03043664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37BFC-3BC3-C952-5E1B-475E0816404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D197D36-FAF2-754A-F23E-ED48DAB653E0}"/>
              </a:ext>
            </a:extLst>
          </p:cNvPr>
          <p:cNvSpPr>
            <a:spLocks noGrp="1"/>
          </p:cNvSpPr>
          <p:nvPr>
            <p:ph type="title"/>
          </p:nvPr>
        </p:nvSpPr>
        <p:spPr/>
        <p:txBody>
          <a:bodyPr>
            <a:normAutofit/>
          </a:bodyPr>
          <a:lstStyle/>
          <a:p>
            <a:r>
              <a:rPr lang="en-US" altLang="ja-JP" dirty="0"/>
              <a:t>6-17.</a:t>
            </a:r>
            <a:r>
              <a:rPr lang="ja-JP" altLang="en-US" dirty="0"/>
              <a:t> </a:t>
            </a:r>
            <a:r>
              <a:rPr lang="en-US" altLang="ja-JP" dirty="0"/>
              <a:t>Agent</a:t>
            </a:r>
            <a:r>
              <a:rPr lang="ja-JP" altLang="en-US" dirty="0"/>
              <a:t>モード</a:t>
            </a:r>
          </a:p>
        </p:txBody>
      </p:sp>
      <p:sp>
        <p:nvSpPr>
          <p:cNvPr id="4" name="Text 8">
            <a:extLst>
              <a:ext uri="{FF2B5EF4-FFF2-40B4-BE49-F238E27FC236}">
                <a16:creationId xmlns:a16="http://schemas.microsoft.com/office/drawing/2014/main" id="{57225DDC-F7FB-DEF5-F67A-874A1259F68B}"/>
              </a:ext>
            </a:extLst>
          </p:cNvPr>
          <p:cNvSpPr txBox="1"/>
          <p:nvPr/>
        </p:nvSpPr>
        <p:spPr>
          <a:xfrm>
            <a:off x="457200" y="1047902"/>
            <a:ext cx="9298847" cy="228600"/>
          </a:xfrm>
          <a:prstGeom prst="rect">
            <a:avLst/>
          </a:prstGeom>
          <a:noFill/>
          <a:ln/>
        </p:spPr>
        <p:txBody>
          <a:bodyPr wrap="none" lIns="0" tIns="0" rIns="0" bIns="0" rtlCol="0" anchor="t"/>
          <a:lstStyle/>
          <a:p>
            <a:r>
              <a:rPr lang="en-US" altLang="ja-JP" sz="1400" dirty="0">
                <a:solidFill>
                  <a:srgbClr val="404040"/>
                </a:solidFill>
                <a:latin typeface="+mj-ea"/>
                <a:ea typeface="+mj-ea"/>
              </a:rPr>
              <a:t>Agent</a:t>
            </a:r>
            <a:r>
              <a:rPr lang="ja-JP" altLang="en-US" sz="1400" dirty="0">
                <a:solidFill>
                  <a:srgbClr val="404040"/>
                </a:solidFill>
                <a:latin typeface="+mj-ea"/>
                <a:ea typeface="+mj-ea"/>
              </a:rPr>
              <a:t>モードを使って、</a:t>
            </a:r>
            <a:r>
              <a:rPr lang="en-US" altLang="ja-JP" sz="1400" dirty="0">
                <a:solidFill>
                  <a:srgbClr val="404040"/>
                </a:solidFill>
                <a:latin typeface="+mj-ea"/>
                <a:ea typeface="+mj-ea"/>
              </a:rPr>
              <a:t>README</a:t>
            </a:r>
            <a:r>
              <a:rPr lang="ja-JP" altLang="en-US" sz="1400" dirty="0">
                <a:solidFill>
                  <a:srgbClr val="404040"/>
                </a:solidFill>
                <a:latin typeface="+mj-ea"/>
                <a:ea typeface="+mj-ea"/>
              </a:rPr>
              <a:t>ファイルを作成してみましょう。</a:t>
            </a:r>
          </a:p>
          <a:p>
            <a:r>
              <a:rPr lang="ja-JP" altLang="en-US" sz="1400" dirty="0">
                <a:solidFill>
                  <a:srgbClr val="404040"/>
                </a:solidFill>
                <a:latin typeface="+mj-ea"/>
                <a:ea typeface="+mj-ea"/>
              </a:rPr>
              <a:t>先ほど、</a:t>
            </a:r>
            <a:r>
              <a:rPr lang="en-US" altLang="ja-JP" sz="1400" dirty="0">
                <a:solidFill>
                  <a:srgbClr val="404040"/>
                </a:solidFill>
                <a:latin typeface="+mj-ea"/>
                <a:ea typeface="+mj-ea"/>
              </a:rPr>
              <a:t>Ask</a:t>
            </a:r>
            <a:r>
              <a:rPr lang="ja-JP" altLang="en-US" sz="1400" dirty="0">
                <a:solidFill>
                  <a:srgbClr val="404040"/>
                </a:solidFill>
                <a:latin typeface="+mj-ea"/>
                <a:ea typeface="+mj-ea"/>
              </a:rPr>
              <a:t>モードを選んだ場所で、</a:t>
            </a:r>
            <a:r>
              <a:rPr lang="en-US" altLang="ja-JP" sz="1400" dirty="0">
                <a:solidFill>
                  <a:srgbClr val="404040"/>
                </a:solidFill>
                <a:latin typeface="+mj-ea"/>
                <a:ea typeface="+mj-ea"/>
              </a:rPr>
              <a:t>Agent</a:t>
            </a:r>
            <a:r>
              <a:rPr lang="ja-JP" altLang="en-US" sz="1400" dirty="0">
                <a:solidFill>
                  <a:srgbClr val="404040"/>
                </a:solidFill>
                <a:latin typeface="+mj-ea"/>
                <a:ea typeface="+mj-ea"/>
              </a:rPr>
              <a:t>モードを選んでください。</a:t>
            </a:r>
          </a:p>
          <a:p>
            <a:r>
              <a:rPr lang="ja-JP" altLang="en-US" sz="1400" dirty="0">
                <a:solidFill>
                  <a:srgbClr val="404040"/>
                </a:solidFill>
                <a:latin typeface="+mj-ea"/>
                <a:ea typeface="+mj-ea"/>
              </a:rPr>
              <a:t>そのうえで、プロンプトを入力してください。</a:t>
            </a:r>
          </a:p>
          <a:p>
            <a:endParaRPr lang="ja-JP" altLang="en-US" sz="1400" dirty="0">
              <a:solidFill>
                <a:srgbClr val="404040"/>
              </a:solidFill>
              <a:latin typeface="+mj-ea"/>
              <a:ea typeface="+mj-ea"/>
            </a:endParaRPr>
          </a:p>
          <a:p>
            <a:r>
              <a:rPr lang="ja-JP" altLang="en-US" sz="1400" dirty="0">
                <a:solidFill>
                  <a:srgbClr val="404040"/>
                </a:solidFill>
                <a:latin typeface="+mj-ea"/>
                <a:ea typeface="+mj-ea"/>
              </a:rPr>
              <a:t>サンプルの例の場合だと、以下のようになります。</a:t>
            </a:r>
          </a:p>
          <a:p>
            <a:endParaRPr lang="ja-JP" altLang="en-US" sz="1400" dirty="0">
              <a:solidFill>
                <a:srgbClr val="404040"/>
              </a:solidFill>
              <a:latin typeface="+mj-ea"/>
              <a:ea typeface="+mj-ea"/>
            </a:endParaRPr>
          </a:p>
          <a:p>
            <a:r>
              <a:rPr lang="ja-JP" altLang="en-US" sz="1400" dirty="0">
                <a:solidFill>
                  <a:srgbClr val="404040"/>
                </a:solidFill>
                <a:latin typeface="+mj-ea"/>
                <a:ea typeface="+mj-ea"/>
              </a:rPr>
              <a:t>このゲームの</a:t>
            </a:r>
            <a:r>
              <a:rPr lang="en-US" altLang="ja-JP" sz="1400" dirty="0">
                <a:solidFill>
                  <a:srgbClr val="404040"/>
                </a:solidFill>
                <a:latin typeface="+mj-ea"/>
                <a:ea typeface="+mj-ea"/>
              </a:rPr>
              <a:t>README.md</a:t>
            </a:r>
            <a:r>
              <a:rPr lang="ja-JP" altLang="en-US" sz="1400" dirty="0">
                <a:solidFill>
                  <a:srgbClr val="404040"/>
                </a:solidFill>
                <a:latin typeface="+mj-ea"/>
                <a:ea typeface="+mj-ea"/>
              </a:rPr>
              <a:t>を作成してください。</a:t>
            </a:r>
          </a:p>
          <a:p>
            <a:r>
              <a:rPr lang="ja-JP" altLang="en-US" sz="1400" dirty="0">
                <a:solidFill>
                  <a:srgbClr val="404040"/>
                </a:solidFill>
                <a:latin typeface="+mj-ea"/>
                <a:ea typeface="+mj-ea"/>
              </a:rPr>
              <a:t>利用者が使ってみたくなるような</a:t>
            </a:r>
            <a:r>
              <a:rPr lang="en-US" altLang="ja-JP" sz="1400" dirty="0">
                <a:solidFill>
                  <a:srgbClr val="404040"/>
                </a:solidFill>
                <a:latin typeface="+mj-ea"/>
                <a:ea typeface="+mj-ea"/>
              </a:rPr>
              <a:t>README.md</a:t>
            </a:r>
            <a:r>
              <a:rPr lang="ja-JP" altLang="en-US" sz="1400" dirty="0">
                <a:solidFill>
                  <a:srgbClr val="404040"/>
                </a:solidFill>
                <a:latin typeface="+mj-ea"/>
                <a:ea typeface="+mj-ea"/>
              </a:rPr>
              <a:t>にしてください。</a:t>
            </a:r>
          </a:p>
        </p:txBody>
      </p:sp>
    </p:spTree>
    <p:extLst>
      <p:ext uri="{BB962C8B-B14F-4D97-AF65-F5344CB8AC3E}">
        <p14:creationId xmlns:p14="http://schemas.microsoft.com/office/powerpoint/2010/main" val="377620439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96DA9-AC20-BA1E-374E-33497D1260C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0E3BFB6-0140-7186-18D4-62037C928ABD}"/>
              </a:ext>
            </a:extLst>
          </p:cNvPr>
          <p:cNvSpPr>
            <a:spLocks noGrp="1"/>
          </p:cNvSpPr>
          <p:nvPr>
            <p:ph type="title"/>
          </p:nvPr>
        </p:nvSpPr>
        <p:spPr/>
        <p:txBody>
          <a:bodyPr>
            <a:normAutofit/>
          </a:bodyPr>
          <a:lstStyle/>
          <a:p>
            <a:r>
              <a:rPr lang="en-US" altLang="ja-JP" dirty="0"/>
              <a:t>6-18.</a:t>
            </a:r>
            <a:r>
              <a:rPr lang="ja-JP" altLang="en-US" dirty="0"/>
              <a:t> 実行例</a:t>
            </a:r>
          </a:p>
        </p:txBody>
      </p:sp>
      <p:pic>
        <p:nvPicPr>
          <p:cNvPr id="4" name="図 3">
            <a:extLst>
              <a:ext uri="{FF2B5EF4-FFF2-40B4-BE49-F238E27FC236}">
                <a16:creationId xmlns:a16="http://schemas.microsoft.com/office/drawing/2014/main" id="{71084F3D-862B-717B-0F1F-53A3583D3338}"/>
              </a:ext>
            </a:extLst>
          </p:cNvPr>
          <p:cNvPicPr>
            <a:picLocks noChangeAspect="1"/>
          </p:cNvPicPr>
          <p:nvPr/>
        </p:nvPicPr>
        <p:blipFill>
          <a:blip r:embed="rId2"/>
          <a:stretch>
            <a:fillRect/>
          </a:stretch>
        </p:blipFill>
        <p:spPr>
          <a:xfrm>
            <a:off x="301275" y="1348033"/>
            <a:ext cx="3719332" cy="4694809"/>
          </a:xfrm>
          <a:prstGeom prst="rect">
            <a:avLst/>
          </a:prstGeom>
        </p:spPr>
      </p:pic>
      <p:pic>
        <p:nvPicPr>
          <p:cNvPr id="6" name="図 5">
            <a:extLst>
              <a:ext uri="{FF2B5EF4-FFF2-40B4-BE49-F238E27FC236}">
                <a16:creationId xmlns:a16="http://schemas.microsoft.com/office/drawing/2014/main" id="{87A299DD-FE14-6854-2F68-6CCFCEFEC121}"/>
              </a:ext>
            </a:extLst>
          </p:cNvPr>
          <p:cNvPicPr>
            <a:picLocks noChangeAspect="1"/>
          </p:cNvPicPr>
          <p:nvPr/>
        </p:nvPicPr>
        <p:blipFill>
          <a:blip r:embed="rId3"/>
          <a:stretch>
            <a:fillRect/>
          </a:stretch>
        </p:blipFill>
        <p:spPr>
          <a:xfrm>
            <a:off x="4239537" y="1348033"/>
            <a:ext cx="5492325" cy="4694809"/>
          </a:xfrm>
          <a:prstGeom prst="rect">
            <a:avLst/>
          </a:prstGeom>
        </p:spPr>
      </p:pic>
    </p:spTree>
    <p:extLst>
      <p:ext uri="{BB962C8B-B14F-4D97-AF65-F5344CB8AC3E}">
        <p14:creationId xmlns:p14="http://schemas.microsoft.com/office/powerpoint/2010/main" val="388346771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3BA0E-B96A-1049-493E-50630F74E0C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0738715-8E0E-07AD-E677-5ED55C7DA5AA}"/>
              </a:ext>
            </a:extLst>
          </p:cNvPr>
          <p:cNvSpPr>
            <a:spLocks noGrp="1"/>
          </p:cNvSpPr>
          <p:nvPr>
            <p:ph type="title"/>
          </p:nvPr>
        </p:nvSpPr>
        <p:spPr/>
        <p:txBody>
          <a:bodyPr>
            <a:normAutofit/>
          </a:bodyPr>
          <a:lstStyle/>
          <a:p>
            <a:r>
              <a:rPr lang="en-US" altLang="ja-JP" dirty="0"/>
              <a:t>6-19.</a:t>
            </a:r>
            <a:r>
              <a:rPr lang="ja-JP" altLang="en-US" dirty="0"/>
              <a:t> </a:t>
            </a:r>
            <a:r>
              <a:rPr lang="en-US" altLang="ja-JP" dirty="0"/>
              <a:t>README</a:t>
            </a:r>
            <a:r>
              <a:rPr lang="ja-JP" altLang="en-US" dirty="0"/>
              <a:t>の内容を確認しましょう（１）</a:t>
            </a:r>
          </a:p>
        </p:txBody>
      </p:sp>
      <p:sp>
        <p:nvSpPr>
          <p:cNvPr id="4" name="Text 8">
            <a:extLst>
              <a:ext uri="{FF2B5EF4-FFF2-40B4-BE49-F238E27FC236}">
                <a16:creationId xmlns:a16="http://schemas.microsoft.com/office/drawing/2014/main" id="{3B4FE2C9-DB37-6D33-A016-41C62AB0D5DA}"/>
              </a:ext>
            </a:extLst>
          </p:cNvPr>
          <p:cNvSpPr txBox="1"/>
          <p:nvPr/>
        </p:nvSpPr>
        <p:spPr>
          <a:xfrm>
            <a:off x="457200" y="1047902"/>
            <a:ext cx="9298847" cy="228600"/>
          </a:xfrm>
          <a:prstGeom prst="rect">
            <a:avLst/>
          </a:prstGeom>
          <a:noFill/>
          <a:ln/>
        </p:spPr>
        <p:txBody>
          <a:bodyPr wrap="none" lIns="0" tIns="0" rIns="0" bIns="0" rtlCol="0" anchor="t"/>
          <a:lstStyle/>
          <a:p>
            <a:r>
              <a:rPr lang="ja-JP" altLang="en-US" sz="1400" dirty="0">
                <a:solidFill>
                  <a:srgbClr val="404040"/>
                </a:solidFill>
                <a:latin typeface="+mj-ea"/>
                <a:ea typeface="+mj-ea"/>
              </a:rPr>
              <a:t>①をクリック　→　②開いたタブを右クリック　→　③「</a:t>
            </a:r>
            <a:r>
              <a:rPr lang="en-US" altLang="ja-JP" sz="1400" dirty="0">
                <a:solidFill>
                  <a:srgbClr val="404040"/>
                </a:solidFill>
                <a:latin typeface="+mj-ea"/>
                <a:ea typeface="+mj-ea"/>
              </a:rPr>
              <a:t>Move into New Window</a:t>
            </a:r>
            <a:r>
              <a:rPr lang="ja-JP" altLang="en-US" sz="1400" dirty="0">
                <a:solidFill>
                  <a:srgbClr val="404040"/>
                </a:solidFill>
                <a:latin typeface="+mj-ea"/>
                <a:ea typeface="+mj-ea"/>
              </a:rPr>
              <a:t>」を選択</a:t>
            </a:r>
          </a:p>
        </p:txBody>
      </p:sp>
      <p:pic>
        <p:nvPicPr>
          <p:cNvPr id="24" name="図 23">
            <a:extLst>
              <a:ext uri="{FF2B5EF4-FFF2-40B4-BE49-F238E27FC236}">
                <a16:creationId xmlns:a16="http://schemas.microsoft.com/office/drawing/2014/main" id="{AC668B24-FFCD-2677-BDB6-B5CD3C763B16}"/>
              </a:ext>
            </a:extLst>
          </p:cNvPr>
          <p:cNvPicPr>
            <a:picLocks noChangeAspect="1"/>
          </p:cNvPicPr>
          <p:nvPr/>
        </p:nvPicPr>
        <p:blipFill>
          <a:blip r:embed="rId2"/>
          <a:stretch>
            <a:fillRect/>
          </a:stretch>
        </p:blipFill>
        <p:spPr>
          <a:xfrm>
            <a:off x="465932" y="1737651"/>
            <a:ext cx="8832915" cy="3850479"/>
          </a:xfrm>
          <a:prstGeom prst="rect">
            <a:avLst/>
          </a:prstGeom>
        </p:spPr>
      </p:pic>
    </p:spTree>
    <p:extLst>
      <p:ext uri="{BB962C8B-B14F-4D97-AF65-F5344CB8AC3E}">
        <p14:creationId xmlns:p14="http://schemas.microsoft.com/office/powerpoint/2010/main" val="218826207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86F20-E17F-7409-5F15-0817B813CD0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21331D2-0448-55CE-8863-616BD5BBBCC6}"/>
              </a:ext>
            </a:extLst>
          </p:cNvPr>
          <p:cNvSpPr>
            <a:spLocks noGrp="1"/>
          </p:cNvSpPr>
          <p:nvPr>
            <p:ph type="title"/>
          </p:nvPr>
        </p:nvSpPr>
        <p:spPr/>
        <p:txBody>
          <a:bodyPr>
            <a:normAutofit/>
          </a:bodyPr>
          <a:lstStyle/>
          <a:p>
            <a:r>
              <a:rPr lang="en-US" altLang="ja-JP" dirty="0"/>
              <a:t>6-20.</a:t>
            </a:r>
            <a:r>
              <a:rPr lang="ja-JP" altLang="en-US" dirty="0"/>
              <a:t> </a:t>
            </a:r>
            <a:r>
              <a:rPr lang="en-US" altLang="ja-JP" dirty="0"/>
              <a:t>README</a:t>
            </a:r>
            <a:r>
              <a:rPr lang="ja-JP" altLang="en-US" dirty="0"/>
              <a:t>の内容を確認しましょう（２）</a:t>
            </a:r>
          </a:p>
        </p:txBody>
      </p:sp>
      <p:sp>
        <p:nvSpPr>
          <p:cNvPr id="4" name="Text 8">
            <a:extLst>
              <a:ext uri="{FF2B5EF4-FFF2-40B4-BE49-F238E27FC236}">
                <a16:creationId xmlns:a16="http://schemas.microsoft.com/office/drawing/2014/main" id="{ACB70219-D1C6-5BC6-5853-4E0D8EFEEB9B}"/>
              </a:ext>
            </a:extLst>
          </p:cNvPr>
          <p:cNvSpPr txBox="1"/>
          <p:nvPr/>
        </p:nvSpPr>
        <p:spPr>
          <a:xfrm>
            <a:off x="457200" y="1047902"/>
            <a:ext cx="9298847" cy="228600"/>
          </a:xfrm>
          <a:prstGeom prst="rect">
            <a:avLst/>
          </a:prstGeom>
          <a:noFill/>
          <a:ln/>
        </p:spPr>
        <p:txBody>
          <a:bodyPr wrap="none" lIns="0" tIns="0" rIns="0" bIns="0" rtlCol="0" anchor="t"/>
          <a:lstStyle/>
          <a:p>
            <a:r>
              <a:rPr lang="ja-JP" altLang="en-US" sz="1400" dirty="0"/>
              <a:t>出てきた結果が問題なさそうなら、「</a:t>
            </a:r>
            <a:r>
              <a:rPr lang="en-US" altLang="ja-JP" sz="1400" dirty="0"/>
              <a:t>Keep</a:t>
            </a:r>
            <a:r>
              <a:rPr lang="ja-JP" altLang="en-US" sz="1400" dirty="0"/>
              <a:t>」を選択して保存。</a:t>
            </a:r>
            <a:endParaRPr lang="en-US" altLang="ja-JP" sz="1400" dirty="0"/>
          </a:p>
          <a:p>
            <a:r>
              <a:rPr lang="ja-JP" altLang="en-US" sz="1400" dirty="0"/>
              <a:t>気に入らなければ、「</a:t>
            </a:r>
            <a:r>
              <a:rPr lang="en-US" altLang="ja-JP" sz="1400" dirty="0"/>
              <a:t>Undo</a:t>
            </a:r>
            <a:r>
              <a:rPr lang="ja-JP" altLang="en-US" sz="1400" dirty="0"/>
              <a:t>」で戻す。</a:t>
            </a:r>
          </a:p>
        </p:txBody>
      </p:sp>
      <p:pic>
        <p:nvPicPr>
          <p:cNvPr id="6" name="図 5">
            <a:extLst>
              <a:ext uri="{FF2B5EF4-FFF2-40B4-BE49-F238E27FC236}">
                <a16:creationId xmlns:a16="http://schemas.microsoft.com/office/drawing/2014/main" id="{6477B8DA-0ECB-3F51-3360-7B4A1E317834}"/>
              </a:ext>
            </a:extLst>
          </p:cNvPr>
          <p:cNvPicPr>
            <a:picLocks noChangeAspect="1"/>
          </p:cNvPicPr>
          <p:nvPr/>
        </p:nvPicPr>
        <p:blipFill>
          <a:blip r:embed="rId2"/>
          <a:stretch>
            <a:fillRect/>
          </a:stretch>
        </p:blipFill>
        <p:spPr>
          <a:xfrm>
            <a:off x="631596" y="1871816"/>
            <a:ext cx="8819069" cy="1599106"/>
          </a:xfrm>
          <a:prstGeom prst="rect">
            <a:avLst/>
          </a:prstGeom>
        </p:spPr>
      </p:pic>
      <p:sp>
        <p:nvSpPr>
          <p:cNvPr id="8" name="正方形/長方形 7">
            <a:extLst>
              <a:ext uri="{FF2B5EF4-FFF2-40B4-BE49-F238E27FC236}">
                <a16:creationId xmlns:a16="http://schemas.microsoft.com/office/drawing/2014/main" id="{941C3884-F351-9796-BAFE-45B5C1B2D27C}"/>
              </a:ext>
            </a:extLst>
          </p:cNvPr>
          <p:cNvSpPr/>
          <p:nvPr/>
        </p:nvSpPr>
        <p:spPr>
          <a:xfrm>
            <a:off x="7251846" y="2152141"/>
            <a:ext cx="1185838" cy="34792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 name="図 9">
            <a:extLst>
              <a:ext uri="{FF2B5EF4-FFF2-40B4-BE49-F238E27FC236}">
                <a16:creationId xmlns:a16="http://schemas.microsoft.com/office/drawing/2014/main" id="{039BB182-75DA-2701-AB34-11AEB6A6DF1A}"/>
              </a:ext>
            </a:extLst>
          </p:cNvPr>
          <p:cNvPicPr>
            <a:picLocks noChangeAspect="1"/>
          </p:cNvPicPr>
          <p:nvPr/>
        </p:nvPicPr>
        <p:blipFill>
          <a:blip r:embed="rId3"/>
          <a:stretch>
            <a:fillRect/>
          </a:stretch>
        </p:blipFill>
        <p:spPr>
          <a:xfrm>
            <a:off x="631596" y="4095359"/>
            <a:ext cx="4210638" cy="1714739"/>
          </a:xfrm>
          <a:prstGeom prst="rect">
            <a:avLst/>
          </a:prstGeom>
        </p:spPr>
      </p:pic>
      <p:sp>
        <p:nvSpPr>
          <p:cNvPr id="12" name="正方形/長方形 11">
            <a:extLst>
              <a:ext uri="{FF2B5EF4-FFF2-40B4-BE49-F238E27FC236}">
                <a16:creationId xmlns:a16="http://schemas.microsoft.com/office/drawing/2014/main" id="{2EA92663-85CC-2204-CAFA-8E3D2CAC9560}"/>
              </a:ext>
            </a:extLst>
          </p:cNvPr>
          <p:cNvSpPr/>
          <p:nvPr/>
        </p:nvSpPr>
        <p:spPr>
          <a:xfrm>
            <a:off x="3504971" y="4188466"/>
            <a:ext cx="1337264" cy="27622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17205815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B583C-9ED5-E4D0-0F15-EB833C55D41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D6AE1E4-ACBE-9961-9031-4D51746E691B}"/>
              </a:ext>
            </a:extLst>
          </p:cNvPr>
          <p:cNvSpPr>
            <a:spLocks noGrp="1"/>
          </p:cNvSpPr>
          <p:nvPr>
            <p:ph type="title"/>
          </p:nvPr>
        </p:nvSpPr>
        <p:spPr/>
        <p:txBody>
          <a:bodyPr>
            <a:normAutofit/>
          </a:bodyPr>
          <a:lstStyle/>
          <a:p>
            <a:r>
              <a:rPr lang="en-US" altLang="ja-JP" dirty="0"/>
              <a:t>6-21.</a:t>
            </a:r>
            <a:r>
              <a:rPr lang="ja-JP" altLang="en-US" dirty="0"/>
              <a:t> </a:t>
            </a:r>
            <a:r>
              <a:rPr lang="en-US" altLang="ja-JP" dirty="0"/>
              <a:t>Change</a:t>
            </a:r>
            <a:r>
              <a:rPr lang="ja-JP" altLang="en-US" dirty="0"/>
              <a:t>ログを作ってみましょう</a:t>
            </a:r>
          </a:p>
        </p:txBody>
      </p:sp>
      <p:pic>
        <p:nvPicPr>
          <p:cNvPr id="4" name="図 3">
            <a:extLst>
              <a:ext uri="{FF2B5EF4-FFF2-40B4-BE49-F238E27FC236}">
                <a16:creationId xmlns:a16="http://schemas.microsoft.com/office/drawing/2014/main" id="{18316095-2F08-389E-1943-38EB78BDCD76}"/>
              </a:ext>
            </a:extLst>
          </p:cNvPr>
          <p:cNvPicPr>
            <a:picLocks noChangeAspect="1"/>
          </p:cNvPicPr>
          <p:nvPr/>
        </p:nvPicPr>
        <p:blipFill>
          <a:blip r:embed="rId2"/>
          <a:stretch>
            <a:fillRect/>
          </a:stretch>
        </p:blipFill>
        <p:spPr>
          <a:xfrm>
            <a:off x="4953000" y="1781666"/>
            <a:ext cx="4766426" cy="3574820"/>
          </a:xfrm>
          <a:prstGeom prst="rect">
            <a:avLst/>
          </a:prstGeom>
        </p:spPr>
      </p:pic>
      <p:sp>
        <p:nvSpPr>
          <p:cNvPr id="6" name="Text 8">
            <a:extLst>
              <a:ext uri="{FF2B5EF4-FFF2-40B4-BE49-F238E27FC236}">
                <a16:creationId xmlns:a16="http://schemas.microsoft.com/office/drawing/2014/main" id="{189964BE-48FA-1DBF-BC56-D50089E28402}"/>
              </a:ext>
            </a:extLst>
          </p:cNvPr>
          <p:cNvSpPr txBox="1"/>
          <p:nvPr/>
        </p:nvSpPr>
        <p:spPr>
          <a:xfrm>
            <a:off x="457200" y="1047902"/>
            <a:ext cx="9298847" cy="228600"/>
          </a:xfrm>
          <a:prstGeom prst="rect">
            <a:avLst/>
          </a:prstGeom>
          <a:noFill/>
          <a:ln/>
        </p:spPr>
        <p:txBody>
          <a:bodyPr wrap="none" lIns="0" tIns="0" rIns="0" bIns="0" rtlCol="0" anchor="t"/>
          <a:lstStyle/>
          <a:p>
            <a:r>
              <a:rPr lang="ja-JP" altLang="en-US" sz="1400" dirty="0"/>
              <a:t>同じように、チェンジログを作ってみてください。</a:t>
            </a:r>
            <a:endParaRPr lang="en-US" altLang="ja-JP" sz="1400" dirty="0"/>
          </a:p>
          <a:p>
            <a:endParaRPr lang="en-US" altLang="ja-JP" sz="1400" dirty="0"/>
          </a:p>
          <a:p>
            <a:endParaRPr lang="en-US" altLang="ja-JP" sz="1400" dirty="0"/>
          </a:p>
          <a:p>
            <a:r>
              <a:rPr lang="ja-JP" altLang="en-US" sz="1400" dirty="0"/>
              <a:t>プロンプト例）</a:t>
            </a:r>
            <a:endParaRPr lang="en-US" altLang="ja-JP" sz="1400" dirty="0"/>
          </a:p>
          <a:p>
            <a:endParaRPr lang="en-US" altLang="ja-JP" sz="1400" dirty="0"/>
          </a:p>
          <a:p>
            <a:r>
              <a:rPr lang="ja-JP" altLang="en-US" sz="1400" dirty="0"/>
              <a:t>バージョン</a:t>
            </a:r>
            <a:r>
              <a:rPr lang="en-US" altLang="ja-JP" sz="1400" dirty="0"/>
              <a:t>1.0.0</a:t>
            </a:r>
            <a:r>
              <a:rPr lang="ja-JP" altLang="en-US" sz="1400" dirty="0"/>
              <a:t>として、</a:t>
            </a:r>
            <a:r>
              <a:rPr lang="en-US" altLang="ja-JP" sz="1400" dirty="0"/>
              <a:t>changelog.md</a:t>
            </a:r>
            <a:r>
              <a:rPr lang="ja-JP" altLang="en-US" sz="1400" dirty="0"/>
              <a:t>を作成してください。１</a:t>
            </a:r>
          </a:p>
        </p:txBody>
      </p:sp>
    </p:spTree>
    <p:extLst>
      <p:ext uri="{BB962C8B-B14F-4D97-AF65-F5344CB8AC3E}">
        <p14:creationId xmlns:p14="http://schemas.microsoft.com/office/powerpoint/2010/main" val="103309050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11833-FCF7-8940-B4F6-4C8E5C86670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7555E35-AECF-700C-BB78-CEBE556ED5F1}"/>
              </a:ext>
            </a:extLst>
          </p:cNvPr>
          <p:cNvSpPr>
            <a:spLocks noGrp="1"/>
          </p:cNvSpPr>
          <p:nvPr>
            <p:ph type="title"/>
          </p:nvPr>
        </p:nvSpPr>
        <p:spPr/>
        <p:txBody>
          <a:bodyPr>
            <a:normAutofit/>
          </a:bodyPr>
          <a:lstStyle/>
          <a:p>
            <a:r>
              <a:rPr lang="en-US" altLang="ja-JP" dirty="0"/>
              <a:t>6-22.</a:t>
            </a:r>
            <a:r>
              <a:rPr lang="ja-JP" altLang="en-US" dirty="0"/>
              <a:t> チャット機能</a:t>
            </a:r>
          </a:p>
        </p:txBody>
      </p:sp>
      <p:sp>
        <p:nvSpPr>
          <p:cNvPr id="4" name="Text 8">
            <a:extLst>
              <a:ext uri="{FF2B5EF4-FFF2-40B4-BE49-F238E27FC236}">
                <a16:creationId xmlns:a16="http://schemas.microsoft.com/office/drawing/2014/main" id="{6067CCDB-2582-DE9E-9A5C-73195C117545}"/>
              </a:ext>
            </a:extLst>
          </p:cNvPr>
          <p:cNvSpPr txBox="1"/>
          <p:nvPr/>
        </p:nvSpPr>
        <p:spPr>
          <a:xfrm>
            <a:off x="457200" y="1047902"/>
            <a:ext cx="9298847" cy="228600"/>
          </a:xfrm>
          <a:prstGeom prst="rect">
            <a:avLst/>
          </a:prstGeom>
          <a:noFill/>
          <a:ln/>
        </p:spPr>
        <p:txBody>
          <a:bodyPr wrap="none" lIns="0" tIns="0" rIns="0" bIns="0" rtlCol="0" anchor="t"/>
          <a:lstStyle/>
          <a:p>
            <a:r>
              <a:rPr lang="ja-JP" altLang="en-US" sz="1400" dirty="0">
                <a:solidFill>
                  <a:srgbClr val="404040"/>
                </a:solidFill>
                <a:latin typeface="+mj-ea"/>
              </a:rPr>
              <a:t>■チャットモード</a:t>
            </a:r>
          </a:p>
          <a:p>
            <a:r>
              <a:rPr lang="ja-JP" altLang="en-US" sz="1400" dirty="0"/>
              <a:t>　</a:t>
            </a:r>
            <a:r>
              <a:rPr lang="en-US" altLang="ja-JP" sz="1400" dirty="0"/>
              <a:t>GitHub Copilot</a:t>
            </a:r>
            <a:r>
              <a:rPr lang="ja-JP" altLang="en-US" sz="1400" dirty="0"/>
              <a:t>には</a:t>
            </a:r>
            <a:r>
              <a:rPr lang="en-US" altLang="ja-JP" sz="1400" dirty="0"/>
              <a:t>4</a:t>
            </a:r>
            <a:r>
              <a:rPr lang="ja-JP" altLang="en-US" sz="1400" dirty="0"/>
              <a:t>つエージェント設定があり、それぞれ以下のとおり使い分けを行う。</a:t>
            </a:r>
            <a:endParaRPr lang="en-US" altLang="ja-JP" sz="1400" dirty="0"/>
          </a:p>
        </p:txBody>
      </p:sp>
      <p:graphicFrame>
        <p:nvGraphicFramePr>
          <p:cNvPr id="6" name="表 5">
            <a:extLst>
              <a:ext uri="{FF2B5EF4-FFF2-40B4-BE49-F238E27FC236}">
                <a16:creationId xmlns:a16="http://schemas.microsoft.com/office/drawing/2014/main" id="{93EB9637-16EE-524E-6359-391C5E598A23}"/>
              </a:ext>
            </a:extLst>
          </p:cNvPr>
          <p:cNvGraphicFramePr>
            <a:graphicFrameLocks noGrp="1"/>
          </p:cNvGraphicFramePr>
          <p:nvPr>
            <p:extLst>
              <p:ext uri="{D42A27DB-BD31-4B8C-83A1-F6EECF244321}">
                <p14:modId xmlns:p14="http://schemas.microsoft.com/office/powerpoint/2010/main" val="2547459792"/>
              </p:ext>
            </p:extLst>
          </p:nvPr>
        </p:nvGraphicFramePr>
        <p:xfrm>
          <a:off x="537588" y="1657437"/>
          <a:ext cx="9298848" cy="4423323"/>
        </p:xfrm>
        <a:graphic>
          <a:graphicData uri="http://schemas.openxmlformats.org/drawingml/2006/table">
            <a:tbl>
              <a:tblPr firstRow="1" bandRow="1">
                <a:tableStyleId>{5C22544A-7EE6-4342-B048-85BDC9FD1C3A}</a:tableStyleId>
              </a:tblPr>
              <a:tblGrid>
                <a:gridCol w="426086">
                  <a:extLst>
                    <a:ext uri="{9D8B030D-6E8A-4147-A177-3AD203B41FA5}">
                      <a16:colId xmlns:a16="http://schemas.microsoft.com/office/drawing/2014/main" val="2685506249"/>
                    </a:ext>
                  </a:extLst>
                </a:gridCol>
                <a:gridCol w="667933">
                  <a:extLst>
                    <a:ext uri="{9D8B030D-6E8A-4147-A177-3AD203B41FA5}">
                      <a16:colId xmlns:a16="http://schemas.microsoft.com/office/drawing/2014/main" val="2119717142"/>
                    </a:ext>
                  </a:extLst>
                </a:gridCol>
                <a:gridCol w="3174753">
                  <a:extLst>
                    <a:ext uri="{9D8B030D-6E8A-4147-A177-3AD203B41FA5}">
                      <a16:colId xmlns:a16="http://schemas.microsoft.com/office/drawing/2014/main" val="3120822675"/>
                    </a:ext>
                  </a:extLst>
                </a:gridCol>
                <a:gridCol w="5030076">
                  <a:extLst>
                    <a:ext uri="{9D8B030D-6E8A-4147-A177-3AD203B41FA5}">
                      <a16:colId xmlns:a16="http://schemas.microsoft.com/office/drawing/2014/main" val="3966480306"/>
                    </a:ext>
                  </a:extLst>
                </a:gridCol>
              </a:tblGrid>
              <a:tr h="501298">
                <a:tc>
                  <a:txBody>
                    <a:bodyPr/>
                    <a:lstStyle/>
                    <a:p>
                      <a:pPr marL="0" algn="ctr" defTabSz="914400" rtl="0" eaLnBrk="1" latinLnBrk="0" hangingPunct="1"/>
                      <a:r>
                        <a:rPr kumimoji="1" lang="en-US" altLang="ja-JP" sz="1400" b="1" kern="1200" dirty="0">
                          <a:solidFill>
                            <a:schemeClr val="bg1"/>
                          </a:solidFill>
                        </a:rPr>
                        <a:t>No.</a:t>
                      </a:r>
                      <a:endParaRPr kumimoji="1" lang="ja-JP" altLang="en-US" sz="1400" b="1" kern="1200" dirty="0">
                        <a:solidFill>
                          <a:schemeClr val="bg1"/>
                        </a:solidFill>
                        <a:latin typeface="Meiryo UI"/>
                        <a:ea typeface="Meiryo UI"/>
                        <a:cs typeface="+mn-cs"/>
                      </a:endParaRPr>
                    </a:p>
                  </a:txBody>
                  <a:tcPr/>
                </a:tc>
                <a:tc>
                  <a:txBody>
                    <a:bodyPr/>
                    <a:lstStyle/>
                    <a:p>
                      <a:pPr marL="0" algn="ctr" defTabSz="914400" rtl="0" eaLnBrk="1" latinLnBrk="0" hangingPunct="1"/>
                      <a:r>
                        <a:rPr kumimoji="1" lang="ja-JP" altLang="en-US" sz="1400" b="1" kern="1200" dirty="0">
                          <a:solidFill>
                            <a:schemeClr val="bg1"/>
                          </a:solidFill>
                          <a:latin typeface="Meiryo UI"/>
                          <a:ea typeface="Meiryo UI"/>
                          <a:cs typeface="+mn-cs"/>
                        </a:rPr>
                        <a:t>モード</a:t>
                      </a:r>
                    </a:p>
                  </a:txBody>
                  <a:tcPr/>
                </a:tc>
                <a:tc>
                  <a:txBody>
                    <a:bodyPr/>
                    <a:lstStyle/>
                    <a:p>
                      <a:pPr marL="0" algn="ctr" defTabSz="914400" rtl="0" eaLnBrk="1" latinLnBrk="0" hangingPunct="1"/>
                      <a:r>
                        <a:rPr kumimoji="1" lang="ja-JP" altLang="en-US" sz="1400" b="1" kern="1200" dirty="0">
                          <a:solidFill>
                            <a:schemeClr val="bg1"/>
                          </a:solidFill>
                          <a:latin typeface="Meiryo UI"/>
                          <a:ea typeface="Meiryo UI"/>
                          <a:cs typeface="+mn-cs"/>
                        </a:rPr>
                        <a:t>概要説明</a:t>
                      </a:r>
                    </a:p>
                  </a:txBody>
                  <a:tcPr/>
                </a:tc>
                <a:tc>
                  <a:txBody>
                    <a:bodyPr/>
                    <a:lstStyle/>
                    <a:p>
                      <a:pPr marL="0" algn="ctr" defTabSz="914400" rtl="0" eaLnBrk="1" latinLnBrk="0" hangingPunct="1"/>
                      <a:r>
                        <a:rPr kumimoji="1" lang="ja-JP" altLang="en-US" sz="1400" b="1" kern="1200" dirty="0">
                          <a:solidFill>
                            <a:schemeClr val="bg1"/>
                          </a:solidFill>
                          <a:latin typeface="Meiryo UI"/>
                          <a:ea typeface="Meiryo UI"/>
                          <a:cs typeface="+mn-cs"/>
                        </a:rPr>
                        <a:t>備考</a:t>
                      </a:r>
                    </a:p>
                  </a:txBody>
                  <a:tcPr/>
                </a:tc>
                <a:extLst>
                  <a:ext uri="{0D108BD9-81ED-4DB2-BD59-A6C34878D82A}">
                    <a16:rowId xmlns:a16="http://schemas.microsoft.com/office/drawing/2014/main" val="3481334053"/>
                  </a:ext>
                </a:extLst>
              </a:tr>
              <a:tr h="765527">
                <a:tc>
                  <a:txBody>
                    <a:bodyPr/>
                    <a:lstStyle/>
                    <a:p>
                      <a:pPr marL="0" algn="ctr" defTabSz="914400" rtl="0" eaLnBrk="1" latinLnBrk="0" hangingPunct="1"/>
                      <a:r>
                        <a:rPr kumimoji="1" lang="ja-JP" altLang="en-US" sz="1200" b="0" kern="1200" dirty="0">
                          <a:solidFill>
                            <a:schemeClr val="tx1"/>
                          </a:solidFill>
                          <a:latin typeface="Meiryo UI" panose="020B0604030504040204" pitchFamily="50" charset="-128"/>
                          <a:ea typeface="Meiryo UI" panose="020B0604030504040204" pitchFamily="50" charset="-128"/>
                        </a:rPr>
                        <a:t>１</a:t>
                      </a:r>
                      <a:endParaRPr kumimoji="1" lang="ja-JP" altLang="en-US" sz="12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ctr" defTabSz="914400" rtl="0" eaLnBrk="1" latinLnBrk="0" hangingPunct="1"/>
                      <a:r>
                        <a:rPr kumimoji="1" lang="en-US" altLang="ja-JP" sz="1200" b="0" kern="1200" dirty="0">
                          <a:solidFill>
                            <a:schemeClr val="tx1"/>
                          </a:solidFill>
                          <a:latin typeface="Meiryo UI" panose="020B0604030504040204" pitchFamily="50" charset="-128"/>
                          <a:ea typeface="Meiryo UI" panose="020B0604030504040204" pitchFamily="50" charset="-128"/>
                          <a:cs typeface="+mn-cs"/>
                        </a:rPr>
                        <a:t>Ask</a:t>
                      </a:r>
                      <a:endParaRPr kumimoji="1" lang="ja-JP" altLang="en-US" sz="12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l" defTabSz="914400" rtl="0" eaLnBrk="1" latinLnBrk="0" hangingPunct="1"/>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入力された質問に回答する。</a:t>
                      </a:r>
                      <a:endParaRPr kumimoji="1" lang="en-US" altLang="ja-JP" sz="1200" b="0" kern="1200" dirty="0">
                        <a:solidFill>
                          <a:schemeClr val="tx1"/>
                        </a:solidFill>
                        <a:latin typeface="Meiryo UI" panose="020B0604030504040204" pitchFamily="50" charset="-128"/>
                        <a:ea typeface="Meiryo UI" panose="020B0604030504040204" pitchFamily="50" charset="-128"/>
                        <a:cs typeface="+mn-cs"/>
                      </a:endParaRPr>
                    </a:p>
                    <a:p>
                      <a:pPr marL="0" algn="l" defTabSz="914400" rtl="0" eaLnBrk="1" latinLnBrk="0" hangingPunct="1"/>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ファイル編集は行わない。</a:t>
                      </a:r>
                    </a:p>
                  </a:txBody>
                  <a:tcPr/>
                </a:tc>
                <a:tc>
                  <a:txBody>
                    <a:bodyPr/>
                    <a:lstStyle/>
                    <a:p>
                      <a:pPr marL="285750" indent="-285750" algn="l" defTabSz="914400" rtl="0" eaLnBrk="1" latinLnBrk="0" hangingPunct="1">
                        <a:buFont typeface="Arial" panose="020B0604020202020204" pitchFamily="34" charset="0"/>
                        <a:buChar char="•"/>
                      </a:pPr>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「この関数は何をしている？」</a:t>
                      </a:r>
                      <a:endParaRPr kumimoji="1" lang="en-US" altLang="ja-JP" sz="1200" b="0" kern="1200" dirty="0">
                        <a:solidFill>
                          <a:schemeClr val="tx1"/>
                        </a:solidFill>
                        <a:latin typeface="Meiryo UI" panose="020B0604030504040204" pitchFamily="50" charset="-128"/>
                        <a:ea typeface="Meiryo UI" panose="020B0604030504040204" pitchFamily="50" charset="-128"/>
                        <a:cs typeface="+mn-cs"/>
                      </a:endParaRPr>
                    </a:p>
                    <a:p>
                      <a:pPr marL="285750" indent="-285750" algn="l" defTabSz="914400" rtl="0" eaLnBrk="1" latinLnBrk="0" hangingPunct="1">
                        <a:buFont typeface="Arial" panose="020B0604020202020204" pitchFamily="34" charset="0"/>
                        <a:buChar char="•"/>
                      </a:pPr>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a:t>
                      </a:r>
                      <a:r>
                        <a:rPr kumimoji="1" lang="en-US" altLang="ja-JP" sz="1200" b="0" kern="1200" dirty="0">
                          <a:solidFill>
                            <a:schemeClr val="tx1"/>
                          </a:solidFill>
                          <a:latin typeface="Meiryo UI" panose="020B0604030504040204" pitchFamily="50" charset="-128"/>
                          <a:ea typeface="Meiryo UI" panose="020B0604030504040204" pitchFamily="50" charset="-128"/>
                          <a:cs typeface="+mn-cs"/>
                        </a:rPr>
                        <a:t>pandas</a:t>
                      </a:r>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と</a:t>
                      </a:r>
                      <a:r>
                        <a:rPr kumimoji="1" lang="en-US" altLang="ja-JP" sz="1200" b="0" kern="1200" dirty="0">
                          <a:solidFill>
                            <a:schemeClr val="tx1"/>
                          </a:solidFill>
                          <a:latin typeface="Meiryo UI" panose="020B0604030504040204" pitchFamily="50" charset="-128"/>
                          <a:ea typeface="Meiryo UI" panose="020B0604030504040204" pitchFamily="50" charset="-128"/>
                          <a:cs typeface="+mn-cs"/>
                        </a:rPr>
                        <a:t>Polars</a:t>
                      </a:r>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の違いを処理速度とメモリ使用量の観点で教えて」</a:t>
                      </a:r>
                    </a:p>
                  </a:txBody>
                  <a:tcPr/>
                </a:tc>
                <a:extLst>
                  <a:ext uri="{0D108BD9-81ED-4DB2-BD59-A6C34878D82A}">
                    <a16:rowId xmlns:a16="http://schemas.microsoft.com/office/drawing/2014/main" val="1399545113"/>
                  </a:ext>
                </a:extLst>
              </a:tr>
              <a:tr h="827987">
                <a:tc>
                  <a:txBody>
                    <a:bodyPr/>
                    <a:lstStyle/>
                    <a:p>
                      <a:pPr marL="0" algn="ctr" defTabSz="914400" rtl="0" eaLnBrk="1" latinLnBrk="0" hangingPunct="1"/>
                      <a:r>
                        <a:rPr kumimoji="1" lang="en-US" altLang="ja-JP" sz="1200" b="0" strike="sngStrike" kern="1200" dirty="0">
                          <a:solidFill>
                            <a:schemeClr val="tx1"/>
                          </a:solidFill>
                          <a:latin typeface="Meiryo UI" panose="020B0604030504040204" pitchFamily="50" charset="-128"/>
                          <a:ea typeface="Meiryo UI" panose="020B0604030504040204" pitchFamily="50" charset="-128"/>
                          <a:cs typeface="+mn-cs"/>
                        </a:rPr>
                        <a:t>2</a:t>
                      </a:r>
                      <a:endParaRPr kumimoji="1" lang="ja-JP" altLang="en-US" sz="1200" b="0" strike="sngStrike" kern="1200" dirty="0">
                        <a:solidFill>
                          <a:schemeClr val="tx1"/>
                        </a:solidFill>
                        <a:latin typeface="Meiryo UI" panose="020B0604030504040204" pitchFamily="50" charset="-128"/>
                        <a:ea typeface="Meiryo UI" panose="020B0604030504040204" pitchFamily="50" charset="-128"/>
                        <a:cs typeface="+mn-cs"/>
                      </a:endParaRPr>
                    </a:p>
                  </a:txBody>
                  <a:tcPr>
                    <a:solidFill>
                      <a:schemeClr val="bg1">
                        <a:lumMod val="50000"/>
                      </a:schemeClr>
                    </a:solidFill>
                  </a:tcPr>
                </a:tc>
                <a:tc>
                  <a:txBody>
                    <a:bodyPr/>
                    <a:lstStyle/>
                    <a:p>
                      <a:pPr marL="0" algn="ctr" defTabSz="914400" rtl="0" eaLnBrk="1" latinLnBrk="0" hangingPunct="1"/>
                      <a:r>
                        <a:rPr kumimoji="1" lang="en-US" altLang="ja-JP" sz="1200" b="0" strike="sngStrike" kern="1200" dirty="0">
                          <a:solidFill>
                            <a:schemeClr val="tx1"/>
                          </a:solidFill>
                          <a:latin typeface="Meiryo UI" panose="020B0604030504040204" pitchFamily="50" charset="-128"/>
                          <a:ea typeface="Meiryo UI" panose="020B0604030504040204" pitchFamily="50" charset="-128"/>
                          <a:cs typeface="+mn-cs"/>
                        </a:rPr>
                        <a:t>Edit</a:t>
                      </a:r>
                      <a:endParaRPr kumimoji="1" lang="ja-JP" altLang="en-US" sz="1200" b="0" strike="sngStrike" kern="1200" dirty="0">
                        <a:solidFill>
                          <a:schemeClr val="tx1"/>
                        </a:solidFill>
                        <a:latin typeface="Meiryo UI" panose="020B0604030504040204" pitchFamily="50" charset="-128"/>
                        <a:ea typeface="Meiryo UI" panose="020B0604030504040204" pitchFamily="50" charset="-128"/>
                        <a:cs typeface="+mn-cs"/>
                      </a:endParaRPr>
                    </a:p>
                  </a:txBody>
                  <a:tcPr>
                    <a:solidFill>
                      <a:schemeClr val="bg1">
                        <a:lumMod val="50000"/>
                      </a:schemeClr>
                    </a:solidFill>
                  </a:tcPr>
                </a:tc>
                <a:tc>
                  <a:txBody>
                    <a:bodyPr/>
                    <a:lstStyle/>
                    <a:p>
                      <a:pPr marL="0" algn="l" defTabSz="914400" rtl="0" eaLnBrk="1" latinLnBrk="0" hangingPunct="1"/>
                      <a:r>
                        <a:rPr kumimoji="1" lang="ja-JP" altLang="en-US" sz="1200" b="0" strike="sngStrike" kern="1200" dirty="0">
                          <a:solidFill>
                            <a:schemeClr val="tx1"/>
                          </a:solidFill>
                          <a:latin typeface="Meiryo UI" panose="020B0604030504040204" pitchFamily="50" charset="-128"/>
                          <a:ea typeface="Meiryo UI" panose="020B0604030504040204" pitchFamily="50" charset="-128"/>
                          <a:cs typeface="+mn-cs"/>
                        </a:rPr>
                        <a:t>ユーザが選択したファイル・行のみを修正する。</a:t>
                      </a:r>
                    </a:p>
                  </a:txBody>
                  <a:tcPr>
                    <a:solidFill>
                      <a:schemeClr val="bg1">
                        <a:lumMod val="50000"/>
                      </a:schemeClr>
                    </a:solidFill>
                  </a:tcPr>
                </a:tc>
                <a:tc>
                  <a:txBody>
                    <a:bodyPr/>
                    <a:lstStyle/>
                    <a:p>
                      <a:pPr marL="285750" indent="-285750" algn="l" defTabSz="914400" rtl="0" eaLnBrk="1" latinLnBrk="0" hangingPunct="1">
                        <a:buFont typeface="Arial" panose="020B0604020202020204" pitchFamily="34" charset="0"/>
                        <a:buChar char="•"/>
                      </a:pPr>
                      <a:r>
                        <a:rPr kumimoji="1" lang="ja-JP" altLang="en-US" sz="1200" b="0" strike="sngStrike" kern="1200" dirty="0">
                          <a:solidFill>
                            <a:schemeClr val="tx1"/>
                          </a:solidFill>
                          <a:latin typeface="Meiryo UI" panose="020B0604030504040204" pitchFamily="50" charset="-128"/>
                          <a:ea typeface="Meiryo UI" panose="020B0604030504040204" pitchFamily="50" charset="-128"/>
                          <a:cs typeface="+mn-cs"/>
                        </a:rPr>
                        <a:t>「</a:t>
                      </a:r>
                      <a:r>
                        <a:rPr kumimoji="1" lang="en-US" altLang="ja-JP" sz="1200" b="0" strike="sngStrike" kern="1200" dirty="0" err="1">
                          <a:solidFill>
                            <a:schemeClr val="tx1"/>
                          </a:solidFill>
                          <a:latin typeface="Meiryo UI" panose="020B0604030504040204" pitchFamily="50" charset="-128"/>
                          <a:ea typeface="Meiryo UI" panose="020B0604030504040204" pitchFamily="50" charset="-128"/>
                          <a:cs typeface="+mn-cs"/>
                        </a:rPr>
                        <a:t>eslint</a:t>
                      </a:r>
                      <a:r>
                        <a:rPr kumimoji="1" lang="ja-JP" altLang="en-US" sz="1200" b="0" strike="sngStrike" kern="1200" dirty="0">
                          <a:solidFill>
                            <a:schemeClr val="tx1"/>
                          </a:solidFill>
                          <a:latin typeface="Meiryo UI" panose="020B0604030504040204" pitchFamily="50" charset="-128"/>
                          <a:ea typeface="Meiryo UI" panose="020B0604030504040204" pitchFamily="50" charset="-128"/>
                          <a:cs typeface="+mn-cs"/>
                        </a:rPr>
                        <a:t>の警告箇所を修正して」</a:t>
                      </a:r>
                      <a:endParaRPr kumimoji="1" lang="en-US" altLang="ja-JP" sz="1200" b="0" strike="sngStrike" kern="1200" dirty="0">
                        <a:solidFill>
                          <a:schemeClr val="tx1"/>
                        </a:solidFill>
                        <a:latin typeface="Meiryo UI" panose="020B0604030504040204" pitchFamily="50" charset="-128"/>
                        <a:ea typeface="Meiryo UI" panose="020B0604030504040204" pitchFamily="50" charset="-128"/>
                        <a:cs typeface="+mn-cs"/>
                      </a:endParaRPr>
                    </a:p>
                    <a:p>
                      <a:pPr marL="285750" indent="-285750" algn="l" defTabSz="914400" rtl="0" eaLnBrk="1" latinLnBrk="0" hangingPunct="1">
                        <a:buFont typeface="Arial" panose="020B0604020202020204" pitchFamily="34" charset="0"/>
                        <a:buChar char="•"/>
                      </a:pPr>
                      <a:r>
                        <a:rPr kumimoji="1" lang="ja-JP" altLang="en-US" sz="1200" b="0" strike="sngStrike" kern="1200" dirty="0">
                          <a:solidFill>
                            <a:schemeClr val="tx1"/>
                          </a:solidFill>
                          <a:latin typeface="Meiryo UI" panose="020B0604030504040204" pitchFamily="50" charset="-128"/>
                          <a:ea typeface="Meiryo UI" panose="020B0604030504040204" pitchFamily="50" charset="-128"/>
                          <a:cs typeface="+mn-cs"/>
                        </a:rPr>
                        <a:t>「</a:t>
                      </a:r>
                      <a:r>
                        <a:rPr kumimoji="1" lang="en-US" altLang="ja-JP" sz="1200" b="0" strike="sngStrike" kern="1200" dirty="0">
                          <a:solidFill>
                            <a:schemeClr val="tx1"/>
                          </a:solidFill>
                          <a:latin typeface="Meiryo UI" panose="020B0604030504040204" pitchFamily="50" charset="-128"/>
                          <a:ea typeface="Meiryo UI" panose="020B0604030504040204" pitchFamily="50" charset="-128"/>
                          <a:cs typeface="+mn-cs"/>
                        </a:rPr>
                        <a:t>try/catch</a:t>
                      </a:r>
                      <a:r>
                        <a:rPr kumimoji="1" lang="ja-JP" altLang="en-US" sz="1200" b="0" strike="sngStrike" kern="1200" dirty="0">
                          <a:solidFill>
                            <a:schemeClr val="tx1"/>
                          </a:solidFill>
                          <a:latin typeface="Meiryo UI" panose="020B0604030504040204" pitchFamily="50" charset="-128"/>
                          <a:ea typeface="Meiryo UI" panose="020B0604030504040204" pitchFamily="50" charset="-128"/>
                          <a:cs typeface="+mn-cs"/>
                        </a:rPr>
                        <a:t>を追加して、例外発生時にエラーログが出力されるようにして」</a:t>
                      </a:r>
                    </a:p>
                  </a:txBody>
                  <a:tcPr>
                    <a:solidFill>
                      <a:schemeClr val="bg1">
                        <a:lumMod val="50000"/>
                      </a:schemeClr>
                    </a:solidFill>
                  </a:tcPr>
                </a:tc>
                <a:extLst>
                  <a:ext uri="{0D108BD9-81ED-4DB2-BD59-A6C34878D82A}">
                    <a16:rowId xmlns:a16="http://schemas.microsoft.com/office/drawing/2014/main" val="3766457186"/>
                  </a:ext>
                </a:extLst>
              </a:tr>
              <a:tr h="672537">
                <a:tc>
                  <a:txBody>
                    <a:bodyPr/>
                    <a:lstStyle/>
                    <a:p>
                      <a:pPr marL="0" algn="ctr" defTabSz="914400" rtl="0" eaLnBrk="1" latinLnBrk="0" hangingPunct="1"/>
                      <a:r>
                        <a:rPr kumimoji="1" lang="en-US" altLang="ja-JP" sz="1200" b="0" kern="1200" dirty="0">
                          <a:solidFill>
                            <a:schemeClr val="tx1"/>
                          </a:solidFill>
                          <a:latin typeface="Meiryo UI" panose="020B0604030504040204" pitchFamily="50" charset="-128"/>
                          <a:ea typeface="Meiryo UI" panose="020B0604030504040204" pitchFamily="50" charset="-128"/>
                          <a:cs typeface="+mn-cs"/>
                        </a:rPr>
                        <a:t>3</a:t>
                      </a:r>
                      <a:endParaRPr kumimoji="1" lang="ja-JP" altLang="en-US" sz="12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ctr" defTabSz="914400" rtl="0" eaLnBrk="1" latinLnBrk="0" hangingPunct="1"/>
                      <a:r>
                        <a:rPr kumimoji="1" lang="en-US" altLang="ja-JP" sz="1200" b="0" kern="1200" dirty="0">
                          <a:solidFill>
                            <a:schemeClr val="tx1"/>
                          </a:solidFill>
                          <a:latin typeface="Meiryo UI" panose="020B0604030504040204" pitchFamily="50" charset="-128"/>
                          <a:ea typeface="Meiryo UI" panose="020B0604030504040204" pitchFamily="50" charset="-128"/>
                          <a:cs typeface="+mn-cs"/>
                        </a:rPr>
                        <a:t>plan</a:t>
                      </a:r>
                      <a:endParaRPr kumimoji="1" lang="ja-JP" altLang="en-US" sz="12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l" defTabSz="914400" rtl="0" eaLnBrk="1" latinLnBrk="0" hangingPunct="1"/>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実装前に 計画・方針・手順を立てる モード。</a:t>
                      </a:r>
                      <a:endParaRPr kumimoji="1" lang="en-US" altLang="ja-JP" sz="1200" b="0" kern="1200" dirty="0">
                        <a:solidFill>
                          <a:schemeClr val="tx1"/>
                        </a:solidFill>
                        <a:latin typeface="Meiryo UI" panose="020B0604030504040204" pitchFamily="50" charset="-128"/>
                        <a:ea typeface="Meiryo UI" panose="020B0604030504040204" pitchFamily="50" charset="-128"/>
                        <a:cs typeface="+mn-cs"/>
                      </a:endParaRPr>
                    </a:p>
                    <a:p>
                      <a:pPr marL="0" algn="l" defTabSz="914400" rtl="0" eaLnBrk="1" latinLnBrk="0" hangingPunct="1"/>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仕様整理、タスク分解、設計案作成などに向いている。</a:t>
                      </a:r>
                    </a:p>
                  </a:txBody>
                  <a:tcPr/>
                </a:tc>
                <a:tc>
                  <a:txBody>
                    <a:bodyPr/>
                    <a:lstStyle/>
                    <a:p>
                      <a:pPr marL="285750" indent="-285750" algn="l" defTabSz="914400" rtl="0" eaLnBrk="1" latinLnBrk="0" hangingPunct="1">
                        <a:buFont typeface="Arial" panose="020B0604020202020204" pitchFamily="34" charset="0"/>
                        <a:buChar char="•"/>
                      </a:pPr>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「この機能追加の作業タスクを分解してリスト化して」</a:t>
                      </a:r>
                      <a:endParaRPr kumimoji="1" lang="en-US" altLang="ja-JP" sz="1200" b="0" kern="1200" dirty="0">
                        <a:solidFill>
                          <a:schemeClr val="tx1"/>
                        </a:solidFill>
                        <a:latin typeface="Meiryo UI" panose="020B0604030504040204" pitchFamily="50" charset="-128"/>
                        <a:ea typeface="Meiryo UI" panose="020B0604030504040204" pitchFamily="50" charset="-128"/>
                        <a:cs typeface="+mn-cs"/>
                      </a:endParaRPr>
                    </a:p>
                    <a:p>
                      <a:pPr marL="285750" indent="-285750" algn="l" defTabSz="914400" rtl="0" eaLnBrk="1" latinLnBrk="0" hangingPunct="1">
                        <a:buFont typeface="Arial" panose="020B0604020202020204" pitchFamily="34" charset="0"/>
                        <a:buChar char="•"/>
                      </a:pPr>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「認証機能を導入するための設計案を作って。」</a:t>
                      </a:r>
                    </a:p>
                  </a:txBody>
                  <a:tcPr/>
                </a:tc>
                <a:extLst>
                  <a:ext uri="{0D108BD9-81ED-4DB2-BD59-A6C34878D82A}">
                    <a16:rowId xmlns:a16="http://schemas.microsoft.com/office/drawing/2014/main" val="3484899344"/>
                  </a:ext>
                </a:extLst>
              </a:tr>
              <a:tr h="827987">
                <a:tc>
                  <a:txBody>
                    <a:bodyPr/>
                    <a:lstStyle/>
                    <a:p>
                      <a:pPr marL="0" algn="ctr" defTabSz="914400" rtl="0" eaLnBrk="1" latinLnBrk="0" hangingPunct="1"/>
                      <a:r>
                        <a:rPr kumimoji="1" lang="en-US" altLang="ja-JP" sz="1200" b="0" kern="1200" dirty="0">
                          <a:solidFill>
                            <a:schemeClr val="tx1"/>
                          </a:solidFill>
                          <a:latin typeface="Meiryo UI" panose="020B0604030504040204" pitchFamily="50" charset="-128"/>
                          <a:ea typeface="Meiryo UI" panose="020B0604030504040204" pitchFamily="50" charset="-128"/>
                          <a:cs typeface="+mn-cs"/>
                        </a:rPr>
                        <a:t>4</a:t>
                      </a:r>
                      <a:endParaRPr kumimoji="1" lang="ja-JP" altLang="en-US" sz="12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ctr" defTabSz="914400" rtl="0" eaLnBrk="1" latinLnBrk="0" hangingPunct="1"/>
                      <a:r>
                        <a:rPr kumimoji="1" lang="en-US" altLang="ja-JP" sz="1200" b="0" kern="1200" dirty="0">
                          <a:solidFill>
                            <a:schemeClr val="tx1"/>
                          </a:solidFill>
                          <a:latin typeface="Meiryo UI" panose="020B0604030504040204" pitchFamily="50" charset="-128"/>
                          <a:ea typeface="Meiryo UI" panose="020B0604030504040204" pitchFamily="50" charset="-128"/>
                          <a:cs typeface="+mn-cs"/>
                        </a:rPr>
                        <a:t>Agent</a:t>
                      </a:r>
                      <a:endParaRPr kumimoji="1" lang="ja-JP" altLang="en-US" sz="12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l" defTabSz="914400" rtl="0" eaLnBrk="1" latinLnBrk="0" hangingPunct="1"/>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プロジェクト全体を考慮し、ファイル選定からコード・ドキュメント修正まで一括で行う。</a:t>
                      </a:r>
                    </a:p>
                  </a:txBody>
                  <a:tcPr/>
                </a:tc>
                <a:tc>
                  <a:txBody>
                    <a:bodyPr/>
                    <a:lstStyle/>
                    <a:p>
                      <a:pPr marL="285750" indent="-285750" algn="l" defTabSz="914400" rtl="0" eaLnBrk="1" latinLnBrk="0" hangingPunct="1">
                        <a:buFont typeface="Arial" panose="020B0604020202020204" pitchFamily="34" charset="0"/>
                        <a:buChar char="•"/>
                      </a:pPr>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「フリマアプリを作りたいから要件定義書を作って」</a:t>
                      </a:r>
                      <a:endParaRPr kumimoji="1" lang="en-US" altLang="ja-JP" sz="1200" b="0" kern="1200" dirty="0">
                        <a:solidFill>
                          <a:schemeClr val="tx1"/>
                        </a:solidFill>
                        <a:latin typeface="Meiryo UI" panose="020B0604030504040204" pitchFamily="50" charset="-128"/>
                        <a:ea typeface="Meiryo UI" panose="020B0604030504040204" pitchFamily="50" charset="-128"/>
                        <a:cs typeface="+mn-cs"/>
                      </a:endParaRPr>
                    </a:p>
                    <a:p>
                      <a:pPr marL="285750" indent="-285750" algn="l" defTabSz="914400" rtl="0" eaLnBrk="1" latinLnBrk="0" hangingPunct="1">
                        <a:buFont typeface="Arial" panose="020B0604020202020204" pitchFamily="34" charset="0"/>
                        <a:buChar char="•"/>
                      </a:pPr>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「要件定義書を読んで開発スケジュールを立てて」</a:t>
                      </a:r>
                      <a:endParaRPr kumimoji="1" lang="en-US" altLang="ja-JP" sz="1200" b="0" kern="1200" dirty="0">
                        <a:solidFill>
                          <a:schemeClr val="tx1"/>
                        </a:solidFill>
                        <a:latin typeface="Meiryo UI" panose="020B0604030504040204" pitchFamily="50" charset="-128"/>
                        <a:ea typeface="Meiryo UI" panose="020B0604030504040204" pitchFamily="50" charset="-128"/>
                        <a:cs typeface="+mn-cs"/>
                      </a:endParaRPr>
                    </a:p>
                    <a:p>
                      <a:pPr marL="285750" indent="-285750" algn="l" defTabSz="914400" rtl="0" eaLnBrk="1" latinLnBrk="0" hangingPunct="1">
                        <a:buFont typeface="Arial" panose="020B0604020202020204" pitchFamily="34" charset="0"/>
                        <a:buChar char="•"/>
                      </a:pPr>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「ビルドエラーを解消して」</a:t>
                      </a:r>
                      <a:endParaRPr kumimoji="1" lang="en-US" altLang="ja-JP" sz="1200" b="0" kern="1200" dirty="0">
                        <a:solidFill>
                          <a:schemeClr val="tx1"/>
                        </a:solidFill>
                        <a:latin typeface="Meiryo UI" panose="020B0604030504040204" pitchFamily="50" charset="-128"/>
                        <a:ea typeface="Meiryo UI" panose="020B0604030504040204" pitchFamily="50" charset="-128"/>
                        <a:cs typeface="+mn-cs"/>
                      </a:endParaRPr>
                    </a:p>
                  </a:txBody>
                  <a:tcPr/>
                </a:tc>
                <a:extLst>
                  <a:ext uri="{0D108BD9-81ED-4DB2-BD59-A6C34878D82A}">
                    <a16:rowId xmlns:a16="http://schemas.microsoft.com/office/drawing/2014/main" val="1049639977"/>
                  </a:ext>
                </a:extLst>
              </a:tr>
              <a:tr h="827987">
                <a:tc>
                  <a:txBody>
                    <a:bodyPr/>
                    <a:lstStyle/>
                    <a:p>
                      <a:pPr marL="0" algn="ctr" defTabSz="914400" rtl="0" eaLnBrk="1" latinLnBrk="0" hangingPunct="1"/>
                      <a:r>
                        <a:rPr kumimoji="1" lang="en-US" altLang="ja-JP" sz="1200" b="0" kern="1200" dirty="0">
                          <a:solidFill>
                            <a:schemeClr val="tx1"/>
                          </a:solidFill>
                          <a:latin typeface="Meiryo UI" panose="020B0604030504040204" pitchFamily="50" charset="-128"/>
                          <a:ea typeface="Meiryo UI" panose="020B0604030504040204" pitchFamily="50" charset="-128"/>
                          <a:cs typeface="+mn-cs"/>
                        </a:rPr>
                        <a:t>5</a:t>
                      </a:r>
                      <a:endParaRPr kumimoji="1" lang="ja-JP" altLang="en-US" sz="12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ctr" defTabSz="914400" rtl="0" eaLnBrk="1" latinLnBrk="0" hangingPunct="1"/>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カスタム</a:t>
                      </a:r>
                      <a:r>
                        <a:rPr kumimoji="1" lang="en-US" altLang="ja-JP" sz="1200" b="0" kern="1200" dirty="0">
                          <a:solidFill>
                            <a:schemeClr val="tx1"/>
                          </a:solidFill>
                          <a:latin typeface="Meiryo UI" panose="020B0604030504040204" pitchFamily="50" charset="-128"/>
                          <a:ea typeface="Meiryo UI" panose="020B0604030504040204" pitchFamily="50" charset="-128"/>
                          <a:cs typeface="+mn-cs"/>
                        </a:rPr>
                        <a:t>Agent</a:t>
                      </a:r>
                      <a:endParaRPr kumimoji="1" lang="ja-JP" altLang="en-US" sz="12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l" defTabSz="914400" rtl="0" eaLnBrk="1" latinLnBrk="0" hangingPunct="1"/>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ユーザの独自のワークフロー、コーディング規則、ユースケースに合わせてユーザが定義した</a:t>
                      </a:r>
                      <a:r>
                        <a:rPr kumimoji="1" lang="en-US" altLang="ja-JP" sz="1200" b="0" kern="1200" dirty="0">
                          <a:solidFill>
                            <a:schemeClr val="tx1"/>
                          </a:solidFill>
                          <a:latin typeface="Meiryo UI" panose="020B0604030504040204" pitchFamily="50" charset="-128"/>
                          <a:ea typeface="Meiryo UI" panose="020B0604030504040204" pitchFamily="50" charset="-128"/>
                          <a:cs typeface="+mn-cs"/>
                        </a:rPr>
                        <a:t>Agent</a:t>
                      </a:r>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a:t>
                      </a:r>
                    </a:p>
                  </a:txBody>
                  <a:tcPr/>
                </a:tc>
                <a:tc>
                  <a:txBody>
                    <a:bodyPr/>
                    <a:lstStyle/>
                    <a:p>
                      <a:pPr marL="285750" indent="-285750" algn="l" defTabSz="914400" rtl="0" eaLnBrk="1" latinLnBrk="0" hangingPunct="1">
                        <a:buFont typeface="Arial" panose="020B0604020202020204" pitchFamily="34" charset="0"/>
                        <a:buChar char="•"/>
                      </a:pPr>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エージェントの動作と専門知識を定義するカスタム命令</a:t>
                      </a:r>
                      <a:endParaRPr kumimoji="1" lang="en-US" altLang="ja-JP" sz="1200" b="0" kern="1200" dirty="0">
                        <a:solidFill>
                          <a:schemeClr val="tx1"/>
                        </a:solidFill>
                        <a:latin typeface="Meiryo UI" panose="020B0604030504040204" pitchFamily="50" charset="-128"/>
                        <a:ea typeface="Meiryo UI" panose="020B0604030504040204" pitchFamily="50" charset="-128"/>
                        <a:cs typeface="+mn-cs"/>
                      </a:endParaRPr>
                    </a:p>
                    <a:p>
                      <a:pPr marL="285750" indent="-285750" algn="l" defTabSz="914400" rtl="0" eaLnBrk="1" latinLnBrk="0" hangingPunct="1">
                        <a:buFont typeface="Arial" panose="020B0604020202020204" pitchFamily="34" charset="0"/>
                        <a:buChar char="•"/>
                      </a:pPr>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カスタムエージェントは</a:t>
                      </a:r>
                      <a:r>
                        <a:rPr kumimoji="1" lang="en-US" altLang="ja-JP" sz="1200" b="0" kern="1200" dirty="0">
                          <a:solidFill>
                            <a:schemeClr val="tx1"/>
                          </a:solidFill>
                          <a:latin typeface="Meiryo UI" panose="020B0604030504040204" pitchFamily="50" charset="-128"/>
                          <a:ea typeface="Meiryo UI" panose="020B0604030504040204" pitchFamily="50" charset="-128"/>
                          <a:cs typeface="+mn-cs"/>
                        </a:rPr>
                        <a:t>xxxx.agent.md</a:t>
                      </a:r>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という</a:t>
                      </a:r>
                      <a:r>
                        <a:rPr kumimoji="1" lang="en-US" altLang="ja-JP" sz="1200" b="0" kern="1200" dirty="0">
                          <a:solidFill>
                            <a:schemeClr val="tx1"/>
                          </a:solidFill>
                          <a:latin typeface="Meiryo UI" panose="020B0604030504040204" pitchFamily="50" charset="-128"/>
                          <a:ea typeface="Meiryo UI" panose="020B0604030504040204" pitchFamily="50" charset="-128"/>
                          <a:cs typeface="+mn-cs"/>
                        </a:rPr>
                        <a:t>Markdown</a:t>
                      </a:r>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ファイルで定義</a:t>
                      </a:r>
                      <a:endParaRPr kumimoji="1" lang="en-US" altLang="ja-JP" sz="1200" b="0" kern="1200" dirty="0">
                        <a:solidFill>
                          <a:schemeClr val="tx1"/>
                        </a:solidFill>
                        <a:latin typeface="Meiryo UI" panose="020B0604030504040204" pitchFamily="50" charset="-128"/>
                        <a:ea typeface="Meiryo UI" panose="020B0604030504040204" pitchFamily="50" charset="-128"/>
                        <a:cs typeface="+mn-cs"/>
                      </a:endParaRPr>
                    </a:p>
                  </a:txBody>
                  <a:tcPr/>
                </a:tc>
                <a:extLst>
                  <a:ext uri="{0D108BD9-81ED-4DB2-BD59-A6C34878D82A}">
                    <a16:rowId xmlns:a16="http://schemas.microsoft.com/office/drawing/2014/main" val="927893952"/>
                  </a:ext>
                </a:extLst>
              </a:tr>
            </a:tbl>
          </a:graphicData>
        </a:graphic>
      </p:graphicFrame>
      <p:sp>
        <p:nvSpPr>
          <p:cNvPr id="8" name="正方形/長方形 7">
            <a:extLst>
              <a:ext uri="{FF2B5EF4-FFF2-40B4-BE49-F238E27FC236}">
                <a16:creationId xmlns:a16="http://schemas.microsoft.com/office/drawing/2014/main" id="{6E60AA40-8411-A758-A4F0-2336C4CCCFC3}"/>
              </a:ext>
            </a:extLst>
          </p:cNvPr>
          <p:cNvSpPr/>
          <p:nvPr/>
        </p:nvSpPr>
        <p:spPr>
          <a:xfrm>
            <a:off x="537588" y="3742765"/>
            <a:ext cx="9298848" cy="6407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44110285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C1DB7-D462-43EA-F0E5-2151B6C7A23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573248F-139E-1FBC-4D76-3D385FE88B3D}"/>
              </a:ext>
            </a:extLst>
          </p:cNvPr>
          <p:cNvSpPr>
            <a:spLocks noGrp="1"/>
          </p:cNvSpPr>
          <p:nvPr>
            <p:ph type="title"/>
          </p:nvPr>
        </p:nvSpPr>
        <p:spPr/>
        <p:txBody>
          <a:bodyPr>
            <a:normAutofit/>
          </a:bodyPr>
          <a:lstStyle/>
          <a:p>
            <a:r>
              <a:rPr lang="en-US" altLang="ja-JP" dirty="0"/>
              <a:t>6-23.</a:t>
            </a:r>
            <a:r>
              <a:rPr lang="ja-JP" altLang="en-US" dirty="0"/>
              <a:t> </a:t>
            </a:r>
            <a:r>
              <a:rPr lang="en-US" altLang="ja-JP" dirty="0"/>
              <a:t>Plan</a:t>
            </a:r>
            <a:r>
              <a:rPr lang="ja-JP" altLang="en-US" dirty="0"/>
              <a:t>モードで機能追加してみましょう</a:t>
            </a:r>
          </a:p>
        </p:txBody>
      </p:sp>
      <p:sp>
        <p:nvSpPr>
          <p:cNvPr id="4" name="Text 8">
            <a:extLst>
              <a:ext uri="{FF2B5EF4-FFF2-40B4-BE49-F238E27FC236}">
                <a16:creationId xmlns:a16="http://schemas.microsoft.com/office/drawing/2014/main" id="{15512FC0-CD3A-284F-EBEC-C37916CC5E60}"/>
              </a:ext>
            </a:extLst>
          </p:cNvPr>
          <p:cNvSpPr txBox="1"/>
          <p:nvPr/>
        </p:nvSpPr>
        <p:spPr>
          <a:xfrm>
            <a:off x="457200" y="1047902"/>
            <a:ext cx="9298847" cy="228600"/>
          </a:xfrm>
          <a:prstGeom prst="rect">
            <a:avLst/>
          </a:prstGeom>
          <a:noFill/>
          <a:ln/>
        </p:spPr>
        <p:txBody>
          <a:bodyPr wrap="none" lIns="0" tIns="0" rIns="0" bIns="0" rtlCol="0" anchor="t"/>
          <a:lstStyle/>
          <a:p>
            <a:r>
              <a:rPr lang="en-US" altLang="ja-JP" sz="1400" dirty="0"/>
              <a:t>Plan</a:t>
            </a:r>
            <a:r>
              <a:rPr lang="ja-JP" altLang="en-US" sz="1400" dirty="0"/>
              <a:t>モードを使って、作成したアプリやゲームに新しい機能を追加する計画を立ててみましょう。</a:t>
            </a:r>
          </a:p>
          <a:p>
            <a:r>
              <a:rPr lang="ja-JP" altLang="en-US" sz="1400" dirty="0"/>
              <a:t>先ほど、</a:t>
            </a:r>
            <a:r>
              <a:rPr lang="en-US" altLang="ja-JP" sz="1400" dirty="0"/>
              <a:t>Ask</a:t>
            </a:r>
            <a:r>
              <a:rPr lang="ja-JP" altLang="en-US" sz="1400" dirty="0"/>
              <a:t>モードを選んだ場所で、</a:t>
            </a:r>
            <a:r>
              <a:rPr lang="en-US" altLang="ja-JP" sz="1400" dirty="0"/>
              <a:t>Plan</a:t>
            </a:r>
            <a:r>
              <a:rPr lang="ja-JP" altLang="en-US" sz="1400" dirty="0"/>
              <a:t>モードを選んでください。</a:t>
            </a:r>
          </a:p>
          <a:p>
            <a:r>
              <a:rPr lang="ja-JP" altLang="en-US" sz="1400" dirty="0"/>
              <a:t>そのうえで、プロンプトを入力してください。</a:t>
            </a:r>
          </a:p>
          <a:p>
            <a:endParaRPr lang="ja-JP" altLang="en-US" sz="1400" dirty="0"/>
          </a:p>
          <a:p>
            <a:r>
              <a:rPr lang="ja-JP" altLang="en-US" sz="1400" dirty="0"/>
              <a:t>サンプルの例の場合だと、以下のようになります。</a:t>
            </a:r>
          </a:p>
          <a:p>
            <a:endParaRPr lang="ja-JP" altLang="en-US" sz="1400" dirty="0"/>
          </a:p>
          <a:p>
            <a:r>
              <a:rPr lang="ja-JP" altLang="en-US" sz="1400" dirty="0"/>
              <a:t>現在、ストリートビューが確実に表示されるよう、スポットを定義してそこに誘導しています。</a:t>
            </a:r>
          </a:p>
          <a:p>
            <a:r>
              <a:rPr lang="ja-JP" altLang="en-US" sz="1400" dirty="0"/>
              <a:t>ですが、それだと楽しみが減ってしまうため、スポット選択だけでなく、完全にランダムな場所を選べるモードを追加し、</a:t>
            </a:r>
            <a:endParaRPr lang="en-US" altLang="ja-JP" sz="1400" dirty="0"/>
          </a:p>
          <a:p>
            <a:r>
              <a:rPr lang="ja-JP" altLang="en-US" sz="1400" dirty="0"/>
              <a:t>仮に存在しない場合は、別の場所を探すように誘導したいです。</a:t>
            </a:r>
          </a:p>
          <a:p>
            <a:r>
              <a:rPr lang="ja-JP" altLang="en-US" sz="1400" dirty="0"/>
              <a:t>まず、どのような修正が必要かを検討したうえで、作業プランを作成してください。</a:t>
            </a:r>
          </a:p>
          <a:p>
            <a:r>
              <a:rPr lang="ja-JP" altLang="en-US" sz="1400" dirty="0"/>
              <a:t>なお、</a:t>
            </a:r>
            <a:r>
              <a:rPr lang="en-US" altLang="ja-JP" sz="1400" dirty="0"/>
              <a:t>README</a:t>
            </a:r>
            <a:r>
              <a:rPr lang="ja-JP" altLang="en-US" sz="1400" dirty="0"/>
              <a:t>や</a:t>
            </a:r>
            <a:r>
              <a:rPr lang="en-US" altLang="ja-JP" sz="1400" dirty="0"/>
              <a:t>CHANGELOG</a:t>
            </a:r>
            <a:r>
              <a:rPr lang="ja-JP" altLang="en-US" sz="1400" dirty="0"/>
              <a:t>への修正も計画に含めてください。</a:t>
            </a:r>
          </a:p>
          <a:p>
            <a:endParaRPr lang="ja-JP" altLang="en-US" sz="1400" dirty="0"/>
          </a:p>
        </p:txBody>
      </p:sp>
    </p:spTree>
    <p:extLst>
      <p:ext uri="{BB962C8B-B14F-4D97-AF65-F5344CB8AC3E}">
        <p14:creationId xmlns:p14="http://schemas.microsoft.com/office/powerpoint/2010/main" val="404769075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B92D0-975E-A894-EB50-4EC955C37DE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5D43EE1-2F05-1B1D-F126-0406D95E4703}"/>
              </a:ext>
            </a:extLst>
          </p:cNvPr>
          <p:cNvSpPr>
            <a:spLocks noGrp="1"/>
          </p:cNvSpPr>
          <p:nvPr>
            <p:ph type="title"/>
          </p:nvPr>
        </p:nvSpPr>
        <p:spPr/>
        <p:txBody>
          <a:bodyPr>
            <a:normAutofit/>
          </a:bodyPr>
          <a:lstStyle/>
          <a:p>
            <a:r>
              <a:rPr lang="en-US" altLang="ja-JP" dirty="0"/>
              <a:t>6-24.</a:t>
            </a:r>
            <a:r>
              <a:rPr lang="ja-JP" altLang="en-US" dirty="0"/>
              <a:t> 実行例</a:t>
            </a:r>
          </a:p>
        </p:txBody>
      </p:sp>
      <p:pic>
        <p:nvPicPr>
          <p:cNvPr id="4" name="図 3">
            <a:extLst>
              <a:ext uri="{FF2B5EF4-FFF2-40B4-BE49-F238E27FC236}">
                <a16:creationId xmlns:a16="http://schemas.microsoft.com/office/drawing/2014/main" id="{82CA330D-953B-904E-9C37-4319A933525D}"/>
              </a:ext>
            </a:extLst>
          </p:cNvPr>
          <p:cNvPicPr>
            <a:picLocks noChangeAspect="1"/>
          </p:cNvPicPr>
          <p:nvPr/>
        </p:nvPicPr>
        <p:blipFill>
          <a:blip r:embed="rId2"/>
          <a:stretch>
            <a:fillRect/>
          </a:stretch>
        </p:blipFill>
        <p:spPr>
          <a:xfrm>
            <a:off x="0" y="1150768"/>
            <a:ext cx="9906000" cy="4556464"/>
          </a:xfrm>
          <a:prstGeom prst="rect">
            <a:avLst/>
          </a:prstGeom>
        </p:spPr>
      </p:pic>
    </p:spTree>
    <p:extLst>
      <p:ext uri="{BB962C8B-B14F-4D97-AF65-F5344CB8AC3E}">
        <p14:creationId xmlns:p14="http://schemas.microsoft.com/office/powerpoint/2010/main" val="263465489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AA3AC-24D9-18C9-D031-72D61F41910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510F07F-A2FC-C718-C5A5-E846B680ED2A}"/>
              </a:ext>
            </a:extLst>
          </p:cNvPr>
          <p:cNvSpPr>
            <a:spLocks noGrp="1"/>
          </p:cNvSpPr>
          <p:nvPr>
            <p:ph type="title"/>
          </p:nvPr>
        </p:nvSpPr>
        <p:spPr/>
        <p:txBody>
          <a:bodyPr>
            <a:normAutofit/>
          </a:bodyPr>
          <a:lstStyle/>
          <a:p>
            <a:r>
              <a:rPr lang="en-US" altLang="ja-JP" dirty="0"/>
              <a:t>6-25.</a:t>
            </a:r>
            <a:r>
              <a:rPr lang="ja-JP" altLang="en-US" dirty="0"/>
              <a:t> 実行例</a:t>
            </a:r>
          </a:p>
        </p:txBody>
      </p:sp>
      <p:sp>
        <p:nvSpPr>
          <p:cNvPr id="4" name="Text 8">
            <a:extLst>
              <a:ext uri="{FF2B5EF4-FFF2-40B4-BE49-F238E27FC236}">
                <a16:creationId xmlns:a16="http://schemas.microsoft.com/office/drawing/2014/main" id="{4428915F-32EA-7B55-5153-D2C387C4C986}"/>
              </a:ext>
            </a:extLst>
          </p:cNvPr>
          <p:cNvSpPr txBox="1"/>
          <p:nvPr/>
        </p:nvSpPr>
        <p:spPr>
          <a:xfrm>
            <a:off x="457200" y="1047902"/>
            <a:ext cx="9298847" cy="228600"/>
          </a:xfrm>
          <a:prstGeom prst="rect">
            <a:avLst/>
          </a:prstGeom>
          <a:noFill/>
          <a:ln/>
        </p:spPr>
        <p:txBody>
          <a:bodyPr wrap="none" lIns="0" tIns="0" rIns="0" bIns="0" rtlCol="0" anchor="t"/>
          <a:lstStyle/>
          <a:p>
            <a:r>
              <a:rPr lang="ja-JP" altLang="en-US" sz="1400" dirty="0"/>
              <a:t>「</a:t>
            </a:r>
            <a:r>
              <a:rPr lang="en-US" altLang="ja-JP" sz="1400" dirty="0"/>
              <a:t>Start Implementation</a:t>
            </a:r>
            <a:r>
              <a:rPr lang="ja-JP" altLang="en-US" sz="1400" dirty="0"/>
              <a:t>」を押すと、策定された計画通りに作業が開始されます。</a:t>
            </a:r>
          </a:p>
        </p:txBody>
      </p:sp>
      <p:pic>
        <p:nvPicPr>
          <p:cNvPr id="8" name="図 7">
            <a:extLst>
              <a:ext uri="{FF2B5EF4-FFF2-40B4-BE49-F238E27FC236}">
                <a16:creationId xmlns:a16="http://schemas.microsoft.com/office/drawing/2014/main" id="{09F726E0-EA37-D003-55AB-B6CE2B34C338}"/>
              </a:ext>
            </a:extLst>
          </p:cNvPr>
          <p:cNvPicPr>
            <a:picLocks noChangeAspect="1"/>
          </p:cNvPicPr>
          <p:nvPr/>
        </p:nvPicPr>
        <p:blipFill>
          <a:blip r:embed="rId2"/>
          <a:stretch>
            <a:fillRect/>
          </a:stretch>
        </p:blipFill>
        <p:spPr>
          <a:xfrm>
            <a:off x="0" y="1671320"/>
            <a:ext cx="9906000" cy="3515360"/>
          </a:xfrm>
          <a:prstGeom prst="rect">
            <a:avLst/>
          </a:prstGeom>
        </p:spPr>
      </p:pic>
    </p:spTree>
    <p:extLst>
      <p:ext uri="{BB962C8B-B14F-4D97-AF65-F5344CB8AC3E}">
        <p14:creationId xmlns:p14="http://schemas.microsoft.com/office/powerpoint/2010/main" val="112663675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2E9E6-6A8C-81B2-C2AA-2C2C737FFDC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D593437-D9B5-C706-9341-9216C2269E4F}"/>
              </a:ext>
            </a:extLst>
          </p:cNvPr>
          <p:cNvSpPr>
            <a:spLocks noGrp="1"/>
          </p:cNvSpPr>
          <p:nvPr>
            <p:ph type="title"/>
          </p:nvPr>
        </p:nvSpPr>
        <p:spPr/>
        <p:txBody>
          <a:bodyPr>
            <a:normAutofit/>
          </a:bodyPr>
          <a:lstStyle/>
          <a:p>
            <a:r>
              <a:rPr lang="en-US" altLang="ja-JP" dirty="0"/>
              <a:t>6-26.</a:t>
            </a:r>
            <a:r>
              <a:rPr lang="ja-JP" altLang="en-US" dirty="0"/>
              <a:t> 実行例</a:t>
            </a:r>
          </a:p>
        </p:txBody>
      </p:sp>
      <p:pic>
        <p:nvPicPr>
          <p:cNvPr id="4" name="図 3">
            <a:extLst>
              <a:ext uri="{FF2B5EF4-FFF2-40B4-BE49-F238E27FC236}">
                <a16:creationId xmlns:a16="http://schemas.microsoft.com/office/drawing/2014/main" id="{A2AA0911-B52C-BFE5-0CEF-F3BE6D670488}"/>
              </a:ext>
            </a:extLst>
          </p:cNvPr>
          <p:cNvPicPr>
            <a:picLocks noChangeAspect="1"/>
          </p:cNvPicPr>
          <p:nvPr/>
        </p:nvPicPr>
        <p:blipFill>
          <a:blip r:embed="rId2"/>
          <a:stretch>
            <a:fillRect/>
          </a:stretch>
        </p:blipFill>
        <p:spPr>
          <a:xfrm>
            <a:off x="689788" y="1444546"/>
            <a:ext cx="8526424" cy="1984454"/>
          </a:xfrm>
          <a:prstGeom prst="rect">
            <a:avLst/>
          </a:prstGeom>
        </p:spPr>
      </p:pic>
      <p:sp>
        <p:nvSpPr>
          <p:cNvPr id="6" name="テキスト ボックス 5">
            <a:extLst>
              <a:ext uri="{FF2B5EF4-FFF2-40B4-BE49-F238E27FC236}">
                <a16:creationId xmlns:a16="http://schemas.microsoft.com/office/drawing/2014/main" id="{CDF6C28D-7738-4AA7-D859-DE0948BAD5DD}"/>
              </a:ext>
            </a:extLst>
          </p:cNvPr>
          <p:cNvSpPr txBox="1"/>
          <p:nvPr/>
        </p:nvSpPr>
        <p:spPr>
          <a:xfrm>
            <a:off x="689788" y="3517900"/>
            <a:ext cx="4919937" cy="738664"/>
          </a:xfrm>
          <a:prstGeom prst="rect">
            <a:avLst/>
          </a:prstGeom>
          <a:noFill/>
        </p:spPr>
        <p:txBody>
          <a:bodyPr wrap="none" rtlCol="0">
            <a:spAutoFit/>
          </a:bodyPr>
          <a:lstStyle/>
          <a:p>
            <a:r>
              <a:rPr lang="en-US" altLang="ja-JP" sz="1400" dirty="0"/>
              <a:t>CHNGELOG.md </a:t>
            </a:r>
            <a:r>
              <a:rPr lang="ja-JP" altLang="en-US" sz="1400" dirty="0"/>
              <a:t>に対して、</a:t>
            </a:r>
            <a:r>
              <a:rPr lang="en-US" altLang="ja-JP" sz="1400" dirty="0"/>
              <a:t>18</a:t>
            </a:r>
            <a:r>
              <a:rPr lang="ja-JP" altLang="en-US" sz="1400" dirty="0"/>
              <a:t>行追加して、</a:t>
            </a:r>
            <a:r>
              <a:rPr lang="en-US" altLang="ja-JP" sz="1400" dirty="0"/>
              <a:t>0</a:t>
            </a:r>
            <a:r>
              <a:rPr lang="ja-JP" altLang="en-US" sz="1400" dirty="0"/>
              <a:t>行削除した。</a:t>
            </a:r>
            <a:endParaRPr lang="en-US" altLang="ja-JP" sz="1400" dirty="0"/>
          </a:p>
          <a:p>
            <a:r>
              <a:rPr lang="en-US" altLang="ja-JP" sz="1400" dirty="0"/>
              <a:t>Kids_darts_japan.html</a:t>
            </a:r>
            <a:r>
              <a:rPr lang="ja-JP" altLang="en-US" sz="1400" dirty="0"/>
              <a:t>に対して、</a:t>
            </a:r>
            <a:r>
              <a:rPr lang="en-US" altLang="ja-JP" sz="1400" dirty="0"/>
              <a:t>58</a:t>
            </a:r>
            <a:r>
              <a:rPr lang="ja-JP" altLang="en-US" sz="1400" dirty="0"/>
              <a:t>行追加して、</a:t>
            </a:r>
            <a:r>
              <a:rPr lang="en-US" altLang="ja-JP" sz="1400" dirty="0"/>
              <a:t>10</a:t>
            </a:r>
            <a:r>
              <a:rPr lang="ja-JP" altLang="en-US" sz="1400" dirty="0"/>
              <a:t>行削除した。</a:t>
            </a:r>
            <a:endParaRPr lang="en-US" altLang="ja-JP" sz="1400" dirty="0"/>
          </a:p>
          <a:p>
            <a:r>
              <a:rPr lang="en-US" altLang="ja-JP" sz="1400" dirty="0"/>
              <a:t>README.md</a:t>
            </a:r>
            <a:r>
              <a:rPr lang="ja-JP" altLang="en-US" sz="1400" dirty="0"/>
              <a:t>に対して、</a:t>
            </a:r>
            <a:r>
              <a:rPr lang="en-US" altLang="ja-JP" sz="1400" dirty="0"/>
              <a:t>4</a:t>
            </a:r>
            <a:r>
              <a:rPr lang="ja-JP" altLang="en-US" sz="1400" dirty="0"/>
              <a:t>行追加して、</a:t>
            </a:r>
            <a:r>
              <a:rPr lang="en-US" altLang="ja-JP" sz="1400" dirty="0"/>
              <a:t>0</a:t>
            </a:r>
            <a:r>
              <a:rPr lang="ja-JP" altLang="en-US" sz="1400" dirty="0"/>
              <a:t>行削除した。</a:t>
            </a:r>
          </a:p>
        </p:txBody>
      </p:sp>
    </p:spTree>
    <p:extLst>
      <p:ext uri="{BB962C8B-B14F-4D97-AF65-F5344CB8AC3E}">
        <p14:creationId xmlns:p14="http://schemas.microsoft.com/office/powerpoint/2010/main" val="6057554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7308B-C375-630E-3335-AD3BE0CFE5F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2B36C21-81A4-59C8-1E7A-E490687B3759}"/>
              </a:ext>
            </a:extLst>
          </p:cNvPr>
          <p:cNvSpPr>
            <a:spLocks noGrp="1"/>
          </p:cNvSpPr>
          <p:nvPr>
            <p:ph type="title"/>
          </p:nvPr>
        </p:nvSpPr>
        <p:spPr/>
        <p:txBody>
          <a:bodyPr>
            <a:normAutofit/>
          </a:bodyPr>
          <a:lstStyle/>
          <a:p>
            <a:r>
              <a:rPr lang="en-US" altLang="ja-JP" dirty="0"/>
              <a:t>6-27.</a:t>
            </a:r>
            <a:r>
              <a:rPr lang="ja-JP" altLang="en-US" dirty="0"/>
              <a:t> 実行結果</a:t>
            </a:r>
          </a:p>
        </p:txBody>
      </p:sp>
      <p:pic>
        <p:nvPicPr>
          <p:cNvPr id="4" name="図 3">
            <a:extLst>
              <a:ext uri="{FF2B5EF4-FFF2-40B4-BE49-F238E27FC236}">
                <a16:creationId xmlns:a16="http://schemas.microsoft.com/office/drawing/2014/main" id="{C6197DE0-7AAF-EBA8-F96B-36F472E34326}"/>
              </a:ext>
            </a:extLst>
          </p:cNvPr>
          <p:cNvPicPr>
            <a:picLocks noChangeAspect="1"/>
          </p:cNvPicPr>
          <p:nvPr/>
        </p:nvPicPr>
        <p:blipFill>
          <a:blip r:embed="rId2"/>
          <a:stretch>
            <a:fillRect/>
          </a:stretch>
        </p:blipFill>
        <p:spPr>
          <a:xfrm>
            <a:off x="976201" y="1458230"/>
            <a:ext cx="7953597" cy="4739370"/>
          </a:xfrm>
          <a:prstGeom prst="rect">
            <a:avLst/>
          </a:prstGeom>
        </p:spPr>
      </p:pic>
      <p:sp>
        <p:nvSpPr>
          <p:cNvPr id="6" name="正方形/長方形 5">
            <a:extLst>
              <a:ext uri="{FF2B5EF4-FFF2-40B4-BE49-F238E27FC236}">
                <a16:creationId xmlns:a16="http://schemas.microsoft.com/office/drawing/2014/main" id="{BFD09518-DEF5-3AA1-45BF-D1C19D8A784F}"/>
              </a:ext>
            </a:extLst>
          </p:cNvPr>
          <p:cNvSpPr/>
          <p:nvPr/>
        </p:nvSpPr>
        <p:spPr>
          <a:xfrm>
            <a:off x="1940755" y="5780480"/>
            <a:ext cx="773510" cy="41712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35983197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DDD6D-2B8A-9811-E9FD-F7CE1324A00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C71AC03-D595-859C-30A9-FCFE9ACB76E5}"/>
              </a:ext>
            </a:extLst>
          </p:cNvPr>
          <p:cNvSpPr>
            <a:spLocks noGrp="1"/>
          </p:cNvSpPr>
          <p:nvPr>
            <p:ph type="title"/>
          </p:nvPr>
        </p:nvSpPr>
        <p:spPr/>
        <p:txBody>
          <a:bodyPr>
            <a:normAutofit/>
          </a:bodyPr>
          <a:lstStyle/>
          <a:p>
            <a:r>
              <a:rPr lang="en-US" altLang="ja-JP" dirty="0"/>
              <a:t>6-28.</a:t>
            </a:r>
            <a:r>
              <a:rPr lang="ja-JP" altLang="en-US" dirty="0"/>
              <a:t> 実行結果</a:t>
            </a:r>
          </a:p>
        </p:txBody>
      </p:sp>
      <p:pic>
        <p:nvPicPr>
          <p:cNvPr id="4" name="図 3">
            <a:extLst>
              <a:ext uri="{FF2B5EF4-FFF2-40B4-BE49-F238E27FC236}">
                <a16:creationId xmlns:a16="http://schemas.microsoft.com/office/drawing/2014/main" id="{11D46657-8B22-05BC-4D6C-7BD2446B3094}"/>
              </a:ext>
            </a:extLst>
          </p:cNvPr>
          <p:cNvPicPr>
            <a:picLocks noChangeAspect="1"/>
          </p:cNvPicPr>
          <p:nvPr/>
        </p:nvPicPr>
        <p:blipFill>
          <a:blip r:embed="rId2"/>
          <a:stretch>
            <a:fillRect/>
          </a:stretch>
        </p:blipFill>
        <p:spPr>
          <a:xfrm>
            <a:off x="0" y="1286759"/>
            <a:ext cx="9906000" cy="4284481"/>
          </a:xfrm>
          <a:prstGeom prst="rect">
            <a:avLst/>
          </a:prstGeom>
        </p:spPr>
      </p:pic>
    </p:spTree>
    <p:extLst>
      <p:ext uri="{BB962C8B-B14F-4D97-AF65-F5344CB8AC3E}">
        <p14:creationId xmlns:p14="http://schemas.microsoft.com/office/powerpoint/2010/main" val="418609927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6C810-1C12-823B-4FBA-ACE4638EB3D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3A03BC5-BE92-BADB-9044-E5B7E9541A72}"/>
              </a:ext>
            </a:extLst>
          </p:cNvPr>
          <p:cNvSpPr>
            <a:spLocks noGrp="1"/>
          </p:cNvSpPr>
          <p:nvPr>
            <p:ph type="title"/>
          </p:nvPr>
        </p:nvSpPr>
        <p:spPr/>
        <p:txBody>
          <a:bodyPr>
            <a:normAutofit/>
          </a:bodyPr>
          <a:lstStyle/>
          <a:p>
            <a:r>
              <a:rPr lang="en-US" altLang="ja-JP" dirty="0"/>
              <a:t>6-29.</a:t>
            </a:r>
            <a:r>
              <a:rPr lang="ja-JP" altLang="en-US" dirty="0"/>
              <a:t> </a:t>
            </a:r>
            <a:r>
              <a:rPr lang="en-US" altLang="ja-JP" dirty="0"/>
              <a:t>Plan</a:t>
            </a:r>
            <a:r>
              <a:rPr lang="ja-JP" altLang="en-US" dirty="0"/>
              <a:t>モード＆</a:t>
            </a:r>
            <a:r>
              <a:rPr lang="en-US" altLang="ja-JP" dirty="0"/>
              <a:t>Agent</a:t>
            </a:r>
            <a:r>
              <a:rPr lang="ja-JP" altLang="en-US" dirty="0"/>
              <a:t>モードまとめ</a:t>
            </a:r>
          </a:p>
        </p:txBody>
      </p:sp>
      <p:sp>
        <p:nvSpPr>
          <p:cNvPr id="4" name="Text 8">
            <a:extLst>
              <a:ext uri="{FF2B5EF4-FFF2-40B4-BE49-F238E27FC236}">
                <a16:creationId xmlns:a16="http://schemas.microsoft.com/office/drawing/2014/main" id="{57913AB9-96D2-8593-7919-B5D43FDF26C6}"/>
              </a:ext>
            </a:extLst>
          </p:cNvPr>
          <p:cNvSpPr txBox="1"/>
          <p:nvPr/>
        </p:nvSpPr>
        <p:spPr>
          <a:xfrm>
            <a:off x="457200" y="1047902"/>
            <a:ext cx="9298847" cy="228600"/>
          </a:xfrm>
          <a:prstGeom prst="rect">
            <a:avLst/>
          </a:prstGeom>
          <a:noFill/>
          <a:ln/>
        </p:spPr>
        <p:txBody>
          <a:bodyPr wrap="none" lIns="0" tIns="0" rIns="0" bIns="0" rtlCol="0" anchor="t"/>
          <a:lstStyle/>
          <a:p>
            <a:r>
              <a:rPr lang="ja-JP" altLang="en-US" sz="1400" dirty="0"/>
              <a:t>基本的には、</a:t>
            </a:r>
            <a:r>
              <a:rPr lang="en-US" altLang="ja-JP" sz="1400" dirty="0"/>
              <a:t>Plan</a:t>
            </a:r>
            <a:r>
              <a:rPr lang="ja-JP" altLang="en-US" sz="1400" dirty="0"/>
              <a:t>モードで計画を立て、その内容を確認したうえで</a:t>
            </a:r>
            <a:r>
              <a:rPr lang="en-US" altLang="ja-JP" sz="1400" dirty="0"/>
              <a:t>Agent</a:t>
            </a:r>
            <a:r>
              <a:rPr lang="ja-JP" altLang="en-US" sz="1400" dirty="0"/>
              <a:t>モードで実行する流れになります。</a:t>
            </a:r>
            <a:endParaRPr lang="en-US" altLang="ja-JP" sz="1400" dirty="0"/>
          </a:p>
          <a:p>
            <a:endParaRPr lang="en-US" altLang="ja-JP" sz="1400" dirty="0"/>
          </a:p>
          <a:p>
            <a:r>
              <a:rPr lang="en-US" altLang="ja-JP" sz="1400" dirty="0"/>
              <a:t>Plan</a:t>
            </a:r>
            <a:r>
              <a:rPr lang="ja-JP" altLang="en-US" sz="1400" dirty="0"/>
              <a:t>モードの中に期待するタスクが含まれていない場合は、プロンプトが良くないので、</a:t>
            </a:r>
            <a:endParaRPr lang="en-US" altLang="ja-JP" sz="1400" dirty="0"/>
          </a:p>
          <a:p>
            <a:r>
              <a:rPr lang="en-US" altLang="ja-JP" sz="1400" dirty="0"/>
              <a:t>Plan</a:t>
            </a:r>
            <a:r>
              <a:rPr lang="ja-JP" altLang="en-US" sz="1400" dirty="0"/>
              <a:t>モードで追加指示を行うか、前のプロンプトを修正して再実行してください。</a:t>
            </a:r>
            <a:endParaRPr lang="en-US" altLang="ja-JP" sz="1400" dirty="0"/>
          </a:p>
          <a:p>
            <a:endParaRPr lang="en-US" altLang="ja-JP" sz="1400" dirty="0"/>
          </a:p>
          <a:p>
            <a:r>
              <a:rPr lang="ja-JP" altLang="en-US" sz="1400" dirty="0"/>
              <a:t>必要なタスクが全て含まれているのを確認出来たら、「</a:t>
            </a:r>
            <a:r>
              <a:rPr lang="en-US" altLang="ja-JP" sz="1400" dirty="0"/>
              <a:t>Start Implementation</a:t>
            </a:r>
            <a:r>
              <a:rPr lang="ja-JP" altLang="en-US" sz="1400" dirty="0"/>
              <a:t>」を押すか、</a:t>
            </a:r>
            <a:endParaRPr lang="en-US" altLang="ja-JP" sz="1400" dirty="0"/>
          </a:p>
          <a:p>
            <a:r>
              <a:rPr lang="ja-JP" altLang="en-US" sz="1400" dirty="0"/>
              <a:t>手動で</a:t>
            </a:r>
            <a:r>
              <a:rPr lang="en-US" altLang="ja-JP" sz="1400" dirty="0"/>
              <a:t>Agent Mode</a:t>
            </a:r>
            <a:r>
              <a:rPr lang="ja-JP" altLang="en-US" sz="1400" dirty="0"/>
              <a:t>へと変更したのち、追加プロンプトとともに「作業開始」と指示してください。</a:t>
            </a:r>
          </a:p>
        </p:txBody>
      </p:sp>
    </p:spTree>
    <p:extLst>
      <p:ext uri="{BB962C8B-B14F-4D97-AF65-F5344CB8AC3E}">
        <p14:creationId xmlns:p14="http://schemas.microsoft.com/office/powerpoint/2010/main" val="170015959"/>
      </p:ext>
    </p:extLst>
  </p:cSld>
  <p:clrMapOvr>
    <a:masterClrMapping/>
  </p:clrMapOvr>
</p:sld>
</file>

<file path=ppt/theme/theme1.xml><?xml version="1.0" encoding="utf-8"?>
<a:theme xmlns:a="http://schemas.openxmlformats.org/drawingml/2006/main" name="表紙">
  <a:themeElements>
    <a:clrScheme name="NTT DATA Image Colors">
      <a:dk1>
        <a:srgbClr val="404040"/>
      </a:dk1>
      <a:lt1>
        <a:srgbClr val="FFFFFF"/>
      </a:lt1>
      <a:dk2>
        <a:srgbClr val="0F1C50"/>
      </a:dk2>
      <a:lt2>
        <a:srgbClr val="0080B1"/>
      </a:lt2>
      <a:accent1>
        <a:srgbClr val="C2CEE6"/>
      </a:accent1>
      <a:accent2>
        <a:srgbClr val="6785C1"/>
      </a:accent2>
      <a:accent3>
        <a:srgbClr val="E6B600"/>
      </a:accent3>
      <a:accent4>
        <a:srgbClr val="BC4328"/>
      </a:accent4>
      <a:accent5>
        <a:srgbClr val="83B254"/>
      </a:accent5>
      <a:accent6>
        <a:srgbClr val="AA3C80"/>
      </a:accent6>
      <a:hlink>
        <a:srgbClr val="0000FF"/>
      </a:hlink>
      <a:folHlink>
        <a:srgbClr val="800080"/>
      </a:folHlink>
    </a:clrScheme>
    <a:fontScheme name="Recommended Typefaces">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solidFill>
            <a:schemeClr val="accent1">
              <a:lumMod val="75000"/>
            </a:schemeClr>
          </a:solid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kumimoji="1"/>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プレゼンテーション2.pptm" id="{D39B1743-DE24-4EDF-9D0B-0F993148E000}" vid="{F3CD3E73-74E3-490D-9FA1-389FB686DBCA}"/>
    </a:ext>
  </a:extLst>
</a:theme>
</file>

<file path=ppt/theme/theme2.xml><?xml version="1.0" encoding="utf-8"?>
<a:theme xmlns:a="http://schemas.openxmlformats.org/drawingml/2006/main" name="目次">
  <a:themeElements>
    <a:clrScheme name="NTT DATA Image Colors">
      <a:dk1>
        <a:srgbClr val="404040"/>
      </a:dk1>
      <a:lt1>
        <a:srgbClr val="FFFFFF"/>
      </a:lt1>
      <a:dk2>
        <a:srgbClr val="0F1C50"/>
      </a:dk2>
      <a:lt2>
        <a:srgbClr val="0080B1"/>
      </a:lt2>
      <a:accent1>
        <a:srgbClr val="C2CEE6"/>
      </a:accent1>
      <a:accent2>
        <a:srgbClr val="6785C1"/>
      </a:accent2>
      <a:accent3>
        <a:srgbClr val="E6B600"/>
      </a:accent3>
      <a:accent4>
        <a:srgbClr val="BC4328"/>
      </a:accent4>
      <a:accent5>
        <a:srgbClr val="83B254"/>
      </a:accent5>
      <a:accent6>
        <a:srgbClr val="AA3C80"/>
      </a:accent6>
      <a:hlink>
        <a:srgbClr val="0000FF"/>
      </a:hlink>
      <a:folHlink>
        <a:srgbClr val="800080"/>
      </a:folHlink>
    </a:clrScheme>
    <a:fontScheme name="Recommended Typefaces">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solidFill>
            <a:schemeClr val="accent1">
              <a:lumMod val="75000"/>
            </a:schemeClr>
          </a:solid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kumimoji="1"/>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プレゼンテーション2.pptm" id="{D39B1743-DE24-4EDF-9D0B-0F993148E000}" vid="{25C63172-E1C1-4D77-9A2A-1D5A9A078887}"/>
    </a:ext>
  </a:extLst>
</a:theme>
</file>

<file path=ppt/theme/theme3.xml><?xml version="1.0" encoding="utf-8"?>
<a:theme xmlns:a="http://schemas.openxmlformats.org/drawingml/2006/main" name="中扉">
  <a:themeElements>
    <a:clrScheme name="NTT DATA Image Colors">
      <a:dk1>
        <a:srgbClr val="404040"/>
      </a:dk1>
      <a:lt1>
        <a:srgbClr val="FFFFFF"/>
      </a:lt1>
      <a:dk2>
        <a:srgbClr val="0F1C50"/>
      </a:dk2>
      <a:lt2>
        <a:srgbClr val="0080B1"/>
      </a:lt2>
      <a:accent1>
        <a:srgbClr val="C2CEE6"/>
      </a:accent1>
      <a:accent2>
        <a:srgbClr val="6785C1"/>
      </a:accent2>
      <a:accent3>
        <a:srgbClr val="E6B600"/>
      </a:accent3>
      <a:accent4>
        <a:srgbClr val="BC4328"/>
      </a:accent4>
      <a:accent5>
        <a:srgbClr val="83B254"/>
      </a:accent5>
      <a:accent6>
        <a:srgbClr val="AA3C80"/>
      </a:accent6>
      <a:hlink>
        <a:srgbClr val="0000FF"/>
      </a:hlink>
      <a:folHlink>
        <a:srgbClr val="800080"/>
      </a:folHlink>
    </a:clrScheme>
    <a:fontScheme name="Recommended Typefaces">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プレゼンテーション2.pptm" id="{D39B1743-DE24-4EDF-9D0B-0F993148E000}" vid="{06EB01C8-1D71-4DD5-A66A-3F2EAE4AFFCB}"/>
    </a:ext>
  </a:extLst>
</a:theme>
</file>

<file path=ppt/theme/theme4.xml><?xml version="1.0" encoding="utf-8"?>
<a:theme xmlns:a="http://schemas.openxmlformats.org/drawingml/2006/main" name="レイアウト">
  <a:themeElements>
    <a:clrScheme name="NTT DATA Image Colors">
      <a:dk1>
        <a:srgbClr val="404040"/>
      </a:dk1>
      <a:lt1>
        <a:srgbClr val="FFFFFF"/>
      </a:lt1>
      <a:dk2>
        <a:srgbClr val="0F1C50"/>
      </a:dk2>
      <a:lt2>
        <a:srgbClr val="0080B1"/>
      </a:lt2>
      <a:accent1>
        <a:srgbClr val="C2CEE6"/>
      </a:accent1>
      <a:accent2>
        <a:srgbClr val="6785C1"/>
      </a:accent2>
      <a:accent3>
        <a:srgbClr val="E6B600"/>
      </a:accent3>
      <a:accent4>
        <a:srgbClr val="BC4328"/>
      </a:accent4>
      <a:accent5>
        <a:srgbClr val="83B254"/>
      </a:accent5>
      <a:accent6>
        <a:srgbClr val="AA3C80"/>
      </a:accent6>
      <a:hlink>
        <a:srgbClr val="0000FF"/>
      </a:hlink>
      <a:folHlink>
        <a:srgbClr val="800080"/>
      </a:folHlink>
    </a:clrScheme>
    <a:fontScheme name="Recommended Typefaces">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プレゼンテーション2.pptm" id="{D39B1743-DE24-4EDF-9D0B-0F993148E000}" vid="{5DA7D4E1-7B73-4A13-A6F6-4526289638EA}"/>
    </a:ext>
  </a:extLst>
</a:theme>
</file>

<file path=ppt/theme/theme5.xml><?xml version="1.0" encoding="utf-8"?>
<a:theme xmlns:a="http://schemas.openxmlformats.org/drawingml/2006/main" name="裏表紙">
  <a:themeElements>
    <a:clrScheme name="NTT DATA Image Colors">
      <a:dk1>
        <a:srgbClr val="404040"/>
      </a:dk1>
      <a:lt1>
        <a:srgbClr val="FFFFFF"/>
      </a:lt1>
      <a:dk2>
        <a:srgbClr val="0F1C50"/>
      </a:dk2>
      <a:lt2>
        <a:srgbClr val="0080B1"/>
      </a:lt2>
      <a:accent1>
        <a:srgbClr val="C2CEE6"/>
      </a:accent1>
      <a:accent2>
        <a:srgbClr val="6785C1"/>
      </a:accent2>
      <a:accent3>
        <a:srgbClr val="E6B600"/>
      </a:accent3>
      <a:accent4>
        <a:srgbClr val="BC4328"/>
      </a:accent4>
      <a:accent5>
        <a:srgbClr val="83B254"/>
      </a:accent5>
      <a:accent6>
        <a:srgbClr val="AA3C80"/>
      </a:accent6>
      <a:hlink>
        <a:srgbClr val="0000FF"/>
      </a:hlink>
      <a:folHlink>
        <a:srgbClr val="800080"/>
      </a:folHlink>
    </a:clrScheme>
    <a:fontScheme name="Recommended Typefaces">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solidFill>
            <a:schemeClr val="accent1">
              <a:lumMod val="75000"/>
            </a:schemeClr>
          </a:solid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kumimoji="1"/>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プレゼンテーション2.pptm" id="{D39B1743-DE24-4EDF-9D0B-0F993148E000}" vid="{F51E6B20-7A24-4E46-8E0F-D5360A1ED72F}"/>
    </a:ext>
  </a:extLst>
</a:theme>
</file>

<file path=ppt/theme/theme6.xml><?xml version="1.0" encoding="utf-8"?>
<a:theme xmlns:a="http://schemas.openxmlformats.org/drawingml/2006/main" name="表紙_Light">
  <a:themeElements>
    <a:clrScheme name="NTT DATA Group Corp.">
      <a:dk1>
        <a:srgbClr val="000000"/>
      </a:dk1>
      <a:lt1>
        <a:srgbClr val="FFFFFF"/>
      </a:lt1>
      <a:dk2>
        <a:srgbClr val="2E404D"/>
      </a:dk2>
      <a:lt2>
        <a:srgbClr val="19A3FC"/>
      </a:lt2>
      <a:accent1>
        <a:srgbClr val="070F26"/>
      </a:accent1>
      <a:accent2>
        <a:srgbClr val="0071BC"/>
      </a:accent2>
      <a:accent3>
        <a:srgbClr val="005B95"/>
      </a:accent3>
      <a:accent4>
        <a:srgbClr val="00DFED"/>
      </a:accent4>
      <a:accent5>
        <a:srgbClr val="00CB5D"/>
      </a:accent5>
      <a:accent6>
        <a:srgbClr val="949494"/>
      </a:accent6>
      <a:hlink>
        <a:srgbClr val="19A3FC"/>
      </a:hlink>
      <a:folHlink>
        <a:srgbClr val="0071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0622_NTT_DATA_Corporate_Template_1609_JP4" id="{81C4B475-FAD7-274A-8EDE-D6556404C4B5}" vid="{2241F67D-8274-5F4B-A058-BBA464A1C18E}"/>
    </a:ext>
  </a:extLst>
</a:theme>
</file>

<file path=ppt/theme/theme7.xml><?xml version="1.0" encoding="utf-8"?>
<a:theme xmlns:a="http://schemas.openxmlformats.org/drawingml/2006/main" name="中扉_Light">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0622_NTT_DATA_Corporate_Template_1609_JP4" id="{81C4B475-FAD7-274A-8EDE-D6556404C4B5}" vid="{EF573D60-3764-F54C-9BF1-3D92D2F3F32E}"/>
    </a:ext>
  </a:extLst>
</a:theme>
</file>

<file path=ppt/theme/theme8.xml><?xml version="1.0" encoding="utf-8"?>
<a:theme xmlns:a="http://schemas.openxmlformats.org/drawingml/2006/main" name="コンテンツ_Light">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0622_NTT_DATA_Corporate_Template_1609_JP4" id="{81C4B475-FAD7-274A-8EDE-D6556404C4B5}" vid="{3A288B00-138B-724C-BB5B-3510F14405B4}"/>
    </a:ext>
  </a:extLst>
</a:theme>
</file>

<file path=ppt/theme/theme9.xml><?xml version="1.0" encoding="utf-8"?>
<a:theme xmlns:a="http://schemas.openxmlformats.org/drawingml/2006/main" name="裏表紙_Light">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0622_NTT_DATA_Corporate_Template_1609_JP4" id="{81C4B475-FAD7-274A-8EDE-D6556404C4B5}" vid="{D5031687-12BC-0C43-89CC-7E13DF8AAC65}"/>
    </a:ext>
  </a:extLst>
</a:theme>
</file>

<file path=ppt/theme/theme10.xml><?xml version="1.0" encoding="utf-8"?>
<a:theme xmlns:a="http://schemas.openxmlformats.org/drawingml/2006/main" name="表紙_Dark">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0622_NTT_DATA_Corporate_Template_1609_JP4" id="{81C4B475-FAD7-274A-8EDE-D6556404C4B5}" vid="{3380B7C1-ABD3-D543-AC7E-83241A250013}"/>
    </a:ext>
  </a:extLst>
</a:theme>
</file>

<file path=ppt/theme/theme11.xml><?xml version="1.0" encoding="utf-8"?>
<a:theme xmlns:a="http://schemas.openxmlformats.org/drawingml/2006/main" name="中扉_Dark">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0622_NTT_DATA_Corporate_Template_1609_JP4" id="{81C4B475-FAD7-274A-8EDE-D6556404C4B5}" vid="{DE3962BC-C5B1-F242-9B5D-113DFB5E7953}"/>
    </a:ext>
  </a:extLst>
</a:theme>
</file>

<file path=ppt/theme/theme12.xml><?xml version="1.0" encoding="utf-8"?>
<a:theme xmlns:a="http://schemas.openxmlformats.org/drawingml/2006/main" name="コンテンツ_Dark">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0622_NTT_DATA_Corporate_Template_1609_JP4" id="{81C4B475-FAD7-274A-8EDE-D6556404C4B5}" vid="{59B9A2C7-D5F4-EE4D-A300-EE507EA0B43F}"/>
    </a:ext>
  </a:extLst>
</a:theme>
</file>

<file path=ppt/theme/theme13.xml><?xml version="1.0" encoding="utf-8"?>
<a:theme xmlns:a="http://schemas.openxmlformats.org/drawingml/2006/main" name="裏表紙_Dark">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0622_NTT_DATA_Corporate_Template_1609_JP4" id="{81C4B475-FAD7-274A-8EDE-D6556404C4B5}" vid="{3D17E552-2371-5D40-BB78-9FE831F9172B}"/>
    </a:ext>
  </a:extLst>
</a:theme>
</file>

<file path=ppt/theme/theme14.xml><?xml version="1.0" encoding="utf-8"?>
<a:theme xmlns:a="http://schemas.openxmlformats.org/drawingml/2006/main" name="ホワイ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Yu Gothic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Yu Gothic"/>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ホワイ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Yu Gothic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Yu Gothic"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028b272b-f0a8-4ab2-b384-314479394f16">
      <Terms xmlns="http://schemas.microsoft.com/office/infopath/2007/PartnerControls"/>
    </lcf76f155ced4ddcb4097134ff3c332f>
    <TaxCatchAll xmlns="b2027fab-e6d8-4015-acb2-05267bf8324a"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8E1F62BCB785F84995ED851BF9420499" ma:contentTypeVersion="11" ma:contentTypeDescription="新しいドキュメントを作成します。" ma:contentTypeScope="" ma:versionID="365139ea971d0a85a1c6d14286b2cace">
  <xsd:schema xmlns:xsd="http://www.w3.org/2001/XMLSchema" xmlns:xs="http://www.w3.org/2001/XMLSchema" xmlns:p="http://schemas.microsoft.com/office/2006/metadata/properties" xmlns:ns2="028b272b-f0a8-4ab2-b384-314479394f16" xmlns:ns3="b2027fab-e6d8-4015-acb2-05267bf8324a" targetNamespace="http://schemas.microsoft.com/office/2006/metadata/properties" ma:root="true" ma:fieldsID="0717177d4d006a5c65b3cb059526e1c0" ns2:_="" ns3:_="">
    <xsd:import namespace="028b272b-f0a8-4ab2-b384-314479394f16"/>
    <xsd:import namespace="b2027fab-e6d8-4015-acb2-05267bf8324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28b272b-f0a8-4ab2-b384-314479394f1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4f27f6d2-b90d-46ae-b7ea-1d0a9165af30"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2027fab-e6d8-4015-acb2-05267bf8324a"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6bc102f1-273c-4741-ae6e-4a2cf2a38565}" ma:internalName="TaxCatchAll" ma:showField="CatchAllData" ma:web="b2027fab-e6d8-4015-acb2-05267bf8324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2689455-9B1F-4133-B1CC-FD26239061A6}">
  <ds:schemaRefs>
    <ds:schemaRef ds:uri="http://schemas.microsoft.com/office/2006/metadata/properties"/>
    <ds:schemaRef ds:uri="http://schemas.microsoft.com/office/infopath/2007/PartnerControls"/>
    <ds:schemaRef ds:uri="028b272b-f0a8-4ab2-b384-314479394f16"/>
    <ds:schemaRef ds:uri="b2027fab-e6d8-4015-acb2-05267bf8324a"/>
  </ds:schemaRefs>
</ds:datastoreItem>
</file>

<file path=customXml/itemProps2.xml><?xml version="1.0" encoding="utf-8"?>
<ds:datastoreItem xmlns:ds="http://schemas.openxmlformats.org/officeDocument/2006/customXml" ds:itemID="{BE4E17A6-C07B-44E9-9838-7ACFD01ACE90}">
  <ds:schemaRefs>
    <ds:schemaRef ds:uri="http://schemas.microsoft.com/sharepoint/v3/contenttype/forms"/>
  </ds:schemaRefs>
</ds:datastoreItem>
</file>

<file path=customXml/itemProps3.xml><?xml version="1.0" encoding="utf-8"?>
<ds:datastoreItem xmlns:ds="http://schemas.openxmlformats.org/officeDocument/2006/customXml" ds:itemID="{D148D239-144D-46B7-BD22-B3445CCF4E5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28b272b-f0a8-4ab2-b384-314479394f16"/>
    <ds:schemaRef ds:uri="b2027fab-e6d8-4015-acb2-05267bf8324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すたくり2021</Template>
  <TotalTime>5793</TotalTime>
  <Words>6424</Words>
  <Application>Microsoft Office PowerPoint</Application>
  <PresentationFormat>A4 210 x 297 mm</PresentationFormat>
  <Paragraphs>731</Paragraphs>
  <Slides>76</Slides>
  <Notes>0</Notes>
  <HiddenSlides>0</HiddenSlides>
  <MMClips>0</MMClips>
  <ScaleCrop>false</ScaleCrop>
  <HeadingPairs>
    <vt:vector size="6" baseType="variant">
      <vt:variant>
        <vt:lpstr>使用されているフォント</vt:lpstr>
      </vt:variant>
      <vt:variant>
        <vt:i4>11</vt:i4>
      </vt:variant>
      <vt:variant>
        <vt:lpstr>テーマ</vt:lpstr>
      </vt:variant>
      <vt:variant>
        <vt:i4>13</vt:i4>
      </vt:variant>
      <vt:variant>
        <vt:lpstr>スライド タイトル</vt:lpstr>
      </vt:variant>
      <vt:variant>
        <vt:i4>76</vt:i4>
      </vt:variant>
    </vt:vector>
  </HeadingPairs>
  <TitlesOfParts>
    <vt:vector size="100" baseType="lpstr">
      <vt:lpstr>BIZ UDPゴシック</vt:lpstr>
      <vt:lpstr>BIZ UDPゴシック</vt:lpstr>
      <vt:lpstr>HGPGothicE</vt:lpstr>
      <vt:lpstr>Meiryo UI</vt:lpstr>
      <vt:lpstr>Yu Gothic UI</vt:lpstr>
      <vt:lpstr>Yu Gothic</vt:lpstr>
      <vt:lpstr>Yu Gothic</vt:lpstr>
      <vt:lpstr>Arial</vt:lpstr>
      <vt:lpstr>Calibri</vt:lpstr>
      <vt:lpstr>Consolas</vt:lpstr>
      <vt:lpstr>Noto Sans JP</vt:lpstr>
      <vt:lpstr>表紙</vt:lpstr>
      <vt:lpstr>目次</vt:lpstr>
      <vt:lpstr>中扉</vt:lpstr>
      <vt:lpstr>レイアウト</vt:lpstr>
      <vt:lpstr>裏表紙</vt:lpstr>
      <vt:lpstr>表紙_Light</vt:lpstr>
      <vt:lpstr>中扉_Light</vt:lpstr>
      <vt:lpstr>コンテンツ_Light</vt:lpstr>
      <vt:lpstr>裏表紙_Light</vt:lpstr>
      <vt:lpstr>表紙_Dark</vt:lpstr>
      <vt:lpstr>中扉_Dark</vt:lpstr>
      <vt:lpstr>コンテンツ_Dark</vt:lpstr>
      <vt:lpstr>裏表紙_Dark</vt:lpstr>
      <vt:lpstr>PowerPoint プレゼンテーション</vt:lpstr>
      <vt:lpstr>PowerPoint プレゼンテーション</vt:lpstr>
      <vt:lpstr>1-1. 研修概要</vt:lpstr>
      <vt:lpstr>1-2. 背景・目的</vt:lpstr>
      <vt:lpstr>1-3. 研修ゴールと獲得可能な経験背景・目的</vt:lpstr>
      <vt:lpstr>PowerPoint プレゼンテーション</vt:lpstr>
      <vt:lpstr>2-1. 生成AI（Generative AI）とは？</vt:lpstr>
      <vt:lpstr>2-2. 生成AI（Generative AI）</vt:lpstr>
      <vt:lpstr>2-3. LLM（大規模言語モデル）の仕組み</vt:lpstr>
      <vt:lpstr>2-4. 生成AIの「苦手なこと」（弱み）</vt:lpstr>
      <vt:lpstr>2-5. 生成AIを使う心得８条</vt:lpstr>
      <vt:lpstr>PowerPoint プレゼンテーション</vt:lpstr>
      <vt:lpstr>3-1. 本モジュールで学ぶこと①</vt:lpstr>
      <vt:lpstr>3-2. NTTデータのAI戦略：Quality Growthとは</vt:lpstr>
      <vt:lpstr>3-3. なぜ今、AIが重要なのか</vt:lpstr>
      <vt:lpstr>3-4. 生成AIの進化：今、どこにいるか</vt:lpstr>
      <vt:lpstr>3-5. 本モジュールで学ぶこと②</vt:lpstr>
      <vt:lpstr>3-6. エージェントAI（Agentic AI）とは何か</vt:lpstr>
      <vt:lpstr>3-7. エージェントの処理</vt:lpstr>
      <vt:lpstr>3-8. 本モジュールで学ぶこと③</vt:lpstr>
      <vt:lpstr>3-9. NTTデータが描く未来：Smart AI Agent®</vt:lpstr>
      <vt:lpstr>3-10. AIの強みを生かした業務変革の進め方</vt:lpstr>
      <vt:lpstr>3-11. AIの強みを生かすポイント：人とAIとの役割分担</vt:lpstr>
      <vt:lpstr>3-12. AIの強みを生かすポイント：プロセス自体をAI前提で再設計</vt:lpstr>
      <vt:lpstr>3-13. JALカード様 -  AIバーチャル顧客を活用したマーケティング高度化</vt:lpstr>
      <vt:lpstr>3-14. 大手メディアサービス会社 - AI-BPOによるオペレーション変革</vt:lpstr>
      <vt:lpstr>Appendix：りそな様 - AI CoEと生成AI人財育成アカデミーの推進</vt:lpstr>
      <vt:lpstr>PowerPoint プレゼンテーション</vt:lpstr>
      <vt:lpstr>4-1. What is a Prompt?</vt:lpstr>
      <vt:lpstr>4-2. What is a Prompt? ｜ プロンプトの4要素</vt:lpstr>
      <vt:lpstr>4-3. 悪いプロンプト vs 良いプロンプト</vt:lpstr>
      <vt:lpstr>4-4. テクニック① ｜ Role Prompting（役割の付与）</vt:lpstr>
      <vt:lpstr>4-5. テクニック② ｜ 区切り文字の活用</vt:lpstr>
      <vt:lpstr>4-5. テクニック③ ｜ Zero-shot vs Few-shot</vt:lpstr>
      <vt:lpstr>4-5. テクニック④ ｜ Chain of Thought（思考の連鎖）</vt:lpstr>
      <vt:lpstr>PowerPoint プレゼンテーション</vt:lpstr>
      <vt:lpstr>5-1. ChatGPTの使い方（一般チャット）</vt:lpstr>
      <vt:lpstr>5-2. 例①：顧客提案向けの企画書を作りたい</vt:lpstr>
      <vt:lpstr>5-3. 例①：顧客提案向けの企画書とプロトタイプ（モック）を作りたい</vt:lpstr>
      <vt:lpstr>5-4. 例①：顧客提案向けの企画書とプロトタイプ（モック）を作りたい　実行例</vt:lpstr>
      <vt:lpstr>5-5. 例②：100本ノックを作ってみる</vt:lpstr>
      <vt:lpstr>5-6. 例②：100本ノックを作ってみる</vt:lpstr>
      <vt:lpstr>5-7. 例②：100本ノックを作ってみる</vt:lpstr>
      <vt:lpstr>5-8. 例②：100本ノックを作ってみる</vt:lpstr>
      <vt:lpstr>5-9. 例②：100本ノックを作ってみる</vt:lpstr>
      <vt:lpstr>5-10. ChatGPT まとめ</vt:lpstr>
      <vt:lpstr>PowerPoint プレゼンテーション</vt:lpstr>
      <vt:lpstr>6-1. Visual Studio Code を開く</vt:lpstr>
      <vt:lpstr>6-2. コード補完機能</vt:lpstr>
      <vt:lpstr>6-3. チャット機能</vt:lpstr>
      <vt:lpstr>6-4. チャット機能</vt:lpstr>
      <vt:lpstr>6-5. 簡単なアプリやゲームを作ってみましょう</vt:lpstr>
      <vt:lpstr>6-6. 例①：高級志向テトリス</vt:lpstr>
      <vt:lpstr>6-7. 例②：わくわく！にっぽんダーツの旅</vt:lpstr>
      <vt:lpstr>6-8. 例③：タスク管理ツール</vt:lpstr>
      <vt:lpstr>6-9. ディレクトリ作成とファイル配置</vt:lpstr>
      <vt:lpstr>6-10. チャット機能</vt:lpstr>
      <vt:lpstr>6-11. Askモードについて</vt:lpstr>
      <vt:lpstr>6-12. 実行例①</vt:lpstr>
      <vt:lpstr>6-13. 実行例②</vt:lpstr>
      <vt:lpstr>6-14. 実行例③</vt:lpstr>
      <vt:lpstr>6-15. Askモードまとめ</vt:lpstr>
      <vt:lpstr>6-16. チャット機能</vt:lpstr>
      <vt:lpstr>6-17. Agentモード</vt:lpstr>
      <vt:lpstr>6-18. 実行例</vt:lpstr>
      <vt:lpstr>6-19. READMEの内容を確認しましょう（１）</vt:lpstr>
      <vt:lpstr>6-20. READMEの内容を確認しましょう（２）</vt:lpstr>
      <vt:lpstr>6-21. Changeログを作ってみましょう</vt:lpstr>
      <vt:lpstr>6-22. チャット機能</vt:lpstr>
      <vt:lpstr>6-23. Planモードで機能追加してみましょう</vt:lpstr>
      <vt:lpstr>6-24. 実行例</vt:lpstr>
      <vt:lpstr>6-25. 実行例</vt:lpstr>
      <vt:lpstr>6-26. 実行例</vt:lpstr>
      <vt:lpstr>6-27. 実行結果</vt:lpstr>
      <vt:lpstr>6-28. 実行結果</vt:lpstr>
      <vt:lpstr>6-29. Planモード＆Agentモードまとめ</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大澤 莉恵</dc:creator>
  <cp:lastModifiedBy>島本 佳幸</cp:lastModifiedBy>
  <cp:revision>838</cp:revision>
  <cp:lastPrinted>2016-10-11T04:40:04Z</cp:lastPrinted>
  <dcterms:created xsi:type="dcterms:W3CDTF">2021-06-30T08:13:04Z</dcterms:created>
  <dcterms:modified xsi:type="dcterms:W3CDTF">2026-08-17T03:29:18Z</dcterms:modified>
  <cp:version>1.5</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0x0101008E1F62BCB785F84995ED851BF9420499</vt:lpwstr>
  </property>
</Properties>
</file>